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3.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4.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5.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theme/theme6.xml" ContentType="application/vnd.openxmlformats-officedocument.theme+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theme/theme7.xml" ContentType="application/vnd.openxmlformats-officedocument.theme+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theme/theme8.xml" ContentType="application/vnd.openxmlformats-officedocument.theme+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theme/theme9.xml" ContentType="application/vnd.openxmlformats-officedocument.theme+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theme/theme10.xml" ContentType="application/vnd.openxmlformats-officedocument.theme+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theme/theme11.xml" ContentType="application/vnd.openxmlformats-officedocument.theme+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theme/theme12.xml" ContentType="application/vnd.openxmlformats-officedocument.theme+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theme/theme13.xml" ContentType="application/vnd.openxmlformats-officedocument.theme+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theme/theme14.xml" ContentType="application/vnd.openxmlformats-officedocument.theme+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19.xml" ContentType="application/vnd.openxmlformats-officedocument.presentationml.slideLayout+xml"/>
  <Override PartName="/ppt/slideLayouts/slideLayout420.xml" ContentType="application/vnd.openxmlformats-officedocument.presentationml.slideLayout+xml"/>
  <Override PartName="/ppt/slideLayouts/slideLayout421.xml" ContentType="application/vnd.openxmlformats-officedocument.presentationml.slideLayout+xml"/>
  <Override PartName="/ppt/slideLayouts/slideLayout422.xml" ContentType="application/vnd.openxmlformats-officedocument.presentationml.slideLayout+xml"/>
  <Override PartName="/ppt/slideLayouts/slideLayout423.xml" ContentType="application/vnd.openxmlformats-officedocument.presentationml.slideLayout+xml"/>
  <Override PartName="/ppt/slideLayouts/slideLayout424.xml" ContentType="application/vnd.openxmlformats-officedocument.presentationml.slideLayout+xml"/>
  <Override PartName="/ppt/slideLayouts/slideLayout425.xml" ContentType="application/vnd.openxmlformats-officedocument.presentationml.slideLayout+xml"/>
  <Override PartName="/ppt/theme/theme15.xml" ContentType="application/vnd.openxmlformats-officedocument.theme+xml"/>
  <Override PartName="/ppt/slideLayouts/slideLayout426.xml" ContentType="application/vnd.openxmlformats-officedocument.presentationml.slideLayout+xml"/>
  <Override PartName="/ppt/slideLayouts/slideLayout427.xml" ContentType="application/vnd.openxmlformats-officedocument.presentationml.slideLayout+xml"/>
  <Override PartName="/ppt/slideLayouts/slideLayout428.xml" ContentType="application/vnd.openxmlformats-officedocument.presentationml.slideLayout+xml"/>
  <Override PartName="/ppt/slideLayouts/slideLayout429.xml" ContentType="application/vnd.openxmlformats-officedocument.presentationml.slideLayout+xml"/>
  <Override PartName="/ppt/slideLayouts/slideLayout430.xml" ContentType="application/vnd.openxmlformats-officedocument.presentationml.slideLayout+xml"/>
  <Override PartName="/ppt/slideLayouts/slideLayout431.xml" ContentType="application/vnd.openxmlformats-officedocument.presentationml.slideLayout+xml"/>
  <Override PartName="/ppt/slideLayouts/slideLayout432.xml" ContentType="application/vnd.openxmlformats-officedocument.presentationml.slideLayout+xml"/>
  <Override PartName="/ppt/slideLayouts/slideLayout433.xml" ContentType="application/vnd.openxmlformats-officedocument.presentationml.slideLayout+xml"/>
  <Override PartName="/ppt/slideLayouts/slideLayout434.xml" ContentType="application/vnd.openxmlformats-officedocument.presentationml.slideLayout+xml"/>
  <Override PartName="/ppt/slideLayouts/slideLayout435.xml" ContentType="application/vnd.openxmlformats-officedocument.presentationml.slideLayout+xml"/>
  <Override PartName="/ppt/slideLayouts/slideLayout436.xml" ContentType="application/vnd.openxmlformats-officedocument.presentationml.slideLayout+xml"/>
  <Override PartName="/ppt/slideLayouts/slideLayout437.xml" ContentType="application/vnd.openxmlformats-officedocument.presentationml.slideLayout+xml"/>
  <Override PartName="/ppt/slideLayouts/slideLayout438.xml" ContentType="application/vnd.openxmlformats-officedocument.presentationml.slideLayout+xml"/>
  <Override PartName="/ppt/slideLayouts/slideLayout439.xml" ContentType="application/vnd.openxmlformats-officedocument.presentationml.slideLayout+xml"/>
  <Override PartName="/ppt/slideLayouts/slideLayout440.xml" ContentType="application/vnd.openxmlformats-officedocument.presentationml.slideLayout+xml"/>
  <Override PartName="/ppt/slideLayouts/slideLayout441.xml" ContentType="application/vnd.openxmlformats-officedocument.presentationml.slideLayout+xml"/>
  <Override PartName="/ppt/slideLayouts/slideLayout442.xml" ContentType="application/vnd.openxmlformats-officedocument.presentationml.slideLayout+xml"/>
  <Override PartName="/ppt/slideLayouts/slideLayout443.xml" ContentType="application/vnd.openxmlformats-officedocument.presentationml.slideLayout+xml"/>
  <Override PartName="/ppt/slideLayouts/slideLayout444.xml" ContentType="application/vnd.openxmlformats-officedocument.presentationml.slideLayout+xml"/>
  <Override PartName="/ppt/slideLayouts/slideLayout445.xml" ContentType="application/vnd.openxmlformats-officedocument.presentationml.slideLayout+xml"/>
  <Override PartName="/ppt/slideLayouts/slideLayout446.xml" ContentType="application/vnd.openxmlformats-officedocument.presentationml.slideLayout+xml"/>
  <Override PartName="/ppt/slideLayouts/slideLayout447.xml" ContentType="application/vnd.openxmlformats-officedocument.presentationml.slideLayout+xml"/>
  <Override PartName="/ppt/slideLayouts/slideLayout448.xml" ContentType="application/vnd.openxmlformats-officedocument.presentationml.slideLayout+xml"/>
  <Override PartName="/ppt/slideLayouts/slideLayout449.xml" ContentType="application/vnd.openxmlformats-officedocument.presentationml.slideLayout+xml"/>
  <Override PartName="/ppt/slideLayouts/slideLayout450.xml" ContentType="application/vnd.openxmlformats-officedocument.presentationml.slideLayout+xml"/>
  <Override PartName="/ppt/slideLayouts/slideLayout451.xml" ContentType="application/vnd.openxmlformats-officedocument.presentationml.slideLayout+xml"/>
  <Override PartName="/ppt/slideLayouts/slideLayout452.xml" ContentType="application/vnd.openxmlformats-officedocument.presentationml.slideLayout+xml"/>
  <Override PartName="/ppt/slideLayouts/slideLayout453.xml" ContentType="application/vnd.openxmlformats-officedocument.presentationml.slideLayout+xml"/>
  <Override PartName="/ppt/slideLayouts/slideLayout454.xml" ContentType="application/vnd.openxmlformats-officedocument.presentationml.slideLayout+xml"/>
  <Override PartName="/ppt/slideLayouts/slideLayout455.xml" ContentType="application/vnd.openxmlformats-officedocument.presentationml.slideLayout+xml"/>
  <Override PartName="/ppt/slideLayouts/slideLayout456.xml" ContentType="application/vnd.openxmlformats-officedocument.presentationml.slideLayout+xml"/>
  <Override PartName="/ppt/slideLayouts/slideLayout457.xml" ContentType="application/vnd.openxmlformats-officedocument.presentationml.slideLayout+xml"/>
  <Override PartName="/ppt/slideLayouts/slideLayout458.xml" ContentType="application/vnd.openxmlformats-officedocument.presentationml.slideLayout+xml"/>
  <Override PartName="/ppt/slideLayouts/slideLayout459.xml" ContentType="application/vnd.openxmlformats-officedocument.presentationml.slideLayout+xml"/>
  <Override PartName="/ppt/slideLayouts/slideLayout460.xml" ContentType="application/vnd.openxmlformats-officedocument.presentationml.slideLayout+xml"/>
  <Override PartName="/ppt/slideLayouts/slideLayout461.xml" ContentType="application/vnd.openxmlformats-officedocument.presentationml.slideLayout+xml"/>
  <Override PartName="/ppt/slideLayouts/slideLayout462.xml" ContentType="application/vnd.openxmlformats-officedocument.presentationml.slideLayout+xml"/>
  <Override PartName="/ppt/slideLayouts/slideLayout463.xml" ContentType="application/vnd.openxmlformats-officedocument.presentationml.slideLayout+xml"/>
  <Override PartName="/ppt/slideLayouts/slideLayout464.xml" ContentType="application/vnd.openxmlformats-officedocument.presentationml.slideLayout+xml"/>
  <Override PartName="/ppt/slideLayouts/slideLayout465.xml" ContentType="application/vnd.openxmlformats-officedocument.presentationml.slideLayout+xml"/>
  <Override PartName="/ppt/slideLayouts/slideLayout466.xml" ContentType="application/vnd.openxmlformats-officedocument.presentationml.slideLayout+xml"/>
  <Override PartName="/ppt/slideLayouts/slideLayout467.xml" ContentType="application/vnd.openxmlformats-officedocument.presentationml.slideLayout+xml"/>
  <Override PartName="/ppt/slideLayouts/slideLayout468.xml" ContentType="application/vnd.openxmlformats-officedocument.presentationml.slideLayout+xml"/>
  <Override PartName="/ppt/slideLayouts/slideLayout469.xml" ContentType="application/vnd.openxmlformats-officedocument.presentationml.slideLayout+xml"/>
  <Override PartName="/ppt/slideLayouts/slideLayout470.xml" ContentType="application/vnd.openxmlformats-officedocument.presentationml.slideLayout+xml"/>
  <Override PartName="/ppt/slideLayouts/slideLayout471.xml" ContentType="application/vnd.openxmlformats-officedocument.presentationml.slideLayout+xml"/>
  <Override PartName="/ppt/slideLayouts/slideLayout472.xml" ContentType="application/vnd.openxmlformats-officedocument.presentationml.slideLayout+xml"/>
  <Override PartName="/ppt/slideLayouts/slideLayout473.xml" ContentType="application/vnd.openxmlformats-officedocument.presentationml.slideLayout+xml"/>
  <Override PartName="/ppt/slideLayouts/slideLayout474.xml" ContentType="application/vnd.openxmlformats-officedocument.presentationml.slideLayout+xml"/>
  <Override PartName="/ppt/slideLayouts/slideLayout475.xml" ContentType="application/vnd.openxmlformats-officedocument.presentationml.slideLayout+xml"/>
  <Override PartName="/ppt/slideLayouts/slideLayout476.xml" ContentType="application/vnd.openxmlformats-officedocument.presentationml.slideLayout+xml"/>
  <Override PartName="/ppt/theme/theme16.xml" ContentType="application/vnd.openxmlformats-officedocument.theme+xml"/>
  <Override PartName="/ppt/slideLayouts/slideLayout477.xml" ContentType="application/vnd.openxmlformats-officedocument.presentationml.slideLayout+xml"/>
  <Override PartName="/ppt/slideLayouts/slideLayout478.xml" ContentType="application/vnd.openxmlformats-officedocument.presentationml.slideLayout+xml"/>
  <Override PartName="/ppt/slideLayouts/slideLayout479.xml" ContentType="application/vnd.openxmlformats-officedocument.presentationml.slideLayout+xml"/>
  <Override PartName="/ppt/slideLayouts/slideLayout480.xml" ContentType="application/vnd.openxmlformats-officedocument.presentationml.slideLayout+xml"/>
  <Override PartName="/ppt/slideLayouts/slideLayout481.xml" ContentType="application/vnd.openxmlformats-officedocument.presentationml.slideLayout+xml"/>
  <Override PartName="/ppt/slideLayouts/slideLayout482.xml" ContentType="application/vnd.openxmlformats-officedocument.presentationml.slideLayout+xml"/>
  <Override PartName="/ppt/slideLayouts/slideLayout483.xml" ContentType="application/vnd.openxmlformats-officedocument.presentationml.slideLayout+xml"/>
  <Override PartName="/ppt/slideLayouts/slideLayout484.xml" ContentType="application/vnd.openxmlformats-officedocument.presentationml.slideLayout+xml"/>
  <Override PartName="/ppt/slideLayouts/slideLayout485.xml" ContentType="application/vnd.openxmlformats-officedocument.presentationml.slideLayout+xml"/>
  <Override PartName="/ppt/slideLayouts/slideLayout486.xml" ContentType="application/vnd.openxmlformats-officedocument.presentationml.slideLayout+xml"/>
  <Override PartName="/ppt/slideLayouts/slideLayout487.xml" ContentType="application/vnd.openxmlformats-officedocument.presentationml.slideLayout+xml"/>
  <Override PartName="/ppt/slideLayouts/slideLayout488.xml" ContentType="application/vnd.openxmlformats-officedocument.presentationml.slideLayout+xml"/>
  <Override PartName="/ppt/theme/theme17.xml" ContentType="application/vnd.openxmlformats-officedocument.theme+xml"/>
  <Override PartName="/ppt/slideLayouts/slideLayout489.xml" ContentType="application/vnd.openxmlformats-officedocument.presentationml.slideLayout+xml"/>
  <Override PartName="/ppt/slideLayouts/slideLayout490.xml" ContentType="application/vnd.openxmlformats-officedocument.presentationml.slideLayout+xml"/>
  <Override PartName="/ppt/slideLayouts/slideLayout491.xml" ContentType="application/vnd.openxmlformats-officedocument.presentationml.slideLayout+xml"/>
  <Override PartName="/ppt/slideLayouts/slideLayout492.xml" ContentType="application/vnd.openxmlformats-officedocument.presentationml.slideLayout+xml"/>
  <Override PartName="/ppt/slideLayouts/slideLayout493.xml" ContentType="application/vnd.openxmlformats-officedocument.presentationml.slideLayout+xml"/>
  <Override PartName="/ppt/slideLayouts/slideLayout494.xml" ContentType="application/vnd.openxmlformats-officedocument.presentationml.slideLayout+xml"/>
  <Override PartName="/ppt/slideLayouts/slideLayout495.xml" ContentType="application/vnd.openxmlformats-officedocument.presentationml.slideLayout+xml"/>
  <Override PartName="/ppt/slideLayouts/slideLayout496.xml" ContentType="application/vnd.openxmlformats-officedocument.presentationml.slideLayout+xml"/>
  <Override PartName="/ppt/slideLayouts/slideLayout497.xml" ContentType="application/vnd.openxmlformats-officedocument.presentationml.slideLayout+xml"/>
  <Override PartName="/ppt/slideLayouts/slideLayout498.xml" ContentType="application/vnd.openxmlformats-officedocument.presentationml.slideLayout+xml"/>
  <Override PartName="/ppt/slideLayouts/slideLayout499.xml" ContentType="application/vnd.openxmlformats-officedocument.presentationml.slideLayout+xml"/>
  <Override PartName="/ppt/slideLayouts/slideLayout500.xml" ContentType="application/vnd.openxmlformats-officedocument.presentationml.slideLayout+xml"/>
  <Override PartName="/ppt/slideLayouts/slideLayout501.xml" ContentType="application/vnd.openxmlformats-officedocument.presentationml.slideLayout+xml"/>
  <Override PartName="/ppt/slideLayouts/slideLayout502.xml" ContentType="application/vnd.openxmlformats-officedocument.presentationml.slideLayout+xml"/>
  <Override PartName="/ppt/slideLayouts/slideLayout503.xml" ContentType="application/vnd.openxmlformats-officedocument.presentationml.slideLayout+xml"/>
  <Override PartName="/ppt/slideLayouts/slideLayout504.xml" ContentType="application/vnd.openxmlformats-officedocument.presentationml.slideLayout+xml"/>
  <Override PartName="/ppt/slideLayouts/slideLayout505.xml" ContentType="application/vnd.openxmlformats-officedocument.presentationml.slideLayout+xml"/>
  <Override PartName="/ppt/slideLayouts/slideLayout506.xml" ContentType="application/vnd.openxmlformats-officedocument.presentationml.slideLayout+xml"/>
  <Override PartName="/ppt/slideLayouts/slideLayout507.xml" ContentType="application/vnd.openxmlformats-officedocument.presentationml.slideLayout+xml"/>
  <Override PartName="/ppt/slideLayouts/slideLayout508.xml" ContentType="application/vnd.openxmlformats-officedocument.presentationml.slideLayout+xml"/>
  <Override PartName="/ppt/slideLayouts/slideLayout509.xml" ContentType="application/vnd.openxmlformats-officedocument.presentationml.slideLayout+xml"/>
  <Override PartName="/ppt/slideLayouts/slideLayout510.xml" ContentType="application/vnd.openxmlformats-officedocument.presentationml.slideLayout+xml"/>
  <Override PartName="/ppt/slideLayouts/slideLayout511.xml" ContentType="application/vnd.openxmlformats-officedocument.presentationml.slideLayout+xml"/>
  <Override PartName="/ppt/slideLayouts/slideLayout512.xml" ContentType="application/vnd.openxmlformats-officedocument.presentationml.slideLayout+xml"/>
  <Override PartName="/ppt/slideLayouts/slideLayout513.xml" ContentType="application/vnd.openxmlformats-officedocument.presentationml.slideLayout+xml"/>
  <Override PartName="/ppt/slideLayouts/slideLayout514.xml" ContentType="application/vnd.openxmlformats-officedocument.presentationml.slideLayout+xml"/>
  <Override PartName="/ppt/slideLayouts/slideLayout515.xml" ContentType="application/vnd.openxmlformats-officedocument.presentationml.slideLayout+xml"/>
  <Override PartName="/ppt/slideLayouts/slideLayout516.xml" ContentType="application/vnd.openxmlformats-officedocument.presentationml.slideLayout+xml"/>
  <Override PartName="/ppt/slideLayouts/slideLayout517.xml" ContentType="application/vnd.openxmlformats-officedocument.presentationml.slideLayout+xml"/>
  <Override PartName="/ppt/slideLayouts/slideLayout518.xml" ContentType="application/vnd.openxmlformats-officedocument.presentationml.slideLayout+xml"/>
  <Override PartName="/ppt/slideLayouts/slideLayout519.xml" ContentType="application/vnd.openxmlformats-officedocument.presentationml.slideLayout+xml"/>
  <Override PartName="/ppt/slideLayouts/slideLayout520.xml" ContentType="application/vnd.openxmlformats-officedocument.presentationml.slideLayout+xml"/>
  <Override PartName="/ppt/slideLayouts/slideLayout521.xml" ContentType="application/vnd.openxmlformats-officedocument.presentationml.slideLayout+xml"/>
  <Override PartName="/ppt/slideLayouts/slideLayout522.xml" ContentType="application/vnd.openxmlformats-officedocument.presentationml.slideLayout+xml"/>
  <Override PartName="/ppt/slideLayouts/slideLayout523.xml" ContentType="application/vnd.openxmlformats-officedocument.presentationml.slideLayout+xml"/>
  <Override PartName="/ppt/slideLayouts/slideLayout524.xml" ContentType="application/vnd.openxmlformats-officedocument.presentationml.slideLayout+xml"/>
  <Override PartName="/ppt/slideLayouts/slideLayout525.xml" ContentType="application/vnd.openxmlformats-officedocument.presentationml.slideLayout+xml"/>
  <Override PartName="/ppt/slideLayouts/slideLayout526.xml" ContentType="application/vnd.openxmlformats-officedocument.presentationml.slideLayout+xml"/>
  <Override PartName="/ppt/slideLayouts/slideLayout527.xml" ContentType="application/vnd.openxmlformats-officedocument.presentationml.slideLayout+xml"/>
  <Override PartName="/ppt/slideLayouts/slideLayout528.xml" ContentType="application/vnd.openxmlformats-officedocument.presentationml.slideLayout+xml"/>
  <Override PartName="/ppt/slideLayouts/slideLayout529.xml" ContentType="application/vnd.openxmlformats-officedocument.presentationml.slideLayout+xml"/>
  <Override PartName="/ppt/slideLayouts/slideLayout530.xml" ContentType="application/vnd.openxmlformats-officedocument.presentationml.slideLayout+xml"/>
  <Override PartName="/ppt/slideLayouts/slideLayout531.xml" ContentType="application/vnd.openxmlformats-officedocument.presentationml.slideLayout+xml"/>
  <Override PartName="/ppt/slideLayouts/slideLayout532.xml" ContentType="application/vnd.openxmlformats-officedocument.presentationml.slideLayout+xml"/>
  <Override PartName="/ppt/slideLayouts/slideLayout533.xml" ContentType="application/vnd.openxmlformats-officedocument.presentationml.slideLayout+xml"/>
  <Override PartName="/ppt/slideLayouts/slideLayout534.xml" ContentType="application/vnd.openxmlformats-officedocument.presentationml.slideLayout+xml"/>
  <Override PartName="/ppt/slideLayouts/slideLayout535.xml" ContentType="application/vnd.openxmlformats-officedocument.presentationml.slideLayout+xml"/>
  <Override PartName="/ppt/slideLayouts/slideLayout536.xml" ContentType="application/vnd.openxmlformats-officedocument.presentationml.slideLayout+xml"/>
  <Override PartName="/ppt/slideLayouts/slideLayout537.xml" ContentType="application/vnd.openxmlformats-officedocument.presentationml.slideLayout+xml"/>
  <Override PartName="/ppt/slideLayouts/slideLayout538.xml" ContentType="application/vnd.openxmlformats-officedocument.presentationml.slideLayout+xml"/>
  <Override PartName="/ppt/slideLayouts/slideLayout539.xml" ContentType="application/vnd.openxmlformats-officedocument.presentationml.slideLayout+xml"/>
  <Override PartName="/ppt/theme/theme18.xml" ContentType="application/vnd.openxmlformats-officedocument.theme+xml"/>
  <Override PartName="/ppt/slideLayouts/slideLayout540.xml" ContentType="application/vnd.openxmlformats-officedocument.presentationml.slideLayout+xml"/>
  <Override PartName="/ppt/slideLayouts/slideLayout541.xml" ContentType="application/vnd.openxmlformats-officedocument.presentationml.slideLayout+xml"/>
  <Override PartName="/ppt/slideLayouts/slideLayout542.xml" ContentType="application/vnd.openxmlformats-officedocument.presentationml.slideLayout+xml"/>
  <Override PartName="/ppt/slideLayouts/slideLayout543.xml" ContentType="application/vnd.openxmlformats-officedocument.presentationml.slideLayout+xml"/>
  <Override PartName="/ppt/slideLayouts/slideLayout544.xml" ContentType="application/vnd.openxmlformats-officedocument.presentationml.slideLayout+xml"/>
  <Override PartName="/ppt/slideLayouts/slideLayout545.xml" ContentType="application/vnd.openxmlformats-officedocument.presentationml.slideLayout+xml"/>
  <Override PartName="/ppt/slideLayouts/slideLayout546.xml" ContentType="application/vnd.openxmlformats-officedocument.presentationml.slideLayout+xml"/>
  <Override PartName="/ppt/slideLayouts/slideLayout547.xml" ContentType="application/vnd.openxmlformats-officedocument.presentationml.slideLayout+xml"/>
  <Override PartName="/ppt/slideLayouts/slideLayout548.xml" ContentType="application/vnd.openxmlformats-officedocument.presentationml.slideLayout+xml"/>
  <Override PartName="/ppt/slideLayouts/slideLayout549.xml" ContentType="application/vnd.openxmlformats-officedocument.presentationml.slideLayout+xml"/>
  <Override PartName="/ppt/slideLayouts/slideLayout550.xml" ContentType="application/vnd.openxmlformats-officedocument.presentationml.slideLayout+xml"/>
  <Override PartName="/ppt/slideLayouts/slideLayout551.xml" ContentType="application/vnd.openxmlformats-officedocument.presentationml.slideLayout+xml"/>
  <Override PartName="/ppt/theme/theme19.xml" ContentType="application/vnd.openxmlformats-officedocument.theme+xml"/>
  <Override PartName="/ppt/slideLayouts/slideLayout552.xml" ContentType="application/vnd.openxmlformats-officedocument.presentationml.slideLayout+xml"/>
  <Override PartName="/ppt/slideLayouts/slideLayout553.xml" ContentType="application/vnd.openxmlformats-officedocument.presentationml.slideLayout+xml"/>
  <Override PartName="/ppt/slideLayouts/slideLayout554.xml" ContentType="application/vnd.openxmlformats-officedocument.presentationml.slideLayout+xml"/>
  <Override PartName="/ppt/slideLayouts/slideLayout555.xml" ContentType="application/vnd.openxmlformats-officedocument.presentationml.slideLayout+xml"/>
  <Override PartName="/ppt/slideLayouts/slideLayout556.xml" ContentType="application/vnd.openxmlformats-officedocument.presentationml.slideLayout+xml"/>
  <Override PartName="/ppt/slideLayouts/slideLayout557.xml" ContentType="application/vnd.openxmlformats-officedocument.presentationml.slideLayout+xml"/>
  <Override PartName="/ppt/slideLayouts/slideLayout558.xml" ContentType="application/vnd.openxmlformats-officedocument.presentationml.slideLayout+xml"/>
  <Override PartName="/ppt/slideLayouts/slideLayout559.xml" ContentType="application/vnd.openxmlformats-officedocument.presentationml.slideLayout+xml"/>
  <Override PartName="/ppt/slideLayouts/slideLayout560.xml" ContentType="application/vnd.openxmlformats-officedocument.presentationml.slideLayout+xml"/>
  <Override PartName="/ppt/slideLayouts/slideLayout561.xml" ContentType="application/vnd.openxmlformats-officedocument.presentationml.slideLayout+xml"/>
  <Override PartName="/ppt/slideLayouts/slideLayout562.xml" ContentType="application/vnd.openxmlformats-officedocument.presentationml.slideLayout+xml"/>
  <Override PartName="/ppt/slideLayouts/slideLayout563.xml" ContentType="application/vnd.openxmlformats-officedocument.presentationml.slideLayout+xml"/>
  <Override PartName="/ppt/slideLayouts/slideLayout564.xml" ContentType="application/vnd.openxmlformats-officedocument.presentationml.slideLayout+xml"/>
  <Override PartName="/ppt/slideLayouts/slideLayout565.xml" ContentType="application/vnd.openxmlformats-officedocument.presentationml.slideLayout+xml"/>
  <Override PartName="/ppt/slideLayouts/slideLayout566.xml" ContentType="application/vnd.openxmlformats-officedocument.presentationml.slideLayout+xml"/>
  <Override PartName="/ppt/slideLayouts/slideLayout567.xml" ContentType="application/vnd.openxmlformats-officedocument.presentationml.slideLayout+xml"/>
  <Override PartName="/ppt/slideLayouts/slideLayout568.xml" ContentType="application/vnd.openxmlformats-officedocument.presentationml.slideLayout+xml"/>
  <Override PartName="/ppt/slideLayouts/slideLayout569.xml" ContentType="application/vnd.openxmlformats-officedocument.presentationml.slideLayout+xml"/>
  <Override PartName="/ppt/slideLayouts/slideLayout570.xml" ContentType="application/vnd.openxmlformats-officedocument.presentationml.slideLayout+xml"/>
  <Override PartName="/ppt/slideLayouts/slideLayout571.xml" ContentType="application/vnd.openxmlformats-officedocument.presentationml.slideLayout+xml"/>
  <Override PartName="/ppt/slideLayouts/slideLayout572.xml" ContentType="application/vnd.openxmlformats-officedocument.presentationml.slideLayout+xml"/>
  <Override PartName="/ppt/slideLayouts/slideLayout573.xml" ContentType="application/vnd.openxmlformats-officedocument.presentationml.slideLayout+xml"/>
  <Override PartName="/ppt/slideLayouts/slideLayout574.xml" ContentType="application/vnd.openxmlformats-officedocument.presentationml.slideLayout+xml"/>
  <Override PartName="/ppt/slideLayouts/slideLayout575.xml" ContentType="application/vnd.openxmlformats-officedocument.presentationml.slideLayout+xml"/>
  <Override PartName="/ppt/slideLayouts/slideLayout576.xml" ContentType="application/vnd.openxmlformats-officedocument.presentationml.slideLayout+xml"/>
  <Override PartName="/ppt/slideLayouts/slideLayout577.xml" ContentType="application/vnd.openxmlformats-officedocument.presentationml.slideLayout+xml"/>
  <Override PartName="/ppt/slideLayouts/slideLayout578.xml" ContentType="application/vnd.openxmlformats-officedocument.presentationml.slideLayout+xml"/>
  <Override PartName="/ppt/slideLayouts/slideLayout579.xml" ContentType="application/vnd.openxmlformats-officedocument.presentationml.slideLayout+xml"/>
  <Override PartName="/ppt/slideLayouts/slideLayout580.xml" ContentType="application/vnd.openxmlformats-officedocument.presentationml.slideLayout+xml"/>
  <Override PartName="/ppt/slideLayouts/slideLayout581.xml" ContentType="application/vnd.openxmlformats-officedocument.presentationml.slideLayout+xml"/>
  <Override PartName="/ppt/slideLayouts/slideLayout582.xml" ContentType="application/vnd.openxmlformats-officedocument.presentationml.slideLayout+xml"/>
  <Override PartName="/ppt/slideLayouts/slideLayout583.xml" ContentType="application/vnd.openxmlformats-officedocument.presentationml.slideLayout+xml"/>
  <Override PartName="/ppt/slideLayouts/slideLayout584.xml" ContentType="application/vnd.openxmlformats-officedocument.presentationml.slideLayout+xml"/>
  <Override PartName="/ppt/slideLayouts/slideLayout585.xml" ContentType="application/vnd.openxmlformats-officedocument.presentationml.slideLayout+xml"/>
  <Override PartName="/ppt/slideLayouts/slideLayout586.xml" ContentType="application/vnd.openxmlformats-officedocument.presentationml.slideLayout+xml"/>
  <Override PartName="/ppt/slideLayouts/slideLayout587.xml" ContentType="application/vnd.openxmlformats-officedocument.presentationml.slideLayout+xml"/>
  <Override PartName="/ppt/slideLayouts/slideLayout588.xml" ContentType="application/vnd.openxmlformats-officedocument.presentationml.slideLayout+xml"/>
  <Override PartName="/ppt/slideLayouts/slideLayout589.xml" ContentType="application/vnd.openxmlformats-officedocument.presentationml.slideLayout+xml"/>
  <Override PartName="/ppt/slideLayouts/slideLayout590.xml" ContentType="application/vnd.openxmlformats-officedocument.presentationml.slideLayout+xml"/>
  <Override PartName="/ppt/slideLayouts/slideLayout591.xml" ContentType="application/vnd.openxmlformats-officedocument.presentationml.slideLayout+xml"/>
  <Override PartName="/ppt/slideLayouts/slideLayout592.xml" ContentType="application/vnd.openxmlformats-officedocument.presentationml.slideLayout+xml"/>
  <Override PartName="/ppt/slideLayouts/slideLayout593.xml" ContentType="application/vnd.openxmlformats-officedocument.presentationml.slideLayout+xml"/>
  <Override PartName="/ppt/slideLayouts/slideLayout594.xml" ContentType="application/vnd.openxmlformats-officedocument.presentationml.slideLayout+xml"/>
  <Override PartName="/ppt/slideLayouts/slideLayout595.xml" ContentType="application/vnd.openxmlformats-officedocument.presentationml.slideLayout+xml"/>
  <Override PartName="/ppt/slideLayouts/slideLayout596.xml" ContentType="application/vnd.openxmlformats-officedocument.presentationml.slideLayout+xml"/>
  <Override PartName="/ppt/slideLayouts/slideLayout597.xml" ContentType="application/vnd.openxmlformats-officedocument.presentationml.slideLayout+xml"/>
  <Override PartName="/ppt/slideLayouts/slideLayout598.xml" ContentType="application/vnd.openxmlformats-officedocument.presentationml.slideLayout+xml"/>
  <Override PartName="/ppt/slideLayouts/slideLayout599.xml" ContentType="application/vnd.openxmlformats-officedocument.presentationml.slideLayout+xml"/>
  <Override PartName="/ppt/slideLayouts/slideLayout600.xml" ContentType="application/vnd.openxmlformats-officedocument.presentationml.slideLayout+xml"/>
  <Override PartName="/ppt/slideLayouts/slideLayout601.xml" ContentType="application/vnd.openxmlformats-officedocument.presentationml.slideLayout+xml"/>
  <Override PartName="/ppt/slideLayouts/slideLayout602.xml" ContentType="application/vnd.openxmlformats-officedocument.presentationml.slideLayout+xml"/>
  <Override PartName="/ppt/slideLayouts/slideLayout603.xml" ContentType="application/vnd.openxmlformats-officedocument.presentationml.slideLayout+xml"/>
  <Override PartName="/ppt/theme/theme20.xml" ContentType="application/vnd.openxmlformats-officedocument.theme+xml"/>
  <Override PartName="/ppt/theme/theme2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83" r:id="rId2"/>
    <p:sldMasterId id="2147483686" r:id="rId3"/>
    <p:sldMasterId id="2147483699" r:id="rId4"/>
    <p:sldMasterId id="2147483751" r:id="rId5"/>
    <p:sldMasterId id="2147483776" r:id="rId6"/>
    <p:sldMasterId id="2147483828" r:id="rId7"/>
    <p:sldMasterId id="2147483841" r:id="rId8"/>
    <p:sldMasterId id="2147483893" r:id="rId9"/>
    <p:sldMasterId id="2147483906" r:id="rId10"/>
    <p:sldMasterId id="2147483958" r:id="rId11"/>
    <p:sldMasterId id="2147483971" r:id="rId12"/>
    <p:sldMasterId id="2147484023" r:id="rId13"/>
    <p:sldMasterId id="2147484036" r:id="rId14"/>
    <p:sldMasterId id="2147484088" r:id="rId15"/>
    <p:sldMasterId id="2147484101" r:id="rId16"/>
    <p:sldMasterId id="2147484153" r:id="rId17"/>
    <p:sldMasterId id="2147484166" r:id="rId18"/>
    <p:sldMasterId id="2147484218" r:id="rId19"/>
    <p:sldMasterId id="2147484231" r:id="rId20"/>
  </p:sldMasterIdLst>
  <p:notesMasterIdLst>
    <p:notesMasterId r:id="rId201"/>
  </p:notesMasterIdLst>
  <p:sldIdLst>
    <p:sldId id="256" r:id="rId21"/>
    <p:sldId id="259" r:id="rId22"/>
    <p:sldId id="260" r:id="rId23"/>
    <p:sldId id="261" r:id="rId24"/>
    <p:sldId id="262" r:id="rId25"/>
    <p:sldId id="263" r:id="rId26"/>
    <p:sldId id="264" r:id="rId27"/>
    <p:sldId id="265" r:id="rId28"/>
    <p:sldId id="266" r:id="rId29"/>
    <p:sldId id="267" r:id="rId30"/>
    <p:sldId id="258" r:id="rId31"/>
    <p:sldId id="513" r:id="rId32"/>
    <p:sldId id="270" r:id="rId33"/>
    <p:sldId id="271" r:id="rId34"/>
    <p:sldId id="272" r:id="rId35"/>
    <p:sldId id="273" r:id="rId36"/>
    <p:sldId id="277" r:id="rId37"/>
    <p:sldId id="512" r:id="rId38"/>
    <p:sldId id="280" r:id="rId39"/>
    <p:sldId id="281" r:id="rId40"/>
    <p:sldId id="282" r:id="rId41"/>
    <p:sldId id="283" r:id="rId42"/>
    <p:sldId id="284" r:id="rId43"/>
    <p:sldId id="285" r:id="rId44"/>
    <p:sldId id="514" r:id="rId45"/>
    <p:sldId id="286" r:id="rId46"/>
    <p:sldId id="289" r:id="rId47"/>
    <p:sldId id="290" r:id="rId48"/>
    <p:sldId id="291" r:id="rId49"/>
    <p:sldId id="292" r:id="rId50"/>
    <p:sldId id="293" r:id="rId51"/>
    <p:sldId id="294" r:id="rId52"/>
    <p:sldId id="296" r:id="rId53"/>
    <p:sldId id="298" r:id="rId54"/>
    <p:sldId id="299" r:id="rId55"/>
    <p:sldId id="274" r:id="rId56"/>
    <p:sldId id="275" r:id="rId57"/>
    <p:sldId id="276" r:id="rId58"/>
    <p:sldId id="300" r:id="rId59"/>
    <p:sldId id="278" r:id="rId60"/>
    <p:sldId id="303" r:id="rId61"/>
    <p:sldId id="306" r:id="rId62"/>
    <p:sldId id="307" r:id="rId63"/>
    <p:sldId id="308" r:id="rId64"/>
    <p:sldId id="309" r:id="rId65"/>
    <p:sldId id="310" r:id="rId66"/>
    <p:sldId id="311" r:id="rId67"/>
    <p:sldId id="312" r:id="rId68"/>
    <p:sldId id="313" r:id="rId69"/>
    <p:sldId id="316" r:id="rId70"/>
    <p:sldId id="317" r:id="rId71"/>
    <p:sldId id="318" r:id="rId72"/>
    <p:sldId id="319" r:id="rId73"/>
    <p:sldId id="268" r:id="rId74"/>
    <p:sldId id="324" r:id="rId75"/>
    <p:sldId id="325" r:id="rId76"/>
    <p:sldId id="326" r:id="rId77"/>
    <p:sldId id="327" r:id="rId78"/>
    <p:sldId id="331" r:id="rId79"/>
    <p:sldId id="333" r:id="rId80"/>
    <p:sldId id="334" r:id="rId81"/>
    <p:sldId id="335" r:id="rId82"/>
    <p:sldId id="336" r:id="rId83"/>
    <p:sldId id="337" r:id="rId84"/>
    <p:sldId id="338" r:id="rId85"/>
    <p:sldId id="341" r:id="rId86"/>
    <p:sldId id="342" r:id="rId87"/>
    <p:sldId id="343" r:id="rId88"/>
    <p:sldId id="344" r:id="rId89"/>
    <p:sldId id="345" r:id="rId90"/>
    <p:sldId id="269" r:id="rId91"/>
    <p:sldId id="351" r:id="rId92"/>
    <p:sldId id="352" r:id="rId93"/>
    <p:sldId id="353" r:id="rId94"/>
    <p:sldId id="354" r:id="rId95"/>
    <p:sldId id="355" r:id="rId96"/>
    <p:sldId id="358" r:id="rId97"/>
    <p:sldId id="361" r:id="rId98"/>
    <p:sldId id="362" r:id="rId99"/>
    <p:sldId id="363" r:id="rId100"/>
    <p:sldId id="364" r:id="rId101"/>
    <p:sldId id="287" r:id="rId102"/>
    <p:sldId id="288" r:id="rId103"/>
    <p:sldId id="365" r:id="rId104"/>
    <p:sldId id="366" r:id="rId105"/>
    <p:sldId id="369" r:id="rId106"/>
    <p:sldId id="370" r:id="rId107"/>
    <p:sldId id="371" r:id="rId108"/>
    <p:sldId id="372" r:id="rId109"/>
    <p:sldId id="373" r:id="rId110"/>
    <p:sldId id="374" r:id="rId111"/>
    <p:sldId id="378" r:id="rId112"/>
    <p:sldId id="381" r:id="rId113"/>
    <p:sldId id="382" r:id="rId114"/>
    <p:sldId id="383" r:id="rId115"/>
    <p:sldId id="384" r:id="rId116"/>
    <p:sldId id="385" r:id="rId117"/>
    <p:sldId id="386" r:id="rId118"/>
    <p:sldId id="389" r:id="rId119"/>
    <p:sldId id="391" r:id="rId120"/>
    <p:sldId id="392" r:id="rId121"/>
    <p:sldId id="393" r:id="rId122"/>
    <p:sldId id="394" r:id="rId123"/>
    <p:sldId id="395" r:id="rId124"/>
    <p:sldId id="396" r:id="rId125"/>
    <p:sldId id="397" r:id="rId126"/>
    <p:sldId id="398" r:id="rId127"/>
    <p:sldId id="399" r:id="rId128"/>
    <p:sldId id="402" r:id="rId129"/>
    <p:sldId id="403" r:id="rId130"/>
    <p:sldId id="404" r:id="rId131"/>
    <p:sldId id="405" r:id="rId132"/>
    <p:sldId id="406" r:id="rId133"/>
    <p:sldId id="410" r:id="rId134"/>
    <p:sldId id="412" r:id="rId135"/>
    <p:sldId id="413" r:id="rId136"/>
    <p:sldId id="414" r:id="rId137"/>
    <p:sldId id="415" r:id="rId138"/>
    <p:sldId id="416" r:id="rId139"/>
    <p:sldId id="279" r:id="rId140"/>
    <p:sldId id="422" r:id="rId141"/>
    <p:sldId id="423" r:id="rId142"/>
    <p:sldId id="424" r:id="rId143"/>
    <p:sldId id="425" r:id="rId144"/>
    <p:sldId id="426" r:id="rId145"/>
    <p:sldId id="427" r:id="rId146"/>
    <p:sldId id="430" r:id="rId147"/>
    <p:sldId id="431" r:id="rId148"/>
    <p:sldId id="432" r:id="rId149"/>
    <p:sldId id="433" r:id="rId150"/>
    <p:sldId id="434" r:id="rId151"/>
    <p:sldId id="435" r:id="rId152"/>
    <p:sldId id="436" r:id="rId153"/>
    <p:sldId id="440" r:id="rId154"/>
    <p:sldId id="443" r:id="rId155"/>
    <p:sldId id="444" r:id="rId156"/>
    <p:sldId id="445" r:id="rId157"/>
    <p:sldId id="446" r:id="rId158"/>
    <p:sldId id="447" r:id="rId159"/>
    <p:sldId id="451" r:id="rId160"/>
    <p:sldId id="454" r:id="rId161"/>
    <p:sldId id="455" r:id="rId162"/>
    <p:sldId id="456" r:id="rId163"/>
    <p:sldId id="457" r:id="rId164"/>
    <p:sldId id="458" r:id="rId165"/>
    <p:sldId id="459" r:id="rId166"/>
    <p:sldId id="460" r:id="rId167"/>
    <p:sldId id="461" r:id="rId168"/>
    <p:sldId id="462" r:id="rId169"/>
    <p:sldId id="465" r:id="rId170"/>
    <p:sldId id="466" r:id="rId171"/>
    <p:sldId id="467" r:id="rId172"/>
    <p:sldId id="468" r:id="rId173"/>
    <p:sldId id="469" r:id="rId174"/>
    <p:sldId id="473" r:id="rId175"/>
    <p:sldId id="476" r:id="rId176"/>
    <p:sldId id="477" r:id="rId177"/>
    <p:sldId id="478" r:id="rId178"/>
    <p:sldId id="479" r:id="rId179"/>
    <p:sldId id="480" r:id="rId180"/>
    <p:sldId id="481" r:id="rId181"/>
    <p:sldId id="482" r:id="rId182"/>
    <p:sldId id="485" r:id="rId183"/>
    <p:sldId id="486" r:id="rId184"/>
    <p:sldId id="487" r:id="rId185"/>
    <p:sldId id="488" r:id="rId186"/>
    <p:sldId id="489" r:id="rId187"/>
    <p:sldId id="490" r:id="rId188"/>
    <p:sldId id="494" r:id="rId189"/>
    <p:sldId id="497" r:id="rId190"/>
    <p:sldId id="498" r:id="rId191"/>
    <p:sldId id="499" r:id="rId192"/>
    <p:sldId id="500" r:id="rId193"/>
    <p:sldId id="501" r:id="rId194"/>
    <p:sldId id="502" r:id="rId195"/>
    <p:sldId id="503" r:id="rId196"/>
    <p:sldId id="504" r:id="rId197"/>
    <p:sldId id="257" r:id="rId198"/>
    <p:sldId id="511" r:id="rId199"/>
    <p:sldId id="510" r:id="rId200"/>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35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46" autoAdjust="0"/>
    <p:restoredTop sz="52158" autoAdjust="0"/>
  </p:normalViewPr>
  <p:slideViewPr>
    <p:cSldViewPr snapToGrid="0">
      <p:cViewPr varScale="1">
        <p:scale>
          <a:sx n="58" d="100"/>
          <a:sy n="58" d="100"/>
        </p:scale>
        <p:origin x="2496" y="66"/>
      </p:cViewPr>
      <p:guideLst>
        <p:guide pos="3840"/>
        <p:guide orient="horz"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97.xml"/><Relationship Id="rId21" Type="http://schemas.openxmlformats.org/officeDocument/2006/relationships/slide" Target="slides/slide1.xml"/><Relationship Id="rId42" Type="http://schemas.openxmlformats.org/officeDocument/2006/relationships/slide" Target="slides/slide22.xml"/><Relationship Id="rId63" Type="http://schemas.openxmlformats.org/officeDocument/2006/relationships/slide" Target="slides/slide43.xml"/><Relationship Id="rId84" Type="http://schemas.openxmlformats.org/officeDocument/2006/relationships/slide" Target="slides/slide64.xml"/><Relationship Id="rId138" Type="http://schemas.openxmlformats.org/officeDocument/2006/relationships/slide" Target="slides/slide118.xml"/><Relationship Id="rId159" Type="http://schemas.openxmlformats.org/officeDocument/2006/relationships/slide" Target="slides/slide139.xml"/><Relationship Id="rId170" Type="http://schemas.openxmlformats.org/officeDocument/2006/relationships/slide" Target="slides/slide150.xml"/><Relationship Id="rId191" Type="http://schemas.openxmlformats.org/officeDocument/2006/relationships/slide" Target="slides/slide171.xml"/><Relationship Id="rId205" Type="http://schemas.openxmlformats.org/officeDocument/2006/relationships/tableStyles" Target="tableStyles.xml"/><Relationship Id="rId107" Type="http://schemas.openxmlformats.org/officeDocument/2006/relationships/slide" Target="slides/slide87.xml"/><Relationship Id="rId11" Type="http://schemas.openxmlformats.org/officeDocument/2006/relationships/slideMaster" Target="slideMasters/slideMaster11.xml"/><Relationship Id="rId32" Type="http://schemas.openxmlformats.org/officeDocument/2006/relationships/slide" Target="slides/slide12.xml"/><Relationship Id="rId53" Type="http://schemas.openxmlformats.org/officeDocument/2006/relationships/slide" Target="slides/slide33.xml"/><Relationship Id="rId74" Type="http://schemas.openxmlformats.org/officeDocument/2006/relationships/slide" Target="slides/slide54.xml"/><Relationship Id="rId128" Type="http://schemas.openxmlformats.org/officeDocument/2006/relationships/slide" Target="slides/slide108.xml"/><Relationship Id="rId149" Type="http://schemas.openxmlformats.org/officeDocument/2006/relationships/slide" Target="slides/slide129.xml"/><Relationship Id="rId5" Type="http://schemas.openxmlformats.org/officeDocument/2006/relationships/slideMaster" Target="slideMasters/slideMaster5.xml"/><Relationship Id="rId95" Type="http://schemas.openxmlformats.org/officeDocument/2006/relationships/slide" Target="slides/slide75.xml"/><Relationship Id="rId160" Type="http://schemas.openxmlformats.org/officeDocument/2006/relationships/slide" Target="slides/slide140.xml"/><Relationship Id="rId181" Type="http://schemas.openxmlformats.org/officeDocument/2006/relationships/slide" Target="slides/slide161.xml"/><Relationship Id="rId22" Type="http://schemas.openxmlformats.org/officeDocument/2006/relationships/slide" Target="slides/slide2.xml"/><Relationship Id="rId43" Type="http://schemas.openxmlformats.org/officeDocument/2006/relationships/slide" Target="slides/slide23.xml"/><Relationship Id="rId64" Type="http://schemas.openxmlformats.org/officeDocument/2006/relationships/slide" Target="slides/slide44.xml"/><Relationship Id="rId118" Type="http://schemas.openxmlformats.org/officeDocument/2006/relationships/slide" Target="slides/slide98.xml"/><Relationship Id="rId139" Type="http://schemas.openxmlformats.org/officeDocument/2006/relationships/slide" Target="slides/slide119.xml"/><Relationship Id="rId85" Type="http://schemas.openxmlformats.org/officeDocument/2006/relationships/slide" Target="slides/slide65.xml"/><Relationship Id="rId150" Type="http://schemas.openxmlformats.org/officeDocument/2006/relationships/slide" Target="slides/slide130.xml"/><Relationship Id="rId171" Type="http://schemas.openxmlformats.org/officeDocument/2006/relationships/slide" Target="slides/slide151.xml"/><Relationship Id="rId192" Type="http://schemas.openxmlformats.org/officeDocument/2006/relationships/slide" Target="slides/slide172.xml"/><Relationship Id="rId206" Type="http://schemas.microsoft.com/office/2016/11/relationships/changesInfo" Target="changesInfos/changesInfo1.xml"/><Relationship Id="rId12" Type="http://schemas.openxmlformats.org/officeDocument/2006/relationships/slideMaster" Target="slideMasters/slideMaster12.xml"/><Relationship Id="rId33" Type="http://schemas.openxmlformats.org/officeDocument/2006/relationships/slide" Target="slides/slide13.xml"/><Relationship Id="rId108" Type="http://schemas.openxmlformats.org/officeDocument/2006/relationships/slide" Target="slides/slide88.xml"/><Relationship Id="rId129" Type="http://schemas.openxmlformats.org/officeDocument/2006/relationships/slide" Target="slides/slide109.xml"/><Relationship Id="rId54" Type="http://schemas.openxmlformats.org/officeDocument/2006/relationships/slide" Target="slides/slide34.xml"/><Relationship Id="rId75" Type="http://schemas.openxmlformats.org/officeDocument/2006/relationships/slide" Target="slides/slide55.xml"/><Relationship Id="rId96" Type="http://schemas.openxmlformats.org/officeDocument/2006/relationships/slide" Target="slides/slide76.xml"/><Relationship Id="rId140" Type="http://schemas.openxmlformats.org/officeDocument/2006/relationships/slide" Target="slides/slide120.xml"/><Relationship Id="rId161" Type="http://schemas.openxmlformats.org/officeDocument/2006/relationships/slide" Target="slides/slide141.xml"/><Relationship Id="rId182" Type="http://schemas.openxmlformats.org/officeDocument/2006/relationships/slide" Target="slides/slide162.xml"/><Relationship Id="rId6" Type="http://schemas.openxmlformats.org/officeDocument/2006/relationships/slideMaster" Target="slideMasters/slideMaster6.xml"/><Relationship Id="rId23" Type="http://schemas.openxmlformats.org/officeDocument/2006/relationships/slide" Target="slides/slide3.xml"/><Relationship Id="rId119" Type="http://schemas.openxmlformats.org/officeDocument/2006/relationships/slide" Target="slides/slide99.xml"/><Relationship Id="rId44" Type="http://schemas.openxmlformats.org/officeDocument/2006/relationships/slide" Target="slides/slide24.xml"/><Relationship Id="rId65" Type="http://schemas.openxmlformats.org/officeDocument/2006/relationships/slide" Target="slides/slide45.xml"/><Relationship Id="rId86" Type="http://schemas.openxmlformats.org/officeDocument/2006/relationships/slide" Target="slides/slide66.xml"/><Relationship Id="rId130" Type="http://schemas.openxmlformats.org/officeDocument/2006/relationships/slide" Target="slides/slide110.xml"/><Relationship Id="rId151" Type="http://schemas.openxmlformats.org/officeDocument/2006/relationships/slide" Target="slides/slide131.xml"/><Relationship Id="rId172" Type="http://schemas.openxmlformats.org/officeDocument/2006/relationships/slide" Target="slides/slide152.xml"/><Relationship Id="rId193" Type="http://schemas.openxmlformats.org/officeDocument/2006/relationships/slide" Target="slides/slide173.xml"/><Relationship Id="rId13" Type="http://schemas.openxmlformats.org/officeDocument/2006/relationships/slideMaster" Target="slideMasters/slideMaster13.xml"/><Relationship Id="rId109" Type="http://schemas.openxmlformats.org/officeDocument/2006/relationships/slide" Target="slides/slide89.xml"/><Relationship Id="rId34" Type="http://schemas.openxmlformats.org/officeDocument/2006/relationships/slide" Target="slides/slide14.xml"/><Relationship Id="rId55" Type="http://schemas.openxmlformats.org/officeDocument/2006/relationships/slide" Target="slides/slide35.xml"/><Relationship Id="rId76" Type="http://schemas.openxmlformats.org/officeDocument/2006/relationships/slide" Target="slides/slide56.xml"/><Relationship Id="rId97" Type="http://schemas.openxmlformats.org/officeDocument/2006/relationships/slide" Target="slides/slide77.xml"/><Relationship Id="rId120" Type="http://schemas.openxmlformats.org/officeDocument/2006/relationships/slide" Target="slides/slide100.xml"/><Relationship Id="rId141" Type="http://schemas.openxmlformats.org/officeDocument/2006/relationships/slide" Target="slides/slide121.xml"/><Relationship Id="rId7" Type="http://schemas.openxmlformats.org/officeDocument/2006/relationships/slideMaster" Target="slideMasters/slideMaster7.xml"/><Relationship Id="rId162" Type="http://schemas.openxmlformats.org/officeDocument/2006/relationships/slide" Target="slides/slide142.xml"/><Relationship Id="rId183" Type="http://schemas.openxmlformats.org/officeDocument/2006/relationships/slide" Target="slides/slide163.xml"/><Relationship Id="rId24" Type="http://schemas.openxmlformats.org/officeDocument/2006/relationships/slide" Target="slides/slide4.xml"/><Relationship Id="rId40" Type="http://schemas.openxmlformats.org/officeDocument/2006/relationships/slide" Target="slides/slide20.xml"/><Relationship Id="rId45" Type="http://schemas.openxmlformats.org/officeDocument/2006/relationships/slide" Target="slides/slide25.xml"/><Relationship Id="rId66" Type="http://schemas.openxmlformats.org/officeDocument/2006/relationships/slide" Target="slides/slide46.xml"/><Relationship Id="rId87" Type="http://schemas.openxmlformats.org/officeDocument/2006/relationships/slide" Target="slides/slide67.xml"/><Relationship Id="rId110" Type="http://schemas.openxmlformats.org/officeDocument/2006/relationships/slide" Target="slides/slide90.xml"/><Relationship Id="rId115" Type="http://schemas.openxmlformats.org/officeDocument/2006/relationships/slide" Target="slides/slide95.xml"/><Relationship Id="rId131" Type="http://schemas.openxmlformats.org/officeDocument/2006/relationships/slide" Target="slides/slide111.xml"/><Relationship Id="rId136" Type="http://schemas.openxmlformats.org/officeDocument/2006/relationships/slide" Target="slides/slide116.xml"/><Relationship Id="rId157" Type="http://schemas.openxmlformats.org/officeDocument/2006/relationships/slide" Target="slides/slide137.xml"/><Relationship Id="rId178" Type="http://schemas.openxmlformats.org/officeDocument/2006/relationships/slide" Target="slides/slide158.xml"/><Relationship Id="rId61" Type="http://schemas.openxmlformats.org/officeDocument/2006/relationships/slide" Target="slides/slide41.xml"/><Relationship Id="rId82" Type="http://schemas.openxmlformats.org/officeDocument/2006/relationships/slide" Target="slides/slide62.xml"/><Relationship Id="rId152" Type="http://schemas.openxmlformats.org/officeDocument/2006/relationships/slide" Target="slides/slide132.xml"/><Relationship Id="rId173" Type="http://schemas.openxmlformats.org/officeDocument/2006/relationships/slide" Target="slides/slide153.xml"/><Relationship Id="rId194" Type="http://schemas.openxmlformats.org/officeDocument/2006/relationships/slide" Target="slides/slide174.xml"/><Relationship Id="rId199" Type="http://schemas.openxmlformats.org/officeDocument/2006/relationships/slide" Target="slides/slide179.xml"/><Relationship Id="rId203" Type="http://schemas.openxmlformats.org/officeDocument/2006/relationships/viewProps" Target="viewProps.xml"/><Relationship Id="rId19" Type="http://schemas.openxmlformats.org/officeDocument/2006/relationships/slideMaster" Target="slideMasters/slideMaster19.xml"/><Relationship Id="rId14" Type="http://schemas.openxmlformats.org/officeDocument/2006/relationships/slideMaster" Target="slideMasters/slideMaster14.xml"/><Relationship Id="rId30" Type="http://schemas.openxmlformats.org/officeDocument/2006/relationships/slide" Target="slides/slide10.xml"/><Relationship Id="rId35" Type="http://schemas.openxmlformats.org/officeDocument/2006/relationships/slide" Target="slides/slide15.xml"/><Relationship Id="rId56" Type="http://schemas.openxmlformats.org/officeDocument/2006/relationships/slide" Target="slides/slide36.xml"/><Relationship Id="rId77" Type="http://schemas.openxmlformats.org/officeDocument/2006/relationships/slide" Target="slides/slide57.xml"/><Relationship Id="rId100" Type="http://schemas.openxmlformats.org/officeDocument/2006/relationships/slide" Target="slides/slide80.xml"/><Relationship Id="rId105" Type="http://schemas.openxmlformats.org/officeDocument/2006/relationships/slide" Target="slides/slide85.xml"/><Relationship Id="rId126" Type="http://schemas.openxmlformats.org/officeDocument/2006/relationships/slide" Target="slides/slide106.xml"/><Relationship Id="rId147" Type="http://schemas.openxmlformats.org/officeDocument/2006/relationships/slide" Target="slides/slide127.xml"/><Relationship Id="rId168" Type="http://schemas.openxmlformats.org/officeDocument/2006/relationships/slide" Target="slides/slide148.xml"/><Relationship Id="rId8" Type="http://schemas.openxmlformats.org/officeDocument/2006/relationships/slideMaster" Target="slideMasters/slideMaster8.xml"/><Relationship Id="rId51" Type="http://schemas.openxmlformats.org/officeDocument/2006/relationships/slide" Target="slides/slide31.xml"/><Relationship Id="rId72" Type="http://schemas.openxmlformats.org/officeDocument/2006/relationships/slide" Target="slides/slide52.xml"/><Relationship Id="rId93" Type="http://schemas.openxmlformats.org/officeDocument/2006/relationships/slide" Target="slides/slide73.xml"/><Relationship Id="rId98" Type="http://schemas.openxmlformats.org/officeDocument/2006/relationships/slide" Target="slides/slide78.xml"/><Relationship Id="rId121" Type="http://schemas.openxmlformats.org/officeDocument/2006/relationships/slide" Target="slides/slide101.xml"/><Relationship Id="rId142" Type="http://schemas.openxmlformats.org/officeDocument/2006/relationships/slide" Target="slides/slide122.xml"/><Relationship Id="rId163" Type="http://schemas.openxmlformats.org/officeDocument/2006/relationships/slide" Target="slides/slide143.xml"/><Relationship Id="rId184" Type="http://schemas.openxmlformats.org/officeDocument/2006/relationships/slide" Target="slides/slide164.xml"/><Relationship Id="rId189" Type="http://schemas.openxmlformats.org/officeDocument/2006/relationships/slide" Target="slides/slide169.xml"/><Relationship Id="rId3" Type="http://schemas.openxmlformats.org/officeDocument/2006/relationships/slideMaster" Target="slideMasters/slideMaster3.xml"/><Relationship Id="rId25" Type="http://schemas.openxmlformats.org/officeDocument/2006/relationships/slide" Target="slides/slide5.xml"/><Relationship Id="rId46" Type="http://schemas.openxmlformats.org/officeDocument/2006/relationships/slide" Target="slides/slide26.xml"/><Relationship Id="rId67" Type="http://schemas.openxmlformats.org/officeDocument/2006/relationships/slide" Target="slides/slide47.xml"/><Relationship Id="rId116" Type="http://schemas.openxmlformats.org/officeDocument/2006/relationships/slide" Target="slides/slide96.xml"/><Relationship Id="rId137" Type="http://schemas.openxmlformats.org/officeDocument/2006/relationships/slide" Target="slides/slide117.xml"/><Relationship Id="rId158" Type="http://schemas.openxmlformats.org/officeDocument/2006/relationships/slide" Target="slides/slide138.xml"/><Relationship Id="rId20" Type="http://schemas.openxmlformats.org/officeDocument/2006/relationships/slideMaster" Target="slideMasters/slideMaster20.xml"/><Relationship Id="rId41" Type="http://schemas.openxmlformats.org/officeDocument/2006/relationships/slide" Target="slides/slide21.xml"/><Relationship Id="rId62" Type="http://schemas.openxmlformats.org/officeDocument/2006/relationships/slide" Target="slides/slide42.xml"/><Relationship Id="rId83" Type="http://schemas.openxmlformats.org/officeDocument/2006/relationships/slide" Target="slides/slide63.xml"/><Relationship Id="rId88" Type="http://schemas.openxmlformats.org/officeDocument/2006/relationships/slide" Target="slides/slide68.xml"/><Relationship Id="rId111" Type="http://schemas.openxmlformats.org/officeDocument/2006/relationships/slide" Target="slides/slide91.xml"/><Relationship Id="rId132" Type="http://schemas.openxmlformats.org/officeDocument/2006/relationships/slide" Target="slides/slide112.xml"/><Relationship Id="rId153" Type="http://schemas.openxmlformats.org/officeDocument/2006/relationships/slide" Target="slides/slide133.xml"/><Relationship Id="rId174" Type="http://schemas.openxmlformats.org/officeDocument/2006/relationships/slide" Target="slides/slide154.xml"/><Relationship Id="rId179" Type="http://schemas.openxmlformats.org/officeDocument/2006/relationships/slide" Target="slides/slide159.xml"/><Relationship Id="rId195" Type="http://schemas.openxmlformats.org/officeDocument/2006/relationships/slide" Target="slides/slide175.xml"/><Relationship Id="rId190" Type="http://schemas.openxmlformats.org/officeDocument/2006/relationships/slide" Target="slides/slide170.xml"/><Relationship Id="rId204" Type="http://schemas.openxmlformats.org/officeDocument/2006/relationships/theme" Target="theme/theme1.xml"/><Relationship Id="rId15" Type="http://schemas.openxmlformats.org/officeDocument/2006/relationships/slideMaster" Target="slideMasters/slideMaster15.xml"/><Relationship Id="rId36" Type="http://schemas.openxmlformats.org/officeDocument/2006/relationships/slide" Target="slides/slide16.xml"/><Relationship Id="rId57" Type="http://schemas.openxmlformats.org/officeDocument/2006/relationships/slide" Target="slides/slide37.xml"/><Relationship Id="rId106" Type="http://schemas.openxmlformats.org/officeDocument/2006/relationships/slide" Target="slides/slide86.xml"/><Relationship Id="rId127" Type="http://schemas.openxmlformats.org/officeDocument/2006/relationships/slide" Target="slides/slide107.xml"/><Relationship Id="rId10" Type="http://schemas.openxmlformats.org/officeDocument/2006/relationships/slideMaster" Target="slideMasters/slideMaster10.xml"/><Relationship Id="rId31" Type="http://schemas.openxmlformats.org/officeDocument/2006/relationships/slide" Target="slides/slide11.xml"/><Relationship Id="rId52" Type="http://schemas.openxmlformats.org/officeDocument/2006/relationships/slide" Target="slides/slide32.xml"/><Relationship Id="rId73" Type="http://schemas.openxmlformats.org/officeDocument/2006/relationships/slide" Target="slides/slide53.xml"/><Relationship Id="rId78" Type="http://schemas.openxmlformats.org/officeDocument/2006/relationships/slide" Target="slides/slide58.xml"/><Relationship Id="rId94" Type="http://schemas.openxmlformats.org/officeDocument/2006/relationships/slide" Target="slides/slide74.xml"/><Relationship Id="rId99" Type="http://schemas.openxmlformats.org/officeDocument/2006/relationships/slide" Target="slides/slide79.xml"/><Relationship Id="rId101" Type="http://schemas.openxmlformats.org/officeDocument/2006/relationships/slide" Target="slides/slide81.xml"/><Relationship Id="rId122" Type="http://schemas.openxmlformats.org/officeDocument/2006/relationships/slide" Target="slides/slide102.xml"/><Relationship Id="rId143" Type="http://schemas.openxmlformats.org/officeDocument/2006/relationships/slide" Target="slides/slide123.xml"/><Relationship Id="rId148" Type="http://schemas.openxmlformats.org/officeDocument/2006/relationships/slide" Target="slides/slide128.xml"/><Relationship Id="rId164" Type="http://schemas.openxmlformats.org/officeDocument/2006/relationships/slide" Target="slides/slide144.xml"/><Relationship Id="rId169" Type="http://schemas.openxmlformats.org/officeDocument/2006/relationships/slide" Target="slides/slide149.xml"/><Relationship Id="rId185" Type="http://schemas.openxmlformats.org/officeDocument/2006/relationships/slide" Target="slides/slide165.xml"/><Relationship Id="rId4" Type="http://schemas.openxmlformats.org/officeDocument/2006/relationships/slideMaster" Target="slideMasters/slideMaster4.xml"/><Relationship Id="rId9" Type="http://schemas.openxmlformats.org/officeDocument/2006/relationships/slideMaster" Target="slideMasters/slideMaster9.xml"/><Relationship Id="rId180" Type="http://schemas.openxmlformats.org/officeDocument/2006/relationships/slide" Target="slides/slide160.xml"/><Relationship Id="rId26" Type="http://schemas.openxmlformats.org/officeDocument/2006/relationships/slide" Target="slides/slide6.xml"/><Relationship Id="rId47" Type="http://schemas.openxmlformats.org/officeDocument/2006/relationships/slide" Target="slides/slide27.xml"/><Relationship Id="rId68" Type="http://schemas.openxmlformats.org/officeDocument/2006/relationships/slide" Target="slides/slide48.xml"/><Relationship Id="rId89" Type="http://schemas.openxmlformats.org/officeDocument/2006/relationships/slide" Target="slides/slide69.xml"/><Relationship Id="rId112" Type="http://schemas.openxmlformats.org/officeDocument/2006/relationships/slide" Target="slides/slide92.xml"/><Relationship Id="rId133" Type="http://schemas.openxmlformats.org/officeDocument/2006/relationships/slide" Target="slides/slide113.xml"/><Relationship Id="rId154" Type="http://schemas.openxmlformats.org/officeDocument/2006/relationships/slide" Target="slides/slide134.xml"/><Relationship Id="rId175" Type="http://schemas.openxmlformats.org/officeDocument/2006/relationships/slide" Target="slides/slide155.xml"/><Relationship Id="rId196" Type="http://schemas.openxmlformats.org/officeDocument/2006/relationships/slide" Target="slides/slide176.xml"/><Relationship Id="rId200" Type="http://schemas.openxmlformats.org/officeDocument/2006/relationships/slide" Target="slides/slide180.xml"/><Relationship Id="rId16" Type="http://schemas.openxmlformats.org/officeDocument/2006/relationships/slideMaster" Target="slideMasters/slideMaster16.xml"/><Relationship Id="rId37" Type="http://schemas.openxmlformats.org/officeDocument/2006/relationships/slide" Target="slides/slide17.xml"/><Relationship Id="rId58" Type="http://schemas.openxmlformats.org/officeDocument/2006/relationships/slide" Target="slides/slide38.xml"/><Relationship Id="rId79" Type="http://schemas.openxmlformats.org/officeDocument/2006/relationships/slide" Target="slides/slide59.xml"/><Relationship Id="rId102" Type="http://schemas.openxmlformats.org/officeDocument/2006/relationships/slide" Target="slides/slide82.xml"/><Relationship Id="rId123" Type="http://schemas.openxmlformats.org/officeDocument/2006/relationships/slide" Target="slides/slide103.xml"/><Relationship Id="rId144" Type="http://schemas.openxmlformats.org/officeDocument/2006/relationships/slide" Target="slides/slide124.xml"/><Relationship Id="rId90" Type="http://schemas.openxmlformats.org/officeDocument/2006/relationships/slide" Target="slides/slide70.xml"/><Relationship Id="rId165" Type="http://schemas.openxmlformats.org/officeDocument/2006/relationships/slide" Target="slides/slide145.xml"/><Relationship Id="rId186" Type="http://schemas.openxmlformats.org/officeDocument/2006/relationships/slide" Target="slides/slide166.xml"/><Relationship Id="rId27" Type="http://schemas.openxmlformats.org/officeDocument/2006/relationships/slide" Target="slides/slide7.xml"/><Relationship Id="rId48" Type="http://schemas.openxmlformats.org/officeDocument/2006/relationships/slide" Target="slides/slide28.xml"/><Relationship Id="rId69" Type="http://schemas.openxmlformats.org/officeDocument/2006/relationships/slide" Target="slides/slide49.xml"/><Relationship Id="rId113" Type="http://schemas.openxmlformats.org/officeDocument/2006/relationships/slide" Target="slides/slide93.xml"/><Relationship Id="rId134" Type="http://schemas.openxmlformats.org/officeDocument/2006/relationships/slide" Target="slides/slide114.xml"/><Relationship Id="rId80" Type="http://schemas.openxmlformats.org/officeDocument/2006/relationships/slide" Target="slides/slide60.xml"/><Relationship Id="rId155" Type="http://schemas.openxmlformats.org/officeDocument/2006/relationships/slide" Target="slides/slide135.xml"/><Relationship Id="rId176" Type="http://schemas.openxmlformats.org/officeDocument/2006/relationships/slide" Target="slides/slide156.xml"/><Relationship Id="rId197" Type="http://schemas.openxmlformats.org/officeDocument/2006/relationships/slide" Target="slides/slide177.xml"/><Relationship Id="rId201" Type="http://schemas.openxmlformats.org/officeDocument/2006/relationships/notesMaster" Target="notesMasters/notesMaster1.xml"/><Relationship Id="rId17" Type="http://schemas.openxmlformats.org/officeDocument/2006/relationships/slideMaster" Target="slideMasters/slideMaster17.xml"/><Relationship Id="rId38" Type="http://schemas.openxmlformats.org/officeDocument/2006/relationships/slide" Target="slides/slide18.xml"/><Relationship Id="rId59" Type="http://schemas.openxmlformats.org/officeDocument/2006/relationships/slide" Target="slides/slide39.xml"/><Relationship Id="rId103" Type="http://schemas.openxmlformats.org/officeDocument/2006/relationships/slide" Target="slides/slide83.xml"/><Relationship Id="rId124" Type="http://schemas.openxmlformats.org/officeDocument/2006/relationships/slide" Target="slides/slide104.xml"/><Relationship Id="rId70" Type="http://schemas.openxmlformats.org/officeDocument/2006/relationships/slide" Target="slides/slide50.xml"/><Relationship Id="rId91" Type="http://schemas.openxmlformats.org/officeDocument/2006/relationships/slide" Target="slides/slide71.xml"/><Relationship Id="rId145" Type="http://schemas.openxmlformats.org/officeDocument/2006/relationships/slide" Target="slides/slide125.xml"/><Relationship Id="rId166" Type="http://schemas.openxmlformats.org/officeDocument/2006/relationships/slide" Target="slides/slide146.xml"/><Relationship Id="rId187" Type="http://schemas.openxmlformats.org/officeDocument/2006/relationships/slide" Target="slides/slide167.xml"/><Relationship Id="rId1" Type="http://schemas.openxmlformats.org/officeDocument/2006/relationships/slideMaster" Target="slideMasters/slideMaster1.xml"/><Relationship Id="rId28" Type="http://schemas.openxmlformats.org/officeDocument/2006/relationships/slide" Target="slides/slide8.xml"/><Relationship Id="rId49" Type="http://schemas.openxmlformats.org/officeDocument/2006/relationships/slide" Target="slides/slide29.xml"/><Relationship Id="rId114" Type="http://schemas.openxmlformats.org/officeDocument/2006/relationships/slide" Target="slides/slide94.xml"/><Relationship Id="rId60" Type="http://schemas.openxmlformats.org/officeDocument/2006/relationships/slide" Target="slides/slide40.xml"/><Relationship Id="rId81" Type="http://schemas.openxmlformats.org/officeDocument/2006/relationships/slide" Target="slides/slide61.xml"/><Relationship Id="rId135" Type="http://schemas.openxmlformats.org/officeDocument/2006/relationships/slide" Target="slides/slide115.xml"/><Relationship Id="rId156" Type="http://schemas.openxmlformats.org/officeDocument/2006/relationships/slide" Target="slides/slide136.xml"/><Relationship Id="rId177" Type="http://schemas.openxmlformats.org/officeDocument/2006/relationships/slide" Target="slides/slide157.xml"/><Relationship Id="rId198" Type="http://schemas.openxmlformats.org/officeDocument/2006/relationships/slide" Target="slides/slide178.xml"/><Relationship Id="rId202" Type="http://schemas.openxmlformats.org/officeDocument/2006/relationships/presProps" Target="presProps.xml"/><Relationship Id="rId18" Type="http://schemas.openxmlformats.org/officeDocument/2006/relationships/slideMaster" Target="slideMasters/slideMaster18.xml"/><Relationship Id="rId39" Type="http://schemas.openxmlformats.org/officeDocument/2006/relationships/slide" Target="slides/slide19.xml"/><Relationship Id="rId50" Type="http://schemas.openxmlformats.org/officeDocument/2006/relationships/slide" Target="slides/slide30.xml"/><Relationship Id="rId104" Type="http://schemas.openxmlformats.org/officeDocument/2006/relationships/slide" Target="slides/slide84.xml"/><Relationship Id="rId125" Type="http://schemas.openxmlformats.org/officeDocument/2006/relationships/slide" Target="slides/slide105.xml"/><Relationship Id="rId146" Type="http://schemas.openxmlformats.org/officeDocument/2006/relationships/slide" Target="slides/slide126.xml"/><Relationship Id="rId167" Type="http://schemas.openxmlformats.org/officeDocument/2006/relationships/slide" Target="slides/slide147.xml"/><Relationship Id="rId188" Type="http://schemas.openxmlformats.org/officeDocument/2006/relationships/slide" Target="slides/slide168.xml"/><Relationship Id="rId71" Type="http://schemas.openxmlformats.org/officeDocument/2006/relationships/slide" Target="slides/slide51.xml"/><Relationship Id="rId92" Type="http://schemas.openxmlformats.org/officeDocument/2006/relationships/slide" Target="slides/slide72.xml"/><Relationship Id="rId2" Type="http://schemas.openxmlformats.org/officeDocument/2006/relationships/slideMaster" Target="slideMasters/slideMaster2.xml"/><Relationship Id="rId29" Type="http://schemas.openxmlformats.org/officeDocument/2006/relationships/slide" Target="slides/slide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ff Koch" userId="496b22ce-ca6f-4f51-973a-f28d9fd4782f" providerId="ADAL" clId="{4CA511BB-76CC-4F7A-AAB6-C7B45C23B033}"/>
    <pc:docChg chg="undo custSel modSld modMainMaster">
      <pc:chgData name="Jeff Koch" userId="496b22ce-ca6f-4f51-973a-f28d9fd4782f" providerId="ADAL" clId="{4CA511BB-76CC-4F7A-AAB6-C7B45C23B033}" dt="2026-08-06T16:21:57.724" v="515" actId="962"/>
      <pc:docMkLst>
        <pc:docMk/>
      </pc:docMkLst>
      <pc:sldChg chg="modSp mod">
        <pc:chgData name="Jeff Koch" userId="496b22ce-ca6f-4f51-973a-f28d9fd4782f" providerId="ADAL" clId="{4CA511BB-76CC-4F7A-AAB6-C7B45C23B033}" dt="2026-08-06T16:08:16.404" v="402" actId="692"/>
        <pc:sldMkLst>
          <pc:docMk/>
          <pc:sldMk cId="0" sldId="257"/>
        </pc:sldMkLst>
        <pc:spChg chg="mod">
          <ac:chgData name="Jeff Koch" userId="496b22ce-ca6f-4f51-973a-f28d9fd4782f" providerId="ADAL" clId="{4CA511BB-76CC-4F7A-AAB6-C7B45C23B033}" dt="2026-08-06T16:08:16.404" v="402" actId="692"/>
          <ac:spMkLst>
            <pc:docMk/>
            <pc:sldMk cId="0" sldId="257"/>
            <ac:spMk id="1013273167" creationId="{00000000-0000-0000-0000-000000000000}"/>
          </ac:spMkLst>
        </pc:spChg>
      </pc:sldChg>
      <pc:sldChg chg="modSp mod">
        <pc:chgData name="Jeff Koch" userId="496b22ce-ca6f-4f51-973a-f28d9fd4782f" providerId="ADAL" clId="{4CA511BB-76CC-4F7A-AAB6-C7B45C23B033}" dt="2026-08-06T16:21:57.724" v="515" actId="962"/>
        <pc:sldMkLst>
          <pc:docMk/>
          <pc:sldMk cId="0" sldId="258"/>
        </pc:sldMkLst>
        <pc:spChg chg="mod">
          <ac:chgData name="Jeff Koch" userId="496b22ce-ca6f-4f51-973a-f28d9fd4782f" providerId="ADAL" clId="{4CA511BB-76CC-4F7A-AAB6-C7B45C23B033}" dt="2026-08-06T16:07:07.811" v="381" actId="692"/>
          <ac:spMkLst>
            <pc:docMk/>
            <pc:sldMk cId="0" sldId="258"/>
            <ac:spMk id="187112669" creationId="{00000000-0000-0000-0000-000000000000}"/>
          </ac:spMkLst>
        </pc:spChg>
        <pc:picChg chg="mod">
          <ac:chgData name="Jeff Koch" userId="496b22ce-ca6f-4f51-973a-f28d9fd4782f" providerId="ADAL" clId="{4CA511BB-76CC-4F7A-AAB6-C7B45C23B033}" dt="2026-08-06T16:21:57.724" v="515" actId="962"/>
          <ac:picMkLst>
            <pc:docMk/>
            <pc:sldMk cId="0" sldId="258"/>
            <ac:picMk id="1668216562" creationId="{00000000-0000-0000-0000-000000000000}"/>
          </ac:picMkLst>
        </pc:picChg>
      </pc:sldChg>
      <pc:sldChg chg="modSp mod">
        <pc:chgData name="Jeff Koch" userId="496b22ce-ca6f-4f51-973a-f28d9fd4782f" providerId="ADAL" clId="{4CA511BB-76CC-4F7A-AAB6-C7B45C23B033}" dt="2026-08-06T16:06:49.902" v="379" actId="692"/>
        <pc:sldMkLst>
          <pc:docMk/>
          <pc:sldMk cId="0" sldId="259"/>
        </pc:sldMkLst>
        <pc:spChg chg="mod">
          <ac:chgData name="Jeff Koch" userId="496b22ce-ca6f-4f51-973a-f28d9fd4782f" providerId="ADAL" clId="{4CA511BB-76CC-4F7A-AAB6-C7B45C23B033}" dt="2026-08-06T16:06:49.902" v="379" actId="692"/>
          <ac:spMkLst>
            <pc:docMk/>
            <pc:sldMk cId="0" sldId="259"/>
            <ac:spMk id="720898444" creationId="{00000000-0000-0000-0000-000000000000}"/>
          </ac:spMkLst>
        </pc:spChg>
        <pc:spChg chg="mod">
          <ac:chgData name="Jeff Koch" userId="496b22ce-ca6f-4f51-973a-f28d9fd4782f" providerId="ADAL" clId="{4CA511BB-76CC-4F7A-AAB6-C7B45C23B033}" dt="2026-08-06T16:06:49.902" v="379" actId="692"/>
          <ac:spMkLst>
            <pc:docMk/>
            <pc:sldMk cId="0" sldId="259"/>
            <ac:spMk id="1076208192" creationId="{00000000-0000-0000-0000-000000000000}"/>
          </ac:spMkLst>
        </pc:spChg>
        <pc:picChg chg="mod">
          <ac:chgData name="Jeff Koch" userId="496b22ce-ca6f-4f51-973a-f28d9fd4782f" providerId="ADAL" clId="{4CA511BB-76CC-4F7A-AAB6-C7B45C23B033}" dt="2026-08-06T16:05:47.463" v="374" actId="962"/>
          <ac:picMkLst>
            <pc:docMk/>
            <pc:sldMk cId="0" sldId="259"/>
            <ac:picMk id="541711277" creationId="{00000000-0000-0000-0000-000000000000}"/>
          </ac:picMkLst>
        </pc:picChg>
        <pc:picChg chg="mod">
          <ac:chgData name="Jeff Koch" userId="496b22ce-ca6f-4f51-973a-f28d9fd4782f" providerId="ADAL" clId="{4CA511BB-76CC-4F7A-AAB6-C7B45C23B033}" dt="2026-08-06T16:05:47.463" v="374" actId="962"/>
          <ac:picMkLst>
            <pc:docMk/>
            <pc:sldMk cId="0" sldId="259"/>
            <ac:picMk id="1502834084" creationId="{00000000-0000-0000-0000-000000000000}"/>
          </ac:picMkLst>
        </pc:picChg>
      </pc:sldChg>
      <pc:sldChg chg="modSp mod">
        <pc:chgData name="Jeff Koch" userId="496b22ce-ca6f-4f51-973a-f28d9fd4782f" providerId="ADAL" clId="{4CA511BB-76CC-4F7A-AAB6-C7B45C23B033}" dt="2026-08-06T16:21:35.566" v="514" actId="692"/>
        <pc:sldMkLst>
          <pc:docMk/>
          <pc:sldMk cId="0" sldId="260"/>
        </pc:sldMkLst>
        <pc:spChg chg="mod">
          <ac:chgData name="Jeff Koch" userId="496b22ce-ca6f-4f51-973a-f28d9fd4782f" providerId="ADAL" clId="{4CA511BB-76CC-4F7A-AAB6-C7B45C23B033}" dt="2026-08-06T16:21:35.566" v="514" actId="692"/>
          <ac:spMkLst>
            <pc:docMk/>
            <pc:sldMk cId="0" sldId="260"/>
            <ac:spMk id="1242584433" creationId="{00000000-0000-0000-0000-000000000000}"/>
          </ac:spMkLst>
        </pc:spChg>
        <pc:spChg chg="mod">
          <ac:chgData name="Jeff Koch" userId="496b22ce-ca6f-4f51-973a-f28d9fd4782f" providerId="ADAL" clId="{4CA511BB-76CC-4F7A-AAB6-C7B45C23B033}" dt="2026-08-06T16:21:35.566" v="514" actId="692"/>
          <ac:spMkLst>
            <pc:docMk/>
            <pc:sldMk cId="0" sldId="260"/>
            <ac:spMk id="1645855568" creationId="{00000000-0000-0000-0000-000000000000}"/>
          </ac:spMkLst>
        </pc:spChg>
      </pc:sldChg>
      <pc:sldChg chg="modSp mod">
        <pc:chgData name="Jeff Koch" userId="496b22ce-ca6f-4f51-973a-f28d9fd4782f" providerId="ADAL" clId="{4CA511BB-76CC-4F7A-AAB6-C7B45C23B033}" dt="2026-08-06T16:20:55.431" v="512" actId="962"/>
        <pc:sldMkLst>
          <pc:docMk/>
          <pc:sldMk cId="0" sldId="262"/>
        </pc:sldMkLst>
        <pc:grpChg chg="mod">
          <ac:chgData name="Jeff Koch" userId="496b22ce-ca6f-4f51-973a-f28d9fd4782f" providerId="ADAL" clId="{4CA511BB-76CC-4F7A-AAB6-C7B45C23B033}" dt="2026-08-06T16:20:55.431" v="512" actId="962"/>
          <ac:grpSpMkLst>
            <pc:docMk/>
            <pc:sldMk cId="0" sldId="262"/>
            <ac:grpSpMk id="841577302" creationId="{00000000-0000-0000-0000-000000000000}"/>
          </ac:grpSpMkLst>
        </pc:grpChg>
      </pc:sldChg>
      <pc:sldChg chg="delSp modSp mod">
        <pc:chgData name="Jeff Koch" userId="496b22ce-ca6f-4f51-973a-f28d9fd4782f" providerId="ADAL" clId="{4CA511BB-76CC-4F7A-AAB6-C7B45C23B033}" dt="2026-08-06T16:09:29.264" v="408" actId="1076"/>
        <pc:sldMkLst>
          <pc:docMk/>
          <pc:sldMk cId="0" sldId="263"/>
        </pc:sldMkLst>
        <pc:spChg chg="mod">
          <ac:chgData name="Jeff Koch" userId="496b22ce-ca6f-4f51-973a-f28d9fd4782f" providerId="ADAL" clId="{4CA511BB-76CC-4F7A-AAB6-C7B45C23B033}" dt="2026-08-06T16:09:29.264" v="408" actId="1076"/>
          <ac:spMkLst>
            <pc:docMk/>
            <pc:sldMk cId="0" sldId="263"/>
            <ac:spMk id="244936512" creationId="{00000000-0000-0000-0000-000000000000}"/>
          </ac:spMkLst>
        </pc:spChg>
        <pc:spChg chg="mod">
          <ac:chgData name="Jeff Koch" userId="496b22ce-ca6f-4f51-973a-f28d9fd4782f" providerId="ADAL" clId="{4CA511BB-76CC-4F7A-AAB6-C7B45C23B033}" dt="2026-08-06T16:09:29.264" v="408" actId="1076"/>
          <ac:spMkLst>
            <pc:docMk/>
            <pc:sldMk cId="0" sldId="263"/>
            <ac:spMk id="1405690446" creationId="{00000000-0000-0000-0000-000000000000}"/>
          </ac:spMkLst>
        </pc:spChg>
        <pc:cxnChg chg="del">
          <ac:chgData name="Jeff Koch" userId="496b22ce-ca6f-4f51-973a-f28d9fd4782f" providerId="ADAL" clId="{4CA511BB-76CC-4F7A-AAB6-C7B45C23B033}" dt="2026-08-06T16:09:06.320" v="405" actId="478"/>
          <ac:cxnSpMkLst>
            <pc:docMk/>
            <pc:sldMk cId="0" sldId="263"/>
            <ac:cxnSpMk id="1405051127" creationId="{00000000-0000-0000-0000-000000000000}"/>
          </ac:cxnSpMkLst>
        </pc:cxnChg>
      </pc:sldChg>
      <pc:sldChg chg="modSp mod">
        <pc:chgData name="Jeff Koch" userId="496b22ce-ca6f-4f51-973a-f28d9fd4782f" providerId="ADAL" clId="{4CA511BB-76CC-4F7A-AAB6-C7B45C23B033}" dt="2026-08-06T16:20:10.268" v="410" actId="962"/>
        <pc:sldMkLst>
          <pc:docMk/>
          <pc:sldMk cId="0" sldId="265"/>
        </pc:sldMkLst>
        <pc:picChg chg="mod">
          <ac:chgData name="Jeff Koch" userId="496b22ce-ca6f-4f51-973a-f28d9fd4782f" providerId="ADAL" clId="{4CA511BB-76CC-4F7A-AAB6-C7B45C23B033}" dt="2026-08-06T16:20:10.268" v="410" actId="962"/>
          <ac:picMkLst>
            <pc:docMk/>
            <pc:sldMk cId="0" sldId="265"/>
            <ac:picMk id="657500171" creationId="{00000000-0000-0000-0000-000000000000}"/>
          </ac:picMkLst>
        </pc:picChg>
      </pc:sldChg>
      <pc:sldChg chg="modSp mod">
        <pc:chgData name="Jeff Koch" userId="496b22ce-ca6f-4f51-973a-f28d9fd4782f" providerId="ADAL" clId="{4CA511BB-76CC-4F7A-AAB6-C7B45C23B033}" dt="2026-08-06T16:19:59.893" v="409" actId="962"/>
        <pc:sldMkLst>
          <pc:docMk/>
          <pc:sldMk cId="0" sldId="266"/>
        </pc:sldMkLst>
        <pc:spChg chg="mod">
          <ac:chgData name="Jeff Koch" userId="496b22ce-ca6f-4f51-973a-f28d9fd4782f" providerId="ADAL" clId="{4CA511BB-76CC-4F7A-AAB6-C7B45C23B033}" dt="2026-08-06T16:08:35.453" v="404" actId="692"/>
          <ac:spMkLst>
            <pc:docMk/>
            <pc:sldMk cId="0" sldId="266"/>
            <ac:spMk id="1940730278" creationId="{00000000-0000-0000-0000-000000000000}"/>
          </ac:spMkLst>
        </pc:spChg>
        <pc:picChg chg="mod">
          <ac:chgData name="Jeff Koch" userId="496b22ce-ca6f-4f51-973a-f28d9fd4782f" providerId="ADAL" clId="{4CA511BB-76CC-4F7A-AAB6-C7B45C23B033}" dt="2026-08-06T16:19:59.893" v="409" actId="962"/>
          <ac:picMkLst>
            <pc:docMk/>
            <pc:sldMk cId="0" sldId="266"/>
            <ac:picMk id="1979259160" creationId="{00000000-0000-0000-0000-000000000000}"/>
          </ac:picMkLst>
        </pc:picChg>
      </pc:sldChg>
      <pc:sldMasterChg chg="modSldLayout">
        <pc:chgData name="Jeff Koch" userId="496b22ce-ca6f-4f51-973a-f28d9fd4782f" providerId="ADAL" clId="{4CA511BB-76CC-4F7A-AAB6-C7B45C23B033}" dt="2026-08-06T16:07:51.126" v="384" actId="478"/>
        <pc:sldMasterMkLst>
          <pc:docMk/>
          <pc:sldMasterMk cId="0" sldId="2147483648"/>
        </pc:sldMasterMkLst>
        <pc:sldLayoutChg chg="addSp delSp modSp mod">
          <pc:chgData name="Jeff Koch" userId="496b22ce-ca6f-4f51-973a-f28d9fd4782f" providerId="ADAL" clId="{4CA511BB-76CC-4F7A-AAB6-C7B45C23B033}" dt="2026-08-06T16:01:47.409" v="341" actId="478"/>
          <pc:sldLayoutMkLst>
            <pc:docMk/>
            <pc:sldMasterMk cId="0" sldId="2147483648"/>
            <pc:sldLayoutMk cId="0" sldId="2147483650"/>
          </pc:sldLayoutMkLst>
          <pc:grpChg chg="add del mod">
            <ac:chgData name="Jeff Koch" userId="496b22ce-ca6f-4f51-973a-f28d9fd4782f" providerId="ADAL" clId="{4CA511BB-76CC-4F7A-AAB6-C7B45C23B033}" dt="2026-08-06T16:01:47.409" v="341" actId="478"/>
            <ac:grpSpMkLst>
              <pc:docMk/>
              <pc:sldMasterMk cId="0" sldId="2147483648"/>
              <pc:sldLayoutMk cId="0" sldId="2147483650"/>
              <ac:grpSpMk id="1510288654" creationId="{00000000-0000-0000-0000-000000000000}"/>
            </ac:grpSpMkLst>
          </pc:grpChg>
          <pc:picChg chg="mod">
            <ac:chgData name="Jeff Koch" userId="496b22ce-ca6f-4f51-973a-f28d9fd4782f" providerId="ADAL" clId="{4CA511BB-76CC-4F7A-AAB6-C7B45C23B033}" dt="2026-08-06T15:59:29.662" v="322" actId="1076"/>
            <ac:picMkLst>
              <pc:docMk/>
              <pc:sldMasterMk cId="0" sldId="2147483648"/>
              <pc:sldLayoutMk cId="0" sldId="2147483650"/>
              <ac:picMk id="1146854660" creationId="{00000000-0000-0000-0000-000000000000}"/>
            </ac:picMkLst>
          </pc:picChg>
          <pc:cxnChg chg="mod">
            <ac:chgData name="Jeff Koch" userId="496b22ce-ca6f-4f51-973a-f28d9fd4782f" providerId="ADAL" clId="{4CA511BB-76CC-4F7A-AAB6-C7B45C23B033}" dt="2026-08-06T15:59:50.055" v="340" actId="2085"/>
            <ac:cxnSpMkLst>
              <pc:docMk/>
              <pc:sldMasterMk cId="0" sldId="2147483648"/>
              <pc:sldLayoutMk cId="0" sldId="2147483650"/>
              <ac:cxnSpMk id="51" creationId="{00000000-0000-0000-0000-000000000000}"/>
            </ac:cxnSpMkLst>
          </pc:cxnChg>
          <pc:cxnChg chg="mod">
            <ac:chgData name="Jeff Koch" userId="496b22ce-ca6f-4f51-973a-f28d9fd4782f" providerId="ADAL" clId="{4CA511BB-76CC-4F7A-AAB6-C7B45C23B033}" dt="2026-08-06T15:59:30.232" v="323" actId="1076"/>
            <ac:cxnSpMkLst>
              <pc:docMk/>
              <pc:sldMasterMk cId="0" sldId="2147483648"/>
              <pc:sldLayoutMk cId="0" sldId="2147483650"/>
              <ac:cxnSpMk id="55" creationId="{00000000-0000-0000-0000-000000000000}"/>
            </ac:cxnSpMkLst>
          </pc:cxnChg>
          <pc:cxnChg chg="mod">
            <ac:chgData name="Jeff Koch" userId="496b22ce-ca6f-4f51-973a-f28d9fd4782f" providerId="ADAL" clId="{4CA511BB-76CC-4F7A-AAB6-C7B45C23B033}" dt="2026-08-06T15:59:50.055" v="340" actId="2085"/>
            <ac:cxnSpMkLst>
              <pc:docMk/>
              <pc:sldMasterMk cId="0" sldId="2147483648"/>
              <pc:sldLayoutMk cId="0" sldId="2147483650"/>
              <ac:cxnSpMk id="61" creationId="{00000000-0000-0000-0000-000000000000}"/>
            </ac:cxnSpMkLst>
          </pc:cxnChg>
          <pc:cxnChg chg="mod">
            <ac:chgData name="Jeff Koch" userId="496b22ce-ca6f-4f51-973a-f28d9fd4782f" providerId="ADAL" clId="{4CA511BB-76CC-4F7A-AAB6-C7B45C23B033}" dt="2026-08-06T15:59:50.055" v="340" actId="2085"/>
            <ac:cxnSpMkLst>
              <pc:docMk/>
              <pc:sldMasterMk cId="0" sldId="2147483648"/>
              <pc:sldLayoutMk cId="0" sldId="2147483650"/>
              <ac:cxnSpMk id="62" creationId="{00000000-0000-0000-0000-000000000000}"/>
            </ac:cxnSpMkLst>
          </pc:cxnChg>
          <pc:cxnChg chg="mod">
            <ac:chgData name="Jeff Koch" userId="496b22ce-ca6f-4f51-973a-f28d9fd4782f" providerId="ADAL" clId="{4CA511BB-76CC-4F7A-AAB6-C7B45C23B033}" dt="2026-08-06T15:59:50.055" v="340" actId="2085"/>
            <ac:cxnSpMkLst>
              <pc:docMk/>
              <pc:sldMasterMk cId="0" sldId="2147483648"/>
              <pc:sldLayoutMk cId="0" sldId="2147483650"/>
              <ac:cxnSpMk id="63" creationId="{00000000-0000-0000-0000-000000000000}"/>
            </ac:cxnSpMkLst>
          </pc:cxnChg>
          <pc:cxnChg chg="mod">
            <ac:chgData name="Jeff Koch" userId="496b22ce-ca6f-4f51-973a-f28d9fd4782f" providerId="ADAL" clId="{4CA511BB-76CC-4F7A-AAB6-C7B45C23B033}" dt="2026-08-06T15:59:50.055" v="340" actId="2085"/>
            <ac:cxnSpMkLst>
              <pc:docMk/>
              <pc:sldMasterMk cId="0" sldId="2147483648"/>
              <pc:sldLayoutMk cId="0" sldId="2147483650"/>
              <ac:cxnSpMk id="66" creationId="{00000000-0000-0000-0000-000000000000}"/>
            </ac:cxnSpMkLst>
          </pc:cxnChg>
          <pc:cxnChg chg="add del">
            <ac:chgData name="Jeff Koch" userId="496b22ce-ca6f-4f51-973a-f28d9fd4782f" providerId="ADAL" clId="{4CA511BB-76CC-4F7A-AAB6-C7B45C23B033}" dt="2026-08-06T15:55:32.805" v="171" actId="478"/>
            <ac:cxnSpMkLst>
              <pc:docMk/>
              <pc:sldMasterMk cId="0" sldId="2147483648"/>
              <pc:sldLayoutMk cId="0" sldId="2147483650"/>
              <ac:cxnSpMk id="68" creationId="{00000000-0000-0000-0000-000000000000}"/>
            </ac:cxnSpMkLst>
          </pc:cxnChg>
          <pc:cxnChg chg="mod">
            <ac:chgData name="Jeff Koch" userId="496b22ce-ca6f-4f51-973a-f28d9fd4782f" providerId="ADAL" clId="{4CA511BB-76CC-4F7A-AAB6-C7B45C23B033}" dt="2026-08-06T15:59:50.055" v="340" actId="2085"/>
            <ac:cxnSpMkLst>
              <pc:docMk/>
              <pc:sldMasterMk cId="0" sldId="2147483648"/>
              <pc:sldLayoutMk cId="0" sldId="2147483650"/>
              <ac:cxnSpMk id="72" creationId="{00000000-0000-0000-0000-000000000000}"/>
            </ac:cxnSpMkLst>
          </pc:cxnChg>
          <pc:cxnChg chg="mod">
            <ac:chgData name="Jeff Koch" userId="496b22ce-ca6f-4f51-973a-f28d9fd4782f" providerId="ADAL" clId="{4CA511BB-76CC-4F7A-AAB6-C7B45C23B033}" dt="2026-08-06T15:59:50.055" v="340" actId="2085"/>
            <ac:cxnSpMkLst>
              <pc:docMk/>
              <pc:sldMasterMk cId="0" sldId="2147483648"/>
              <pc:sldLayoutMk cId="0" sldId="2147483650"/>
              <ac:cxnSpMk id="73" creationId="{00000000-0000-0000-0000-000000000000}"/>
            </ac:cxnSpMkLst>
          </pc:cxnChg>
          <pc:cxnChg chg="mod">
            <ac:chgData name="Jeff Koch" userId="496b22ce-ca6f-4f51-973a-f28d9fd4782f" providerId="ADAL" clId="{4CA511BB-76CC-4F7A-AAB6-C7B45C23B033}" dt="2026-08-06T15:59:50.055" v="340" actId="2085"/>
            <ac:cxnSpMkLst>
              <pc:docMk/>
              <pc:sldMasterMk cId="0" sldId="2147483648"/>
              <pc:sldLayoutMk cId="0" sldId="2147483650"/>
              <ac:cxnSpMk id="77" creationId="{00000000-0000-0000-0000-000000000000}"/>
            </ac:cxnSpMkLst>
          </pc:cxnChg>
          <pc:cxnChg chg="mod">
            <ac:chgData name="Jeff Koch" userId="496b22ce-ca6f-4f51-973a-f28d9fd4782f" providerId="ADAL" clId="{4CA511BB-76CC-4F7A-AAB6-C7B45C23B033}" dt="2026-08-06T15:59:50.055" v="340" actId="2085"/>
            <ac:cxnSpMkLst>
              <pc:docMk/>
              <pc:sldMasterMk cId="0" sldId="2147483648"/>
              <pc:sldLayoutMk cId="0" sldId="2147483650"/>
              <ac:cxnSpMk id="80" creationId="{00000000-0000-0000-0000-000000000000}"/>
            </ac:cxnSpMkLst>
          </pc:cxnChg>
          <pc:cxnChg chg="mod">
            <ac:chgData name="Jeff Koch" userId="496b22ce-ca6f-4f51-973a-f28d9fd4782f" providerId="ADAL" clId="{4CA511BB-76CC-4F7A-AAB6-C7B45C23B033}" dt="2026-08-06T15:59:50.055" v="340" actId="2085"/>
            <ac:cxnSpMkLst>
              <pc:docMk/>
              <pc:sldMasterMk cId="0" sldId="2147483648"/>
              <pc:sldLayoutMk cId="0" sldId="2147483650"/>
              <ac:cxnSpMk id="84" creationId="{00000000-0000-0000-0000-000000000000}"/>
            </ac:cxnSpMkLst>
          </pc:cxnChg>
        </pc:sldLayoutChg>
        <pc:sldLayoutChg chg="addSp delSp modSp mod">
          <pc:chgData name="Jeff Koch" userId="496b22ce-ca6f-4f51-973a-f28d9fd4782f" providerId="ADAL" clId="{4CA511BB-76CC-4F7A-AAB6-C7B45C23B033}" dt="2026-08-06T16:01:56.350" v="342" actId="478"/>
          <pc:sldLayoutMkLst>
            <pc:docMk/>
            <pc:sldMasterMk cId="0" sldId="2147483648"/>
            <pc:sldLayoutMk cId="0" sldId="2147483651"/>
          </pc:sldLayoutMkLst>
          <pc:grpChg chg="add del mod">
            <ac:chgData name="Jeff Koch" userId="496b22ce-ca6f-4f51-973a-f28d9fd4782f" providerId="ADAL" clId="{4CA511BB-76CC-4F7A-AAB6-C7B45C23B033}" dt="2026-08-06T16:01:56.350" v="342" actId="478"/>
            <ac:grpSpMkLst>
              <pc:docMk/>
              <pc:sldMasterMk cId="0" sldId="2147483648"/>
              <pc:sldLayoutMk cId="0" sldId="2147483651"/>
              <ac:grpSpMk id="426500264" creationId="{00000000-0000-0000-0000-000000000000}"/>
            </ac:grpSpMkLst>
          </pc:grpChg>
          <pc:picChg chg="add del mod">
            <ac:chgData name="Jeff Koch" userId="496b22ce-ca6f-4f51-973a-f28d9fd4782f" providerId="ADAL" clId="{4CA511BB-76CC-4F7A-AAB6-C7B45C23B033}" dt="2026-08-06T15:59:24.327" v="313" actId="1076"/>
            <ac:picMkLst>
              <pc:docMk/>
              <pc:sldMasterMk cId="0" sldId="2147483648"/>
              <pc:sldLayoutMk cId="0" sldId="2147483651"/>
              <ac:picMk id="1352758709" creationId="{00000000-0000-0000-0000-000000000000}"/>
            </ac:picMkLst>
          </pc:picChg>
        </pc:sldLayoutChg>
        <pc:sldLayoutChg chg="delSp modSp mod">
          <pc:chgData name="Jeff Koch" userId="496b22ce-ca6f-4f51-973a-f28d9fd4782f" providerId="ADAL" clId="{4CA511BB-76CC-4F7A-AAB6-C7B45C23B033}" dt="2026-08-06T16:02:01.744" v="343" actId="478"/>
          <pc:sldLayoutMkLst>
            <pc:docMk/>
            <pc:sldMasterMk cId="0" sldId="2147483648"/>
            <pc:sldLayoutMk cId="0" sldId="2147483652"/>
          </pc:sldLayoutMkLst>
          <pc:grpChg chg="del mod">
            <ac:chgData name="Jeff Koch" userId="496b22ce-ca6f-4f51-973a-f28d9fd4782f" providerId="ADAL" clId="{4CA511BB-76CC-4F7A-AAB6-C7B45C23B033}" dt="2026-08-06T16:02:01.744" v="343" actId="478"/>
            <ac:grpSpMkLst>
              <pc:docMk/>
              <pc:sldMasterMk cId="0" sldId="2147483648"/>
              <pc:sldLayoutMk cId="0" sldId="2147483652"/>
              <ac:grpSpMk id="460165701" creationId="{00000000-0000-0000-0000-000000000000}"/>
            </ac:grpSpMkLst>
          </pc:grpChg>
          <pc:cxnChg chg="mod">
            <ac:chgData name="Jeff Koch" userId="496b22ce-ca6f-4f51-973a-f28d9fd4782f" providerId="ADAL" clId="{4CA511BB-76CC-4F7A-AAB6-C7B45C23B033}" dt="2026-08-06T15:59:20.806" v="308" actId="34135"/>
            <ac:cxnSpMkLst>
              <pc:docMk/>
              <pc:sldMasterMk cId="0" sldId="2147483648"/>
              <pc:sldLayoutMk cId="0" sldId="2147483652"/>
              <ac:cxnSpMk id="192" creationId="{00000000-0000-0000-0000-000000000000}"/>
            </ac:cxnSpMkLst>
          </pc:cxnChg>
          <pc:cxnChg chg="mod">
            <ac:chgData name="Jeff Koch" userId="496b22ce-ca6f-4f51-973a-f28d9fd4782f" providerId="ADAL" clId="{4CA511BB-76CC-4F7A-AAB6-C7B45C23B033}" dt="2026-08-06T15:59:20.806" v="308" actId="34135"/>
            <ac:cxnSpMkLst>
              <pc:docMk/>
              <pc:sldMasterMk cId="0" sldId="2147483648"/>
              <pc:sldLayoutMk cId="0" sldId="2147483652"/>
              <ac:cxnSpMk id="195" creationId="{00000000-0000-0000-0000-000000000000}"/>
            </ac:cxnSpMkLst>
          </pc:cxnChg>
          <pc:cxnChg chg="mod">
            <ac:chgData name="Jeff Koch" userId="496b22ce-ca6f-4f51-973a-f28d9fd4782f" providerId="ADAL" clId="{4CA511BB-76CC-4F7A-AAB6-C7B45C23B033}" dt="2026-08-06T15:59:03.912" v="305" actId="692"/>
            <ac:cxnSpMkLst>
              <pc:docMk/>
              <pc:sldMasterMk cId="0" sldId="2147483648"/>
              <pc:sldLayoutMk cId="0" sldId="2147483652"/>
              <ac:cxnSpMk id="196" creationId="{00000000-0000-0000-0000-000000000000}"/>
            </ac:cxnSpMkLst>
          </pc:cxnChg>
          <pc:cxnChg chg="mod">
            <ac:chgData name="Jeff Koch" userId="496b22ce-ca6f-4f51-973a-f28d9fd4782f" providerId="ADAL" clId="{4CA511BB-76CC-4F7A-AAB6-C7B45C23B033}" dt="2026-08-06T15:59:20.216" v="306" actId="692"/>
            <ac:cxnSpMkLst>
              <pc:docMk/>
              <pc:sldMasterMk cId="0" sldId="2147483648"/>
              <pc:sldLayoutMk cId="0" sldId="2147483652"/>
              <ac:cxnSpMk id="197" creationId="{00000000-0000-0000-0000-000000000000}"/>
            </ac:cxnSpMkLst>
          </pc:cxnChg>
          <pc:cxnChg chg="mod">
            <ac:chgData name="Jeff Koch" userId="496b22ce-ca6f-4f51-973a-f28d9fd4782f" providerId="ADAL" clId="{4CA511BB-76CC-4F7A-AAB6-C7B45C23B033}" dt="2026-08-06T15:59:20.806" v="308" actId="34135"/>
            <ac:cxnSpMkLst>
              <pc:docMk/>
              <pc:sldMasterMk cId="0" sldId="2147483648"/>
              <pc:sldLayoutMk cId="0" sldId="2147483652"/>
              <ac:cxnSpMk id="200" creationId="{00000000-0000-0000-0000-000000000000}"/>
            </ac:cxnSpMkLst>
          </pc:cxnChg>
          <pc:cxnChg chg="mod">
            <ac:chgData name="Jeff Koch" userId="496b22ce-ca6f-4f51-973a-f28d9fd4782f" providerId="ADAL" clId="{4CA511BB-76CC-4F7A-AAB6-C7B45C23B033}" dt="2026-08-06T15:59:20.806" v="308" actId="34135"/>
            <ac:cxnSpMkLst>
              <pc:docMk/>
              <pc:sldMasterMk cId="0" sldId="2147483648"/>
              <pc:sldLayoutMk cId="0" sldId="2147483652"/>
              <ac:cxnSpMk id="204" creationId="{00000000-0000-0000-0000-000000000000}"/>
            </ac:cxnSpMkLst>
          </pc:cxnChg>
          <pc:cxnChg chg="mod">
            <ac:chgData name="Jeff Koch" userId="496b22ce-ca6f-4f51-973a-f28d9fd4782f" providerId="ADAL" clId="{4CA511BB-76CC-4F7A-AAB6-C7B45C23B033}" dt="2026-08-06T15:59:20.806" v="308" actId="34135"/>
            <ac:cxnSpMkLst>
              <pc:docMk/>
              <pc:sldMasterMk cId="0" sldId="2147483648"/>
              <pc:sldLayoutMk cId="0" sldId="2147483652"/>
              <ac:cxnSpMk id="205" creationId="{00000000-0000-0000-0000-000000000000}"/>
            </ac:cxnSpMkLst>
          </pc:cxnChg>
          <pc:cxnChg chg="mod">
            <ac:chgData name="Jeff Koch" userId="496b22ce-ca6f-4f51-973a-f28d9fd4782f" providerId="ADAL" clId="{4CA511BB-76CC-4F7A-AAB6-C7B45C23B033}" dt="2026-08-06T15:59:20.806" v="308" actId="34135"/>
            <ac:cxnSpMkLst>
              <pc:docMk/>
              <pc:sldMasterMk cId="0" sldId="2147483648"/>
              <pc:sldLayoutMk cId="0" sldId="2147483652"/>
              <ac:cxnSpMk id="206" creationId="{00000000-0000-0000-0000-000000000000}"/>
            </ac:cxnSpMkLst>
          </pc:cxnChg>
          <pc:cxnChg chg="mod">
            <ac:chgData name="Jeff Koch" userId="496b22ce-ca6f-4f51-973a-f28d9fd4782f" providerId="ADAL" clId="{4CA511BB-76CC-4F7A-AAB6-C7B45C23B033}" dt="2026-08-06T15:59:20.806" v="308" actId="34135"/>
            <ac:cxnSpMkLst>
              <pc:docMk/>
              <pc:sldMasterMk cId="0" sldId="2147483648"/>
              <pc:sldLayoutMk cId="0" sldId="2147483652"/>
              <ac:cxnSpMk id="208" creationId="{00000000-0000-0000-0000-000000000000}"/>
            </ac:cxnSpMkLst>
          </pc:cxnChg>
          <pc:cxnChg chg="mod">
            <ac:chgData name="Jeff Koch" userId="496b22ce-ca6f-4f51-973a-f28d9fd4782f" providerId="ADAL" clId="{4CA511BB-76CC-4F7A-AAB6-C7B45C23B033}" dt="2026-08-06T15:59:03.912" v="305" actId="692"/>
            <ac:cxnSpMkLst>
              <pc:docMk/>
              <pc:sldMasterMk cId="0" sldId="2147483648"/>
              <pc:sldLayoutMk cId="0" sldId="2147483652"/>
              <ac:cxnSpMk id="209" creationId="{00000000-0000-0000-0000-000000000000}"/>
            </ac:cxnSpMkLst>
          </pc:cxnChg>
          <pc:cxnChg chg="mod">
            <ac:chgData name="Jeff Koch" userId="496b22ce-ca6f-4f51-973a-f28d9fd4782f" providerId="ADAL" clId="{4CA511BB-76CC-4F7A-AAB6-C7B45C23B033}" dt="2026-08-06T15:59:03.912" v="305" actId="692"/>
            <ac:cxnSpMkLst>
              <pc:docMk/>
              <pc:sldMasterMk cId="0" sldId="2147483648"/>
              <pc:sldLayoutMk cId="0" sldId="2147483652"/>
              <ac:cxnSpMk id="213" creationId="{00000000-0000-0000-0000-000000000000}"/>
            </ac:cxnSpMkLst>
          </pc:cxnChg>
          <pc:cxnChg chg="mod">
            <ac:chgData name="Jeff Koch" userId="496b22ce-ca6f-4f51-973a-f28d9fd4782f" providerId="ADAL" clId="{4CA511BB-76CC-4F7A-AAB6-C7B45C23B033}" dt="2026-08-06T15:59:03.912" v="305" actId="692"/>
            <ac:cxnSpMkLst>
              <pc:docMk/>
              <pc:sldMasterMk cId="0" sldId="2147483648"/>
              <pc:sldLayoutMk cId="0" sldId="2147483652"/>
              <ac:cxnSpMk id="217" creationId="{00000000-0000-0000-0000-000000000000}"/>
            </ac:cxnSpMkLst>
          </pc:cxnChg>
          <pc:cxnChg chg="mod">
            <ac:chgData name="Jeff Koch" userId="496b22ce-ca6f-4f51-973a-f28d9fd4782f" providerId="ADAL" clId="{4CA511BB-76CC-4F7A-AAB6-C7B45C23B033}" dt="2026-08-06T15:59:03.912" v="305" actId="692"/>
            <ac:cxnSpMkLst>
              <pc:docMk/>
              <pc:sldMasterMk cId="0" sldId="2147483648"/>
              <pc:sldLayoutMk cId="0" sldId="2147483652"/>
              <ac:cxnSpMk id="218" creationId="{00000000-0000-0000-0000-000000000000}"/>
            </ac:cxnSpMkLst>
          </pc:cxnChg>
          <pc:cxnChg chg="mod">
            <ac:chgData name="Jeff Koch" userId="496b22ce-ca6f-4f51-973a-f28d9fd4782f" providerId="ADAL" clId="{4CA511BB-76CC-4F7A-AAB6-C7B45C23B033}" dt="2026-08-06T15:59:20.806" v="308" actId="34135"/>
            <ac:cxnSpMkLst>
              <pc:docMk/>
              <pc:sldMasterMk cId="0" sldId="2147483648"/>
              <pc:sldLayoutMk cId="0" sldId="2147483652"/>
              <ac:cxnSpMk id="222" creationId="{00000000-0000-0000-0000-000000000000}"/>
            </ac:cxnSpMkLst>
          </pc:cxnChg>
          <pc:cxnChg chg="mod">
            <ac:chgData name="Jeff Koch" userId="496b22ce-ca6f-4f51-973a-f28d9fd4782f" providerId="ADAL" clId="{4CA511BB-76CC-4F7A-AAB6-C7B45C23B033}" dt="2026-08-06T15:59:03.912" v="305" actId="692"/>
            <ac:cxnSpMkLst>
              <pc:docMk/>
              <pc:sldMasterMk cId="0" sldId="2147483648"/>
              <pc:sldLayoutMk cId="0" sldId="2147483652"/>
              <ac:cxnSpMk id="224" creationId="{00000000-0000-0000-0000-000000000000}"/>
            </ac:cxnSpMkLst>
          </pc:cxnChg>
          <pc:cxnChg chg="mod">
            <ac:chgData name="Jeff Koch" userId="496b22ce-ca6f-4f51-973a-f28d9fd4782f" providerId="ADAL" clId="{4CA511BB-76CC-4F7A-AAB6-C7B45C23B033}" dt="2026-08-06T15:59:20.806" v="308" actId="34135"/>
            <ac:cxnSpMkLst>
              <pc:docMk/>
              <pc:sldMasterMk cId="0" sldId="2147483648"/>
              <pc:sldLayoutMk cId="0" sldId="2147483652"/>
              <ac:cxnSpMk id="225" creationId="{00000000-0000-0000-0000-000000000000}"/>
            </ac:cxnSpMkLst>
          </pc:cxnChg>
        </pc:sldLayoutChg>
        <pc:sldLayoutChg chg="delSp mod">
          <pc:chgData name="Jeff Koch" userId="496b22ce-ca6f-4f51-973a-f28d9fd4782f" providerId="ADAL" clId="{4CA511BB-76CC-4F7A-AAB6-C7B45C23B033}" dt="2026-08-06T16:02:06.073" v="344" actId="478"/>
          <pc:sldLayoutMkLst>
            <pc:docMk/>
            <pc:sldMasterMk cId="0" sldId="2147483648"/>
            <pc:sldLayoutMk cId="0" sldId="2147483653"/>
          </pc:sldLayoutMkLst>
          <pc:grpChg chg="del">
            <ac:chgData name="Jeff Koch" userId="496b22ce-ca6f-4f51-973a-f28d9fd4782f" providerId="ADAL" clId="{4CA511BB-76CC-4F7A-AAB6-C7B45C23B033}" dt="2026-08-06T16:02:06.073" v="344" actId="478"/>
            <ac:grpSpMkLst>
              <pc:docMk/>
              <pc:sldMasterMk cId="0" sldId="2147483648"/>
              <pc:sldLayoutMk cId="0" sldId="2147483653"/>
              <ac:grpSpMk id="1066960135" creationId="{00000000-0000-0000-0000-000000000000}"/>
            </ac:grpSpMkLst>
          </pc:grpChg>
        </pc:sldLayoutChg>
        <pc:sldLayoutChg chg="delSp mod">
          <pc:chgData name="Jeff Koch" userId="496b22ce-ca6f-4f51-973a-f28d9fd4782f" providerId="ADAL" clId="{4CA511BB-76CC-4F7A-AAB6-C7B45C23B033}" dt="2026-08-06T16:02:12.587" v="345" actId="478"/>
          <pc:sldLayoutMkLst>
            <pc:docMk/>
            <pc:sldMasterMk cId="0" sldId="2147483648"/>
            <pc:sldLayoutMk cId="0" sldId="2147483654"/>
          </pc:sldLayoutMkLst>
          <pc:grpChg chg="del">
            <ac:chgData name="Jeff Koch" userId="496b22ce-ca6f-4f51-973a-f28d9fd4782f" providerId="ADAL" clId="{4CA511BB-76CC-4F7A-AAB6-C7B45C23B033}" dt="2026-08-06T16:02:12.587" v="345" actId="478"/>
            <ac:grpSpMkLst>
              <pc:docMk/>
              <pc:sldMasterMk cId="0" sldId="2147483648"/>
              <pc:sldLayoutMk cId="0" sldId="2147483654"/>
              <ac:grpSpMk id="819739701" creationId="{00000000-0000-0000-0000-000000000000}"/>
            </ac:grpSpMkLst>
          </pc:grpChg>
        </pc:sldLayoutChg>
        <pc:sldLayoutChg chg="delSp mod">
          <pc:chgData name="Jeff Koch" userId="496b22ce-ca6f-4f51-973a-f28d9fd4782f" providerId="ADAL" clId="{4CA511BB-76CC-4F7A-AAB6-C7B45C23B033}" dt="2026-08-06T16:02:19.448" v="346" actId="478"/>
          <pc:sldLayoutMkLst>
            <pc:docMk/>
            <pc:sldMasterMk cId="0" sldId="2147483648"/>
            <pc:sldLayoutMk cId="0" sldId="2147483655"/>
          </pc:sldLayoutMkLst>
          <pc:grpChg chg="del">
            <ac:chgData name="Jeff Koch" userId="496b22ce-ca6f-4f51-973a-f28d9fd4782f" providerId="ADAL" clId="{4CA511BB-76CC-4F7A-AAB6-C7B45C23B033}" dt="2026-08-06T16:02:19.448" v="346" actId="478"/>
            <ac:grpSpMkLst>
              <pc:docMk/>
              <pc:sldMasterMk cId="0" sldId="2147483648"/>
              <pc:sldLayoutMk cId="0" sldId="2147483655"/>
              <ac:grpSpMk id="1441765875" creationId="{00000000-0000-0000-0000-000000000000}"/>
            </ac:grpSpMkLst>
          </pc:grpChg>
        </pc:sldLayoutChg>
        <pc:sldLayoutChg chg="addSp delSp modSp mod">
          <pc:chgData name="Jeff Koch" userId="496b22ce-ca6f-4f51-973a-f28d9fd4782f" providerId="ADAL" clId="{4CA511BB-76CC-4F7A-AAB6-C7B45C23B033}" dt="2026-08-06T16:02:38.650" v="351" actId="1076"/>
          <pc:sldLayoutMkLst>
            <pc:docMk/>
            <pc:sldMasterMk cId="0" sldId="2147483648"/>
            <pc:sldLayoutMk cId="0" sldId="2147483656"/>
          </pc:sldLayoutMkLst>
          <pc:grpChg chg="del">
            <ac:chgData name="Jeff Koch" userId="496b22ce-ca6f-4f51-973a-f28d9fd4782f" providerId="ADAL" clId="{4CA511BB-76CC-4F7A-AAB6-C7B45C23B033}" dt="2026-08-06T16:02:30.666" v="350" actId="478"/>
            <ac:grpSpMkLst>
              <pc:docMk/>
              <pc:sldMasterMk cId="0" sldId="2147483648"/>
              <pc:sldLayoutMk cId="0" sldId="2147483656"/>
              <ac:grpSpMk id="1460626974" creationId="{00000000-0000-0000-0000-000000000000}"/>
            </ac:grpSpMkLst>
          </pc:grpChg>
          <pc:picChg chg="add del mod">
            <ac:chgData name="Jeff Koch" userId="496b22ce-ca6f-4f51-973a-f28d9fd4782f" providerId="ADAL" clId="{4CA511BB-76CC-4F7A-AAB6-C7B45C23B033}" dt="2026-08-06T16:02:38.650" v="351" actId="1076"/>
            <ac:picMkLst>
              <pc:docMk/>
              <pc:sldMasterMk cId="0" sldId="2147483648"/>
              <pc:sldLayoutMk cId="0" sldId="2147483656"/>
              <ac:picMk id="423646496" creationId="{00000000-0000-0000-0000-000000000000}"/>
            </ac:picMkLst>
          </pc:picChg>
        </pc:sldLayoutChg>
        <pc:sldLayoutChg chg="delSp modSp mod">
          <pc:chgData name="Jeff Koch" userId="496b22ce-ca6f-4f51-973a-f28d9fd4782f" providerId="ADAL" clId="{4CA511BB-76CC-4F7A-AAB6-C7B45C23B033}" dt="2026-08-06T16:02:50.377" v="353" actId="478"/>
          <pc:sldLayoutMkLst>
            <pc:docMk/>
            <pc:sldMasterMk cId="0" sldId="2147483648"/>
            <pc:sldLayoutMk cId="0" sldId="2147483657"/>
          </pc:sldLayoutMkLst>
          <pc:grpChg chg="del mod">
            <ac:chgData name="Jeff Koch" userId="496b22ce-ca6f-4f51-973a-f28d9fd4782f" providerId="ADAL" clId="{4CA511BB-76CC-4F7A-AAB6-C7B45C23B033}" dt="2026-08-06T16:02:50.377" v="353" actId="478"/>
            <ac:grpSpMkLst>
              <pc:docMk/>
              <pc:sldMasterMk cId="0" sldId="2147483648"/>
              <pc:sldLayoutMk cId="0" sldId="2147483657"/>
              <ac:grpSpMk id="214560051" creationId="{00000000-0000-0000-0000-000000000000}"/>
            </ac:grpSpMkLst>
          </pc:grpChg>
        </pc:sldLayoutChg>
        <pc:sldLayoutChg chg="delSp modSp mod">
          <pc:chgData name="Jeff Koch" userId="496b22ce-ca6f-4f51-973a-f28d9fd4782f" providerId="ADAL" clId="{4CA511BB-76CC-4F7A-AAB6-C7B45C23B033}" dt="2026-08-06T16:03:03.671" v="356" actId="1076"/>
          <pc:sldLayoutMkLst>
            <pc:docMk/>
            <pc:sldMasterMk cId="0" sldId="2147483648"/>
            <pc:sldLayoutMk cId="0" sldId="2147483658"/>
          </pc:sldLayoutMkLst>
          <pc:grpChg chg="del">
            <ac:chgData name="Jeff Koch" userId="496b22ce-ca6f-4f51-973a-f28d9fd4782f" providerId="ADAL" clId="{4CA511BB-76CC-4F7A-AAB6-C7B45C23B033}" dt="2026-08-06T16:02:58.752" v="355" actId="478"/>
            <ac:grpSpMkLst>
              <pc:docMk/>
              <pc:sldMasterMk cId="0" sldId="2147483648"/>
              <pc:sldLayoutMk cId="0" sldId="2147483658"/>
              <ac:grpSpMk id="326680546" creationId="{00000000-0000-0000-0000-000000000000}"/>
            </ac:grpSpMkLst>
          </pc:grpChg>
          <pc:picChg chg="mod">
            <ac:chgData name="Jeff Koch" userId="496b22ce-ca6f-4f51-973a-f28d9fd4782f" providerId="ADAL" clId="{4CA511BB-76CC-4F7A-AAB6-C7B45C23B033}" dt="2026-08-06T16:03:03.671" v="356" actId="1076"/>
            <ac:picMkLst>
              <pc:docMk/>
              <pc:sldMasterMk cId="0" sldId="2147483648"/>
              <pc:sldLayoutMk cId="0" sldId="2147483658"/>
              <ac:picMk id="265637058" creationId="{00000000-0000-0000-0000-000000000000}"/>
            </ac:picMkLst>
          </pc:picChg>
        </pc:sldLayoutChg>
        <pc:sldLayoutChg chg="delSp mod">
          <pc:chgData name="Jeff Koch" userId="496b22ce-ca6f-4f51-973a-f28d9fd4782f" providerId="ADAL" clId="{4CA511BB-76CC-4F7A-AAB6-C7B45C23B033}" dt="2026-08-06T16:03:08.451" v="357" actId="478"/>
          <pc:sldLayoutMkLst>
            <pc:docMk/>
            <pc:sldMasterMk cId="0" sldId="2147483648"/>
            <pc:sldLayoutMk cId="0" sldId="2147483659"/>
          </pc:sldLayoutMkLst>
          <pc:grpChg chg="del">
            <ac:chgData name="Jeff Koch" userId="496b22ce-ca6f-4f51-973a-f28d9fd4782f" providerId="ADAL" clId="{4CA511BB-76CC-4F7A-AAB6-C7B45C23B033}" dt="2026-08-06T16:03:08.451" v="357" actId="478"/>
            <ac:grpSpMkLst>
              <pc:docMk/>
              <pc:sldMasterMk cId="0" sldId="2147483648"/>
              <pc:sldLayoutMk cId="0" sldId="2147483659"/>
              <ac:grpSpMk id="1933905950" creationId="{00000000-0000-0000-0000-000000000000}"/>
            </ac:grpSpMkLst>
          </pc:grpChg>
        </pc:sldLayoutChg>
        <pc:sldLayoutChg chg="delSp mod">
          <pc:chgData name="Jeff Koch" userId="496b22ce-ca6f-4f51-973a-f28d9fd4782f" providerId="ADAL" clId="{4CA511BB-76CC-4F7A-AAB6-C7B45C23B033}" dt="2026-08-06T16:03:35.642" v="358" actId="478"/>
          <pc:sldLayoutMkLst>
            <pc:docMk/>
            <pc:sldMasterMk cId="0" sldId="2147483648"/>
            <pc:sldLayoutMk cId="0" sldId="2147483661"/>
          </pc:sldLayoutMkLst>
          <pc:grpChg chg="del">
            <ac:chgData name="Jeff Koch" userId="496b22ce-ca6f-4f51-973a-f28d9fd4782f" providerId="ADAL" clId="{4CA511BB-76CC-4F7A-AAB6-C7B45C23B033}" dt="2026-08-06T16:03:35.642" v="358" actId="478"/>
            <ac:grpSpMkLst>
              <pc:docMk/>
              <pc:sldMasterMk cId="0" sldId="2147483648"/>
              <pc:sldLayoutMk cId="0" sldId="2147483661"/>
              <ac:grpSpMk id="123395736" creationId="{00000000-0000-0000-0000-000000000000}"/>
            </ac:grpSpMkLst>
          </pc:grpChg>
        </pc:sldLayoutChg>
        <pc:sldLayoutChg chg="delSp mod">
          <pc:chgData name="Jeff Koch" userId="496b22ce-ca6f-4f51-973a-f28d9fd4782f" providerId="ADAL" clId="{4CA511BB-76CC-4F7A-AAB6-C7B45C23B033}" dt="2026-08-06T16:03:40.302" v="359" actId="478"/>
          <pc:sldLayoutMkLst>
            <pc:docMk/>
            <pc:sldMasterMk cId="0" sldId="2147483648"/>
            <pc:sldLayoutMk cId="0" sldId="2147483662"/>
          </pc:sldLayoutMkLst>
          <pc:grpChg chg="del">
            <ac:chgData name="Jeff Koch" userId="496b22ce-ca6f-4f51-973a-f28d9fd4782f" providerId="ADAL" clId="{4CA511BB-76CC-4F7A-AAB6-C7B45C23B033}" dt="2026-08-06T16:03:40.302" v="359" actId="478"/>
            <ac:grpSpMkLst>
              <pc:docMk/>
              <pc:sldMasterMk cId="0" sldId="2147483648"/>
              <pc:sldLayoutMk cId="0" sldId="2147483662"/>
              <ac:grpSpMk id="1243919110" creationId="{00000000-0000-0000-0000-000000000000}"/>
            </ac:grpSpMkLst>
          </pc:grpChg>
        </pc:sldLayoutChg>
        <pc:sldLayoutChg chg="delSp mod">
          <pc:chgData name="Jeff Koch" userId="496b22ce-ca6f-4f51-973a-f28d9fd4782f" providerId="ADAL" clId="{4CA511BB-76CC-4F7A-AAB6-C7B45C23B033}" dt="2026-08-06T16:03:47.130" v="360" actId="478"/>
          <pc:sldLayoutMkLst>
            <pc:docMk/>
            <pc:sldMasterMk cId="0" sldId="2147483648"/>
            <pc:sldLayoutMk cId="0" sldId="2147483663"/>
          </pc:sldLayoutMkLst>
          <pc:grpChg chg="del">
            <ac:chgData name="Jeff Koch" userId="496b22ce-ca6f-4f51-973a-f28d9fd4782f" providerId="ADAL" clId="{4CA511BB-76CC-4F7A-AAB6-C7B45C23B033}" dt="2026-08-06T16:03:47.130" v="360" actId="478"/>
            <ac:grpSpMkLst>
              <pc:docMk/>
              <pc:sldMasterMk cId="0" sldId="2147483648"/>
              <pc:sldLayoutMk cId="0" sldId="2147483663"/>
              <ac:grpSpMk id="943906518" creationId="{00000000-0000-0000-0000-000000000000}"/>
            </ac:grpSpMkLst>
          </pc:grpChg>
        </pc:sldLayoutChg>
        <pc:sldLayoutChg chg="addSp delSp modSp mod">
          <pc:chgData name="Jeff Koch" userId="496b22ce-ca6f-4f51-973a-f28d9fd4782f" providerId="ADAL" clId="{4CA511BB-76CC-4F7A-AAB6-C7B45C23B033}" dt="2026-08-06T16:04:14.152" v="365" actId="478"/>
          <pc:sldLayoutMkLst>
            <pc:docMk/>
            <pc:sldMasterMk cId="0" sldId="2147483648"/>
            <pc:sldLayoutMk cId="0" sldId="2147483664"/>
          </pc:sldLayoutMkLst>
          <pc:grpChg chg="del mod">
            <ac:chgData name="Jeff Koch" userId="496b22ce-ca6f-4f51-973a-f28d9fd4782f" providerId="ADAL" clId="{4CA511BB-76CC-4F7A-AAB6-C7B45C23B033}" dt="2026-08-06T16:04:14.152" v="365" actId="478"/>
            <ac:grpSpMkLst>
              <pc:docMk/>
              <pc:sldMasterMk cId="0" sldId="2147483648"/>
              <pc:sldLayoutMk cId="0" sldId="2147483664"/>
              <ac:grpSpMk id="1174040858" creationId="{00000000-0000-0000-0000-000000000000}"/>
            </ac:grpSpMkLst>
          </pc:grpChg>
          <pc:picChg chg="add del">
            <ac:chgData name="Jeff Koch" userId="496b22ce-ca6f-4f51-973a-f28d9fd4782f" providerId="ADAL" clId="{4CA511BB-76CC-4F7A-AAB6-C7B45C23B033}" dt="2026-08-06T16:03:56.967" v="362" actId="478"/>
            <ac:picMkLst>
              <pc:docMk/>
              <pc:sldMasterMk cId="0" sldId="2147483648"/>
              <pc:sldLayoutMk cId="0" sldId="2147483664"/>
              <ac:picMk id="1283495296" creationId="{00000000-0000-0000-0000-000000000000}"/>
            </ac:picMkLst>
          </pc:picChg>
        </pc:sldLayoutChg>
        <pc:sldLayoutChg chg="delSp mod">
          <pc:chgData name="Jeff Koch" userId="496b22ce-ca6f-4f51-973a-f28d9fd4782f" providerId="ADAL" clId="{4CA511BB-76CC-4F7A-AAB6-C7B45C23B033}" dt="2026-08-06T16:04:19.517" v="366" actId="478"/>
          <pc:sldLayoutMkLst>
            <pc:docMk/>
            <pc:sldMasterMk cId="0" sldId="2147483648"/>
            <pc:sldLayoutMk cId="0" sldId="2147483666"/>
          </pc:sldLayoutMkLst>
          <pc:grpChg chg="del">
            <ac:chgData name="Jeff Koch" userId="496b22ce-ca6f-4f51-973a-f28d9fd4782f" providerId="ADAL" clId="{4CA511BB-76CC-4F7A-AAB6-C7B45C23B033}" dt="2026-08-06T16:04:19.517" v="366" actId="478"/>
            <ac:grpSpMkLst>
              <pc:docMk/>
              <pc:sldMasterMk cId="0" sldId="2147483648"/>
              <pc:sldLayoutMk cId="0" sldId="2147483666"/>
              <ac:grpSpMk id="1313110936" creationId="{00000000-0000-0000-0000-000000000000}"/>
            </ac:grpSpMkLst>
          </pc:grpChg>
        </pc:sldLayoutChg>
        <pc:sldLayoutChg chg="delSp mod">
          <pc:chgData name="Jeff Koch" userId="496b22ce-ca6f-4f51-973a-f28d9fd4782f" providerId="ADAL" clId="{4CA511BB-76CC-4F7A-AAB6-C7B45C23B033}" dt="2026-08-06T16:04:23.989" v="367" actId="478"/>
          <pc:sldLayoutMkLst>
            <pc:docMk/>
            <pc:sldMasterMk cId="0" sldId="2147483648"/>
            <pc:sldLayoutMk cId="0" sldId="2147483667"/>
          </pc:sldLayoutMkLst>
          <pc:grpChg chg="del">
            <ac:chgData name="Jeff Koch" userId="496b22ce-ca6f-4f51-973a-f28d9fd4782f" providerId="ADAL" clId="{4CA511BB-76CC-4F7A-AAB6-C7B45C23B033}" dt="2026-08-06T16:04:23.989" v="367" actId="478"/>
            <ac:grpSpMkLst>
              <pc:docMk/>
              <pc:sldMasterMk cId="0" sldId="2147483648"/>
              <pc:sldLayoutMk cId="0" sldId="2147483667"/>
              <ac:grpSpMk id="1565282725" creationId="{00000000-0000-0000-0000-000000000000}"/>
            </ac:grpSpMkLst>
          </pc:grpChg>
        </pc:sldLayoutChg>
        <pc:sldLayoutChg chg="addSp delSp mod">
          <pc:chgData name="Jeff Koch" userId="496b22ce-ca6f-4f51-973a-f28d9fd4782f" providerId="ADAL" clId="{4CA511BB-76CC-4F7A-AAB6-C7B45C23B033}" dt="2026-08-06T16:07:51.126" v="384" actId="478"/>
          <pc:sldLayoutMkLst>
            <pc:docMk/>
            <pc:sldMasterMk cId="0" sldId="2147483648"/>
            <pc:sldLayoutMk cId="0" sldId="2147483668"/>
          </pc:sldLayoutMkLst>
          <pc:grpChg chg="del">
            <ac:chgData name="Jeff Koch" userId="496b22ce-ca6f-4f51-973a-f28d9fd4782f" providerId="ADAL" clId="{4CA511BB-76CC-4F7A-AAB6-C7B45C23B033}" dt="2026-08-06T16:07:51.126" v="384" actId="478"/>
            <ac:grpSpMkLst>
              <pc:docMk/>
              <pc:sldMasterMk cId="0" sldId="2147483648"/>
              <pc:sldLayoutMk cId="0" sldId="2147483668"/>
              <ac:grpSpMk id="203606296" creationId="{00000000-0000-0000-0000-000000000000}"/>
            </ac:grpSpMkLst>
          </pc:grpChg>
          <pc:picChg chg="add del">
            <ac:chgData name="Jeff Koch" userId="496b22ce-ca6f-4f51-973a-f28d9fd4782f" providerId="ADAL" clId="{4CA511BB-76CC-4F7A-AAB6-C7B45C23B033}" dt="2026-08-06T16:07:45.275" v="383" actId="478"/>
            <ac:picMkLst>
              <pc:docMk/>
              <pc:sldMasterMk cId="0" sldId="2147483648"/>
              <pc:sldLayoutMk cId="0" sldId="2147483668"/>
              <ac:picMk id="182621554" creationId="{00000000-0000-0000-0000-000000000000}"/>
            </ac:picMkLst>
          </pc:picChg>
        </pc:sldLayoutChg>
        <pc:sldLayoutChg chg="delSp mod">
          <pc:chgData name="Jeff Koch" userId="496b22ce-ca6f-4f51-973a-f28d9fd4782f" providerId="ADAL" clId="{4CA511BB-76CC-4F7A-AAB6-C7B45C23B033}" dt="2026-08-06T16:04:30.009" v="368" actId="478"/>
          <pc:sldLayoutMkLst>
            <pc:docMk/>
            <pc:sldMasterMk cId="0" sldId="2147483648"/>
            <pc:sldLayoutMk cId="0" sldId="2147483669"/>
          </pc:sldLayoutMkLst>
          <pc:grpChg chg="del">
            <ac:chgData name="Jeff Koch" userId="496b22ce-ca6f-4f51-973a-f28d9fd4782f" providerId="ADAL" clId="{4CA511BB-76CC-4F7A-AAB6-C7B45C23B033}" dt="2026-08-06T16:04:30.009" v="368" actId="478"/>
            <ac:grpSpMkLst>
              <pc:docMk/>
              <pc:sldMasterMk cId="0" sldId="2147483648"/>
              <pc:sldLayoutMk cId="0" sldId="2147483669"/>
              <ac:grpSpMk id="1718084995" creationId="{00000000-0000-0000-0000-000000000000}"/>
            </ac:grpSpMkLst>
          </pc:grpChg>
        </pc:sldLayoutChg>
        <pc:sldLayoutChg chg="delSp mod">
          <pc:chgData name="Jeff Koch" userId="496b22ce-ca6f-4f51-973a-f28d9fd4782f" providerId="ADAL" clId="{4CA511BB-76CC-4F7A-AAB6-C7B45C23B033}" dt="2026-08-06T16:04:34.754" v="369" actId="478"/>
          <pc:sldLayoutMkLst>
            <pc:docMk/>
            <pc:sldMasterMk cId="0" sldId="2147483648"/>
            <pc:sldLayoutMk cId="0" sldId="2147483670"/>
          </pc:sldLayoutMkLst>
          <pc:grpChg chg="del">
            <ac:chgData name="Jeff Koch" userId="496b22ce-ca6f-4f51-973a-f28d9fd4782f" providerId="ADAL" clId="{4CA511BB-76CC-4F7A-AAB6-C7B45C23B033}" dt="2026-08-06T16:04:34.754" v="369" actId="478"/>
            <ac:grpSpMkLst>
              <pc:docMk/>
              <pc:sldMasterMk cId="0" sldId="2147483648"/>
              <pc:sldLayoutMk cId="0" sldId="2147483670"/>
              <ac:grpSpMk id="2014430209" creationId="{00000000-0000-0000-0000-000000000000}"/>
            </ac:grpSpMkLst>
          </pc:grpChg>
        </pc:sldLayoutChg>
        <pc:sldLayoutChg chg="delSp mod">
          <pc:chgData name="Jeff Koch" userId="496b22ce-ca6f-4f51-973a-f28d9fd4782f" providerId="ADAL" clId="{4CA511BB-76CC-4F7A-AAB6-C7B45C23B033}" dt="2026-08-06T16:04:40.641" v="370" actId="478"/>
          <pc:sldLayoutMkLst>
            <pc:docMk/>
            <pc:sldMasterMk cId="0" sldId="2147483648"/>
            <pc:sldLayoutMk cId="0" sldId="2147483671"/>
          </pc:sldLayoutMkLst>
          <pc:grpChg chg="del">
            <ac:chgData name="Jeff Koch" userId="496b22ce-ca6f-4f51-973a-f28d9fd4782f" providerId="ADAL" clId="{4CA511BB-76CC-4F7A-AAB6-C7B45C23B033}" dt="2026-08-06T16:04:40.641" v="370" actId="478"/>
            <ac:grpSpMkLst>
              <pc:docMk/>
              <pc:sldMasterMk cId="0" sldId="2147483648"/>
              <pc:sldLayoutMk cId="0" sldId="2147483671"/>
              <ac:grpSpMk id="1827417189" creationId="{00000000-0000-0000-0000-000000000000}"/>
            </ac:grpSpMkLst>
          </pc:grpChg>
        </pc:sldLayoutChg>
        <pc:sldLayoutChg chg="delSp mod">
          <pc:chgData name="Jeff Koch" userId="496b22ce-ca6f-4f51-973a-f28d9fd4782f" providerId="ADAL" clId="{4CA511BB-76CC-4F7A-AAB6-C7B45C23B033}" dt="2026-08-06T16:04:46.159" v="371" actId="478"/>
          <pc:sldLayoutMkLst>
            <pc:docMk/>
            <pc:sldMasterMk cId="0" sldId="2147483648"/>
            <pc:sldLayoutMk cId="0" sldId="2147483673"/>
          </pc:sldLayoutMkLst>
          <pc:grpChg chg="del">
            <ac:chgData name="Jeff Koch" userId="496b22ce-ca6f-4f51-973a-f28d9fd4782f" providerId="ADAL" clId="{4CA511BB-76CC-4F7A-AAB6-C7B45C23B033}" dt="2026-08-06T16:04:46.159" v="371" actId="478"/>
            <ac:grpSpMkLst>
              <pc:docMk/>
              <pc:sldMasterMk cId="0" sldId="2147483648"/>
              <pc:sldLayoutMk cId="0" sldId="2147483673"/>
              <ac:grpSpMk id="74431028" creationId="{00000000-0000-0000-0000-000000000000}"/>
            </ac:grpSpMkLst>
          </pc:grpChg>
        </pc:sldLayoutChg>
        <pc:sldLayoutChg chg="delSp mod">
          <pc:chgData name="Jeff Koch" userId="496b22ce-ca6f-4f51-973a-f28d9fd4782f" providerId="ADAL" clId="{4CA511BB-76CC-4F7A-AAB6-C7B45C23B033}" dt="2026-08-06T16:04:51.490" v="372" actId="478"/>
          <pc:sldLayoutMkLst>
            <pc:docMk/>
            <pc:sldMasterMk cId="0" sldId="2147483648"/>
            <pc:sldLayoutMk cId="0" sldId="2147483676"/>
          </pc:sldLayoutMkLst>
          <pc:grpChg chg="del">
            <ac:chgData name="Jeff Koch" userId="496b22ce-ca6f-4f51-973a-f28d9fd4782f" providerId="ADAL" clId="{4CA511BB-76CC-4F7A-AAB6-C7B45C23B033}" dt="2026-08-06T16:04:51.490" v="372" actId="478"/>
            <ac:grpSpMkLst>
              <pc:docMk/>
              <pc:sldMasterMk cId="0" sldId="2147483648"/>
              <pc:sldLayoutMk cId="0" sldId="2147483676"/>
              <ac:grpSpMk id="545621468" creationId="{00000000-0000-0000-0000-000000000000}"/>
            </ac:grpSpMkLst>
          </pc:grpChg>
        </pc:sldLayoutChg>
        <pc:sldLayoutChg chg="delSp mod">
          <pc:chgData name="Jeff Koch" userId="496b22ce-ca6f-4f51-973a-f28d9fd4782f" providerId="ADAL" clId="{4CA511BB-76CC-4F7A-AAB6-C7B45C23B033}" dt="2026-08-06T16:05:17.587" v="373" actId="478"/>
          <pc:sldLayoutMkLst>
            <pc:docMk/>
            <pc:sldMasterMk cId="0" sldId="2147483648"/>
            <pc:sldLayoutMk cId="0" sldId="2147483677"/>
          </pc:sldLayoutMkLst>
          <pc:grpChg chg="del">
            <ac:chgData name="Jeff Koch" userId="496b22ce-ca6f-4f51-973a-f28d9fd4782f" providerId="ADAL" clId="{4CA511BB-76CC-4F7A-AAB6-C7B45C23B033}" dt="2026-08-06T16:05:17.587" v="373" actId="478"/>
            <ac:grpSpMkLst>
              <pc:docMk/>
              <pc:sldMasterMk cId="0" sldId="2147483648"/>
              <pc:sldLayoutMk cId="0" sldId="2147483677"/>
              <ac:grpSpMk id="1552260319" creationId="{00000000-0000-0000-0000-000000000000}"/>
            </ac:grpSpMkLst>
          </pc:gr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434223788" name="PlaceHolder 1"/>
          <p:cNvSpPr>
            <a:spLocks noGrp="1" noRot="1" noChangeAspect="1"/>
          </p:cNvSpPr>
          <p:nvPr>
            <p:ph type="sldImg"/>
          </p:nvPr>
        </p:nvSpPr>
        <p:spPr bwMode="auto">
          <a:xfrm>
            <a:off x="216000" y="812520"/>
            <a:ext cx="7127280" cy="4008960"/>
          </a:xfrm>
          <a:prstGeom prst="rect">
            <a:avLst/>
          </a:prstGeom>
          <a:noFill/>
          <a:ln w="0">
            <a:noFill/>
          </a:ln>
        </p:spPr>
        <p:txBody>
          <a:bodyPr lIns="0" tIns="0" rIns="0" bIns="0" anchor="ctr">
            <a:noAutofit/>
          </a:bodyPr>
          <a:lstStyle/>
          <a:p>
            <a:pPr>
              <a:defRPr/>
            </a:pPr>
            <a:r>
              <a:rPr lang="en-US" sz="4000" b="0" u="none" strike="noStrike" spc="-51">
                <a:solidFill>
                  <a:schemeClr val="dk1"/>
                </a:solidFill>
                <a:latin typeface="Segoe UI"/>
              </a:rPr>
              <a:t>Click to move the slide</a:t>
            </a:r>
          </a:p>
        </p:txBody>
      </p:sp>
      <p:sp>
        <p:nvSpPr>
          <p:cNvPr id="961976226" name="PlaceHolder 2"/>
          <p:cNvSpPr>
            <a:spLocks noGrp="1"/>
          </p:cNvSpPr>
          <p:nvPr>
            <p:ph type="body"/>
          </p:nvPr>
        </p:nvSpPr>
        <p:spPr bwMode="auto">
          <a:xfrm>
            <a:off x="756000" y="5078520"/>
            <a:ext cx="6047640" cy="4811039"/>
          </a:xfrm>
          <a:prstGeom prst="rect">
            <a:avLst/>
          </a:prstGeom>
          <a:noFill/>
          <a:ln w="0">
            <a:noFill/>
          </a:ln>
        </p:spPr>
        <p:txBody>
          <a:bodyPr lIns="0" tIns="0" rIns="0" bIns="0" anchor="t">
            <a:noAutofit/>
          </a:bodyPr>
          <a:lstStyle/>
          <a:p>
            <a:pPr indent="0" algn="l">
              <a:buNone/>
              <a:defRPr/>
            </a:pPr>
            <a:r>
              <a:rPr lang="en-US" sz="2000" b="0" u="none" strike="noStrike">
                <a:solidFill>
                  <a:srgbClr val="000000"/>
                </a:solidFill>
                <a:latin typeface="Arial"/>
              </a:rPr>
              <a:t>Click to edit the notes format</a:t>
            </a:r>
          </a:p>
        </p:txBody>
      </p:sp>
      <p:sp>
        <p:nvSpPr>
          <p:cNvPr id="680157644" name="PlaceHolder 3"/>
          <p:cNvSpPr>
            <a:spLocks noGrp="1"/>
          </p:cNvSpPr>
          <p:nvPr>
            <p:ph type="hdr"/>
          </p:nvPr>
        </p:nvSpPr>
        <p:spPr bwMode="auto">
          <a:xfrm>
            <a:off x="0" y="0"/>
            <a:ext cx="3280680" cy="534240"/>
          </a:xfrm>
          <a:prstGeom prst="rect">
            <a:avLst/>
          </a:prstGeom>
          <a:noFill/>
          <a:ln w="0">
            <a:noFill/>
          </a:ln>
        </p:spPr>
        <p:txBody>
          <a:bodyPr lIns="0" tIns="0" rIns="0" bIns="0" anchor="t">
            <a:noAutofit/>
          </a:bodyPr>
          <a:lstStyle/>
          <a:p>
            <a:pPr indent="0" algn="l">
              <a:buNone/>
              <a:defRPr/>
            </a:pPr>
            <a:r>
              <a:rPr lang="en-US" sz="1400" b="0" u="none" strike="noStrike">
                <a:solidFill>
                  <a:srgbClr val="000000"/>
                </a:solidFill>
                <a:latin typeface="Times New Roman"/>
              </a:rPr>
              <a:t>&lt;header&gt;</a:t>
            </a:r>
          </a:p>
        </p:txBody>
      </p:sp>
      <p:sp>
        <p:nvSpPr>
          <p:cNvPr id="966056249" name="PlaceHolder 4"/>
          <p:cNvSpPr>
            <a:spLocks noGrp="1"/>
          </p:cNvSpPr>
          <p:nvPr>
            <p:ph type="dt" idx="4"/>
          </p:nvPr>
        </p:nvSpPr>
        <p:spPr bwMode="auto">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latin typeface="Times New Roman"/>
              </a:defRPr>
            </a:lvl1pPr>
          </a:lstStyle>
          <a:p>
            <a:pPr indent="0" algn="r">
              <a:buNone/>
              <a:defRPr/>
            </a:pPr>
            <a:r>
              <a:rPr lang="en-US" sz="1400" b="0" u="none" strike="noStrike">
                <a:solidFill>
                  <a:srgbClr val="000000"/>
                </a:solidFill>
                <a:latin typeface="Times New Roman"/>
              </a:rPr>
              <a:t>&lt;date/time&gt;</a:t>
            </a:r>
          </a:p>
        </p:txBody>
      </p:sp>
      <p:sp>
        <p:nvSpPr>
          <p:cNvPr id="2116602856" name="PlaceHolder 5"/>
          <p:cNvSpPr>
            <a:spLocks noGrp="1"/>
          </p:cNvSpPr>
          <p:nvPr>
            <p:ph type="ftr" idx="5"/>
          </p:nvPr>
        </p:nvSpPr>
        <p:spPr bwMode="auto">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latin typeface="Times New Roman"/>
              </a:defRPr>
            </a:lvl1pPr>
          </a:lstStyle>
          <a:p>
            <a:pPr indent="0" algn="l">
              <a:buNone/>
              <a:defRPr/>
            </a:pPr>
            <a:r>
              <a:rPr lang="en-US" sz="1400" b="0" u="none" strike="noStrike">
                <a:solidFill>
                  <a:srgbClr val="000000"/>
                </a:solidFill>
                <a:latin typeface="Times New Roman"/>
              </a:rPr>
              <a:t>&lt;footer&gt;</a:t>
            </a:r>
          </a:p>
        </p:txBody>
      </p:sp>
      <p:sp>
        <p:nvSpPr>
          <p:cNvPr id="1412962727" name="PlaceHolder 6"/>
          <p:cNvSpPr>
            <a:spLocks noGrp="1"/>
          </p:cNvSpPr>
          <p:nvPr>
            <p:ph type="sldNum" idx="6"/>
          </p:nvPr>
        </p:nvSpPr>
        <p:spPr bwMode="auto">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latin typeface="Times New Roman"/>
              </a:defRPr>
            </a:lvl1pPr>
          </a:lstStyle>
          <a:p>
            <a:pPr indent="0" algn="r">
              <a:buNone/>
              <a:defRPr/>
            </a:pPr>
            <a:fld id="{7D8C57B6-9E44-4422-BEAE-5E0937692A63}" type="slidenum">
              <a:rPr lang="en-US" sz="1400" b="0" u="none" strike="noStrike">
                <a:solidFill>
                  <a:srgbClr val="000000"/>
                </a:solidFill>
                <a:latin typeface="Times New Roman"/>
              </a:rPr>
              <a:t>‹#›</a:t>
            </a:fld>
            <a:endParaRPr lang="en-US" sz="1400" b="0" u="none" strike="noStrike">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8" Type="http://schemas.openxmlformats.org/officeDocument/2006/relationships/hyperlink" Target="https://medium.com/@Nayonae/azure-app-service-vs-container-apps-which-one-does-your-service-need-and-why-c46eadab79fa" TargetMode="External"/><Relationship Id="rId3" Type="http://schemas.openxmlformats.org/officeDocument/2006/relationships/hyperlink" Target="https://learn.microsoft.com/en-us/azure/container-registry/container-registry-intro" TargetMode="External"/><Relationship Id="rId7" Type="http://schemas.openxmlformats.org/officeDocument/2006/relationships/hyperlink" Target="https://learn.microsoft.com/en-us/azure/container-apps/overview" TargetMode="External"/><Relationship Id="rId2" Type="http://schemas.openxmlformats.org/officeDocument/2006/relationships/slide" Target="../slides/slide25.xml"/><Relationship Id="rId1" Type="http://schemas.openxmlformats.org/officeDocument/2006/relationships/notesMaster" Target="../notesMasters/notesMaster1.xml"/><Relationship Id="rId6" Type="http://schemas.openxmlformats.org/officeDocument/2006/relationships/hyperlink" Target="https://medium.com/@sunita.rawat.cgi/azure-functions-vs-azure-container-apps-vs-app-service-my-real-world-experiences-and-when-to-b9819296ca0c" TargetMode="External"/><Relationship Id="rId5" Type="http://schemas.openxmlformats.org/officeDocument/2006/relationships/hyperlink" Target="https://techcommunity.microsoft.com/blog/appsonazureblog/choosing-the-right-azure-containerisation-strategy-aks-app-service-or-container-/4456645" TargetMode="External"/><Relationship Id="rId4" Type="http://schemas.openxmlformats.org/officeDocument/2006/relationships/hyperlink" Target="https://exatosoftware.com/app-services-in-azure/" TargetMode="Externa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learn.microsoft.com/training/modules/deploy-containers-azure-container-apps/"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learn.microsoft.com/training/modules/manage-containers-azure-container-apps/"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s://learn.microsoft.com/training/modules/scale-containers-azure-container-apps/"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3" Type="http://schemas.openxmlformats.org/officeDocument/2006/relationships/hyperlink" Target="https://azure.microsoft.com/" TargetMode="External"/><Relationship Id="rId2" Type="http://schemas.openxmlformats.org/officeDocument/2006/relationships/slide" Target="../slides/slide49.xml"/><Relationship Id="rId1" Type="http://schemas.openxmlformats.org/officeDocument/2006/relationships/notesMaster" Target="../notesMasters/notesMaster1.xml"/><Relationship Id="rId4" Type="http://schemas.openxmlformats.org/officeDocument/2006/relationships/hyperlink" Target="https://azure.microsoft.com/services/devops/" TargetMode="Externa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3" Type="http://schemas.openxmlformats.org/officeDocument/2006/relationships/hyperlink" Target="https://learn.microsoft.com/training/modules/configure-apps-azure-kubernetes-service/" TargetMode="External"/><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3" Type="http://schemas.openxmlformats.org/officeDocument/2006/relationships/hyperlink" Target="https://learn.microsoft.com/training/modules/monitor-apps-azure-kubernetes-service/" TargetMode="External"/><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3" Type="http://schemas.openxmlformats.org/officeDocument/2006/relationships/hyperlink" Target="https://learn.microsoft.com/training/paths/develop-ai-solutions-azure-cosmos-db/" TargetMode="External"/><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3" Type="http://schemas.openxmlformats.org/officeDocument/2006/relationships/hyperlink" Target="https://learn.microsoft.com/training/modules/build-query-azure-cosmos-db/" TargetMode="External"/><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3" Type="http://schemas.openxmlformats.org/officeDocument/2006/relationships/hyperlink" Target="https://learn.microsoft.com/training/modules/implement-vector-search-azure-cosmos-db/" TargetMode="External"/><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3" Type="http://schemas.openxmlformats.org/officeDocument/2006/relationships/hyperlink" Target="https://learn.microsoft.com/training/modules/optimize-query-performance-azure-cosmos-db/" TargetMode="External"/><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3" Type="http://schemas.openxmlformats.org/officeDocument/2006/relationships/hyperlink" Target="https://learn.microsoft.com/training/modules/implement-vector-search-azure-database-postgresql/" TargetMode="External"/><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3" Type="http://schemas.openxmlformats.org/officeDocument/2006/relationships/hyperlink" Target="https://learn.microsoft.com/training/modules/optimize-vector-search-azure-database-postgresql/" TargetMode="External"/><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3" Type="http://schemas.openxmlformats.org/officeDocument/2006/relationships/hyperlink" Target="https://learn.microsoft.com/training/modules/implement-data-operations-azure-managed-redis/" TargetMode="External"/><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3" Type="http://schemas.openxmlformats.org/officeDocument/2006/relationships/hyperlink" Target="https://learn.microsoft.com/training/modules/implement-event-messaging-azure-managed-redis/" TargetMode="External"/><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3" Type="http://schemas.openxmlformats.org/officeDocument/2006/relationships/hyperlink" Target="https://learn.microsoft.com/training/modules/implement-vector-storage-azure-managed-redis/" TargetMode="External"/><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3" Type="http://schemas.openxmlformats.org/officeDocument/2006/relationships/hyperlink" Target="https://learn.microsoft.com/training/paths/integrate-backend-services-ai-solutions/" TargetMode="External"/><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3" Type="http://schemas.openxmlformats.org/officeDocument/2006/relationships/hyperlink" Target="https://learn.microsoft.com/training/modules/queue-process-operations-service-bus/" TargetMode="External"/><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3" Type="http://schemas.openxmlformats.org/officeDocument/2006/relationships/hyperlink" Target="https://learn.microsoft.com/training/modules/event-driven-workflows-event-grid/" TargetMode="External"/><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3" Type="http://schemas.openxmlformats.org/officeDocument/2006/relationships/hyperlink" Target="https://learn.microsoft.com/training/modules/build-backends-azure-functions/" TargetMode="External"/><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3" Type="http://schemas.openxmlformats.org/officeDocument/2006/relationships/hyperlink" Target="https://learn.microsoft.com/training/paths/manage-app-secrets-configuration/" TargetMode="External"/><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3" Type="http://schemas.openxmlformats.org/officeDocument/2006/relationships/hyperlink" Target="https://learn.microsoft.com/training/modules/manage-app-secrets-key-vault/" TargetMode="External"/><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3" Type="http://schemas.openxmlformats.org/officeDocument/2006/relationships/hyperlink" Target="https://learn.microsoft.com/training/modules/manage-app-settings-app-config/" TargetMode="External"/><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3" Type="http://schemas.openxmlformats.org/officeDocument/2006/relationships/hyperlink" Target="https://learn.microsoft.com/training/paths/observe-troubleshoot-apps/" TargetMode="External"/><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3" Type="http://schemas.openxmlformats.org/officeDocument/2006/relationships/hyperlink" Target="https://learn.microsoft.com/training/modules/instrument-app-opentelemetry/" TargetMode="External"/><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3" Type="http://schemas.openxmlformats.org/officeDocument/2006/relationships/hyperlink" Target="https://learn.microsoft.com/training/modules/analyze-telemetry-logs-metrics/" TargetMode="External"/><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63592341" name="Slide Image Placeholder 1"/>
          <p:cNvSpPr>
            <a:spLocks noGrp="1" noRot="1" noChangeAspect="1"/>
          </p:cNvSpPr>
          <p:nvPr>
            <p:ph type="sldImg"/>
          </p:nvPr>
        </p:nvSpPr>
        <p:spPr bwMode="auto">
          <a:xfrm>
            <a:off x="217488" y="812800"/>
            <a:ext cx="7124700" cy="4008438"/>
          </a:xfrm>
        </p:spPr>
      </p:sp>
      <p:sp>
        <p:nvSpPr>
          <p:cNvPr id="76227375" name="Notes Placeholder 2"/>
          <p:cNvSpPr>
            <a:spLocks noGrp="1"/>
          </p:cNvSpPr>
          <p:nvPr>
            <p:ph type="body" idx="1"/>
          </p:nvPr>
        </p:nvSpPr>
        <p:spPr bwMode="auto"/>
        <p:txBody>
          <a:bodyPr/>
          <a:lstStyle/>
          <a:p>
            <a:pPr>
              <a:defRPr/>
            </a:pPr>
            <a:endParaRPr/>
          </a:p>
        </p:txBody>
      </p:sp>
      <p:sp>
        <p:nvSpPr>
          <p:cNvPr id="411751942" name="Slide Number Placeholder 3"/>
          <p:cNvSpPr>
            <a:spLocks noGrp="1"/>
          </p:cNvSpPr>
          <p:nvPr>
            <p:ph type="sldNum" sz="quarter" idx="10"/>
          </p:nvPr>
        </p:nvSpPr>
        <p:spPr bwMode="auto"/>
        <p:txBody>
          <a:bodyPr/>
          <a:lstStyle/>
          <a:p>
            <a:pPr>
              <a:defRPr/>
            </a:pPr>
            <a:fld id="{08D5CAF6-0995-796F-7AD7-6801707C916D}"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85642819" name="Slide Image Placeholder 1"/>
          <p:cNvSpPr>
            <a:spLocks noGrp="1" noRot="1" noChangeAspect="1"/>
          </p:cNvSpPr>
          <p:nvPr>
            <p:ph type="sldImg"/>
          </p:nvPr>
        </p:nvSpPr>
        <p:spPr bwMode="auto">
          <a:xfrm>
            <a:off x="217488" y="812800"/>
            <a:ext cx="7124700" cy="4008438"/>
          </a:xfrm>
        </p:spPr>
      </p:sp>
      <p:sp>
        <p:nvSpPr>
          <p:cNvPr id="2048931949" name="Notes Placeholder 2"/>
          <p:cNvSpPr>
            <a:spLocks noGrp="1"/>
          </p:cNvSpPr>
          <p:nvPr>
            <p:ph type="body" idx="1"/>
          </p:nvPr>
        </p:nvSpPr>
        <p:spPr bwMode="auto"/>
        <p:txBody>
          <a:bodyPr/>
          <a:lstStyle/>
          <a:p>
            <a:pPr>
              <a:defRPr/>
            </a:pPr>
            <a:endParaRPr/>
          </a:p>
        </p:txBody>
      </p:sp>
      <p:sp>
        <p:nvSpPr>
          <p:cNvPr id="900739955" name="Slide Number Placeholder 3"/>
          <p:cNvSpPr>
            <a:spLocks noGrp="1"/>
          </p:cNvSpPr>
          <p:nvPr>
            <p:ph type="sldNum" sz="quarter" idx="10"/>
          </p:nvPr>
        </p:nvSpPr>
        <p:spPr bwMode="auto"/>
        <p:txBody>
          <a:bodyPr/>
          <a:lstStyle/>
          <a:p>
            <a:pPr>
              <a:defRPr/>
            </a:pPr>
            <a:fld id="{80F8F295-D8A1-2CF0-CF50-5C625288D273}"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31651585" name="Slide Image Placeholder 1"/>
          <p:cNvSpPr>
            <a:spLocks noGrp="1" noRot="1" noChangeAspect="1"/>
          </p:cNvSpPr>
          <p:nvPr>
            <p:ph type="sldImg"/>
          </p:nvPr>
        </p:nvSpPr>
        <p:spPr bwMode="auto">
          <a:xfrm>
            <a:off x="217488" y="812800"/>
            <a:ext cx="7124700" cy="4008438"/>
          </a:xfrm>
        </p:spPr>
      </p:sp>
      <p:sp>
        <p:nvSpPr>
          <p:cNvPr id="1865845405" name="Notes Placeholder 2"/>
          <p:cNvSpPr>
            <a:spLocks noGrp="1"/>
          </p:cNvSpPr>
          <p:nvPr>
            <p:ph type="body" idx="1"/>
          </p:nvPr>
        </p:nvSpPr>
        <p:spPr bwMode="auto"/>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Azure AI Cloud Developer </a:t>
            </a:r>
            <a:r>
              <a:rPr lang="en-US" sz="1200" b="0" i="0" kern="1200" dirty="0" err="1">
                <a:solidFill>
                  <a:schemeClr val="tx1"/>
                </a:solidFill>
                <a:effectLst/>
                <a:latin typeface="+mn-lt"/>
                <a:ea typeface="+mn-ea"/>
                <a:cs typeface="+mn-cs"/>
              </a:rPr>
              <a:t>มีบทบาทตั้งแต่การทำความเข้าใจความต้องการและออกแบบระบบ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ไปจนถึงการพัฒนา</a:t>
            </a:r>
            <a:r>
              <a:rPr lang="en-US" sz="1200" b="0" i="0" kern="1200" dirty="0">
                <a:solidFill>
                  <a:schemeClr val="tx1"/>
                </a:solidFill>
                <a:effectLst/>
                <a:latin typeface="+mn-lt"/>
                <a:ea typeface="+mn-ea"/>
                <a:cs typeface="+mn-cs"/>
              </a:rPr>
              <a:t> Deploy </a:t>
            </a:r>
            <a:r>
              <a:rPr lang="en-US" sz="1200" b="0" i="0" kern="1200" dirty="0" err="1">
                <a:solidFill>
                  <a:schemeClr val="tx1"/>
                </a:solidFill>
                <a:effectLst/>
                <a:latin typeface="+mn-lt"/>
                <a:ea typeface="+mn-ea"/>
                <a:cs typeface="+mn-cs"/>
              </a:rPr>
              <a:t>รักษาความปลอดภัย</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และติดตามการทำงานของโซลูชัน</a:t>
            </a:r>
            <a:r>
              <a:rPr lang="en-US" sz="1200" b="0" i="0" kern="1200" dirty="0">
                <a:solidFill>
                  <a:schemeClr val="tx1"/>
                </a:solidFill>
                <a:effectLst/>
                <a:latin typeface="+mn-lt"/>
                <a:ea typeface="+mn-ea"/>
                <a:cs typeface="+mn-cs"/>
              </a:rPr>
              <a:t> AI </a:t>
            </a:r>
            <a:r>
              <a:rPr lang="en-US" sz="1200" b="0" i="0" kern="1200" dirty="0" err="1">
                <a:solidFill>
                  <a:schemeClr val="tx1"/>
                </a:solidFill>
                <a:effectLst/>
                <a:latin typeface="+mn-lt"/>
                <a:ea typeface="+mn-ea"/>
                <a:cs typeface="+mn-cs"/>
              </a:rPr>
              <a:t>บน</a:t>
            </a:r>
            <a:r>
              <a:rPr lang="en-US" sz="1200" b="0" i="0" kern="1200" dirty="0">
                <a:solidFill>
                  <a:schemeClr val="tx1"/>
                </a:solidFill>
                <a:effectLst/>
                <a:latin typeface="+mn-lt"/>
                <a:ea typeface="+mn-ea"/>
                <a:cs typeface="+mn-cs"/>
              </a:rPr>
              <a:t> Azure </a:t>
            </a:r>
            <a:r>
              <a:rPr lang="en-US" sz="1200" b="0" i="0" kern="1200" dirty="0" err="1">
                <a:solidFill>
                  <a:schemeClr val="tx1"/>
                </a:solidFill>
                <a:effectLst/>
                <a:latin typeface="+mn-lt"/>
                <a:ea typeface="+mn-ea"/>
                <a:cs typeface="+mn-cs"/>
              </a:rPr>
              <a:t>โดยให้ความสำคัญกับระบบฝั่ง</a:t>
            </a:r>
            <a:r>
              <a:rPr lang="en-US" sz="1200" b="0" i="0" kern="1200" dirty="0">
                <a:solidFill>
                  <a:schemeClr val="tx1"/>
                </a:solidFill>
                <a:effectLst/>
                <a:latin typeface="+mn-lt"/>
                <a:ea typeface="+mn-ea"/>
                <a:cs typeface="+mn-cs"/>
              </a:rPr>
              <a:t> Back-end </a:t>
            </a:r>
            <a:r>
              <a:rPr lang="en-US" sz="1200" b="0" i="0" kern="1200" dirty="0" err="1">
                <a:solidFill>
                  <a:schemeClr val="tx1"/>
                </a:solidFill>
                <a:effectLst/>
                <a:latin typeface="+mn-lt"/>
                <a:ea typeface="+mn-ea"/>
                <a:cs typeface="+mn-cs"/>
              </a:rPr>
              <a:t>เป็นหลัก</a:t>
            </a:r>
            <a:endParaRPr lang="th-TH"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th-TH"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th-TH" sz="1200" b="0" i="0" kern="1200" dirty="0">
              <a:solidFill>
                <a:schemeClr val="tx1"/>
              </a:solidFill>
              <a:effectLst/>
              <a:latin typeface="+mn-lt"/>
              <a:ea typeface="+mn-ea"/>
              <a:cs typeface="+mn-cs"/>
            </a:endParaRPr>
          </a:p>
          <a:p>
            <a:r>
              <a:rPr lang="en-US" sz="1200" b="1" u="none" strike="noStrike" kern="1200" dirty="0" err="1">
                <a:solidFill>
                  <a:schemeClr val="tx1"/>
                </a:solidFill>
                <a:effectLst/>
                <a:latin typeface="+mn-lt"/>
                <a:ea typeface="+mn-ea"/>
                <a:cs typeface="+mn-cs"/>
              </a:rPr>
              <a:t>เนื้อหาและทักษะหลักที่ครอบคลุม</a:t>
            </a:r>
            <a:endParaRPr lang="en-US" sz="1200" b="1" u="none" strike="noStrike" kern="1200" dirty="0">
              <a:solidFill>
                <a:schemeClr val="tx1"/>
              </a:solidFill>
              <a:effectLst/>
              <a:latin typeface="+mn-lt"/>
              <a:ea typeface="+mn-ea"/>
              <a:cs typeface="+mn-cs"/>
            </a:endParaRPr>
          </a:p>
          <a:p>
            <a:pPr lvl="0"/>
            <a:r>
              <a:rPr lang="en-US" sz="1200" b="1" u="none" strike="noStrike" kern="1200" dirty="0" err="1">
                <a:solidFill>
                  <a:schemeClr val="tx1"/>
                </a:solidFill>
                <a:effectLst/>
                <a:latin typeface="+mn-lt"/>
                <a:ea typeface="+mn-ea"/>
                <a:cs typeface="+mn-cs"/>
              </a:rPr>
              <a:t>การพัฒนาแอปพลิเคชันแบบ</a:t>
            </a:r>
            <a:r>
              <a:rPr lang="en-US" sz="1200" b="1" u="none" strike="noStrike" kern="1200" dirty="0">
                <a:solidFill>
                  <a:schemeClr val="tx1"/>
                </a:solidFill>
                <a:effectLst/>
                <a:latin typeface="+mn-lt"/>
                <a:ea typeface="+mn-ea"/>
                <a:cs typeface="+mn-cs"/>
              </a:rPr>
              <a:t> Container:</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ใช้งาน</a:t>
            </a:r>
            <a:r>
              <a:rPr lang="en-US" sz="1200" b="0" u="none" strike="noStrike" kern="1200" dirty="0">
                <a:solidFill>
                  <a:schemeClr val="tx1"/>
                </a:solidFill>
                <a:effectLst/>
                <a:latin typeface="+mn-lt"/>
                <a:ea typeface="+mn-ea"/>
                <a:cs typeface="+mn-cs"/>
              </a:rPr>
              <a:t> Azure Container Registry (ACR), Azure Container Apps </a:t>
            </a:r>
            <a:r>
              <a:rPr lang="en-US" sz="1200" b="0" u="none" strike="noStrike" kern="1200" dirty="0" err="1">
                <a:solidFill>
                  <a:schemeClr val="tx1"/>
                </a:solidFill>
                <a:effectLst/>
                <a:latin typeface="+mn-lt"/>
                <a:ea typeface="+mn-ea"/>
                <a:cs typeface="+mn-cs"/>
              </a:rPr>
              <a:t>และ</a:t>
            </a:r>
            <a:r>
              <a:rPr lang="en-US" sz="1200" b="0" u="none" strike="noStrike" kern="1200" dirty="0">
                <a:solidFill>
                  <a:schemeClr val="tx1"/>
                </a:solidFill>
                <a:effectLst/>
                <a:latin typeface="+mn-lt"/>
                <a:ea typeface="+mn-ea"/>
                <a:cs typeface="+mn-cs"/>
              </a:rPr>
              <a:t> Azure Kubernetes Service (AKS) </a:t>
            </a:r>
          </a:p>
          <a:p>
            <a:pPr lvl="0"/>
            <a:r>
              <a:rPr lang="en-US" sz="1200" b="1" u="none" strike="noStrike" kern="1200" dirty="0" err="1">
                <a:solidFill>
                  <a:schemeClr val="tx1"/>
                </a:solidFill>
                <a:effectLst/>
                <a:latin typeface="+mn-lt"/>
                <a:ea typeface="+mn-ea"/>
                <a:cs typeface="+mn-cs"/>
              </a:rPr>
              <a:t>การจัดการข้อมูลและ</a:t>
            </a:r>
            <a:r>
              <a:rPr lang="en-US" sz="1200" b="1" u="none" strike="noStrike" kern="1200" dirty="0">
                <a:solidFill>
                  <a:schemeClr val="tx1"/>
                </a:solidFill>
                <a:effectLst/>
                <a:latin typeface="+mn-lt"/>
                <a:ea typeface="+mn-ea"/>
                <a:cs typeface="+mn-cs"/>
              </a:rPr>
              <a:t> Vector Database:</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ใช้</a:t>
            </a:r>
            <a:r>
              <a:rPr lang="en-US" sz="1200" b="0" u="none" strike="noStrike" kern="1200" dirty="0">
                <a:solidFill>
                  <a:schemeClr val="tx1"/>
                </a:solidFill>
                <a:effectLst/>
                <a:latin typeface="+mn-lt"/>
                <a:ea typeface="+mn-ea"/>
                <a:cs typeface="+mn-cs"/>
              </a:rPr>
              <a:t> Azure Cosmos DB </a:t>
            </a:r>
            <a:r>
              <a:rPr lang="en-US" sz="1200" b="0" u="none" strike="noStrike" kern="1200" dirty="0" err="1">
                <a:solidFill>
                  <a:schemeClr val="tx1"/>
                </a:solidFill>
                <a:effectLst/>
                <a:latin typeface="+mn-lt"/>
                <a:ea typeface="+mn-ea"/>
                <a:cs typeface="+mn-cs"/>
              </a:rPr>
              <a:t>สำหรับ</a:t>
            </a:r>
            <a:r>
              <a:rPr lang="en-US" sz="1200" b="0" u="none" strike="noStrike" kern="1200" dirty="0">
                <a:solidFill>
                  <a:schemeClr val="tx1"/>
                </a:solidFill>
                <a:effectLst/>
                <a:latin typeface="+mn-lt"/>
                <a:ea typeface="+mn-ea"/>
                <a:cs typeface="+mn-cs"/>
              </a:rPr>
              <a:t> NoSQL, Azure Database for PostgreSQL (</a:t>
            </a:r>
            <a:r>
              <a:rPr lang="en-US" sz="1200" b="0" u="none" strike="noStrike" kern="1200" dirty="0" err="1">
                <a:solidFill>
                  <a:schemeClr val="tx1"/>
                </a:solidFill>
                <a:effectLst/>
                <a:latin typeface="+mn-lt"/>
                <a:ea typeface="+mn-ea"/>
                <a:cs typeface="+mn-cs"/>
              </a:rPr>
              <a:t>รองรับ</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pgvector</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และ</a:t>
            </a:r>
            <a:r>
              <a:rPr lang="en-US" sz="1200" b="0" u="none" strike="noStrike" kern="1200" dirty="0">
                <a:solidFill>
                  <a:schemeClr val="tx1"/>
                </a:solidFill>
                <a:effectLst/>
                <a:latin typeface="+mn-lt"/>
                <a:ea typeface="+mn-ea"/>
                <a:cs typeface="+mn-cs"/>
              </a:rPr>
              <a:t> Azure Managed Redis </a:t>
            </a:r>
            <a:r>
              <a:rPr lang="en-US" sz="1200" b="0" u="none" strike="noStrike" kern="1200" dirty="0" err="1">
                <a:solidFill>
                  <a:schemeClr val="tx1"/>
                </a:solidFill>
                <a:effectLst/>
                <a:latin typeface="+mn-lt"/>
                <a:ea typeface="+mn-ea"/>
                <a:cs typeface="+mn-cs"/>
              </a:rPr>
              <a:t>สำหรับการทำ</a:t>
            </a:r>
            <a:r>
              <a:rPr lang="en-US" sz="1200" b="0" u="none" strike="noStrike" kern="1200" dirty="0">
                <a:solidFill>
                  <a:schemeClr val="tx1"/>
                </a:solidFill>
                <a:effectLst/>
                <a:latin typeface="+mn-lt"/>
                <a:ea typeface="+mn-ea"/>
                <a:cs typeface="+mn-cs"/>
              </a:rPr>
              <a:t> Caching </a:t>
            </a:r>
            <a:r>
              <a:rPr lang="en-US" sz="1200" b="0" u="none" strike="noStrike" kern="1200" dirty="0" err="1">
                <a:solidFill>
                  <a:schemeClr val="tx1"/>
                </a:solidFill>
                <a:effectLst/>
                <a:latin typeface="+mn-lt"/>
                <a:ea typeface="+mn-ea"/>
                <a:cs typeface="+mn-cs"/>
              </a:rPr>
              <a:t>และ</a:t>
            </a:r>
            <a:r>
              <a:rPr lang="en-US" sz="1200" b="0" u="none" strike="noStrike" kern="1200" dirty="0">
                <a:solidFill>
                  <a:schemeClr val="tx1"/>
                </a:solidFill>
                <a:effectLst/>
                <a:latin typeface="+mn-lt"/>
                <a:ea typeface="+mn-ea"/>
                <a:cs typeface="+mn-cs"/>
              </a:rPr>
              <a:t> Vector Search </a:t>
            </a:r>
          </a:p>
          <a:p>
            <a:pPr lvl="0"/>
            <a:r>
              <a:rPr lang="en-US" sz="1200" b="1" u="none" strike="noStrike" kern="1200" dirty="0" err="1">
                <a:solidFill>
                  <a:schemeClr val="tx1"/>
                </a:solidFill>
                <a:effectLst/>
                <a:latin typeface="+mn-lt"/>
                <a:ea typeface="+mn-ea"/>
                <a:cs typeface="+mn-cs"/>
              </a:rPr>
              <a:t>สถาปัตยกรรมแบบ</a:t>
            </a:r>
            <a:r>
              <a:rPr lang="en-US" sz="1200" b="1" u="none" strike="noStrike" kern="1200" dirty="0">
                <a:solidFill>
                  <a:schemeClr val="tx1"/>
                </a:solidFill>
                <a:effectLst/>
                <a:latin typeface="+mn-lt"/>
                <a:ea typeface="+mn-ea"/>
                <a:cs typeface="+mn-cs"/>
              </a:rPr>
              <a:t> Event-driven </a:t>
            </a:r>
            <a:r>
              <a:rPr lang="en-US" sz="1200" b="1" u="none" strike="noStrike" kern="1200" dirty="0" err="1">
                <a:solidFill>
                  <a:schemeClr val="tx1"/>
                </a:solidFill>
                <a:effectLst/>
                <a:latin typeface="+mn-lt"/>
                <a:ea typeface="+mn-ea"/>
                <a:cs typeface="+mn-cs"/>
              </a:rPr>
              <a:t>และ</a:t>
            </a:r>
            <a:r>
              <a:rPr lang="en-US" sz="1200" b="1" u="none" strike="noStrike" kern="1200" dirty="0">
                <a:solidFill>
                  <a:schemeClr val="tx1"/>
                </a:solidFill>
                <a:effectLst/>
                <a:latin typeface="+mn-lt"/>
                <a:ea typeface="+mn-ea"/>
                <a:cs typeface="+mn-cs"/>
              </a:rPr>
              <a:t> Serverless:</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พัฒนา</a:t>
            </a:r>
            <a:r>
              <a:rPr lang="en-US" sz="1200" b="0" u="none" strike="noStrike" kern="1200" dirty="0">
                <a:solidFill>
                  <a:schemeClr val="tx1"/>
                </a:solidFill>
                <a:effectLst/>
                <a:latin typeface="+mn-lt"/>
                <a:ea typeface="+mn-ea"/>
                <a:cs typeface="+mn-cs"/>
              </a:rPr>
              <a:t> API </a:t>
            </a:r>
            <a:r>
              <a:rPr lang="en-US" sz="1200" b="0" u="none" strike="noStrike" kern="1200" dirty="0" err="1">
                <a:solidFill>
                  <a:schemeClr val="tx1"/>
                </a:solidFill>
                <a:effectLst/>
                <a:latin typeface="+mn-lt"/>
                <a:ea typeface="+mn-ea"/>
                <a:cs typeface="+mn-cs"/>
              </a:rPr>
              <a:t>ผ่าน</a:t>
            </a:r>
            <a:r>
              <a:rPr lang="en-US" sz="1200" b="0" u="none" strike="noStrike" kern="1200" dirty="0">
                <a:solidFill>
                  <a:schemeClr val="tx1"/>
                </a:solidFill>
                <a:effectLst/>
                <a:latin typeface="+mn-lt"/>
                <a:ea typeface="+mn-ea"/>
                <a:cs typeface="+mn-cs"/>
              </a:rPr>
              <a:t> Azure Functions, </a:t>
            </a:r>
            <a:r>
              <a:rPr lang="en-US" sz="1200" b="0" u="none" strike="noStrike" kern="1200" dirty="0" err="1">
                <a:solidFill>
                  <a:schemeClr val="tx1"/>
                </a:solidFill>
                <a:effectLst/>
                <a:latin typeface="+mn-lt"/>
                <a:ea typeface="+mn-ea"/>
                <a:cs typeface="+mn-cs"/>
              </a:rPr>
              <a:t>เชื่อมต่อระบบคิวด้วย</a:t>
            </a:r>
            <a:r>
              <a:rPr lang="en-US" sz="1200" b="0" u="none" strike="noStrike" kern="1200" dirty="0">
                <a:solidFill>
                  <a:schemeClr val="tx1"/>
                </a:solidFill>
                <a:effectLst/>
                <a:latin typeface="+mn-lt"/>
                <a:ea typeface="+mn-ea"/>
                <a:cs typeface="+mn-cs"/>
              </a:rPr>
              <a:t> Azure Service Bus </a:t>
            </a:r>
            <a:r>
              <a:rPr lang="en-US" sz="1200" b="0" u="none" strike="noStrike" kern="1200" dirty="0" err="1">
                <a:solidFill>
                  <a:schemeClr val="tx1"/>
                </a:solidFill>
                <a:effectLst/>
                <a:latin typeface="+mn-lt"/>
                <a:ea typeface="+mn-ea"/>
                <a:cs typeface="+mn-cs"/>
              </a:rPr>
              <a:t>และ</a:t>
            </a:r>
            <a:r>
              <a:rPr lang="en-US" sz="1200" b="0" u="none" strike="noStrike" kern="1200" dirty="0">
                <a:solidFill>
                  <a:schemeClr val="tx1"/>
                </a:solidFill>
                <a:effectLst/>
                <a:latin typeface="+mn-lt"/>
                <a:ea typeface="+mn-ea"/>
                <a:cs typeface="+mn-cs"/>
              </a:rPr>
              <a:t> Azure Event Grid </a:t>
            </a:r>
          </a:p>
          <a:p>
            <a:pPr lvl="0"/>
            <a:r>
              <a:rPr lang="en-US" sz="1200" b="1" u="none" strike="noStrike" kern="1200" dirty="0" err="1">
                <a:solidFill>
                  <a:schemeClr val="tx1"/>
                </a:solidFill>
                <a:effectLst/>
                <a:latin typeface="+mn-lt"/>
                <a:ea typeface="+mn-ea"/>
                <a:cs typeface="+mn-cs"/>
              </a:rPr>
              <a:t>ความปลอดภัยและการตรวจสอบระบบ</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จัดการความลับด้วย</a:t>
            </a:r>
            <a:r>
              <a:rPr lang="en-US" sz="1200" b="0" u="none" strike="noStrike" kern="1200" dirty="0">
                <a:solidFill>
                  <a:schemeClr val="tx1"/>
                </a:solidFill>
                <a:effectLst/>
                <a:latin typeface="+mn-lt"/>
                <a:ea typeface="+mn-ea"/>
                <a:cs typeface="+mn-cs"/>
              </a:rPr>
              <a:t> Azure Key Vault, </a:t>
            </a:r>
            <a:r>
              <a:rPr lang="en-US" sz="1200" b="0" u="none" strike="noStrike" kern="1200" dirty="0" err="1">
                <a:solidFill>
                  <a:schemeClr val="tx1"/>
                </a:solidFill>
                <a:effectLst/>
                <a:latin typeface="+mn-lt"/>
                <a:ea typeface="+mn-ea"/>
                <a:cs typeface="+mn-cs"/>
              </a:rPr>
              <a:t>ตั้งค่า</a:t>
            </a:r>
            <a:r>
              <a:rPr lang="en-US" sz="1200" b="0" u="none" strike="noStrike" kern="1200" dirty="0">
                <a:solidFill>
                  <a:schemeClr val="tx1"/>
                </a:solidFill>
                <a:effectLst/>
                <a:latin typeface="+mn-lt"/>
                <a:ea typeface="+mn-ea"/>
                <a:cs typeface="+mn-cs"/>
              </a:rPr>
              <a:t> App Configuration, </a:t>
            </a:r>
            <a:r>
              <a:rPr lang="en-US" sz="1200" b="0" u="none" strike="noStrike" kern="1200" dirty="0" err="1">
                <a:solidFill>
                  <a:schemeClr val="tx1"/>
                </a:solidFill>
                <a:effectLst/>
                <a:latin typeface="+mn-lt"/>
                <a:ea typeface="+mn-ea"/>
                <a:cs typeface="+mn-cs"/>
              </a:rPr>
              <a:t>และใช้</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OpenTelemetry</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หรือ</a:t>
            </a:r>
            <a:r>
              <a:rPr lang="en-US" sz="1200" b="0" u="none" strike="noStrike" kern="1200" dirty="0">
                <a:solidFill>
                  <a:schemeClr val="tx1"/>
                </a:solidFill>
                <a:effectLst/>
                <a:latin typeface="+mn-lt"/>
                <a:ea typeface="+mn-ea"/>
                <a:cs typeface="+mn-cs"/>
              </a:rPr>
              <a:t> KQL </a:t>
            </a:r>
            <a:r>
              <a:rPr lang="en-US" sz="1200" b="0" u="none" strike="noStrike" kern="1200" dirty="0" err="1">
                <a:solidFill>
                  <a:schemeClr val="tx1"/>
                </a:solidFill>
                <a:effectLst/>
                <a:latin typeface="+mn-lt"/>
                <a:ea typeface="+mn-ea"/>
                <a:cs typeface="+mn-cs"/>
              </a:rPr>
              <a:t>สำหรับ</a:t>
            </a:r>
            <a:r>
              <a:rPr lang="en-US" sz="1200" b="0" u="none" strike="noStrike" kern="1200" dirty="0">
                <a:solidFill>
                  <a:schemeClr val="tx1"/>
                </a:solidFill>
                <a:effectLst/>
                <a:latin typeface="+mn-lt"/>
                <a:ea typeface="+mn-ea"/>
                <a:cs typeface="+mn-cs"/>
              </a:rPr>
              <a:t> Monitoring </a:t>
            </a:r>
            <a:r>
              <a:rPr lang="en-US" sz="1200" b="0" u="none" strike="noStrike" kern="1200" dirty="0" err="1">
                <a:solidFill>
                  <a:schemeClr val="tx1"/>
                </a:solidFill>
                <a:effectLst/>
                <a:latin typeface="+mn-lt"/>
                <a:ea typeface="+mn-ea"/>
                <a:cs typeface="+mn-cs"/>
              </a:rPr>
              <a:t>และ</a:t>
            </a:r>
            <a:r>
              <a:rPr lang="en-US" sz="1200" b="0" u="none" strike="noStrike" kern="1200" dirty="0">
                <a:solidFill>
                  <a:schemeClr val="tx1"/>
                </a:solidFill>
                <a:effectLst/>
                <a:latin typeface="+mn-lt"/>
                <a:ea typeface="+mn-ea"/>
                <a:cs typeface="+mn-cs"/>
              </a:rPr>
              <a:t> Troubleshooting</a:t>
            </a:r>
            <a:endParaRPr lang="th-TH" sz="1200" b="0" u="none" strike="noStrike" kern="1200" dirty="0">
              <a:solidFill>
                <a:schemeClr val="tx1"/>
              </a:solidFill>
              <a:effectLst/>
              <a:latin typeface="+mn-lt"/>
              <a:ea typeface="+mn-ea"/>
              <a:cs typeface="+mn-cs"/>
            </a:endParaRPr>
          </a:p>
          <a:p>
            <a:pPr lvl="0"/>
            <a:endParaRPr lang="th-TH" sz="1200" b="0" u="none" strike="noStrike" kern="1200" dirty="0">
              <a:solidFill>
                <a:schemeClr val="tx1"/>
              </a:solidFill>
              <a:effectLst/>
              <a:latin typeface="+mn-lt"/>
              <a:ea typeface="+mn-ea"/>
              <a:cs typeface="+mn-cs"/>
            </a:endParaRPr>
          </a:p>
          <a:p>
            <a:pPr lvl="0"/>
            <a:r>
              <a:rPr lang="en-US" sz="1200" b="1" u="none" strike="noStrike" kern="1200" dirty="0">
                <a:solidFill>
                  <a:schemeClr val="tx1"/>
                </a:solidFill>
                <a:effectLst/>
                <a:latin typeface="+mn-lt"/>
                <a:ea typeface="+mn-ea"/>
                <a:cs typeface="+mn-cs"/>
              </a:rPr>
              <a:t>Vector Database</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คือ</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ฐานข้อมูลชนิดหนึ่งที่ถูกออกแบบมาเพื่อจัดเก็บ</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ค้นหา</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และจัดการข้อมูลในรูปแบบของ</a:t>
            </a:r>
            <a:r>
              <a:rPr lang="en-US" sz="1200" b="0" u="none" strike="noStrike" kern="1200" dirty="0">
                <a:solidFill>
                  <a:schemeClr val="tx1"/>
                </a:solidFill>
                <a:effectLst/>
                <a:latin typeface="+mn-lt"/>
                <a:ea typeface="+mn-ea"/>
                <a:cs typeface="+mn-cs"/>
              </a:rPr>
              <a:t> Vector Embeddings (</a:t>
            </a:r>
            <a:r>
              <a:rPr lang="en-US" sz="1200" b="0" u="none" strike="noStrike" kern="1200" dirty="0" err="1">
                <a:solidFill>
                  <a:schemeClr val="tx1"/>
                </a:solidFill>
                <a:effectLst/>
                <a:latin typeface="+mn-lt"/>
                <a:ea typeface="+mn-ea"/>
                <a:cs typeface="+mn-cs"/>
              </a:rPr>
              <a:t>ชุดข้อมูลตัวเลขหลายมิติที่โมเดล</a:t>
            </a:r>
            <a:r>
              <a:rPr lang="en-US" sz="1200" b="0" u="none" strike="noStrike" kern="1200" dirty="0">
                <a:solidFill>
                  <a:schemeClr val="tx1"/>
                </a:solidFill>
                <a:effectLst/>
                <a:latin typeface="+mn-lt"/>
                <a:ea typeface="+mn-ea"/>
                <a:cs typeface="+mn-cs"/>
              </a:rPr>
              <a:t> AI </a:t>
            </a:r>
            <a:r>
              <a:rPr lang="en-US" sz="1200" b="0" u="none" strike="noStrike" kern="1200" dirty="0" err="1">
                <a:solidFill>
                  <a:schemeClr val="tx1"/>
                </a:solidFill>
                <a:effectLst/>
                <a:latin typeface="+mn-lt"/>
                <a:ea typeface="+mn-ea"/>
                <a:cs typeface="+mn-cs"/>
              </a:rPr>
              <a:t>แปลงมาจากข้อความ</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รูปภาพ</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เสียง</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หรือวิดีโอเพื่อแทนความหมายของข้อมูลนั้นๆ</a:t>
            </a:r>
            <a:r>
              <a:rPr lang="en-US" sz="1200" b="0" u="none" strike="noStrike" kern="1200" dirty="0">
                <a:solidFill>
                  <a:schemeClr val="tx1"/>
                </a:solidFill>
                <a:effectLst/>
                <a:latin typeface="+mn-lt"/>
                <a:ea typeface="+mn-ea"/>
                <a:cs typeface="+mn-cs"/>
              </a:rPr>
              <a:t>)</a:t>
            </a:r>
            <a:r>
              <a:rPr lang="en-US" dirty="0"/>
              <a:t> </a:t>
            </a:r>
            <a:endParaRPr lang="th-TH" dirty="0"/>
          </a:p>
          <a:p>
            <a:pPr lvl="0"/>
            <a:endParaRPr lang="th-TH" sz="1200" b="0" u="none" strike="noStrike" kern="1200" dirty="0">
              <a:solidFill>
                <a:schemeClr val="tx1"/>
              </a:solidFill>
              <a:effectLst/>
              <a:latin typeface="+mn-lt"/>
              <a:ea typeface="+mn-ea"/>
              <a:cs typeface="+mn-cs"/>
            </a:endParaRPr>
          </a:p>
          <a:p>
            <a:r>
              <a:rPr lang="en-US" sz="1200" b="1" u="none" strike="noStrike" kern="1200" dirty="0" err="1">
                <a:solidFill>
                  <a:schemeClr val="tx1"/>
                </a:solidFill>
                <a:effectLst/>
                <a:latin typeface="+mn-lt"/>
                <a:ea typeface="+mn-ea"/>
                <a:cs typeface="+mn-cs"/>
              </a:rPr>
              <a:t>ต่างจาก</a:t>
            </a:r>
            <a:r>
              <a:rPr lang="en-US" sz="1200" b="1" u="none" strike="noStrike" kern="1200" dirty="0">
                <a:solidFill>
                  <a:schemeClr val="tx1"/>
                </a:solidFill>
                <a:effectLst/>
                <a:latin typeface="+mn-lt"/>
                <a:ea typeface="+mn-ea"/>
                <a:cs typeface="+mn-cs"/>
              </a:rPr>
              <a:t> Database </a:t>
            </a:r>
            <a:r>
              <a:rPr lang="en-US" sz="1200" b="1" u="none" strike="noStrike" kern="1200" dirty="0" err="1">
                <a:solidFill>
                  <a:schemeClr val="tx1"/>
                </a:solidFill>
                <a:effectLst/>
                <a:latin typeface="+mn-lt"/>
                <a:ea typeface="+mn-ea"/>
                <a:cs typeface="+mn-cs"/>
              </a:rPr>
              <a:t>ทั่วไปอย่างไร</a:t>
            </a:r>
            <a:r>
              <a:rPr lang="en-US" sz="1200" b="1" u="none" strike="noStrike" kern="1200" dirty="0">
                <a:solidFill>
                  <a:schemeClr val="tx1"/>
                </a:solidFill>
                <a:effectLst/>
                <a:latin typeface="+mn-lt"/>
                <a:ea typeface="+mn-ea"/>
                <a:cs typeface="+mn-cs"/>
              </a:rPr>
              <a:t>?</a:t>
            </a:r>
          </a:p>
          <a:p>
            <a:pPr lvl="0"/>
            <a:r>
              <a:rPr lang="en-US" sz="1200" b="1" u="none" strike="noStrike" kern="1200" dirty="0">
                <a:solidFill>
                  <a:schemeClr val="tx1"/>
                </a:solidFill>
                <a:effectLst/>
                <a:latin typeface="+mn-lt"/>
                <a:ea typeface="+mn-ea"/>
                <a:cs typeface="+mn-cs"/>
              </a:rPr>
              <a:t>SQL / NoSQL (</a:t>
            </a:r>
            <a:r>
              <a:rPr lang="en-US" sz="1200" b="1" u="none" strike="noStrike" kern="1200" dirty="0" err="1">
                <a:solidFill>
                  <a:schemeClr val="tx1"/>
                </a:solidFill>
                <a:effectLst/>
                <a:latin typeface="+mn-lt"/>
                <a:ea typeface="+mn-ea"/>
                <a:cs typeface="+mn-cs"/>
              </a:rPr>
              <a:t>แบบเดิม</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ค้นหาแบบตรงตัว</a:t>
            </a:r>
            <a:r>
              <a:rPr lang="en-US" sz="1200" b="0" u="none" strike="noStrike" kern="1200" dirty="0">
                <a:solidFill>
                  <a:schemeClr val="tx1"/>
                </a:solidFill>
                <a:effectLst/>
                <a:latin typeface="+mn-lt"/>
                <a:ea typeface="+mn-ea"/>
                <a:cs typeface="+mn-cs"/>
              </a:rPr>
              <a:t> (Keyword Search) </a:t>
            </a:r>
            <a:r>
              <a:rPr lang="en-US" sz="1200" b="0" u="none" strike="noStrike" kern="1200" dirty="0" err="1">
                <a:solidFill>
                  <a:schemeClr val="tx1"/>
                </a:solidFill>
                <a:effectLst/>
                <a:latin typeface="+mn-lt"/>
                <a:ea typeface="+mn-ea"/>
                <a:cs typeface="+mn-cs"/>
              </a:rPr>
              <a:t>หรือเช็กเงื่อนไขที่แน่นอน</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เช่น</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ค้นหาคำว่า</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รองเท้าวิ่ง</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ก็จะเจอเฉพาะคำนั้น</a:t>
            </a:r>
            <a:endParaRPr lang="en-US" sz="1200" b="0" u="none" strike="noStrike" kern="1200" dirty="0">
              <a:solidFill>
                <a:schemeClr val="tx1"/>
              </a:solidFill>
              <a:effectLst/>
              <a:latin typeface="+mn-lt"/>
              <a:ea typeface="+mn-ea"/>
              <a:cs typeface="+mn-cs"/>
            </a:endParaRPr>
          </a:p>
          <a:p>
            <a:pPr lvl="0"/>
            <a:r>
              <a:rPr lang="en-US" sz="1200" b="1" u="none" strike="noStrike" kern="1200" dirty="0">
                <a:solidFill>
                  <a:schemeClr val="tx1"/>
                </a:solidFill>
                <a:effectLst/>
                <a:latin typeface="+mn-lt"/>
                <a:ea typeface="+mn-ea"/>
                <a:cs typeface="+mn-cs"/>
              </a:rPr>
              <a:t>Vector Database:</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ค้นหาตามความหมายและบริบท</a:t>
            </a:r>
            <a:r>
              <a:rPr lang="en-US" sz="1200" b="0" u="none" strike="noStrike" kern="1200" dirty="0">
                <a:solidFill>
                  <a:schemeClr val="tx1"/>
                </a:solidFill>
                <a:effectLst/>
                <a:latin typeface="+mn-lt"/>
                <a:ea typeface="+mn-ea"/>
                <a:cs typeface="+mn-cs"/>
              </a:rPr>
              <a:t> (Semantic Search) </a:t>
            </a:r>
            <a:r>
              <a:rPr lang="en-US" sz="1200" b="0" u="none" strike="noStrike" kern="1200" dirty="0" err="1">
                <a:solidFill>
                  <a:schemeClr val="tx1"/>
                </a:solidFill>
                <a:effectLst/>
                <a:latin typeface="+mn-lt"/>
                <a:ea typeface="+mn-ea"/>
                <a:cs typeface="+mn-cs"/>
              </a:rPr>
              <a:t>เช่น</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ค้นหา</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รองเท้าวิ่ง</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แต่อาจแสดงผลเป็น</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สนีกเกอร์สำหรับออกกำลังกาย</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หรือ</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รองเท้าซ้อมมาราธอน</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เพราะ</a:t>
            </a:r>
            <a:r>
              <a:rPr lang="en-US" sz="1200" b="0" u="none" strike="noStrike" kern="1200" dirty="0">
                <a:solidFill>
                  <a:schemeClr val="tx1"/>
                </a:solidFill>
                <a:effectLst/>
                <a:latin typeface="+mn-lt"/>
                <a:ea typeface="+mn-ea"/>
                <a:cs typeface="+mn-cs"/>
              </a:rPr>
              <a:t> AI </a:t>
            </a:r>
            <a:r>
              <a:rPr lang="en-US" sz="1200" b="0" u="none" strike="noStrike" kern="1200" dirty="0" err="1">
                <a:solidFill>
                  <a:schemeClr val="tx1"/>
                </a:solidFill>
                <a:effectLst/>
                <a:latin typeface="+mn-lt"/>
                <a:ea typeface="+mn-ea"/>
                <a:cs typeface="+mn-cs"/>
              </a:rPr>
              <a:t>รู้ว่ามันคือสิ่งเดียวกัน</a:t>
            </a:r>
            <a:endParaRPr lang="en-US" sz="1200" b="0" u="none" strike="noStrike" kern="1200" dirty="0">
              <a:solidFill>
                <a:schemeClr val="tx1"/>
              </a:solidFill>
              <a:effectLst/>
              <a:latin typeface="+mn-lt"/>
              <a:ea typeface="+mn-ea"/>
              <a:cs typeface="+mn-cs"/>
            </a:endParaRPr>
          </a:p>
          <a:p>
            <a:pPr lvl="0"/>
            <a:endParaRPr lang="th-TH" sz="1200" b="0" u="none" strike="noStrike" kern="1200" dirty="0">
              <a:solidFill>
                <a:schemeClr val="tx1"/>
              </a:solidFill>
              <a:effectLst/>
              <a:latin typeface="+mn-lt"/>
              <a:ea typeface="+mn-ea"/>
              <a:cs typeface="+mn-cs"/>
            </a:endParaRPr>
          </a:p>
          <a:p>
            <a:r>
              <a:rPr lang="en-US" sz="1200" b="1" u="none" strike="noStrike" kern="1200" dirty="0" err="1">
                <a:solidFill>
                  <a:schemeClr val="tx1"/>
                </a:solidFill>
                <a:effectLst/>
                <a:latin typeface="+mn-lt"/>
                <a:ea typeface="+mn-ea"/>
                <a:cs typeface="+mn-cs"/>
              </a:rPr>
              <a:t>ตัวอย่างการนำไปใช้งาน</a:t>
            </a:r>
            <a:endParaRPr lang="en-US" sz="1200" b="1" u="none" strike="noStrike" kern="1200" dirty="0">
              <a:solidFill>
                <a:schemeClr val="tx1"/>
              </a:solidFill>
              <a:effectLst/>
              <a:latin typeface="+mn-lt"/>
              <a:ea typeface="+mn-ea"/>
              <a:cs typeface="+mn-cs"/>
            </a:endParaRPr>
          </a:p>
          <a:p>
            <a:pPr lvl="0"/>
            <a:r>
              <a:rPr lang="en-US" sz="1200" b="1" u="none" strike="noStrike" kern="1200" dirty="0" err="1">
                <a:solidFill>
                  <a:schemeClr val="tx1"/>
                </a:solidFill>
                <a:effectLst/>
                <a:latin typeface="+mn-lt"/>
                <a:ea typeface="+mn-ea"/>
                <a:cs typeface="+mn-cs"/>
              </a:rPr>
              <a:t>ระบบ</a:t>
            </a:r>
            <a:r>
              <a:rPr lang="en-US" sz="1200" b="1" u="none" strike="noStrike" kern="1200" dirty="0">
                <a:solidFill>
                  <a:schemeClr val="tx1"/>
                </a:solidFill>
                <a:effectLst/>
                <a:latin typeface="+mn-lt"/>
                <a:ea typeface="+mn-ea"/>
                <a:cs typeface="+mn-cs"/>
              </a:rPr>
              <a:t> RAG (Retrieval-Augmented Generation):</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ใช้ค้นหาข้อมูลจากเอกสารภายในองค์กรเพื่อป้อนให้</a:t>
            </a:r>
            <a:r>
              <a:rPr lang="en-US" sz="1200" b="0" u="none" strike="noStrike" kern="1200" dirty="0">
                <a:solidFill>
                  <a:schemeClr val="tx1"/>
                </a:solidFill>
                <a:effectLst/>
                <a:latin typeface="+mn-lt"/>
                <a:ea typeface="+mn-ea"/>
                <a:cs typeface="+mn-cs"/>
              </a:rPr>
              <a:t> LLM (</a:t>
            </a:r>
            <a:r>
              <a:rPr lang="en-US" sz="1200" b="0" u="none" strike="noStrike" kern="1200" dirty="0" err="1">
                <a:solidFill>
                  <a:schemeClr val="tx1"/>
                </a:solidFill>
                <a:effectLst/>
                <a:latin typeface="+mn-lt"/>
                <a:ea typeface="+mn-ea"/>
                <a:cs typeface="+mn-cs"/>
              </a:rPr>
              <a:t>เช่น</a:t>
            </a:r>
            <a:r>
              <a:rPr lang="en-US" sz="1200" b="0" u="none" strike="noStrike" kern="1200" dirty="0">
                <a:solidFill>
                  <a:schemeClr val="tx1"/>
                </a:solidFill>
                <a:effectLst/>
                <a:latin typeface="+mn-lt"/>
                <a:ea typeface="+mn-ea"/>
                <a:cs typeface="+mn-cs"/>
              </a:rPr>
              <a:t> ChatGPT) </a:t>
            </a:r>
            <a:r>
              <a:rPr lang="en-US" sz="1200" b="0" u="none" strike="noStrike" kern="1200" dirty="0" err="1">
                <a:solidFill>
                  <a:schemeClr val="tx1"/>
                </a:solidFill>
                <a:effectLst/>
                <a:latin typeface="+mn-lt"/>
                <a:ea typeface="+mn-ea"/>
                <a:cs typeface="+mn-cs"/>
              </a:rPr>
              <a:t>ตอบคำถามได้อย่างแม่นยำ</a:t>
            </a:r>
            <a:endParaRPr lang="en-US" sz="1200" b="0" u="none" strike="noStrike" kern="1200" dirty="0">
              <a:solidFill>
                <a:schemeClr val="tx1"/>
              </a:solidFill>
              <a:effectLst/>
              <a:latin typeface="+mn-lt"/>
              <a:ea typeface="+mn-ea"/>
              <a:cs typeface="+mn-cs"/>
            </a:endParaRPr>
          </a:p>
          <a:p>
            <a:pPr lvl="0"/>
            <a:r>
              <a:rPr lang="en-US" sz="1200" b="1" u="none" strike="noStrike" kern="1200" dirty="0" err="1">
                <a:solidFill>
                  <a:schemeClr val="tx1"/>
                </a:solidFill>
                <a:effectLst/>
                <a:latin typeface="+mn-lt"/>
                <a:ea typeface="+mn-ea"/>
                <a:cs typeface="+mn-cs"/>
              </a:rPr>
              <a:t>ระบบแนะนำสินค้าหรือคอนเทนต์</a:t>
            </a:r>
            <a:r>
              <a:rPr lang="en-US" sz="1200" b="1" u="none" strike="noStrike" kern="1200" dirty="0">
                <a:solidFill>
                  <a:schemeClr val="tx1"/>
                </a:solidFill>
                <a:effectLst/>
                <a:latin typeface="+mn-lt"/>
                <a:ea typeface="+mn-ea"/>
                <a:cs typeface="+mn-cs"/>
              </a:rPr>
              <a:t> (Real-Time Recommendation):</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ค้นหาสินค้าที่มีสเปกหรือฟีเจอร์ใกล้เคียงกัน</a:t>
            </a:r>
            <a:endParaRPr lang="en-US" sz="1200" b="0" u="none" strike="noStrike" kern="1200" dirty="0">
              <a:solidFill>
                <a:schemeClr val="tx1"/>
              </a:solidFill>
              <a:effectLst/>
              <a:latin typeface="+mn-lt"/>
              <a:ea typeface="+mn-ea"/>
              <a:cs typeface="+mn-cs"/>
            </a:endParaRPr>
          </a:p>
          <a:p>
            <a:pPr lvl="0"/>
            <a:r>
              <a:rPr lang="en-US" sz="1200" b="1" u="none" strike="noStrike" kern="1200" dirty="0" err="1">
                <a:solidFill>
                  <a:schemeClr val="tx1"/>
                </a:solidFill>
                <a:effectLst/>
                <a:latin typeface="+mn-lt"/>
                <a:ea typeface="+mn-ea"/>
                <a:cs typeface="+mn-cs"/>
              </a:rPr>
              <a:t>การจดจำรูปภาพและวิดีโอ</a:t>
            </a:r>
            <a:r>
              <a:rPr lang="en-US" sz="1200" b="1" u="none" strike="noStrike" kern="1200" dirty="0">
                <a:solidFill>
                  <a:schemeClr val="tx1"/>
                </a:solidFill>
                <a:effectLst/>
                <a:latin typeface="+mn-lt"/>
                <a:ea typeface="+mn-ea"/>
                <a:cs typeface="+mn-cs"/>
              </a:rPr>
              <a:t> (Image/Video Recognition):</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ค้นหารูปภาพที่ลักษณะคล้ายกันข้ามสื่อ</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เช่น</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พิมพ์ข้อความแล้วค้นหารูปภาพ</a:t>
            </a:r>
            <a:r>
              <a:rPr lang="en-US" sz="1200" b="0" u="none" strike="noStrike" kern="1200" dirty="0">
                <a:solidFill>
                  <a:schemeClr val="tx1"/>
                </a:solidFill>
                <a:effectLst/>
                <a:latin typeface="+mn-lt"/>
                <a:ea typeface="+mn-ea"/>
                <a:cs typeface="+mn-cs"/>
              </a:rPr>
              <a:t>)</a:t>
            </a:r>
          </a:p>
          <a:p>
            <a:pPr lvl="0"/>
            <a:r>
              <a:rPr lang="en-US" sz="1200" b="1" u="none" strike="noStrike" kern="1200" dirty="0">
                <a:solidFill>
                  <a:schemeClr val="tx1"/>
                </a:solidFill>
                <a:effectLst/>
                <a:latin typeface="+mn-lt"/>
                <a:ea typeface="+mn-ea"/>
                <a:cs typeface="+mn-cs"/>
              </a:rPr>
              <a:t>Agentic AI:</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ให้</a:t>
            </a:r>
            <a:r>
              <a:rPr lang="en-US" sz="1200" b="0" u="none" strike="noStrike" kern="1200" dirty="0">
                <a:solidFill>
                  <a:schemeClr val="tx1"/>
                </a:solidFill>
                <a:effectLst/>
                <a:latin typeface="+mn-lt"/>
                <a:ea typeface="+mn-ea"/>
                <a:cs typeface="+mn-cs"/>
              </a:rPr>
              <a:t> AI </a:t>
            </a:r>
            <a:r>
              <a:rPr lang="en-US" sz="1200" b="0" u="none" strike="noStrike" kern="1200" dirty="0" err="1">
                <a:solidFill>
                  <a:schemeClr val="tx1"/>
                </a:solidFill>
                <a:effectLst/>
                <a:latin typeface="+mn-lt"/>
                <a:ea typeface="+mn-ea"/>
                <a:cs typeface="+mn-cs"/>
              </a:rPr>
              <a:t>ตัวแทนค้นหาและดึงความทรงจำหรือข้อมูลเชิงลึกได้อย่างรวดเร็ว</a:t>
            </a:r>
            <a:endParaRPr lang="en-US" sz="1200" b="0" u="none" strike="noStrike" kern="1200" dirty="0">
              <a:solidFill>
                <a:schemeClr val="tx1"/>
              </a:solidFill>
              <a:effectLst/>
              <a:latin typeface="+mn-lt"/>
              <a:ea typeface="+mn-ea"/>
              <a:cs typeface="+mn-cs"/>
            </a:endParaRPr>
          </a:p>
          <a:p>
            <a:pPr lvl="0"/>
            <a:endParaRPr lang="en-US" sz="1200" b="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a:defRPr/>
            </a:pPr>
            <a:endParaRPr dirty="0"/>
          </a:p>
        </p:txBody>
      </p:sp>
      <p:sp>
        <p:nvSpPr>
          <p:cNvPr id="1586818793" name="Slide Number Placeholder 3"/>
          <p:cNvSpPr>
            <a:spLocks noGrp="1"/>
          </p:cNvSpPr>
          <p:nvPr>
            <p:ph type="sldNum" sz="quarter" idx="10"/>
          </p:nvPr>
        </p:nvSpPr>
        <p:spPr bwMode="auto"/>
        <p:txBody>
          <a:bodyPr/>
          <a:lstStyle/>
          <a:p>
            <a:pPr>
              <a:defRPr/>
            </a:pPr>
            <a:fld id="{A8CB14C1-ABDE-72B4-A828-7CA0D0DC668C}"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60507979" name="Slide Image Placeholder 1"/>
          <p:cNvSpPr>
            <a:spLocks noGrp="1" noRot="1" noChangeAspect="1"/>
          </p:cNvSpPr>
          <p:nvPr>
            <p:ph type="sldImg"/>
          </p:nvPr>
        </p:nvSpPr>
        <p:spPr bwMode="auto">
          <a:xfrm>
            <a:off x="217488" y="812800"/>
            <a:ext cx="7124700" cy="4008438"/>
          </a:xfrm>
        </p:spPr>
      </p:sp>
      <p:sp>
        <p:nvSpPr>
          <p:cNvPr id="1911197522" name="Notes Placeholder 2"/>
          <p:cNvSpPr>
            <a:spLocks noGrp="1"/>
          </p:cNvSpPr>
          <p:nvPr>
            <p:ph type="body" idx="1"/>
          </p:nvPr>
        </p:nvSpPr>
        <p:spPr bwMode="auto"/>
        <p:txBody>
          <a:bodyPr/>
          <a:lstStyle/>
          <a:p>
            <a:pPr>
              <a:defRPr/>
            </a:pPr>
            <a:endParaRPr dirty="0"/>
          </a:p>
        </p:txBody>
      </p:sp>
      <p:sp>
        <p:nvSpPr>
          <p:cNvPr id="1741463237" name="Slide Number Placeholder 3"/>
          <p:cNvSpPr>
            <a:spLocks noGrp="1"/>
          </p:cNvSpPr>
          <p:nvPr>
            <p:ph type="sldNum" sz="quarter" idx="10"/>
          </p:nvPr>
        </p:nvSpPr>
        <p:spPr bwMode="auto"/>
        <p:txBody>
          <a:bodyPr/>
          <a:lstStyle/>
          <a:p>
            <a:pPr>
              <a:defRPr/>
            </a:pPr>
            <a:fld id="{CD876B31-0233-8AB1-10EE-CA472928EE93}"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83206529" name="PlaceHolder 1"/>
          <p:cNvSpPr>
            <a:spLocks noGrp="1" noRot="1" noChangeAspect="1"/>
          </p:cNvSpPr>
          <p:nvPr>
            <p:ph type="sldImg"/>
          </p:nvPr>
        </p:nvSpPr>
        <p:spPr bwMode="auto">
          <a:xfrm>
            <a:off x="381000" y="685800"/>
            <a:ext cx="6096000" cy="3429000"/>
          </a:xfrm>
          <a:prstGeom prst="rect">
            <a:avLst/>
          </a:prstGeom>
          <a:ln w="0">
            <a:noFill/>
          </a:ln>
        </p:spPr>
      </p:sp>
      <p:sp>
        <p:nvSpPr>
          <p:cNvPr id="926953308" name="PlaceHolder 2"/>
          <p:cNvSpPr>
            <a:spLocks noGrp="1"/>
          </p:cNvSpPr>
          <p:nvPr>
            <p:ph type="body"/>
          </p:nvPr>
        </p:nvSpPr>
        <p:spPr bwMode="auto">
          <a:xfrm>
            <a:off x="685800" y="4343400"/>
            <a:ext cx="5486039" cy="4114440"/>
          </a:xfrm>
          <a:prstGeom prst="rect">
            <a:avLst/>
          </a:prstGeom>
          <a:noFill/>
          <a:ln w="0">
            <a:noFill/>
          </a:ln>
        </p:spPr>
        <p:txBody>
          <a:bodyPr lIns="91440" tIns="45720" rIns="91440" bIns="45720" anchor="t">
            <a:noAutofit/>
          </a:bodyPr>
          <a:lstStyle/>
          <a:p>
            <a:pPr indent="0" algn="l">
              <a:buNone/>
              <a:defRPr/>
            </a:pPr>
            <a:endParaRPr lang="en-US" sz="1800" b="0" u="none" strike="noStrike">
              <a:solidFill>
                <a:srgbClr val="000000"/>
              </a:solidFill>
              <a:latin typeface="Arial"/>
            </a:endParaRPr>
          </a:p>
        </p:txBody>
      </p:sp>
      <p:sp>
        <p:nvSpPr>
          <p:cNvPr id="1492466611" name="PlaceHolder 3"/>
          <p:cNvSpPr>
            <a:spLocks noGrp="1"/>
          </p:cNvSpPr>
          <p:nvPr>
            <p:ph type="hdr"/>
          </p:nvPr>
        </p:nvSpPr>
        <p:spPr bwMode="auto">
          <a:xfrm>
            <a:off x="0" y="0"/>
            <a:ext cx="2971440" cy="456840"/>
          </a:xfrm>
          <a:prstGeom prst="rect">
            <a:avLst/>
          </a:prstGeom>
          <a:noFill/>
          <a:ln w="0">
            <a:noFill/>
          </a:ln>
        </p:spPr>
        <p:txBody>
          <a:bodyPr lIns="91440" tIns="45720" rIns="91440" bIns="45720" anchor="t">
            <a:noAutofit/>
          </a:bodyPr>
          <a:lstStyle/>
          <a:p>
            <a:pPr indent="0" algn="l">
              <a:buNone/>
              <a:defRPr/>
            </a:pPr>
            <a:endParaRPr lang="en-US" sz="1200" b="0" u="none" strike="noStrike">
              <a:solidFill>
                <a:schemeClr val="dk1"/>
              </a:solidFill>
              <a:latin typeface="Segoe UI"/>
            </a:endParaRPr>
          </a:p>
        </p:txBody>
      </p:sp>
      <p:sp>
        <p:nvSpPr>
          <p:cNvPr id="472258877" name="PlaceHolder 4"/>
          <p:cNvSpPr>
            <a:spLocks noGrp="1"/>
          </p:cNvSpPr>
          <p:nvPr>
            <p:ph type="ftr" idx="7"/>
          </p:nvPr>
        </p:nvSpPr>
        <p:spPr bwMode="auto">
          <a:xfrm>
            <a:off x="0" y="8686800"/>
            <a:ext cx="5920560" cy="355680"/>
          </a:xfrm>
          <a:prstGeom prst="rect">
            <a:avLst/>
          </a:prstGeom>
          <a:noFill/>
          <a:ln w="0">
            <a:noFill/>
          </a:ln>
        </p:spPr>
        <p:txBody>
          <a:bodyPr lIns="91440" tIns="45720" rIns="91440" bIns="45720" anchor="b">
            <a:noAutofit/>
          </a:bodyPr>
          <a:lstStyle>
            <a:lvl1pPr marL="571680" indent="0" algn="l" defTabSz="914040">
              <a:lnSpc>
                <a:spcPct val="100000"/>
              </a:lnSpc>
              <a:buNone/>
              <a:tabLst>
                <a:tab pos="0" algn="l"/>
              </a:tabLst>
              <a:defRPr lang="en-US" sz="400" b="0" u="none" strike="noStrike">
                <a:solidFill>
                  <a:srgbClr val="000000"/>
                </a:solidFill>
                <a:latin typeface="Segoe UI"/>
                <a:ea typeface="Segoe UI"/>
              </a:defRPr>
            </a:lvl1pPr>
          </a:lstStyle>
          <a:p>
            <a:pPr marL="571680" indent="0" algn="l" defTabSz="914040">
              <a:lnSpc>
                <a:spcPct val="100000"/>
              </a:lnSpc>
              <a:buNone/>
              <a:tabLst>
                <a:tab pos="0" algn="l"/>
              </a:tabLst>
              <a:defRPr/>
            </a:pPr>
            <a:r>
              <a:rPr lang="en-US" sz="400" b="0" u="none" strike="noStrike">
                <a:solidFill>
                  <a:srgbClr val="000000"/>
                </a:solidFill>
                <a:latin typeface="Segoe UI"/>
                <a:ea typeface="Segoe UI"/>
              </a:rPr>
              <a:t>© Microsoft Corporation. All rights reserved. MICROSOFT MAKES NO WARRANTIES, EXPRESS, IMPLIED OR STATUTORY, AS TO THE INFORMATION IN THIS PRESENTATION.</a:t>
            </a:r>
            <a:endParaRPr lang="en-US" sz="400" b="0" u="none" strike="noStrike">
              <a:solidFill>
                <a:srgbClr val="000000"/>
              </a:solidFill>
              <a:latin typeface="Times New Roman"/>
            </a:endParaRPr>
          </a:p>
        </p:txBody>
      </p:sp>
      <p:sp>
        <p:nvSpPr>
          <p:cNvPr id="458308986" name="PlaceHolder 5"/>
          <p:cNvSpPr>
            <a:spLocks noGrp="1"/>
          </p:cNvSpPr>
          <p:nvPr>
            <p:ph type="dt" idx="8"/>
          </p:nvPr>
        </p:nvSpPr>
        <p:spPr bwMode="auto">
          <a:xfrm>
            <a:off x="3884760" y="0"/>
            <a:ext cx="2971440" cy="456840"/>
          </a:xfrm>
          <a:prstGeom prst="rect">
            <a:avLst/>
          </a:prstGeom>
          <a:noFill/>
          <a:ln w="0">
            <a:noFill/>
          </a:ln>
        </p:spPr>
        <p:txBody>
          <a:bodyPr lIns="91440" tIns="45720" rIns="91440" bIns="45720" anchor="t">
            <a:noAutofit/>
          </a:bodyPr>
          <a:lstStyle>
            <a:lvl1pPr indent="0" algn="r">
              <a:lnSpc>
                <a:spcPct val="100000"/>
              </a:lnSpc>
              <a:buNone/>
              <a:defRPr lang="en-US" sz="1200" b="0" u="none" strike="noStrike">
                <a:solidFill>
                  <a:srgbClr val="000000"/>
                </a:solidFill>
                <a:latin typeface="Segoe UI"/>
              </a:defRPr>
            </a:lvl1pPr>
          </a:lstStyle>
          <a:p>
            <a:pPr indent="0" algn="r">
              <a:lnSpc>
                <a:spcPct val="100000"/>
              </a:lnSpc>
              <a:buNone/>
              <a:defRPr/>
            </a:pPr>
            <a:fld id="{383CC894-3196-4A3E-B61D-FC37605BE3A4}" type="datetime1">
              <a:rPr lang="en-US" sz="1200" b="0" u="none" strike="noStrike">
                <a:solidFill>
                  <a:srgbClr val="000000"/>
                </a:solidFill>
                <a:latin typeface="Segoe UI"/>
              </a:rPr>
              <a:t>10/27/2026</a:t>
            </a:fld>
            <a:r>
              <a:rPr lang="en-US" sz="1200" b="0" u="none" strike="noStrike">
                <a:solidFill>
                  <a:srgbClr val="000000"/>
                </a:solidFill>
                <a:latin typeface="Segoe UI"/>
              </a:rPr>
              <a:t> </a:t>
            </a:r>
            <a:fld id="{FCEB9606-58CF-4968-B937-AEC9361FEE33}" type="datetime12">
              <a:rPr lang="en-US" sz="1200" b="0" u="none" strike="noStrike">
                <a:solidFill>
                  <a:srgbClr val="000000"/>
                </a:solidFill>
                <a:latin typeface="Segoe UI"/>
              </a:rPr>
              <a:t>8:46 AM</a:t>
            </a:fld>
            <a:endParaRPr lang="en-US" sz="1200" b="0" u="none" strike="noStrike">
              <a:solidFill>
                <a:srgbClr val="000000"/>
              </a:solidFill>
              <a:latin typeface="Times New Roman"/>
            </a:endParaRPr>
          </a:p>
        </p:txBody>
      </p:sp>
      <p:sp>
        <p:nvSpPr>
          <p:cNvPr id="1707261989" name="PlaceHolder 6"/>
          <p:cNvSpPr>
            <a:spLocks noGrp="1"/>
          </p:cNvSpPr>
          <p:nvPr>
            <p:ph type="sldNum" idx="9"/>
          </p:nvPr>
        </p:nvSpPr>
        <p:spPr bwMode="auto">
          <a:xfrm>
            <a:off x="5909400" y="8685360"/>
            <a:ext cx="94680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latin typeface="Segoe UI"/>
              </a:defRPr>
            </a:lvl1pPr>
          </a:lstStyle>
          <a:p>
            <a:pPr indent="0" algn="r">
              <a:lnSpc>
                <a:spcPct val="100000"/>
              </a:lnSpc>
              <a:buNone/>
              <a:defRPr/>
            </a:pPr>
            <a:fld id="{4E5C010B-5719-4FB6-9526-97260DD6B9D4}" type="slidenum">
              <a:rPr lang="en-US" sz="1200" b="0" u="none" strike="noStrike">
                <a:solidFill>
                  <a:srgbClr val="000000"/>
                </a:solidFill>
                <a:latin typeface="Segoe UI"/>
              </a:rPr>
              <a:t>5</a:t>
            </a:fld>
            <a:endParaRPr lang="en-US" sz="1200" b="0" u="none" strike="noStrike">
              <a:solidFill>
                <a:srgbClr val="000000"/>
              </a:solid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61945841" name="Slide Image Placeholder 1"/>
          <p:cNvSpPr>
            <a:spLocks noGrp="1" noRot="1" noChangeAspect="1"/>
          </p:cNvSpPr>
          <p:nvPr>
            <p:ph type="sldImg"/>
          </p:nvPr>
        </p:nvSpPr>
        <p:spPr bwMode="auto">
          <a:xfrm>
            <a:off x="217488" y="812800"/>
            <a:ext cx="7124700" cy="4008438"/>
          </a:xfrm>
        </p:spPr>
      </p:sp>
      <p:sp>
        <p:nvSpPr>
          <p:cNvPr id="459087495" name="Notes Placeholder 2"/>
          <p:cNvSpPr>
            <a:spLocks noGrp="1"/>
          </p:cNvSpPr>
          <p:nvPr>
            <p:ph type="body" idx="1"/>
          </p:nvPr>
        </p:nvSpPr>
        <p:spPr bwMode="auto"/>
        <p:txBody>
          <a:bodyPr/>
          <a:lstStyle/>
          <a:p>
            <a:pPr>
              <a:defRPr/>
            </a:pPr>
            <a:endParaRPr/>
          </a:p>
        </p:txBody>
      </p:sp>
      <p:sp>
        <p:nvSpPr>
          <p:cNvPr id="1805395208" name="Slide Number Placeholder 3"/>
          <p:cNvSpPr>
            <a:spLocks noGrp="1"/>
          </p:cNvSpPr>
          <p:nvPr>
            <p:ph type="sldNum" sz="quarter" idx="10"/>
          </p:nvPr>
        </p:nvSpPr>
        <p:spPr bwMode="auto"/>
        <p:txBody>
          <a:bodyPr/>
          <a:lstStyle/>
          <a:p>
            <a:pPr>
              <a:defRPr/>
            </a:pPr>
            <a:fld id="{556CF5A1-2FEE-D012-88AE-B6D9CC0F322C}" type="slidenum">
              <a:r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19133351" name="Slide Image Placeholder 1"/>
          <p:cNvSpPr>
            <a:spLocks noGrp="1" noRot="1" noChangeAspect="1"/>
          </p:cNvSpPr>
          <p:nvPr>
            <p:ph type="sldImg"/>
          </p:nvPr>
        </p:nvSpPr>
        <p:spPr bwMode="auto">
          <a:xfrm>
            <a:off x="217488" y="812800"/>
            <a:ext cx="7124700" cy="4008438"/>
          </a:xfrm>
        </p:spPr>
      </p:sp>
      <p:sp>
        <p:nvSpPr>
          <p:cNvPr id="1687750333" name="Notes Placeholder 2"/>
          <p:cNvSpPr>
            <a:spLocks noGrp="1"/>
          </p:cNvSpPr>
          <p:nvPr>
            <p:ph type="body" idx="1"/>
          </p:nvPr>
        </p:nvSpPr>
        <p:spPr bwMode="auto"/>
        <p:txBody>
          <a:bodyPr/>
          <a:lstStyle/>
          <a:p>
            <a:pPr>
              <a:defRPr/>
            </a:pPr>
            <a:endParaRPr/>
          </a:p>
        </p:txBody>
      </p:sp>
      <p:sp>
        <p:nvSpPr>
          <p:cNvPr id="1549154295" name="Slide Number Placeholder 3"/>
          <p:cNvSpPr>
            <a:spLocks noGrp="1"/>
          </p:cNvSpPr>
          <p:nvPr>
            <p:ph type="sldNum" sz="quarter" idx="10"/>
          </p:nvPr>
        </p:nvSpPr>
        <p:spPr bwMode="auto"/>
        <p:txBody>
          <a:bodyPr/>
          <a:lstStyle/>
          <a:p>
            <a:pPr>
              <a:defRPr/>
            </a:pPr>
            <a:fld id="{0EB5F7CB-5CDC-68AD-661F-36079448CADA}" type="slidenum">
              <a:r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66686906" name="Slide Image Placeholder 1"/>
          <p:cNvSpPr>
            <a:spLocks noGrp="1" noRot="1" noChangeAspect="1"/>
          </p:cNvSpPr>
          <p:nvPr>
            <p:ph type="sldImg"/>
          </p:nvPr>
        </p:nvSpPr>
        <p:spPr bwMode="auto">
          <a:xfrm>
            <a:off x="217488" y="812800"/>
            <a:ext cx="7124700" cy="4008438"/>
          </a:xfrm>
        </p:spPr>
      </p:sp>
      <p:sp>
        <p:nvSpPr>
          <p:cNvPr id="2095823742" name="Notes Placeholder 2"/>
          <p:cNvSpPr>
            <a:spLocks noGrp="1"/>
          </p:cNvSpPr>
          <p:nvPr>
            <p:ph type="body" idx="1"/>
          </p:nvPr>
        </p:nvSpPr>
        <p:spPr bwMode="auto"/>
        <p:txBody>
          <a:bodyPr/>
          <a:lstStyle/>
          <a:p>
            <a:pPr>
              <a:defRPr/>
            </a:pPr>
            <a:endParaRPr/>
          </a:p>
        </p:txBody>
      </p:sp>
      <p:sp>
        <p:nvSpPr>
          <p:cNvPr id="1027897373" name="Slide Number Placeholder 3"/>
          <p:cNvSpPr>
            <a:spLocks noGrp="1"/>
          </p:cNvSpPr>
          <p:nvPr>
            <p:ph type="sldNum" sz="quarter" idx="10"/>
          </p:nvPr>
        </p:nvSpPr>
        <p:spPr bwMode="auto"/>
        <p:txBody>
          <a:bodyPr/>
          <a:lstStyle/>
          <a:p>
            <a:pPr>
              <a:defRPr/>
            </a:pPr>
            <a:fld id="{B2322415-EE7D-7D9D-BD6B-66304EBA068B}" type="slidenum">
              <a:r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09728762" name="Slide Image Placeholder 1"/>
          <p:cNvSpPr>
            <a:spLocks noGrp="1" noRot="1" noChangeAspect="1"/>
          </p:cNvSpPr>
          <p:nvPr>
            <p:ph type="sldImg"/>
          </p:nvPr>
        </p:nvSpPr>
        <p:spPr bwMode="auto">
          <a:xfrm>
            <a:off x="217488" y="812800"/>
            <a:ext cx="7124700" cy="4008438"/>
          </a:xfrm>
        </p:spPr>
      </p:sp>
      <p:sp>
        <p:nvSpPr>
          <p:cNvPr id="1735059970" name="Notes Placeholder 2"/>
          <p:cNvSpPr>
            <a:spLocks noGrp="1"/>
          </p:cNvSpPr>
          <p:nvPr>
            <p:ph type="body" idx="1"/>
          </p:nvPr>
        </p:nvSpPr>
        <p:spPr bwMode="auto"/>
        <p:txBody>
          <a:bodyPr/>
          <a:lstStyle/>
          <a:p>
            <a:pPr>
              <a:defRPr/>
            </a:pPr>
            <a:endParaRPr/>
          </a:p>
        </p:txBody>
      </p:sp>
      <p:sp>
        <p:nvSpPr>
          <p:cNvPr id="843056428" name="Slide Number Placeholder 3"/>
          <p:cNvSpPr>
            <a:spLocks noGrp="1"/>
          </p:cNvSpPr>
          <p:nvPr>
            <p:ph type="sldNum" sz="quarter" idx="10"/>
          </p:nvPr>
        </p:nvSpPr>
        <p:spPr bwMode="auto"/>
        <p:txBody>
          <a:bodyPr/>
          <a:lstStyle/>
          <a:p>
            <a:pPr>
              <a:defRPr/>
            </a:pPr>
            <a:fld id="{BBDD3AB7-1617-9997-C40A-68871DD70214}" type="slidenum">
              <a:rP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4838724" name="Slide Image Placeholder 1"/>
          <p:cNvSpPr>
            <a:spLocks noGrp="1" noRot="1" noChangeAspect="1"/>
          </p:cNvSpPr>
          <p:nvPr>
            <p:ph type="sldImg"/>
          </p:nvPr>
        </p:nvSpPr>
        <p:spPr bwMode="auto">
          <a:xfrm>
            <a:off x="217488" y="812800"/>
            <a:ext cx="7124700" cy="4008438"/>
          </a:xfrm>
        </p:spPr>
      </p:sp>
      <p:sp>
        <p:nvSpPr>
          <p:cNvPr id="2069844521" name="Notes Placeholder 2"/>
          <p:cNvSpPr>
            <a:spLocks noGrp="1"/>
          </p:cNvSpPr>
          <p:nvPr>
            <p:ph type="body" idx="1"/>
          </p:nvPr>
        </p:nvSpPr>
        <p:spPr bwMode="auto"/>
        <p:txBody>
          <a:bodyPr/>
          <a:lstStyle/>
          <a:p>
            <a:pPr marL="0" indent="0" fontAlgn="t">
              <a:buFontTx/>
              <a:buNone/>
            </a:pPr>
            <a:endParaRPr lang="en-US" sz="1200" b="0" i="0" kern="1200" dirty="0">
              <a:solidFill>
                <a:schemeClr val="tx1"/>
              </a:solidFill>
              <a:effectLst/>
              <a:latin typeface="+mn-lt"/>
              <a:ea typeface="+mn-ea"/>
              <a:cs typeface="+mn-cs"/>
            </a:endParaRPr>
          </a:p>
        </p:txBody>
      </p:sp>
      <p:sp>
        <p:nvSpPr>
          <p:cNvPr id="1785801121"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30315536" name="Slide Image Placeholder 1"/>
          <p:cNvSpPr>
            <a:spLocks noGrp="1" noRot="1" noChangeAspect="1"/>
          </p:cNvSpPr>
          <p:nvPr>
            <p:ph type="sldImg"/>
          </p:nvPr>
        </p:nvSpPr>
        <p:spPr bwMode="auto">
          <a:xfrm>
            <a:off x="217488" y="812800"/>
            <a:ext cx="7124700" cy="4008438"/>
          </a:xfrm>
        </p:spPr>
      </p:sp>
      <p:sp>
        <p:nvSpPr>
          <p:cNvPr id="743952819" name="Notes Placeholder 2"/>
          <p:cNvSpPr>
            <a:spLocks noGrp="1"/>
          </p:cNvSpPr>
          <p:nvPr>
            <p:ph type="body" idx="1"/>
          </p:nvPr>
        </p:nvSpPr>
        <p:spPr bwMode="auto"/>
        <p:txBody>
          <a:bodyPr/>
          <a:lstStyle/>
          <a:p>
            <a:pPr fontAlgn="t"/>
            <a:endParaRPr lang="en-US" sz="1200" b="0" i="0" kern="1200" dirty="0">
              <a:solidFill>
                <a:schemeClr val="tx1"/>
              </a:solidFill>
              <a:effectLst/>
              <a:latin typeface="+mn-lt"/>
              <a:ea typeface="+mn-ea"/>
              <a:cs typeface="+mn-cs"/>
            </a:endParaRPr>
          </a:p>
        </p:txBody>
      </p:sp>
      <p:sp>
        <p:nvSpPr>
          <p:cNvPr id="1952622294"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66943-8CEF-32AD-56A1-9B22D06256B4}"/>
            </a:ext>
          </a:extLst>
        </p:cNvPr>
        <p:cNvGrpSpPr/>
        <p:nvPr/>
      </p:nvGrpSpPr>
      <p:grpSpPr bwMode="auto">
        <a:xfrm>
          <a:off x="0" y="0"/>
          <a:ext cx="0" cy="0"/>
          <a:chOff x="0" y="0"/>
          <a:chExt cx="0" cy="0"/>
        </a:xfrm>
      </p:grpSpPr>
      <p:sp>
        <p:nvSpPr>
          <p:cNvPr id="1597393976" name="Slide Image Placeholder 1">
            <a:extLst>
              <a:ext uri="{FF2B5EF4-FFF2-40B4-BE49-F238E27FC236}">
                <a16:creationId xmlns:a16="http://schemas.microsoft.com/office/drawing/2014/main" id="{C3577F53-1A18-EC39-CC23-EC2D4E483E9B}"/>
              </a:ext>
            </a:extLst>
          </p:cNvPr>
          <p:cNvSpPr>
            <a:spLocks noGrp="1" noRot="1" noChangeAspect="1"/>
          </p:cNvSpPr>
          <p:nvPr>
            <p:ph type="sldImg"/>
          </p:nvPr>
        </p:nvSpPr>
        <p:spPr bwMode="auto">
          <a:xfrm>
            <a:off x="217488" y="812800"/>
            <a:ext cx="7124700" cy="4008438"/>
          </a:xfrm>
        </p:spPr>
      </p:sp>
      <p:sp>
        <p:nvSpPr>
          <p:cNvPr id="2035207759" name="Notes Placeholder 2">
            <a:extLst>
              <a:ext uri="{FF2B5EF4-FFF2-40B4-BE49-F238E27FC236}">
                <a16:creationId xmlns:a16="http://schemas.microsoft.com/office/drawing/2014/main" id="{7AC397E7-0EF2-9C27-B34E-46AF32EBC85C}"/>
              </a:ext>
            </a:extLst>
          </p:cNvPr>
          <p:cNvSpPr>
            <a:spLocks noGrp="1"/>
          </p:cNvSpPr>
          <p:nvPr>
            <p:ph type="body" idx="1"/>
          </p:nvPr>
        </p:nvSpPr>
        <p:spPr bwMode="auto"/>
        <p:txBody>
          <a:bodyPr/>
          <a:lstStyle/>
          <a:p>
            <a:pPr fontAlgn="t"/>
            <a:r>
              <a:rPr lang="en-US" sz="1200" b="1" i="0" kern="1200" dirty="0">
                <a:solidFill>
                  <a:schemeClr val="tx1"/>
                </a:solidFill>
                <a:effectLst/>
                <a:latin typeface="+mn-lt"/>
                <a:ea typeface="+mn-ea"/>
                <a:cs typeface="+mn-cs"/>
              </a:rPr>
              <a:t>Container (</a:t>
            </a:r>
            <a:r>
              <a:rPr lang="en-US" sz="1200" b="1" i="0" kern="1200" dirty="0" err="1">
                <a:solidFill>
                  <a:schemeClr val="tx1"/>
                </a:solidFill>
                <a:effectLst/>
                <a:latin typeface="+mn-lt"/>
                <a:ea typeface="+mn-ea"/>
                <a:cs typeface="+mn-cs"/>
              </a:rPr>
              <a:t>คอนเทนเนอร์</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คือสภาพแวดล้อมขนาดเล็กที่ใช้</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บรรจุ</a:t>
            </a:r>
            <a:r>
              <a:rPr lang="en-US" sz="1200" b="1" i="0" kern="1200" dirty="0">
                <a:solidFill>
                  <a:schemeClr val="tx1"/>
                </a:solidFill>
                <a:effectLst/>
                <a:latin typeface="+mn-lt"/>
                <a:ea typeface="+mn-ea"/>
                <a:cs typeface="+mn-cs"/>
              </a:rPr>
              <a:t> Application </a:t>
            </a:r>
            <a:r>
              <a:rPr lang="en-US" sz="1200" b="1" i="0" kern="1200" dirty="0" err="1">
                <a:solidFill>
                  <a:schemeClr val="tx1"/>
                </a:solidFill>
                <a:effectLst/>
                <a:latin typeface="+mn-lt"/>
                <a:ea typeface="+mn-ea"/>
                <a:cs typeface="+mn-cs"/>
              </a:rPr>
              <a:t>พร้อมสิ่งที่จำเป็นต่อการทำงาน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runtime, libraries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dependencies </a:t>
            </a:r>
            <a:r>
              <a:rPr lang="en-US" sz="1200" b="0" i="0" kern="1200" dirty="0" err="1">
                <a:solidFill>
                  <a:schemeClr val="tx1"/>
                </a:solidFill>
                <a:effectLst/>
                <a:latin typeface="+mn-lt"/>
                <a:ea typeface="+mn-ea"/>
                <a:cs typeface="+mn-cs"/>
              </a:rPr>
              <a:t>เพื่อให้</a:t>
            </a:r>
            <a:r>
              <a:rPr lang="en-US" sz="1200" b="0" i="0" kern="1200" dirty="0">
                <a:solidFill>
                  <a:schemeClr val="tx1"/>
                </a:solidFill>
                <a:effectLst/>
                <a:latin typeface="+mn-lt"/>
                <a:ea typeface="+mn-ea"/>
                <a:cs typeface="+mn-cs"/>
              </a:rPr>
              <a:t> Application </a:t>
            </a:r>
            <a:r>
              <a:rPr lang="en-US" sz="1200" b="0" i="0" kern="1200" dirty="0" err="1">
                <a:solidFill>
                  <a:schemeClr val="tx1"/>
                </a:solidFill>
                <a:effectLst/>
                <a:latin typeface="+mn-lt"/>
                <a:ea typeface="+mn-ea"/>
                <a:cs typeface="+mn-cs"/>
              </a:rPr>
              <a:t>สามารถทำงานได้อย่างสม่ำเสมอในสภาพแวดล้อมต่าง</a:t>
            </a:r>
            <a:r>
              <a:rPr lang="en-US" sz="1200" b="0" i="0" kern="1200" dirty="0">
                <a:solidFill>
                  <a:schemeClr val="tx1"/>
                </a:solidFill>
                <a:effectLst/>
                <a:latin typeface="+mn-lt"/>
                <a:ea typeface="+mn-ea"/>
                <a:cs typeface="+mn-cs"/>
              </a:rPr>
              <a:t> ๆ</a:t>
            </a:r>
            <a:endParaRPr lang="th-TH"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ลองนึกว่า</a:t>
            </a:r>
            <a:r>
              <a:rPr lang="en-US" sz="1200" b="0" i="0" kern="1200" dirty="0">
                <a:solidFill>
                  <a:schemeClr val="tx1"/>
                </a:solidFill>
                <a:effectLst/>
                <a:latin typeface="+mn-lt"/>
                <a:ea typeface="+mn-ea"/>
                <a:cs typeface="+mn-cs"/>
              </a:rPr>
              <a:t> Container </a:t>
            </a:r>
            <a:r>
              <a:rPr lang="en-US" sz="1200" b="0" i="0" kern="1200" dirty="0" err="1">
                <a:solidFill>
                  <a:schemeClr val="tx1"/>
                </a:solidFill>
                <a:effectLst/>
                <a:latin typeface="+mn-lt"/>
                <a:ea typeface="+mn-ea"/>
                <a:cs typeface="+mn-cs"/>
              </a:rPr>
              <a:t>คือ</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t>
            </a:r>
            <a:r>
              <a:rPr lang="en-US" sz="1200" b="1" i="0" kern="1200" dirty="0" err="1">
                <a:solidFill>
                  <a:schemeClr val="tx1"/>
                </a:solidFill>
                <a:effectLst/>
                <a:latin typeface="+mn-lt"/>
                <a:ea typeface="+mn-ea"/>
                <a:cs typeface="+mn-cs"/>
              </a:rPr>
              <a:t>กล่องบรรจุแอปพลิเคชัน</a:t>
            </a:r>
            <a:r>
              <a:rPr lang="en-US" sz="1200" b="1" i="0"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Container</a:t>
            </a:r>
            <a:endParaRPr lang="th-TH" sz="1200" b="0" i="0" kern="1200" dirty="0">
              <a:solidFill>
                <a:schemeClr val="tx1"/>
              </a:solidFill>
              <a:effectLst/>
              <a:latin typeface="+mn-lt"/>
              <a:ea typeface="+mn-ea"/>
              <a:cs typeface="+mn-cs"/>
            </a:endParaRPr>
          </a:p>
          <a:p>
            <a:pPr marL="171450" indent="-171450" fontAlgn="t">
              <a:buFontTx/>
              <a:buChar char="-"/>
            </a:pPr>
            <a:r>
              <a:rPr lang="en-US" sz="1200" b="0" i="0" kern="1200" dirty="0">
                <a:solidFill>
                  <a:schemeClr val="tx1"/>
                </a:solidFill>
                <a:effectLst/>
                <a:latin typeface="+mn-lt"/>
                <a:ea typeface="+mn-ea"/>
                <a:cs typeface="+mn-cs"/>
              </a:rPr>
              <a:t>Application</a:t>
            </a:r>
            <a:endParaRPr lang="th-TH" sz="1200" b="0" i="0" kern="1200" dirty="0">
              <a:solidFill>
                <a:schemeClr val="tx1"/>
              </a:solidFill>
              <a:effectLst/>
              <a:latin typeface="+mn-lt"/>
              <a:ea typeface="+mn-ea"/>
              <a:cs typeface="+mn-cs"/>
            </a:endParaRPr>
          </a:p>
          <a:p>
            <a:pPr marL="171450" indent="-171450" fontAlgn="t">
              <a:buFontTx/>
              <a:buChar char="-"/>
            </a:pPr>
            <a:r>
              <a:rPr lang="en-US" sz="1200" b="0" i="0" kern="1200" dirty="0">
                <a:solidFill>
                  <a:schemeClr val="tx1"/>
                </a:solidFill>
                <a:effectLst/>
                <a:latin typeface="+mn-lt"/>
                <a:ea typeface="+mn-ea"/>
                <a:cs typeface="+mn-cs"/>
              </a:rPr>
              <a:t>Runtime</a:t>
            </a:r>
            <a:endParaRPr lang="th-TH" sz="1200" b="0" i="0" kern="1200" dirty="0">
              <a:solidFill>
                <a:schemeClr val="tx1"/>
              </a:solidFill>
              <a:effectLst/>
              <a:latin typeface="+mn-lt"/>
              <a:ea typeface="+mn-ea"/>
              <a:cs typeface="+mn-cs"/>
            </a:endParaRPr>
          </a:p>
          <a:p>
            <a:pPr marL="171450" indent="-171450" fontAlgn="t">
              <a:buFontTx/>
              <a:buChar char="-"/>
            </a:pPr>
            <a:r>
              <a:rPr lang="en-US" sz="1200" b="0" i="0" kern="1200" dirty="0">
                <a:solidFill>
                  <a:schemeClr val="tx1"/>
                </a:solidFill>
                <a:effectLst/>
                <a:latin typeface="+mn-lt"/>
                <a:ea typeface="+mn-ea"/>
                <a:cs typeface="+mn-cs"/>
              </a:rPr>
              <a:t>Libraries</a:t>
            </a:r>
            <a:endParaRPr lang="th-TH" sz="1200" b="0" i="0" kern="1200" dirty="0">
              <a:solidFill>
                <a:schemeClr val="tx1"/>
              </a:solidFill>
              <a:effectLst/>
              <a:latin typeface="+mn-lt"/>
              <a:ea typeface="+mn-ea"/>
              <a:cs typeface="+mn-cs"/>
            </a:endParaRPr>
          </a:p>
          <a:p>
            <a:pPr marL="171450" indent="-171450" fontAlgn="t">
              <a:buFontTx/>
              <a:buChar char="-"/>
            </a:pPr>
            <a:r>
              <a:rPr lang="en-US" sz="1200" b="0" i="0" kern="1200" dirty="0">
                <a:solidFill>
                  <a:schemeClr val="tx1"/>
                </a:solidFill>
                <a:effectLst/>
                <a:latin typeface="+mn-lt"/>
                <a:ea typeface="+mn-ea"/>
                <a:cs typeface="+mn-cs"/>
              </a:rPr>
              <a:t>Dependencies</a:t>
            </a:r>
            <a:endParaRPr lang="th-TH" sz="1200" b="0" i="0" kern="1200" dirty="0">
              <a:solidFill>
                <a:schemeClr val="tx1"/>
              </a:solidFill>
              <a:effectLst/>
              <a:latin typeface="+mn-lt"/>
              <a:ea typeface="+mn-ea"/>
              <a:cs typeface="+mn-cs"/>
            </a:endParaRPr>
          </a:p>
          <a:p>
            <a:pPr marL="171450" indent="-171450" fontAlgn="t">
              <a:buFontTx/>
              <a:buChar char="-"/>
            </a:pPr>
            <a:r>
              <a:rPr lang="en-US" sz="1200" b="0" i="0" kern="1200" dirty="0">
                <a:solidFill>
                  <a:schemeClr val="tx1"/>
                </a:solidFill>
                <a:effectLst/>
                <a:latin typeface="+mn-lt"/>
                <a:ea typeface="+mn-ea"/>
                <a:cs typeface="+mn-cs"/>
              </a:rPr>
              <a:t>Configuration</a:t>
            </a:r>
            <a:endParaRPr lang="th-TH" sz="1200" b="0" i="0" kern="1200" dirty="0">
              <a:solidFill>
                <a:schemeClr val="tx1"/>
              </a:solidFill>
              <a:effectLst/>
              <a:latin typeface="+mn-lt"/>
              <a:ea typeface="+mn-ea"/>
              <a:cs typeface="+mn-cs"/>
            </a:endParaRPr>
          </a:p>
          <a:p>
            <a:pPr marL="171450" indent="-171450" fontAlgn="t">
              <a:buFontTx/>
              <a:buChar char="-"/>
            </a:pPr>
            <a:endParaRPr lang="th-TH"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เมื่อนำกล่องนี้ไปทำงานบนเครื่องที่รองรับ</a:t>
            </a:r>
            <a:r>
              <a:rPr lang="en-US" sz="1200" b="0" i="0" kern="1200" dirty="0">
                <a:solidFill>
                  <a:schemeClr val="tx1"/>
                </a:solidFill>
                <a:effectLst/>
                <a:latin typeface="+mn-lt"/>
                <a:ea typeface="+mn-ea"/>
                <a:cs typeface="+mn-cs"/>
              </a:rPr>
              <a:t> Container </a:t>
            </a:r>
            <a:r>
              <a:rPr lang="en-US" sz="1200" b="0" i="0" kern="1200" dirty="0" err="1">
                <a:solidFill>
                  <a:schemeClr val="tx1"/>
                </a:solidFill>
                <a:effectLst/>
                <a:latin typeface="+mn-lt"/>
                <a:ea typeface="+mn-ea"/>
                <a:cs typeface="+mn-cs"/>
              </a:rPr>
              <a:t>ก็ลดปัญหาประเภท</a:t>
            </a:r>
            <a:r>
              <a:rPr lang="th-TH"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ทำงานบนเครื่องนักพัฒนาได้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แต่พอขึ้น</a:t>
            </a:r>
            <a:r>
              <a:rPr lang="en-US" sz="1200" b="0" i="0" kern="1200" dirty="0">
                <a:solidFill>
                  <a:schemeClr val="tx1"/>
                </a:solidFill>
                <a:effectLst/>
                <a:latin typeface="+mn-lt"/>
                <a:ea typeface="+mn-ea"/>
                <a:cs typeface="+mn-cs"/>
              </a:rPr>
              <a:t> Server </a:t>
            </a:r>
            <a:r>
              <a:rPr lang="en-US" sz="1200" b="0" i="0" kern="1200" dirty="0" err="1">
                <a:solidFill>
                  <a:schemeClr val="tx1"/>
                </a:solidFill>
                <a:effectLst/>
                <a:latin typeface="+mn-lt"/>
                <a:ea typeface="+mn-ea"/>
                <a:cs typeface="+mn-cs"/>
              </a:rPr>
              <a:t>แล้วทำงานไม่ได้</a:t>
            </a:r>
            <a:r>
              <a:rPr lang="en-US" sz="1200" b="0" i="0" kern="1200" dirty="0">
                <a:solidFill>
                  <a:schemeClr val="tx1"/>
                </a:solidFill>
                <a:effectLst/>
                <a:latin typeface="+mn-lt"/>
                <a:ea typeface="+mn-ea"/>
                <a:cs typeface="+mn-cs"/>
              </a:rPr>
              <a:t>”</a:t>
            </a: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Container Image </a:t>
            </a:r>
            <a:r>
              <a:rPr lang="en-US" sz="1200" b="1" i="0" kern="1200" dirty="0" err="1">
                <a:solidFill>
                  <a:schemeClr val="tx1"/>
                </a:solidFill>
                <a:effectLst/>
                <a:latin typeface="+mn-lt"/>
                <a:ea typeface="+mn-ea"/>
                <a:cs typeface="+mn-cs"/>
              </a:rPr>
              <a:t>กับ</a:t>
            </a:r>
            <a:r>
              <a:rPr lang="en-US" sz="1200" b="1" i="0" kern="1200" dirty="0">
                <a:solidFill>
                  <a:schemeClr val="tx1"/>
                </a:solidFill>
                <a:effectLst/>
                <a:latin typeface="+mn-lt"/>
                <a:ea typeface="+mn-ea"/>
                <a:cs typeface="+mn-cs"/>
              </a:rPr>
              <a:t> Container </a:t>
            </a:r>
            <a:r>
              <a:rPr lang="en-US" sz="1200" b="1" i="0" kern="1200" dirty="0" err="1">
                <a:solidFill>
                  <a:schemeClr val="tx1"/>
                </a:solidFill>
                <a:effectLst/>
                <a:latin typeface="+mn-lt"/>
                <a:ea typeface="+mn-ea"/>
                <a:cs typeface="+mn-cs"/>
              </a:rPr>
              <a:t>ต่างกันอย่างไร</a:t>
            </a:r>
            <a:r>
              <a:rPr lang="en-US" sz="1200" b="1" i="0" kern="1200" dirty="0">
                <a:solidFill>
                  <a:schemeClr val="tx1"/>
                </a:solidFill>
                <a:effectLst/>
                <a:latin typeface="+mn-lt"/>
                <a:ea typeface="+mn-ea"/>
                <a:cs typeface="+mn-cs"/>
              </a:rPr>
              <a:t>?</a:t>
            </a:r>
            <a:endParaRPr lang="th-TH" sz="1200" b="1"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จุดนี้สำคัญมากสำหรับเรื่อง</a:t>
            </a:r>
            <a:r>
              <a:rPr lang="en-US" sz="1200" b="0" i="0" kern="1200" dirty="0">
                <a:solidFill>
                  <a:schemeClr val="tx1"/>
                </a:solidFill>
                <a:effectLst/>
                <a:latin typeface="+mn-lt"/>
                <a:ea typeface="+mn-ea"/>
                <a:cs typeface="+mn-cs"/>
              </a:rPr>
              <a:t> Azure Container Registry </a:t>
            </a:r>
            <a:r>
              <a:rPr lang="en-US" sz="1200" b="0" i="0" kern="1200" dirty="0" err="1">
                <a:solidFill>
                  <a:schemeClr val="tx1"/>
                </a:solidFill>
                <a:effectLst/>
                <a:latin typeface="+mn-lt"/>
                <a:ea typeface="+mn-ea"/>
                <a:cs typeface="+mn-cs"/>
              </a:rPr>
              <a:t>ที่กำลังเรียนอยู่</a:t>
            </a:r>
            <a:r>
              <a:rPr lang="en-US" sz="1200" b="0" i="0" kern="1200" dirty="0">
                <a:solidFill>
                  <a:schemeClr val="tx1"/>
                </a:solidFill>
                <a:effectLst/>
                <a:latin typeface="+mn-lt"/>
                <a:ea typeface="+mn-ea"/>
                <a:cs typeface="+mn-cs"/>
              </a:rPr>
              <a:t>:</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Container Image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ต้นแบบหรือ</a:t>
            </a:r>
            <a:r>
              <a:rPr lang="en-US" sz="1200" b="0" i="0" kern="1200" dirty="0">
                <a:solidFill>
                  <a:schemeClr val="tx1"/>
                </a:solidFill>
                <a:effectLst/>
                <a:latin typeface="+mn-lt"/>
                <a:ea typeface="+mn-ea"/>
                <a:cs typeface="+mn-cs"/>
              </a:rPr>
              <a:t> Package </a:t>
            </a:r>
            <a:r>
              <a:rPr lang="en-US" sz="1200" b="0" i="0" kern="1200" dirty="0" err="1">
                <a:solidFill>
                  <a:schemeClr val="tx1"/>
                </a:solidFill>
                <a:effectLst/>
                <a:latin typeface="+mn-lt"/>
                <a:ea typeface="+mn-ea"/>
                <a:cs typeface="+mn-cs"/>
              </a:rPr>
              <a:t>ที่ใช้สร้าง</a:t>
            </a:r>
            <a:r>
              <a:rPr lang="en-US" sz="1200" b="0" i="0" kern="1200" dirty="0">
                <a:solidFill>
                  <a:schemeClr val="tx1"/>
                </a:solidFill>
                <a:effectLst/>
                <a:latin typeface="+mn-lt"/>
                <a:ea typeface="+mn-ea"/>
                <a:cs typeface="+mn-cs"/>
              </a:rPr>
              <a:t> Container</a:t>
            </a:r>
          </a:p>
          <a:p>
            <a:pPr lvl="0" fontAlgn="t"/>
            <a:r>
              <a:rPr lang="en-US" sz="1200" b="1" i="0" kern="1200" dirty="0">
                <a:solidFill>
                  <a:schemeClr val="tx1"/>
                </a:solidFill>
                <a:effectLst/>
                <a:latin typeface="+mn-lt"/>
                <a:ea typeface="+mn-ea"/>
                <a:cs typeface="+mn-cs"/>
              </a:rPr>
              <a:t>Container</a:t>
            </a:r>
            <a:r>
              <a:rPr lang="en-US" sz="1200" b="0" i="0" kern="1200" dirty="0">
                <a:solidFill>
                  <a:schemeClr val="tx1"/>
                </a:solidFill>
                <a:effectLst/>
                <a:latin typeface="+mn-lt"/>
                <a:ea typeface="+mn-ea"/>
                <a:cs typeface="+mn-cs"/>
              </a:rPr>
              <a:t> = Instance </a:t>
            </a:r>
            <a:r>
              <a:rPr lang="en-US" sz="1200" b="0" i="0" kern="1200" dirty="0" err="1">
                <a:solidFill>
                  <a:schemeClr val="tx1"/>
                </a:solidFill>
                <a:effectLst/>
                <a:latin typeface="+mn-lt"/>
                <a:ea typeface="+mn-ea"/>
                <a:cs typeface="+mn-cs"/>
              </a:rPr>
              <a:t>ที่เกิดขึ้นเมื่อ</a:t>
            </a:r>
            <a:r>
              <a:rPr lang="en-US" sz="1200" b="0" i="0" kern="1200" dirty="0">
                <a:solidFill>
                  <a:schemeClr val="tx1"/>
                </a:solidFill>
                <a:effectLst/>
                <a:latin typeface="+mn-lt"/>
                <a:ea typeface="+mn-ea"/>
                <a:cs typeface="+mn-cs"/>
              </a:rPr>
              <a:t> Image </a:t>
            </a:r>
            <a:r>
              <a:rPr lang="en-US" sz="1200" b="0" i="0" kern="1200" dirty="0" err="1">
                <a:solidFill>
                  <a:schemeClr val="tx1"/>
                </a:solidFill>
                <a:effectLst/>
                <a:latin typeface="+mn-lt"/>
                <a:ea typeface="+mn-ea"/>
                <a:cs typeface="+mn-cs"/>
              </a:rPr>
              <a:t>ถูกนำมารัน</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Container Registry</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สถานที่สำหรับจัดเก็บและบริหาร</a:t>
            </a:r>
            <a:r>
              <a:rPr lang="en-US" sz="1200" b="0" i="0" kern="1200" dirty="0">
                <a:solidFill>
                  <a:schemeClr val="tx1"/>
                </a:solidFill>
                <a:effectLst/>
                <a:latin typeface="+mn-lt"/>
                <a:ea typeface="+mn-ea"/>
                <a:cs typeface="+mn-cs"/>
              </a:rPr>
              <a:t> Images</a:t>
            </a:r>
          </a:p>
          <a:p>
            <a:pPr lvl="0" fontAlgn="t"/>
            <a:r>
              <a:rPr lang="en-US" sz="1200" b="1" i="0" kern="1200" dirty="0">
                <a:solidFill>
                  <a:schemeClr val="tx1"/>
                </a:solidFill>
                <a:effectLst/>
                <a:latin typeface="+mn-lt"/>
                <a:ea typeface="+mn-ea"/>
                <a:cs typeface="+mn-cs"/>
              </a:rPr>
              <a:t>Azure Container Registry (ACR)</a:t>
            </a:r>
            <a:r>
              <a:rPr lang="en-US" sz="1200" b="0" i="0" kern="1200" dirty="0">
                <a:solidFill>
                  <a:schemeClr val="tx1"/>
                </a:solidFill>
                <a:effectLst/>
                <a:latin typeface="+mn-lt"/>
                <a:ea typeface="+mn-ea"/>
                <a:cs typeface="+mn-cs"/>
              </a:rPr>
              <a:t> = Container Registry ของ Azure </a:t>
            </a:r>
            <a:r>
              <a:rPr lang="en-US" sz="1200" b="0" i="0" kern="1200" dirty="0" err="1">
                <a:solidFill>
                  <a:schemeClr val="tx1"/>
                </a:solidFill>
                <a:effectLst/>
                <a:latin typeface="+mn-lt"/>
                <a:ea typeface="+mn-ea"/>
                <a:cs typeface="+mn-cs"/>
              </a:rPr>
              <a:t>ที่ใช้เก็บ</a:t>
            </a:r>
            <a:r>
              <a:rPr lang="en-US" sz="1200" b="0" i="0" kern="1200" dirty="0">
                <a:solidFill>
                  <a:schemeClr val="tx1"/>
                </a:solidFill>
                <a:effectLst/>
                <a:latin typeface="+mn-lt"/>
                <a:ea typeface="+mn-ea"/>
                <a:cs typeface="+mn-cs"/>
              </a:rPr>
              <a:t> Container Images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artifacts</a:t>
            </a:r>
            <a:endParaRPr lang="th-TH" sz="1200" b="0" i="0" kern="1200" dirty="0">
              <a:solidFill>
                <a:schemeClr val="tx1"/>
              </a:solidFill>
              <a:effectLst/>
              <a:latin typeface="+mn-lt"/>
              <a:ea typeface="+mn-ea"/>
              <a:cs typeface="+mn-cs"/>
            </a:endParaRPr>
          </a:p>
          <a:p>
            <a:pPr lvl="0" fontAlgn="t"/>
            <a:endParaRPr lang="th-TH"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Image = </a:t>
            </a:r>
            <a:r>
              <a:rPr lang="en-US" sz="1200" b="1" i="0" kern="1200" dirty="0" err="1">
                <a:solidFill>
                  <a:schemeClr val="tx1"/>
                </a:solidFill>
                <a:effectLst/>
                <a:latin typeface="+mn-lt"/>
                <a:ea typeface="+mn-ea"/>
                <a:cs typeface="+mn-cs"/>
              </a:rPr>
              <a:t>แบบสำเร็จรูป</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Container = </a:t>
            </a:r>
            <a:r>
              <a:rPr lang="en-US" sz="1200" b="1" i="0" kern="1200" dirty="0" err="1">
                <a:solidFill>
                  <a:schemeClr val="tx1"/>
                </a:solidFill>
                <a:effectLst/>
                <a:latin typeface="+mn-lt"/>
                <a:ea typeface="+mn-ea"/>
                <a:cs typeface="+mn-cs"/>
              </a:rPr>
              <a:t>สิ่งที่กำลังรันจากแบบนั้น</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Registry = </a:t>
            </a:r>
            <a:r>
              <a:rPr lang="en-US" sz="1200" b="1" i="0" kern="1200" dirty="0" err="1">
                <a:solidFill>
                  <a:schemeClr val="tx1"/>
                </a:solidFill>
                <a:effectLst/>
                <a:latin typeface="+mn-lt"/>
                <a:ea typeface="+mn-ea"/>
                <a:cs typeface="+mn-cs"/>
              </a:rPr>
              <a:t>ที่เก็บแบบสำเร็จรูป</a:t>
            </a:r>
            <a:endParaRPr lang="en-US"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fontAlgn="t"/>
            <a:r>
              <a:rPr lang="en-US" sz="1200" b="1" u="none" strike="noStrike" kern="1200" dirty="0">
                <a:solidFill>
                  <a:schemeClr val="tx1"/>
                </a:solidFill>
                <a:effectLst/>
                <a:latin typeface="+mn-lt"/>
                <a:ea typeface="+mn-ea"/>
                <a:cs typeface="+mn-cs"/>
              </a:rPr>
              <a:t>Container</a:t>
            </a:r>
            <a:r>
              <a:rPr lang="en-US" dirty="0"/>
              <a:t> (</a:t>
            </a:r>
            <a:r>
              <a:rPr lang="en-US" dirty="0" err="1"/>
              <a:t>เช่น</a:t>
            </a:r>
            <a:r>
              <a:rPr lang="en-US" dirty="0"/>
              <a:t> Docker) </a:t>
            </a:r>
            <a:r>
              <a:rPr lang="en-US" sz="1200" b="1" u="none" strike="noStrike" kern="1200" dirty="0">
                <a:solidFill>
                  <a:schemeClr val="tx1"/>
                </a:solidFill>
                <a:effectLst/>
                <a:latin typeface="+mn-lt"/>
                <a:ea typeface="+mn-ea"/>
                <a:cs typeface="+mn-cs"/>
              </a:rPr>
              <a:t>Pull</a:t>
            </a:r>
            <a:r>
              <a:rPr lang="en-US" dirty="0"/>
              <a:t> </a:t>
            </a:r>
            <a:r>
              <a:rPr lang="en-US" dirty="0" err="1"/>
              <a:t>และ</a:t>
            </a:r>
            <a:r>
              <a:rPr lang="en-US" dirty="0"/>
              <a:t> </a:t>
            </a:r>
            <a:r>
              <a:rPr lang="en-US" sz="1200" b="1" u="none" strike="noStrike" kern="1200" dirty="0">
                <a:solidFill>
                  <a:schemeClr val="tx1"/>
                </a:solidFill>
                <a:effectLst/>
                <a:latin typeface="+mn-lt"/>
                <a:ea typeface="+mn-ea"/>
                <a:cs typeface="+mn-cs"/>
              </a:rPr>
              <a:t>Push</a:t>
            </a:r>
            <a:r>
              <a:rPr lang="en-US" dirty="0"/>
              <a:t> </a:t>
            </a:r>
            <a:r>
              <a:rPr lang="en-US" dirty="0" err="1"/>
              <a:t>เป็นการจัดการรับ-ส่ง</a:t>
            </a:r>
            <a:r>
              <a:rPr lang="en-US" dirty="0"/>
              <a:t> </a:t>
            </a:r>
            <a:r>
              <a:rPr lang="en-US" sz="1200" b="0" u="none" strike="noStrike" kern="1200" dirty="0">
                <a:solidFill>
                  <a:schemeClr val="tx1"/>
                </a:solidFill>
                <a:effectLst/>
                <a:latin typeface="+mn-lt"/>
                <a:ea typeface="+mn-ea"/>
                <a:cs typeface="+mn-cs"/>
              </a:rPr>
              <a:t>Container Image</a:t>
            </a:r>
            <a:r>
              <a:rPr lang="en-US" dirty="0"/>
              <a:t> </a:t>
            </a:r>
            <a:r>
              <a:rPr lang="en-US" dirty="0" err="1"/>
              <a:t>ระหว่างเครื่องคอมพิวเตอร์ของคุณ</a:t>
            </a:r>
            <a:r>
              <a:rPr lang="en-US" dirty="0"/>
              <a:t> (Local Machine / Docker Host) </a:t>
            </a:r>
            <a:r>
              <a:rPr lang="en-US" dirty="0" err="1"/>
              <a:t>กับแหล่งเก็บ</a:t>
            </a:r>
            <a:r>
              <a:rPr lang="en-US" dirty="0"/>
              <a:t> Image </a:t>
            </a:r>
            <a:r>
              <a:rPr lang="en-US" dirty="0" err="1"/>
              <a:t>ส่วนกลาง</a:t>
            </a:r>
            <a:r>
              <a:rPr lang="en-US" dirty="0"/>
              <a:t> (Container Registry </a:t>
            </a:r>
            <a:r>
              <a:rPr lang="en-US" dirty="0" err="1"/>
              <a:t>เช่น</a:t>
            </a:r>
            <a:r>
              <a:rPr lang="en-US" dirty="0"/>
              <a:t> </a:t>
            </a:r>
            <a:r>
              <a:rPr lang="en-US" sz="1200" b="0" u="none" strike="noStrike" kern="1200" dirty="0">
                <a:solidFill>
                  <a:schemeClr val="tx1"/>
                </a:solidFill>
                <a:effectLst/>
                <a:latin typeface="+mn-lt"/>
                <a:ea typeface="+mn-ea"/>
                <a:cs typeface="+mn-cs"/>
              </a:rPr>
              <a:t>Docker Hub</a:t>
            </a:r>
            <a:r>
              <a:rPr lang="en-US" dirty="0"/>
              <a:t>)</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marL="0" indent="0" fontAlgn="t">
              <a:buFontTx/>
              <a:buNone/>
            </a:pPr>
            <a:endParaRPr lang="en-US" sz="1200" b="0" i="0"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Pull :</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การ</a:t>
            </a:r>
            <a:r>
              <a:rPr lang="en-US" sz="1200" b="0" u="none" strike="noStrike" kern="1200" dirty="0">
                <a:solidFill>
                  <a:schemeClr val="tx1"/>
                </a:solidFill>
                <a:effectLst/>
                <a:latin typeface="+mn-lt"/>
                <a:ea typeface="+mn-ea"/>
                <a:cs typeface="+mn-cs"/>
              </a:rPr>
              <a:t> </a:t>
            </a:r>
            <a:r>
              <a:rPr lang="en-US" sz="1200" b="1" u="none" strike="noStrike" kern="1200" dirty="0" err="1">
                <a:solidFill>
                  <a:schemeClr val="tx1"/>
                </a:solidFill>
                <a:effectLst/>
                <a:latin typeface="+mn-lt"/>
                <a:ea typeface="+mn-ea"/>
                <a:cs typeface="+mn-cs"/>
              </a:rPr>
              <a:t>ดาวน์โหลด</a:t>
            </a:r>
            <a:r>
              <a:rPr lang="en-US" sz="1200" b="0" u="none" strike="noStrike" kern="1200" dirty="0">
                <a:solidFill>
                  <a:schemeClr val="tx1"/>
                </a:solidFill>
                <a:effectLst/>
                <a:latin typeface="+mn-lt"/>
                <a:ea typeface="+mn-ea"/>
                <a:cs typeface="+mn-cs"/>
              </a:rPr>
              <a:t> (Download) Container Image </a:t>
            </a:r>
            <a:r>
              <a:rPr lang="en-US" sz="1200" b="0" u="none" strike="noStrike" kern="1200" dirty="0" err="1">
                <a:solidFill>
                  <a:schemeClr val="tx1"/>
                </a:solidFill>
                <a:effectLst/>
                <a:latin typeface="+mn-lt"/>
                <a:ea typeface="+mn-ea"/>
                <a:cs typeface="+mn-cs"/>
              </a:rPr>
              <a:t>จาก</a:t>
            </a:r>
            <a:r>
              <a:rPr lang="en-US" sz="1200" b="0" u="none" strike="noStrike" kern="1200" dirty="0">
                <a:solidFill>
                  <a:schemeClr val="tx1"/>
                </a:solidFill>
                <a:effectLst/>
                <a:latin typeface="+mn-lt"/>
                <a:ea typeface="+mn-ea"/>
                <a:cs typeface="+mn-cs"/>
              </a:rPr>
              <a:t> Registry (</a:t>
            </a:r>
            <a:r>
              <a:rPr lang="en-US" sz="1200" b="0" u="none" strike="noStrike" kern="1200" dirty="0" err="1">
                <a:solidFill>
                  <a:schemeClr val="tx1"/>
                </a:solidFill>
                <a:effectLst/>
                <a:latin typeface="+mn-lt"/>
                <a:ea typeface="+mn-ea"/>
                <a:cs typeface="+mn-cs"/>
              </a:rPr>
              <a:t>เช่น</a:t>
            </a:r>
            <a:r>
              <a:rPr lang="en-US" sz="1200" b="0" u="none" strike="noStrike" kern="1200" dirty="0">
                <a:solidFill>
                  <a:schemeClr val="tx1"/>
                </a:solidFill>
                <a:effectLst/>
                <a:latin typeface="+mn-lt"/>
                <a:ea typeface="+mn-ea"/>
                <a:cs typeface="+mn-cs"/>
              </a:rPr>
              <a:t> Docker Hub) </a:t>
            </a:r>
            <a:r>
              <a:rPr lang="en-US" sz="1200" b="0" u="none" strike="noStrike" kern="1200" dirty="0" err="1">
                <a:solidFill>
                  <a:schemeClr val="tx1"/>
                </a:solidFill>
                <a:effectLst/>
                <a:latin typeface="+mn-lt"/>
                <a:ea typeface="+mn-ea"/>
                <a:cs typeface="+mn-cs"/>
              </a:rPr>
              <a:t>ลงมาไว้ที่เครื่องของคุณ</a:t>
            </a:r>
            <a:endParaRPr lang="en-US" sz="1200" b="0" u="none" strike="noStrike" kern="1200" dirty="0">
              <a:solidFill>
                <a:schemeClr val="tx1"/>
              </a:solidFill>
              <a:effectLst/>
              <a:latin typeface="+mn-lt"/>
              <a:ea typeface="+mn-ea"/>
              <a:cs typeface="+mn-cs"/>
            </a:endParaRPr>
          </a:p>
          <a:p>
            <a:r>
              <a:rPr lang="en-US" sz="1200" b="0" u="none" strike="noStrike" kern="1200" dirty="0" err="1">
                <a:solidFill>
                  <a:schemeClr val="tx1"/>
                </a:solidFill>
                <a:effectLst/>
                <a:latin typeface="+mn-lt"/>
                <a:ea typeface="+mn-ea"/>
                <a:cs typeface="+mn-cs"/>
              </a:rPr>
              <a:t>เมื่อคุณต้องการนำ</a:t>
            </a:r>
            <a:r>
              <a:rPr lang="en-US" sz="1200" b="0" u="none" strike="noStrike" kern="1200" dirty="0">
                <a:solidFill>
                  <a:schemeClr val="tx1"/>
                </a:solidFill>
                <a:effectLst/>
                <a:latin typeface="+mn-lt"/>
                <a:ea typeface="+mn-ea"/>
                <a:cs typeface="+mn-cs"/>
              </a:rPr>
              <a:t> Image </a:t>
            </a:r>
            <a:r>
              <a:rPr lang="en-US" sz="1200" b="0" u="none" strike="noStrike" kern="1200" dirty="0" err="1">
                <a:solidFill>
                  <a:schemeClr val="tx1"/>
                </a:solidFill>
                <a:effectLst/>
                <a:latin typeface="+mn-lt"/>
                <a:ea typeface="+mn-ea"/>
                <a:cs typeface="+mn-cs"/>
              </a:rPr>
              <a:t>ที่คนอื่นสร้างไว้</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เช่น</a:t>
            </a:r>
            <a:r>
              <a:rPr lang="en-US" sz="1200" b="0" u="none" strike="noStrike" kern="1200" dirty="0">
                <a:solidFill>
                  <a:schemeClr val="tx1"/>
                </a:solidFill>
                <a:effectLst/>
                <a:latin typeface="+mn-lt"/>
                <a:ea typeface="+mn-ea"/>
                <a:cs typeface="+mn-cs"/>
              </a:rPr>
              <a:t> Nginx, Node.js, Ubuntu, MySQL) </a:t>
            </a:r>
            <a:r>
              <a:rPr lang="en-US" sz="1200" b="0" u="none" strike="noStrike" kern="1200" dirty="0" err="1">
                <a:solidFill>
                  <a:schemeClr val="tx1"/>
                </a:solidFill>
                <a:effectLst/>
                <a:latin typeface="+mn-lt"/>
                <a:ea typeface="+mn-ea"/>
                <a:cs typeface="+mn-cs"/>
              </a:rPr>
              <a:t>มาใช้งานบนเครื่องตัวเอง</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เพื่อเอาไปรันเป็น</a:t>
            </a:r>
            <a:r>
              <a:rPr lang="en-US" sz="1200" b="0" u="none" strike="noStrike" kern="1200" dirty="0">
                <a:solidFill>
                  <a:schemeClr val="tx1"/>
                </a:solidFill>
                <a:effectLst/>
                <a:latin typeface="+mn-lt"/>
                <a:ea typeface="+mn-ea"/>
                <a:cs typeface="+mn-cs"/>
              </a:rPr>
              <a:t> Container</a:t>
            </a:r>
            <a:r>
              <a:rPr lang="en-US" dirty="0"/>
              <a:t> </a:t>
            </a:r>
          </a:p>
          <a:p>
            <a:endParaRPr lang="en-US" sz="1200" b="0" u="none" strike="noStrike" kern="1200" dirty="0">
              <a:solidFill>
                <a:schemeClr val="tx1"/>
              </a:solidFill>
              <a:effectLst/>
              <a:latin typeface="+mn-lt"/>
              <a:ea typeface="+mn-ea"/>
              <a:cs typeface="+mn-cs"/>
            </a:endParaRPr>
          </a:p>
          <a:p>
            <a:r>
              <a:rPr lang="en-US" dirty="0"/>
              <a:t>Push : </a:t>
            </a:r>
            <a:r>
              <a:rPr lang="en-US" dirty="0" err="1"/>
              <a:t>การ</a:t>
            </a:r>
            <a:r>
              <a:rPr lang="en-US" dirty="0"/>
              <a:t> </a:t>
            </a:r>
            <a:r>
              <a:rPr lang="en-US" sz="1200" b="1" u="none" strike="noStrike" kern="1200" dirty="0" err="1">
                <a:solidFill>
                  <a:schemeClr val="tx1"/>
                </a:solidFill>
                <a:effectLst/>
                <a:latin typeface="+mn-lt"/>
                <a:ea typeface="+mn-ea"/>
                <a:cs typeface="+mn-cs"/>
              </a:rPr>
              <a:t>อัปโหลด</a:t>
            </a:r>
            <a:r>
              <a:rPr lang="en-US" dirty="0"/>
              <a:t> (Upload) Container Image </a:t>
            </a:r>
            <a:r>
              <a:rPr lang="en-US" dirty="0" err="1"/>
              <a:t>จากเครื่องของคุณ</a:t>
            </a:r>
            <a:r>
              <a:rPr lang="en-US" dirty="0"/>
              <a:t> </a:t>
            </a:r>
            <a:r>
              <a:rPr lang="en-US" dirty="0" err="1"/>
              <a:t>ขึ้นไปเก็บบน</a:t>
            </a:r>
            <a:r>
              <a:rPr lang="en-US" dirty="0"/>
              <a:t> Registry (</a:t>
            </a:r>
            <a:r>
              <a:rPr lang="en-US" dirty="0" err="1"/>
              <a:t>เช่น</a:t>
            </a:r>
            <a:r>
              <a:rPr lang="en-US" dirty="0"/>
              <a:t> Docker Hub </a:t>
            </a:r>
            <a:r>
              <a:rPr lang="en-US" dirty="0" err="1"/>
              <a:t>หรือ</a:t>
            </a:r>
            <a:r>
              <a:rPr lang="en-US" dirty="0"/>
              <a:t> Private Registry)</a:t>
            </a:r>
          </a:p>
          <a:p>
            <a:r>
              <a:rPr lang="en-US" dirty="0" err="1"/>
              <a:t>เมื่อคุณสร้างหรือแก้ไข</a:t>
            </a:r>
            <a:r>
              <a:rPr lang="en-US" dirty="0"/>
              <a:t> Image </a:t>
            </a:r>
            <a:r>
              <a:rPr lang="en-US" dirty="0" err="1"/>
              <a:t>ของแอปพลิเคชันตัวเองเสร็จแล้ว</a:t>
            </a:r>
            <a:r>
              <a:rPr lang="en-US" dirty="0"/>
              <a:t> </a:t>
            </a:r>
            <a:r>
              <a:rPr lang="en-US" dirty="0" err="1"/>
              <a:t>และต้องการแชร์ให้คนอื่น</a:t>
            </a:r>
            <a:r>
              <a:rPr lang="en-US" dirty="0"/>
              <a:t> </a:t>
            </a:r>
            <a:r>
              <a:rPr lang="en-US" dirty="0" err="1"/>
              <a:t>หรือส่งขึ้นไปเก็บบนเซิร์ฟเวอร์กลางเพื่อเตรียมนำไป</a:t>
            </a:r>
            <a:r>
              <a:rPr lang="en-US" dirty="0"/>
              <a:t> Deploy </a:t>
            </a:r>
            <a:r>
              <a:rPr lang="en-US" dirty="0" err="1"/>
              <a:t>ต่</a:t>
            </a:r>
            <a:endParaRPr lang="en-US" sz="1200" b="0" u="none" strike="noStrike" kern="1200" dirty="0">
              <a:solidFill>
                <a:schemeClr val="tx1"/>
              </a:solidFill>
              <a:effectLst/>
              <a:latin typeface="+mn-lt"/>
              <a:ea typeface="+mn-ea"/>
              <a:cs typeface="+mn-cs"/>
            </a:endParaRPr>
          </a:p>
          <a:p>
            <a:endParaRPr lang="en-US" sz="1200" b="0" u="none" strike="noStrike"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p:txBody>
      </p:sp>
      <p:sp>
        <p:nvSpPr>
          <p:cNvPr id="1286145768" name="Slide Number Placeholder 3">
            <a:extLst>
              <a:ext uri="{FF2B5EF4-FFF2-40B4-BE49-F238E27FC236}">
                <a16:creationId xmlns:a16="http://schemas.microsoft.com/office/drawing/2014/main" id="{FB348D12-1B2B-A8B3-1E20-A8F1DA040F83}"/>
              </a:ext>
            </a:extLst>
          </p:cNvPr>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28E26C-F9C7-A99A-F8D9-A2B511D66EC9}"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sz="1200" b="0" i="0" u="none" strike="noStrike" kern="0" cap="none" spc="0" normalizeH="0" baseline="0" noProof="0">
              <a:ln>
                <a:noFill/>
              </a:ln>
              <a:solidFill>
                <a:prstClr val="black"/>
              </a:solidFill>
              <a:effectLst/>
              <a:uLnTx/>
              <a:uFillTx/>
              <a:latin typeface="Aptos"/>
              <a:cs typeface="Arial"/>
            </a:endParaRPr>
          </a:p>
        </p:txBody>
      </p:sp>
    </p:spTree>
    <p:extLst>
      <p:ext uri="{BB962C8B-B14F-4D97-AF65-F5344CB8AC3E}">
        <p14:creationId xmlns:p14="http://schemas.microsoft.com/office/powerpoint/2010/main" val="30419714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97393976" name="Slide Image Placeholder 1"/>
          <p:cNvSpPr>
            <a:spLocks noGrp="1" noRot="1" noChangeAspect="1"/>
          </p:cNvSpPr>
          <p:nvPr>
            <p:ph type="sldImg"/>
          </p:nvPr>
        </p:nvSpPr>
        <p:spPr bwMode="auto">
          <a:xfrm>
            <a:off x="217488" y="812800"/>
            <a:ext cx="7124700" cy="4008438"/>
          </a:xfrm>
        </p:spPr>
      </p:sp>
      <p:sp>
        <p:nvSpPr>
          <p:cNvPr id="2035207759" name="Notes Placeholder 2"/>
          <p:cNvSpPr>
            <a:spLocks noGrp="1"/>
          </p:cNvSpPr>
          <p:nvPr>
            <p:ph type="body" idx="1"/>
          </p:nvPr>
        </p:nvSpPr>
        <p:spPr bwMode="auto"/>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1. Registry </a:t>
            </a:r>
            <a:r>
              <a:rPr lang="en-US" sz="1200" b="0" i="0" kern="1200" dirty="0" err="1">
                <a:solidFill>
                  <a:schemeClr val="tx1"/>
                </a:solidFill>
                <a:effectLst/>
                <a:latin typeface="+mn-lt"/>
                <a:ea typeface="+mn-ea"/>
                <a:cs typeface="+mn-cs"/>
              </a:rPr>
              <a:t>เป็นพื้นที่จัดเก็บระดับบนสุด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ให้มองว่า</a:t>
            </a:r>
            <a:r>
              <a:rPr lang="en-US" sz="1200" b="0" i="0" kern="1200" dirty="0">
                <a:solidFill>
                  <a:schemeClr val="tx1"/>
                </a:solidFill>
                <a:effectLst/>
                <a:latin typeface="+mn-lt"/>
                <a:ea typeface="+mn-ea"/>
                <a:cs typeface="+mn-cs"/>
              </a:rPr>
              <a:t> Registry </a:t>
            </a:r>
            <a:r>
              <a:rPr lang="en-US" sz="1200" b="0" i="0" kern="1200" dirty="0" err="1">
                <a:solidFill>
                  <a:schemeClr val="tx1"/>
                </a:solidFill>
                <a:effectLst/>
                <a:latin typeface="+mn-lt"/>
                <a:ea typeface="+mn-ea"/>
                <a:cs typeface="+mn-cs"/>
              </a:rPr>
              <a:t>คือ</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คลังหลัก</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ที่ครอบ</a:t>
            </a:r>
            <a:r>
              <a:rPr lang="en-US" sz="1200" b="0" i="0" kern="1200" dirty="0">
                <a:solidFill>
                  <a:schemeClr val="tx1"/>
                </a:solidFill>
                <a:effectLst/>
                <a:latin typeface="+mn-lt"/>
                <a:ea typeface="+mn-ea"/>
                <a:cs typeface="+mn-cs"/>
              </a:rPr>
              <a:t> Repository </a:t>
            </a:r>
            <a:r>
              <a:rPr lang="en-US" sz="1200" b="0" i="0" kern="1200" dirty="0" err="1">
                <a:solidFill>
                  <a:schemeClr val="tx1"/>
                </a:solidFill>
                <a:effectLst/>
                <a:latin typeface="+mn-lt"/>
                <a:ea typeface="+mn-ea"/>
                <a:cs typeface="+mn-cs"/>
              </a:rPr>
              <a:t>ต่าง</a:t>
            </a:r>
            <a:r>
              <a:rPr lang="en-US" sz="1200" b="0" i="0" kern="1200" dirty="0">
                <a:solidFill>
                  <a:schemeClr val="tx1"/>
                </a:solidFill>
                <a:effectLst/>
                <a:latin typeface="+mn-lt"/>
                <a:ea typeface="+mn-ea"/>
                <a:cs typeface="+mn-cs"/>
              </a:rPr>
              <a:t> ๆ</a:t>
            </a:r>
          </a:p>
          <a:p>
            <a:pPr fontAlgn="t"/>
            <a:r>
              <a:rPr lang="en-US" sz="1200" b="1" i="0" kern="1200" dirty="0">
                <a:solidFill>
                  <a:schemeClr val="tx1"/>
                </a:solidFill>
                <a:effectLst/>
                <a:latin typeface="+mn-lt"/>
                <a:ea typeface="+mn-ea"/>
                <a:cs typeface="+mn-cs"/>
              </a:rPr>
              <a:t>2. Repository </a:t>
            </a:r>
            <a:r>
              <a:rPr lang="th-TH" sz="1200" b="1" i="0" kern="1200" dirty="0">
                <a:solidFill>
                  <a:schemeClr val="tx1"/>
                </a:solidFill>
                <a:effectLst/>
                <a:latin typeface="+mn-lt"/>
                <a:ea typeface="+mn-ea"/>
                <a:cs typeface="+mn-cs"/>
              </a:rPr>
              <a:t>เ</a:t>
            </a:r>
            <a:r>
              <a:rPr lang="en-US" sz="1200" b="0" i="0" kern="1200" dirty="0" err="1">
                <a:solidFill>
                  <a:schemeClr val="tx1"/>
                </a:solidFill>
                <a:effectLst/>
                <a:latin typeface="+mn-lt"/>
                <a:ea typeface="+mn-ea"/>
                <a:cs typeface="+mn-cs"/>
              </a:rPr>
              <a:t>ป็น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Named image collection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หรือกลุ่มของ</a:t>
            </a:r>
            <a:r>
              <a:rPr lang="en-US" sz="1200" b="0" i="0" kern="1200" dirty="0">
                <a:solidFill>
                  <a:schemeClr val="tx1"/>
                </a:solidFill>
                <a:effectLst/>
                <a:latin typeface="+mn-lt"/>
                <a:ea typeface="+mn-ea"/>
                <a:cs typeface="+mn-cs"/>
              </a:rPr>
              <a:t> Images/Artifacts </a:t>
            </a:r>
            <a:r>
              <a:rPr lang="en-US" sz="1200" b="0" i="0" kern="1200" dirty="0" err="1">
                <a:solidFill>
                  <a:schemeClr val="tx1"/>
                </a:solidFill>
                <a:effectLst/>
                <a:latin typeface="+mn-lt"/>
                <a:ea typeface="+mn-ea"/>
                <a:cs typeface="+mn-cs"/>
              </a:rPr>
              <a:t>ที่จัดรวมกันภายใต้ชื่อเดียวกัน</a:t>
            </a:r>
            <a:endParaRPr lang="th-TH"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3. Artifact</a:t>
            </a:r>
          </a:p>
          <a:p>
            <a:pPr fontAlgn="t"/>
            <a:r>
              <a:rPr lang="en-US" sz="1200" b="0" i="0" kern="1200" dirty="0" err="1">
                <a:solidFill>
                  <a:schemeClr val="tx1"/>
                </a:solidFill>
                <a:effectLst/>
                <a:latin typeface="+mn-lt"/>
                <a:ea typeface="+mn-ea"/>
                <a:cs typeface="+mn-cs"/>
              </a:rPr>
              <a:t>คือสิ่งที่ถูกจัดเก็บภายใน</a:t>
            </a:r>
            <a:r>
              <a:rPr lang="en-US" sz="1200" b="0" i="0" kern="1200" dirty="0">
                <a:solidFill>
                  <a:schemeClr val="tx1"/>
                </a:solidFill>
                <a:effectLst/>
                <a:latin typeface="+mn-lt"/>
                <a:ea typeface="+mn-ea"/>
                <a:cs typeface="+mn-cs"/>
              </a:rPr>
              <a:t> Repository </a:t>
            </a:r>
            <a:r>
              <a:rPr lang="en-US" sz="1200" b="0" i="0" kern="1200" dirty="0" err="1">
                <a:solidFill>
                  <a:schemeClr val="tx1"/>
                </a:solidFill>
                <a:effectLst/>
                <a:latin typeface="+mn-lt"/>
                <a:ea typeface="+mn-ea"/>
                <a:cs typeface="+mn-cs"/>
              </a:rPr>
              <a:t>โดยภาพยกตัวอย่าง</a:t>
            </a:r>
            <a:r>
              <a:rPr lang="en-US" sz="1200" b="0" i="0" kern="1200" dirty="0">
                <a:solidFill>
                  <a:schemeClr val="tx1"/>
                </a:solidFill>
                <a:effectLst/>
                <a:latin typeface="+mn-lt"/>
                <a:ea typeface="+mn-ea"/>
                <a:cs typeface="+mn-cs"/>
              </a:rPr>
              <a:t>:</a:t>
            </a:r>
          </a:p>
          <a:p>
            <a:pPr lvl="0" fontAlgn="t"/>
            <a:r>
              <a:rPr lang="th-TH"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Image</a:t>
            </a:r>
          </a:p>
          <a:p>
            <a:pPr lvl="0" fontAlgn="t"/>
            <a:r>
              <a:rPr lang="th-TH"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Helm chart</a:t>
            </a:r>
          </a:p>
          <a:p>
            <a:pPr lvl="0" fontAlgn="t"/>
            <a:r>
              <a:rPr lang="th-TH"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OCI content</a:t>
            </a: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4. Namespace</a:t>
            </a:r>
            <a:r>
              <a:rPr lang="th-TH" sz="1200" b="1"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ใช้แสดงลำดับหรือโครงสร้างชื่อของ</a:t>
            </a:r>
            <a:r>
              <a:rPr lang="en-US" sz="1200" b="0" i="0" kern="1200" dirty="0">
                <a:solidFill>
                  <a:schemeClr val="tx1"/>
                </a:solidFill>
                <a:effectLst/>
                <a:latin typeface="+mn-lt"/>
                <a:ea typeface="+mn-ea"/>
                <a:cs typeface="+mn-cs"/>
              </a:rPr>
              <a:t> Repository </a:t>
            </a:r>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สามารถมองได้ว่า</a:t>
            </a:r>
            <a:r>
              <a:rPr lang="en-US" sz="1200" b="0" i="0" kern="1200" dirty="0">
                <a:solidFill>
                  <a:schemeClr val="tx1"/>
                </a:solidFill>
                <a:effectLst/>
                <a:latin typeface="+mn-lt"/>
                <a:ea typeface="+mn-ea"/>
                <a:cs typeface="+mn-cs"/>
              </a:rPr>
              <a:t> production </a:t>
            </a:r>
            <a:r>
              <a:rPr lang="en-US" sz="1200" b="0" i="0" kern="1200" dirty="0" err="1">
                <a:solidFill>
                  <a:schemeClr val="tx1"/>
                </a:solidFill>
                <a:effectLst/>
                <a:latin typeface="+mn-lt"/>
                <a:ea typeface="+mn-ea"/>
                <a:cs typeface="+mn-cs"/>
              </a:rPr>
              <a:t>เป็น</a:t>
            </a:r>
            <a:r>
              <a:rPr lang="en-US" sz="1200" b="0" i="0" kern="1200" dirty="0">
                <a:solidFill>
                  <a:schemeClr val="tx1"/>
                </a:solidFill>
                <a:effectLst/>
                <a:latin typeface="+mn-lt"/>
                <a:ea typeface="+mn-ea"/>
                <a:cs typeface="+mn-cs"/>
              </a:rPr>
              <a:t> Namespace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inference-</a:t>
            </a:r>
            <a:r>
              <a:rPr lang="en-US" sz="1200" b="0" i="0" kern="1200" dirty="0" err="1">
                <a:solidFill>
                  <a:schemeClr val="tx1"/>
                </a:solidFill>
                <a:effectLst/>
                <a:latin typeface="+mn-lt"/>
                <a:ea typeface="+mn-ea"/>
                <a:cs typeface="+mn-cs"/>
              </a:rPr>
              <a:t>api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เป็นชื่อที่อยู่ภายใต้</a:t>
            </a:r>
            <a:r>
              <a:rPr lang="en-US" sz="1200" b="0" i="0" kern="1200" dirty="0">
                <a:solidFill>
                  <a:schemeClr val="tx1"/>
                </a:solidFill>
                <a:effectLst/>
                <a:latin typeface="+mn-lt"/>
                <a:ea typeface="+mn-ea"/>
                <a:cs typeface="+mn-cs"/>
              </a:rPr>
              <a:t> Namespace </a:t>
            </a:r>
            <a:r>
              <a:rPr lang="en-US" sz="1200" b="0" i="0" kern="1200" dirty="0" err="1">
                <a:solidFill>
                  <a:schemeClr val="tx1"/>
                </a:solidFill>
                <a:effectLst/>
                <a:latin typeface="+mn-lt"/>
                <a:ea typeface="+mn-ea"/>
                <a:cs typeface="+mn-cs"/>
              </a:rPr>
              <a:t>นั้น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ช่วยให้ชื่อ</a:t>
            </a:r>
            <a:r>
              <a:rPr lang="en-US" sz="1200" b="0" i="0" kern="1200" dirty="0">
                <a:solidFill>
                  <a:schemeClr val="tx1"/>
                </a:solidFill>
                <a:effectLst/>
                <a:latin typeface="+mn-lt"/>
                <a:ea typeface="+mn-ea"/>
                <a:cs typeface="+mn-cs"/>
              </a:rPr>
              <a:t> Repository </a:t>
            </a:r>
            <a:r>
              <a:rPr lang="en-US" sz="1200" b="0" i="0" kern="1200" dirty="0" err="1">
                <a:solidFill>
                  <a:schemeClr val="tx1"/>
                </a:solidFill>
                <a:effectLst/>
                <a:latin typeface="+mn-lt"/>
                <a:ea typeface="+mn-ea"/>
                <a:cs typeface="+mn-cs"/>
              </a:rPr>
              <a:t>ถูกจัดเป็นโครงสร้างที่เข้าใจง่าย</a:t>
            </a:r>
            <a:endParaRPr lang="en-US"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Registry = </a:t>
            </a:r>
            <a:r>
              <a:rPr lang="en-US" sz="1200" b="0" i="0" kern="1200" dirty="0" err="1">
                <a:solidFill>
                  <a:schemeClr val="tx1"/>
                </a:solidFill>
                <a:effectLst/>
                <a:latin typeface="+mn-lt"/>
                <a:ea typeface="+mn-ea"/>
                <a:cs typeface="+mn-cs"/>
              </a:rPr>
              <a:t>คลังใหญ่</a:t>
            </a:r>
            <a:r>
              <a:rPr lang="en-US" sz="1200" b="0" i="0" kern="1200" dirty="0">
                <a:solidFill>
                  <a:schemeClr val="tx1"/>
                </a:solidFill>
                <a:effectLst/>
                <a:latin typeface="+mn-lt"/>
                <a:ea typeface="+mn-ea"/>
                <a:cs typeface="+mn-cs"/>
              </a:rPr>
              <a:t> → Repository = </a:t>
            </a:r>
            <a:r>
              <a:rPr lang="en-US" sz="1200" b="0" i="0" kern="1200" dirty="0" err="1">
                <a:solidFill>
                  <a:schemeClr val="tx1"/>
                </a:solidFill>
                <a:effectLst/>
                <a:latin typeface="+mn-lt"/>
                <a:ea typeface="+mn-ea"/>
                <a:cs typeface="+mn-cs"/>
              </a:rPr>
              <a:t>กลุ่มของ</a:t>
            </a:r>
            <a:r>
              <a:rPr lang="en-US" sz="1200" b="0" i="0" kern="1200" dirty="0">
                <a:solidFill>
                  <a:schemeClr val="tx1"/>
                </a:solidFill>
                <a:effectLst/>
                <a:latin typeface="+mn-lt"/>
                <a:ea typeface="+mn-ea"/>
                <a:cs typeface="+mn-cs"/>
              </a:rPr>
              <a:t> Images → Artifact = </a:t>
            </a:r>
            <a:r>
              <a:rPr lang="en-US" sz="1200" b="0" i="0" kern="1200" dirty="0" err="1">
                <a:solidFill>
                  <a:schemeClr val="tx1"/>
                </a:solidFill>
                <a:effectLst/>
                <a:latin typeface="+mn-lt"/>
                <a:ea typeface="+mn-ea"/>
                <a:cs typeface="+mn-cs"/>
              </a:rPr>
              <a:t>สิ่งที่จัดเก็บจริง</a:t>
            </a:r>
            <a:r>
              <a:rPr lang="en-US" sz="1200" b="0" i="0" kern="1200" dirty="0">
                <a:solidFill>
                  <a:schemeClr val="tx1"/>
                </a:solidFill>
                <a:effectLst/>
                <a:latin typeface="+mn-lt"/>
                <a:ea typeface="+mn-ea"/>
                <a:cs typeface="+mn-cs"/>
              </a:rPr>
              <a:t> → Namespace = </a:t>
            </a:r>
            <a:r>
              <a:rPr lang="en-US" sz="1200" b="0" i="0" kern="1200" dirty="0" err="1">
                <a:solidFill>
                  <a:schemeClr val="tx1"/>
                </a:solidFill>
                <a:effectLst/>
                <a:latin typeface="+mn-lt"/>
                <a:ea typeface="+mn-ea"/>
                <a:cs typeface="+mn-cs"/>
              </a:rPr>
              <a:t>การจัดโครงสร้างชื่อ</a:t>
            </a:r>
            <a:endParaRPr lang="en-US"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Helm chart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คือ</a:t>
            </a:r>
            <a:r>
              <a:rPr lang="en-US" sz="1200" b="0" i="0" kern="1200" dirty="0">
                <a:solidFill>
                  <a:schemeClr val="tx1"/>
                </a:solidFill>
                <a:effectLst/>
                <a:latin typeface="+mn-lt"/>
                <a:ea typeface="+mn-ea"/>
                <a:cs typeface="+mn-cs"/>
              </a:rPr>
              <a:t> Package </a:t>
            </a:r>
            <a:r>
              <a:rPr lang="en-US" sz="1200" b="0" i="0" kern="1200" dirty="0" err="1">
                <a:solidFill>
                  <a:schemeClr val="tx1"/>
                </a:solidFill>
                <a:effectLst/>
                <a:latin typeface="+mn-lt"/>
                <a:ea typeface="+mn-ea"/>
                <a:cs typeface="+mn-cs"/>
              </a:rPr>
              <a:t>สำหรับรวบรวมไฟล์และ</a:t>
            </a:r>
            <a:r>
              <a:rPr lang="en-US" sz="1200" b="0" i="0" kern="1200" dirty="0">
                <a:solidFill>
                  <a:schemeClr val="tx1"/>
                </a:solidFill>
                <a:effectLst/>
                <a:latin typeface="+mn-lt"/>
                <a:ea typeface="+mn-ea"/>
                <a:cs typeface="+mn-cs"/>
              </a:rPr>
              <a:t> Configuration </a:t>
            </a:r>
            <a:r>
              <a:rPr lang="en-US" sz="1200" b="0" i="0" kern="1200" dirty="0" err="1">
                <a:solidFill>
                  <a:schemeClr val="tx1"/>
                </a:solidFill>
                <a:effectLst/>
                <a:latin typeface="+mn-lt"/>
                <a:ea typeface="+mn-ea"/>
                <a:cs typeface="+mn-cs"/>
              </a:rPr>
              <a:t>ที่ใช้ติดตั้งหรือ</a:t>
            </a:r>
            <a:r>
              <a:rPr lang="en-US" sz="1200" b="0" i="0" kern="1200" dirty="0">
                <a:solidFill>
                  <a:schemeClr val="tx1"/>
                </a:solidFill>
                <a:effectLst/>
                <a:latin typeface="+mn-lt"/>
                <a:ea typeface="+mn-ea"/>
                <a:cs typeface="+mn-cs"/>
              </a:rPr>
              <a:t> Deploy </a:t>
            </a:r>
            <a:r>
              <a:rPr lang="en-US" sz="1200" b="0" i="0" kern="1200" dirty="0" err="1">
                <a:solidFill>
                  <a:schemeClr val="tx1"/>
                </a:solidFill>
                <a:effectLst/>
                <a:latin typeface="+mn-lt"/>
                <a:ea typeface="+mn-ea"/>
                <a:cs typeface="+mn-cs"/>
              </a:rPr>
              <a:t>แอปพลิเคชันบน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Kubernetes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ช่วยให้จัดการแอปที่มีหลาย</a:t>
            </a:r>
            <a:r>
              <a:rPr lang="en-US" sz="1200" b="0" i="0" kern="1200" dirty="0">
                <a:solidFill>
                  <a:schemeClr val="tx1"/>
                </a:solidFill>
                <a:effectLst/>
                <a:latin typeface="+mn-lt"/>
                <a:ea typeface="+mn-ea"/>
                <a:cs typeface="+mn-cs"/>
              </a:rPr>
              <a:t> Kubernetes resources </a:t>
            </a:r>
            <a:r>
              <a:rPr lang="en-US" sz="1200" b="0" i="0" kern="1200" dirty="0" err="1">
                <a:solidFill>
                  <a:schemeClr val="tx1"/>
                </a:solidFill>
                <a:effectLst/>
                <a:latin typeface="+mn-lt"/>
                <a:ea typeface="+mn-ea"/>
                <a:cs typeface="+mn-cs"/>
              </a:rPr>
              <a:t>ได้เป็นชุดเดียว</a:t>
            </a: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OCI content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คือ</a:t>
            </a:r>
            <a:r>
              <a:rPr lang="en-US" sz="1200" b="0" i="0" kern="1200" dirty="0">
                <a:solidFill>
                  <a:schemeClr val="tx1"/>
                </a:solidFill>
                <a:effectLst/>
                <a:latin typeface="+mn-lt"/>
                <a:ea typeface="+mn-ea"/>
                <a:cs typeface="+mn-cs"/>
              </a:rPr>
              <a:t> Artifact </a:t>
            </a:r>
            <a:r>
              <a:rPr lang="en-US" sz="1200" b="0" i="0" kern="1200" dirty="0" err="1">
                <a:solidFill>
                  <a:schemeClr val="tx1"/>
                </a:solidFill>
                <a:effectLst/>
                <a:latin typeface="+mn-lt"/>
                <a:ea typeface="+mn-ea"/>
                <a:cs typeface="+mn-cs"/>
              </a:rPr>
              <a:t>ที่อยู่ในรูปแบบตามมาตรฐาน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OCI (Open Container Initiative)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ซึ่งเป็นมาตรฐานสำหรับ</a:t>
            </a:r>
            <a:r>
              <a:rPr lang="en-US" sz="1200" b="0" i="0" kern="1200" dirty="0">
                <a:solidFill>
                  <a:schemeClr val="tx1"/>
                </a:solidFill>
                <a:effectLst/>
                <a:latin typeface="+mn-lt"/>
                <a:ea typeface="+mn-ea"/>
                <a:cs typeface="+mn-cs"/>
              </a:rPr>
              <a:t> Container Images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Artifact </a:t>
            </a:r>
            <a:r>
              <a:rPr lang="en-US" sz="1200" b="0" i="0" kern="1200" dirty="0" err="1">
                <a:solidFill>
                  <a:schemeClr val="tx1"/>
                </a:solidFill>
                <a:effectLst/>
                <a:latin typeface="+mn-lt"/>
                <a:ea typeface="+mn-ea"/>
                <a:cs typeface="+mn-cs"/>
              </a:rPr>
              <a:t>ที่เกี่ยวข้อง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ทำให้เครื่องมือและแพลตฟอร์มต่าง</a:t>
            </a:r>
            <a:r>
              <a:rPr lang="en-US" sz="1200" b="0" i="0" kern="1200" dirty="0">
                <a:solidFill>
                  <a:schemeClr val="tx1"/>
                </a:solidFill>
                <a:effectLst/>
                <a:latin typeface="+mn-lt"/>
                <a:ea typeface="+mn-ea"/>
                <a:cs typeface="+mn-cs"/>
              </a:rPr>
              <a:t> ๆ </a:t>
            </a:r>
            <a:r>
              <a:rPr lang="en-US" sz="1200" b="0" i="0" kern="1200" dirty="0" err="1">
                <a:solidFill>
                  <a:schemeClr val="tx1"/>
                </a:solidFill>
                <a:effectLst/>
                <a:latin typeface="+mn-lt"/>
                <a:ea typeface="+mn-ea"/>
                <a:cs typeface="+mn-cs"/>
              </a:rPr>
              <a:t>สามารถทำงานร่วมกันได้บนรูปแบบมาตรฐานเดียวกัน</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p:txBody>
      </p:sp>
      <p:sp>
        <p:nvSpPr>
          <p:cNvPr id="1286145768"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28E26C-F9C7-A99A-F8D9-A2B511D66EC9}"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20464787" name="Slide Image Placeholder 1"/>
          <p:cNvSpPr>
            <a:spLocks noGrp="1" noRot="1" noChangeAspect="1"/>
          </p:cNvSpPr>
          <p:nvPr>
            <p:ph type="sldImg"/>
          </p:nvPr>
        </p:nvSpPr>
        <p:spPr bwMode="auto">
          <a:xfrm>
            <a:off x="217488" y="812800"/>
            <a:ext cx="7124700" cy="4008438"/>
          </a:xfrm>
        </p:spPr>
      </p:sp>
      <p:sp>
        <p:nvSpPr>
          <p:cNvPr id="1128685022" name="Notes Placeholder 2"/>
          <p:cNvSpPr>
            <a:spLocks noGrp="1"/>
          </p:cNvSpPr>
          <p:nvPr>
            <p:ph type="body" idx="1"/>
          </p:nvPr>
        </p:nvSpPr>
        <p:spPr bwMode="auto"/>
        <p:txBody>
          <a:bodyPr/>
          <a:lstStyle/>
          <a:p>
            <a:pPr fontAlgn="t"/>
            <a:r>
              <a:rPr lang="en-US" sz="1200" b="1" i="0" kern="1200" dirty="0">
                <a:solidFill>
                  <a:schemeClr val="tx1"/>
                </a:solidFill>
                <a:effectLst/>
                <a:latin typeface="+mn-lt"/>
                <a:ea typeface="+mn-ea"/>
                <a:cs typeface="+mn-cs"/>
              </a:rPr>
              <a:t>ACR Tasks = </a:t>
            </a:r>
            <a:r>
              <a:rPr lang="en-US" sz="1200" b="1" i="0" kern="1200" dirty="0" err="1">
                <a:solidFill>
                  <a:schemeClr val="tx1"/>
                </a:solidFill>
                <a:effectLst/>
                <a:latin typeface="+mn-lt"/>
                <a:ea typeface="+mn-ea"/>
                <a:cs typeface="+mn-cs"/>
              </a:rPr>
              <a:t>ระบบช่วยทำงานเกี่ยวกับการ</a:t>
            </a:r>
            <a:r>
              <a:rPr lang="en-US" sz="1200" b="1" i="0" kern="1200" dirty="0">
                <a:solidFill>
                  <a:schemeClr val="tx1"/>
                </a:solidFill>
                <a:effectLst/>
                <a:latin typeface="+mn-lt"/>
                <a:ea typeface="+mn-ea"/>
                <a:cs typeface="+mn-cs"/>
              </a:rPr>
              <a:t> Build Container Image </a:t>
            </a:r>
            <a:r>
              <a:rPr lang="en-US" sz="1200" b="1" i="0" kern="1200" dirty="0" err="1">
                <a:solidFill>
                  <a:schemeClr val="tx1"/>
                </a:solidFill>
                <a:effectLst/>
                <a:latin typeface="+mn-lt"/>
                <a:ea typeface="+mn-ea"/>
                <a:cs typeface="+mn-cs"/>
              </a:rPr>
              <a:t>ให้เป็นอัตโนมัติ</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มี</a:t>
            </a:r>
            <a:r>
              <a:rPr lang="en-US" sz="1200" b="0" i="0" kern="1200" dirty="0">
                <a:solidFill>
                  <a:schemeClr val="tx1"/>
                </a:solidFill>
                <a:effectLst/>
                <a:latin typeface="+mn-lt"/>
                <a:ea typeface="+mn-ea"/>
                <a:cs typeface="+mn-cs"/>
              </a:rPr>
              <a:t> 3 </a:t>
            </a:r>
            <a:r>
              <a:rPr lang="en-US" sz="1200" b="0" i="0" kern="1200" dirty="0" err="1">
                <a:solidFill>
                  <a:schemeClr val="tx1"/>
                </a:solidFill>
                <a:effectLst/>
                <a:latin typeface="+mn-lt"/>
                <a:ea typeface="+mn-ea"/>
                <a:cs typeface="+mn-cs"/>
              </a:rPr>
              <a:t>เรื่องหลักจากสไลด์นี้</a:t>
            </a:r>
            <a:r>
              <a:rPr lang="en-US" sz="1200" b="0" i="0" kern="1200" dirty="0">
                <a:solidFill>
                  <a:schemeClr val="tx1"/>
                </a:solidFill>
                <a:effectLst/>
                <a:latin typeface="+mn-lt"/>
                <a:ea typeface="+mn-ea"/>
                <a:cs typeface="+mn-cs"/>
              </a:rPr>
              <a:t>:</a:t>
            </a:r>
          </a:p>
          <a:p>
            <a:pPr fontAlgn="t"/>
            <a:r>
              <a:rPr lang="en-US" sz="1200" b="1" i="0" kern="1200" dirty="0">
                <a:solidFill>
                  <a:schemeClr val="tx1"/>
                </a:solidFill>
                <a:effectLst/>
                <a:latin typeface="+mn-lt"/>
                <a:ea typeface="+mn-ea"/>
                <a:cs typeface="+mn-cs"/>
              </a:rPr>
              <a:t>Quick Tasks</a:t>
            </a:r>
            <a:r>
              <a:rPr lang="en-US" sz="1200" b="0" i="0" kern="1200" dirty="0">
                <a:solidFill>
                  <a:schemeClr val="tx1"/>
                </a:solidFill>
                <a:effectLst/>
                <a:latin typeface="+mn-lt"/>
                <a:ea typeface="+mn-ea"/>
                <a:cs typeface="+mn-cs"/>
              </a:rPr>
              <a:t> → Build + Push </a:t>
            </a:r>
            <a:r>
              <a:rPr lang="en-US" sz="1200" b="0" i="0" kern="1200" dirty="0" err="1">
                <a:solidFill>
                  <a:schemeClr val="tx1"/>
                </a:solidFill>
                <a:effectLst/>
                <a:latin typeface="+mn-lt"/>
                <a:ea typeface="+mn-ea"/>
                <a:cs typeface="+mn-cs"/>
              </a:rPr>
              <a:t>อย่างรวดเร็ว</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Source Code Trigger</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เชื่อม</a:t>
            </a:r>
            <a:r>
              <a:rPr lang="en-US" sz="1200" b="0" i="0" kern="1200" dirty="0">
                <a:solidFill>
                  <a:schemeClr val="tx1"/>
                </a:solidFill>
                <a:effectLst/>
                <a:latin typeface="+mn-lt"/>
                <a:ea typeface="+mn-ea"/>
                <a:cs typeface="+mn-cs"/>
              </a:rPr>
              <a:t> Task </a:t>
            </a:r>
            <a:r>
              <a:rPr lang="en-US" sz="1200" b="0" i="0" kern="1200" dirty="0" err="1">
                <a:solidFill>
                  <a:schemeClr val="tx1"/>
                </a:solidFill>
                <a:effectLst/>
                <a:latin typeface="+mn-lt"/>
                <a:ea typeface="+mn-ea"/>
                <a:cs typeface="+mn-cs"/>
              </a:rPr>
              <a:t>กับ</a:t>
            </a:r>
            <a:r>
              <a:rPr lang="en-US" sz="1200" b="0" i="0" kern="1200" dirty="0">
                <a:solidFill>
                  <a:schemeClr val="tx1"/>
                </a:solidFill>
                <a:effectLst/>
                <a:latin typeface="+mn-lt"/>
                <a:ea typeface="+mn-ea"/>
                <a:cs typeface="+mn-cs"/>
              </a:rPr>
              <a:t> Source Code</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Multi-step Tasks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สร้าง</a:t>
            </a:r>
            <a:r>
              <a:rPr lang="en-US" sz="1200" b="0" i="0" kern="1200" dirty="0">
                <a:solidFill>
                  <a:schemeClr val="tx1"/>
                </a:solidFill>
                <a:effectLst/>
                <a:latin typeface="+mn-lt"/>
                <a:ea typeface="+mn-ea"/>
                <a:cs typeface="+mn-cs"/>
              </a:rPr>
              <a:t> Workflow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Build → Test → Push </a:t>
            </a:r>
            <a:r>
              <a:rPr lang="en-US" sz="1200" b="0" i="0" kern="1200" dirty="0" err="1">
                <a:solidFill>
                  <a:schemeClr val="tx1"/>
                </a:solidFill>
                <a:effectLst/>
                <a:latin typeface="+mn-lt"/>
                <a:ea typeface="+mn-ea"/>
                <a:cs typeface="+mn-cs"/>
              </a:rPr>
              <a:t>ด้วย</a:t>
            </a:r>
            <a:r>
              <a:rPr lang="en-US" sz="1200" b="0" i="0" kern="1200" dirty="0">
                <a:solidFill>
                  <a:schemeClr val="tx1"/>
                </a:solidFill>
                <a:effectLst/>
                <a:latin typeface="+mn-lt"/>
                <a:ea typeface="+mn-ea"/>
                <a:cs typeface="+mn-cs"/>
              </a:rPr>
              <a:t> YAML</a:t>
            </a:r>
          </a:p>
          <a:p>
            <a:pPr fontAlgn="t"/>
            <a:r>
              <a:rPr lang="en-US" sz="1200" b="0" i="0" kern="1200" dirty="0" err="1">
                <a:solidFill>
                  <a:schemeClr val="tx1"/>
                </a:solidFill>
                <a:effectLst/>
                <a:latin typeface="+mn-lt"/>
                <a:ea typeface="+mn-ea"/>
                <a:cs typeface="+mn-cs"/>
              </a:rPr>
              <a:t>ดังนั้น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หาก</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Azure Container Registry (ACR)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เปรียบเหมือน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t>
            </a:r>
            <a:r>
              <a:rPr lang="en-US" sz="1200" b="1" i="0" kern="1200" dirty="0" err="1">
                <a:solidFill>
                  <a:schemeClr val="tx1"/>
                </a:solidFill>
                <a:effectLst/>
                <a:latin typeface="+mn-lt"/>
                <a:ea typeface="+mn-ea"/>
                <a:cs typeface="+mn-cs"/>
              </a:rPr>
              <a:t>คลังเก็บ</a:t>
            </a:r>
            <a:r>
              <a:rPr lang="en-US" sz="1200" b="1" i="0" kern="1200" dirty="0">
                <a:solidFill>
                  <a:schemeClr val="tx1"/>
                </a:solidFill>
                <a:effectLst/>
                <a:latin typeface="+mn-lt"/>
                <a:ea typeface="+mn-ea"/>
                <a:cs typeface="+mn-cs"/>
              </a:rPr>
              <a:t> Container Images”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ก็สามารถมอง</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ACR Tasks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ว่าเป็น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t>
            </a:r>
            <a:r>
              <a:rPr lang="en-US" sz="1200" b="1" i="0" kern="1200" dirty="0" err="1">
                <a:solidFill>
                  <a:schemeClr val="tx1"/>
                </a:solidFill>
                <a:effectLst/>
                <a:latin typeface="+mn-lt"/>
                <a:ea typeface="+mn-ea"/>
                <a:cs typeface="+mn-cs"/>
              </a:rPr>
              <a:t>ระบบอัตโนมัติที่ช่วยสร้างและส่ง</a:t>
            </a:r>
            <a:r>
              <a:rPr lang="en-US" sz="1200" b="1" i="0" kern="1200" dirty="0">
                <a:solidFill>
                  <a:schemeClr val="tx1"/>
                </a:solidFill>
                <a:effectLst/>
                <a:latin typeface="+mn-lt"/>
                <a:ea typeface="+mn-ea"/>
                <a:cs typeface="+mn-cs"/>
              </a:rPr>
              <a:t> Image </a:t>
            </a:r>
            <a:r>
              <a:rPr lang="en-US" sz="1200" b="1" i="0" kern="1200" dirty="0" err="1">
                <a:solidFill>
                  <a:schemeClr val="tx1"/>
                </a:solidFill>
                <a:effectLst/>
                <a:latin typeface="+mn-lt"/>
                <a:ea typeface="+mn-ea"/>
                <a:cs typeface="+mn-cs"/>
              </a:rPr>
              <a:t>เข้าไปยังคลัง</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ได้ครับ</a:t>
            </a: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th-TH" sz="1200" b="1"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th-TH" sz="1200" b="1"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ACR Tasks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ซึ่งช่วยให้กระบวนการสร้าง</a:t>
            </a:r>
            <a:r>
              <a:rPr lang="en-US" sz="1200" b="0" i="0" kern="1200" dirty="0">
                <a:solidFill>
                  <a:schemeClr val="tx1"/>
                </a:solidFill>
                <a:effectLst/>
                <a:latin typeface="+mn-lt"/>
                <a:ea typeface="+mn-ea"/>
                <a:cs typeface="+mn-cs"/>
              </a:rPr>
              <a:t> Container Image </a:t>
            </a:r>
            <a:r>
              <a:rPr lang="en-US" sz="1200" b="0" i="0" kern="1200" dirty="0" err="1">
                <a:solidFill>
                  <a:schemeClr val="tx1"/>
                </a:solidFill>
                <a:effectLst/>
                <a:latin typeface="+mn-lt"/>
                <a:ea typeface="+mn-ea"/>
                <a:cs typeface="+mn-cs"/>
              </a:rPr>
              <a:t>เป็นระบบและทำงานอัตโนมัติได้มากขึ้น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โดยเฉพาะขั้นตอน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Build → Test → Push</a:t>
            </a:r>
            <a:endParaRPr lang="en-US"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ปกติเมื่อนักพัฒนาเขียน</a:t>
            </a:r>
            <a:r>
              <a:rPr lang="en-US" sz="1200" b="0" i="0" kern="1200" dirty="0">
                <a:solidFill>
                  <a:schemeClr val="tx1"/>
                </a:solidFill>
                <a:effectLst/>
                <a:latin typeface="+mn-lt"/>
                <a:ea typeface="+mn-ea"/>
                <a:cs typeface="+mn-cs"/>
              </a:rPr>
              <a:t> Application </a:t>
            </a:r>
            <a:r>
              <a:rPr lang="en-US" sz="1200" b="0" i="0" kern="1200" dirty="0" err="1">
                <a:solidFill>
                  <a:schemeClr val="tx1"/>
                </a:solidFill>
                <a:effectLst/>
                <a:latin typeface="+mn-lt"/>
                <a:ea typeface="+mn-ea"/>
                <a:cs typeface="+mn-cs"/>
              </a:rPr>
              <a:t>เสร็จ</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จะต้องนำ</a:t>
            </a:r>
            <a:r>
              <a:rPr lang="en-US" sz="1200" b="0" i="0" kern="1200" dirty="0">
                <a:solidFill>
                  <a:schemeClr val="tx1"/>
                </a:solidFill>
                <a:effectLst/>
                <a:latin typeface="+mn-lt"/>
                <a:ea typeface="+mn-ea"/>
                <a:cs typeface="+mn-cs"/>
              </a:rPr>
              <a:t> Source Code </a:t>
            </a:r>
            <a:r>
              <a:rPr lang="en-US" sz="1200" b="0" i="0" kern="1200" dirty="0" err="1">
                <a:solidFill>
                  <a:schemeClr val="tx1"/>
                </a:solidFill>
                <a:effectLst/>
                <a:latin typeface="+mn-lt"/>
                <a:ea typeface="+mn-ea"/>
                <a:cs typeface="+mn-cs"/>
              </a:rPr>
              <a:t>มาสร้างเป็น</a:t>
            </a:r>
            <a:r>
              <a:rPr lang="en-US" sz="1200" b="0" i="0" kern="1200" dirty="0">
                <a:solidFill>
                  <a:schemeClr val="tx1"/>
                </a:solidFill>
                <a:effectLst/>
                <a:latin typeface="+mn-lt"/>
                <a:ea typeface="+mn-ea"/>
                <a:cs typeface="+mn-cs"/>
              </a:rPr>
              <a:t> Container Image </a:t>
            </a:r>
            <a:r>
              <a:rPr lang="en-US" sz="1200" b="0" i="0" kern="1200" dirty="0" err="1">
                <a:solidFill>
                  <a:schemeClr val="tx1"/>
                </a:solidFill>
                <a:effectLst/>
                <a:latin typeface="+mn-lt"/>
                <a:ea typeface="+mn-ea"/>
                <a:cs typeface="+mn-cs"/>
              </a:rPr>
              <a:t>แล้วนำ</a:t>
            </a:r>
            <a:r>
              <a:rPr lang="en-US" sz="1200" b="0" i="0" kern="1200" dirty="0">
                <a:solidFill>
                  <a:schemeClr val="tx1"/>
                </a:solidFill>
                <a:effectLst/>
                <a:latin typeface="+mn-lt"/>
                <a:ea typeface="+mn-ea"/>
                <a:cs typeface="+mn-cs"/>
              </a:rPr>
              <a:t> Image </a:t>
            </a:r>
            <a:r>
              <a:rPr lang="en-US" sz="1200" b="0" i="0" kern="1200" dirty="0" err="1">
                <a:solidFill>
                  <a:schemeClr val="tx1"/>
                </a:solidFill>
                <a:effectLst/>
                <a:latin typeface="+mn-lt"/>
                <a:ea typeface="+mn-ea"/>
                <a:cs typeface="+mn-cs"/>
              </a:rPr>
              <a:t>ไปเก็บใน</a:t>
            </a:r>
            <a:r>
              <a:rPr lang="en-US" sz="1200" b="0" i="0" kern="1200" dirty="0">
                <a:solidFill>
                  <a:schemeClr val="tx1"/>
                </a:solidFill>
                <a:effectLst/>
                <a:latin typeface="+mn-lt"/>
                <a:ea typeface="+mn-ea"/>
                <a:cs typeface="+mn-cs"/>
              </a:rPr>
              <a:t> Container Registry</a:t>
            </a:r>
          </a:p>
          <a:p>
            <a:pPr fontAlgn="t"/>
            <a:endParaRPr lang="th-TH"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Source Code </a:t>
            </a:r>
            <a:r>
              <a:rPr lang="th-TH" sz="1200" b="0" i="0" kern="1200" dirty="0">
                <a:solidFill>
                  <a:schemeClr val="tx1"/>
                </a:solidFill>
                <a:effectLst/>
                <a:latin typeface="+mn-lt"/>
                <a:ea typeface="+mn-ea"/>
                <a:cs typeface="+mn-cs"/>
                <a:sym typeface="Wingdings" panose="05000000000000000000" pitchFamily="2" charset="2"/>
              </a:rPr>
              <a:t></a:t>
            </a:r>
            <a:r>
              <a:rPr lang="en-US" sz="1200" b="0" i="0" kern="1200" dirty="0">
                <a:solidFill>
                  <a:schemeClr val="tx1"/>
                </a:solidFill>
                <a:effectLst/>
                <a:latin typeface="+mn-lt"/>
                <a:ea typeface="+mn-ea"/>
                <a:cs typeface="+mn-cs"/>
                <a:sym typeface="Wingdings" panose="05000000000000000000" pitchFamily="2" charset="2"/>
              </a:rPr>
              <a:t> </a:t>
            </a:r>
            <a:r>
              <a:rPr lang="en-US" sz="1200" b="0" i="0" kern="1200" dirty="0" err="1">
                <a:solidFill>
                  <a:schemeClr val="tx1"/>
                </a:solidFill>
                <a:effectLst/>
                <a:latin typeface="+mn-lt"/>
                <a:ea typeface="+mn-ea"/>
                <a:cs typeface="+mn-cs"/>
              </a:rPr>
              <a:t>Dockerfile</a:t>
            </a:r>
            <a:r>
              <a:rPr lang="en-US"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sym typeface="Wingdings" panose="05000000000000000000" pitchFamily="2" charset="2"/>
              </a:rPr>
              <a:t></a:t>
            </a:r>
            <a:r>
              <a:rPr lang="en-US" sz="1200" b="0" i="0" kern="1200" dirty="0">
                <a:solidFill>
                  <a:schemeClr val="tx1"/>
                </a:solidFill>
                <a:effectLst/>
                <a:latin typeface="+mn-lt"/>
                <a:ea typeface="+mn-ea"/>
                <a:cs typeface="+mn-cs"/>
              </a:rPr>
              <a:t>  ACR Tasks </a:t>
            </a:r>
            <a:r>
              <a:rPr lang="en-US" sz="1200" b="0" i="0" kern="1200" dirty="0">
                <a:solidFill>
                  <a:schemeClr val="tx1"/>
                </a:solidFill>
                <a:effectLst/>
                <a:latin typeface="+mn-lt"/>
                <a:ea typeface="+mn-ea"/>
                <a:cs typeface="+mn-cs"/>
                <a:sym typeface="Wingdings" panose="05000000000000000000" pitchFamily="2" charset="2"/>
              </a:rPr>
              <a:t></a:t>
            </a:r>
            <a:r>
              <a:rPr lang="en-US" sz="1200" b="0" i="0" kern="1200" dirty="0">
                <a:solidFill>
                  <a:schemeClr val="tx1"/>
                </a:solidFill>
                <a:effectLst/>
                <a:latin typeface="+mn-lt"/>
                <a:ea typeface="+mn-ea"/>
                <a:cs typeface="+mn-cs"/>
              </a:rPr>
              <a:t>  Build Container Image   </a:t>
            </a:r>
            <a:r>
              <a:rPr lang="en-US" sz="1200" b="0" i="0" kern="1200" dirty="0">
                <a:solidFill>
                  <a:schemeClr val="tx1"/>
                </a:solidFill>
                <a:effectLst/>
                <a:latin typeface="+mn-lt"/>
                <a:ea typeface="+mn-ea"/>
                <a:cs typeface="+mn-cs"/>
                <a:sym typeface="Wingdings" panose="05000000000000000000" pitchFamily="2" charset="2"/>
              </a:rPr>
              <a:t> </a:t>
            </a:r>
            <a:r>
              <a:rPr lang="en-US" sz="1200" b="0" i="0" kern="1200" dirty="0">
                <a:solidFill>
                  <a:schemeClr val="tx1"/>
                </a:solidFill>
                <a:effectLst/>
                <a:latin typeface="+mn-lt"/>
                <a:ea typeface="+mn-ea"/>
                <a:cs typeface="+mn-cs"/>
              </a:rPr>
              <a:t>Test (</a:t>
            </a:r>
            <a:r>
              <a:rPr lang="th-TH" sz="1200" b="0" i="0" kern="1200" dirty="0">
                <a:solidFill>
                  <a:schemeClr val="tx1"/>
                </a:solidFill>
                <a:effectLst/>
                <a:latin typeface="+mn-lt"/>
                <a:ea typeface="+mn-ea"/>
                <a:cs typeface="+mn-cs"/>
              </a:rPr>
              <a:t>ถ้ากำหนด)   </a:t>
            </a:r>
            <a:r>
              <a:rPr lang="en-US" sz="1200" b="0" i="0" kern="1200" dirty="0">
                <a:solidFill>
                  <a:schemeClr val="tx1"/>
                </a:solidFill>
                <a:effectLst/>
                <a:latin typeface="+mn-lt"/>
                <a:ea typeface="+mn-ea"/>
                <a:cs typeface="+mn-cs"/>
                <a:sym typeface="Wingdings" panose="05000000000000000000" pitchFamily="2" charset="2"/>
              </a:rPr>
              <a:t> </a:t>
            </a:r>
            <a:r>
              <a:rPr lang="en-US" sz="1200" b="0" i="0" kern="1200" dirty="0">
                <a:solidFill>
                  <a:schemeClr val="tx1"/>
                </a:solidFill>
                <a:effectLst/>
                <a:latin typeface="+mn-lt"/>
                <a:ea typeface="+mn-ea"/>
                <a:cs typeface="+mn-cs"/>
              </a:rPr>
              <a:t>Push  </a:t>
            </a:r>
            <a:r>
              <a:rPr lang="en-US" sz="1200" b="0" i="0" kern="1200" dirty="0">
                <a:solidFill>
                  <a:schemeClr val="tx1"/>
                </a:solidFill>
                <a:effectLst/>
                <a:latin typeface="+mn-lt"/>
                <a:ea typeface="+mn-ea"/>
                <a:cs typeface="+mn-cs"/>
                <a:sym typeface="Wingdings" panose="05000000000000000000" pitchFamily="2" charset="2"/>
              </a:rPr>
              <a:t> </a:t>
            </a:r>
            <a:r>
              <a:rPr lang="en-US" sz="1200" b="0" i="0" kern="1200" dirty="0">
                <a:solidFill>
                  <a:schemeClr val="tx1"/>
                </a:solidFill>
                <a:effectLst/>
                <a:latin typeface="+mn-lt"/>
                <a:ea typeface="+mn-ea"/>
                <a:cs typeface="+mn-cs"/>
              </a:rPr>
              <a:t>Azure Container Registry</a:t>
            </a:r>
          </a:p>
          <a:p>
            <a:pPr fontAlgn="t"/>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Quick Tasks: Build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Push </a:t>
            </a:r>
            <a:r>
              <a:rPr lang="en-US" sz="1200" b="0" i="0" kern="1200" dirty="0" err="1">
                <a:solidFill>
                  <a:schemeClr val="tx1"/>
                </a:solidFill>
                <a:effectLst/>
                <a:latin typeface="+mn-lt"/>
                <a:ea typeface="+mn-ea"/>
                <a:cs typeface="+mn-cs"/>
              </a:rPr>
              <a:t>ด้วยคำสั่งเดียว</a:t>
            </a:r>
            <a:r>
              <a:rPr lang="en-US" sz="1200" b="0" i="0" kern="1200" dirty="0">
                <a:solidFill>
                  <a:schemeClr val="tx1"/>
                </a:solidFill>
                <a:effectLst/>
                <a:latin typeface="+mn-lt"/>
                <a:ea typeface="+mn-ea"/>
                <a:cs typeface="+mn-cs"/>
              </a:rPr>
              <a:t> </a:t>
            </a: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หมายถึงสามารถทำให้ขั้นตอน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Build Container Image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Push Image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ดำเนินการต่อเนื่องกันได้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แทนที่จะต้องแยกเป็นหลายขั้นตอน</a:t>
            </a: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แนวคิดสำคัญคือ</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ผูก</a:t>
            </a:r>
            <a:r>
              <a:rPr lang="en-US" sz="1200" b="1" i="0" kern="1200" dirty="0">
                <a:solidFill>
                  <a:schemeClr val="tx1"/>
                </a:solidFill>
                <a:effectLst/>
                <a:latin typeface="+mn-lt"/>
                <a:ea typeface="+mn-ea"/>
                <a:cs typeface="+mn-cs"/>
              </a:rPr>
              <a:t> Task </a:t>
            </a:r>
            <a:r>
              <a:rPr lang="en-US" sz="1200" b="1" i="0" kern="1200" dirty="0" err="1">
                <a:solidFill>
                  <a:schemeClr val="tx1"/>
                </a:solidFill>
                <a:effectLst/>
                <a:latin typeface="+mn-lt"/>
                <a:ea typeface="+mn-ea"/>
                <a:cs typeface="+mn-cs"/>
              </a:rPr>
              <a:t>เข้ากับ</a:t>
            </a:r>
            <a:r>
              <a:rPr lang="en-US" sz="1200" b="1" i="0" kern="1200" dirty="0">
                <a:solidFill>
                  <a:schemeClr val="tx1"/>
                </a:solidFill>
                <a:effectLst/>
                <a:latin typeface="+mn-lt"/>
                <a:ea typeface="+mn-ea"/>
                <a:cs typeface="+mn-cs"/>
              </a:rPr>
              <a:t> Source Code </a:t>
            </a:r>
            <a:r>
              <a:rPr lang="en-US" sz="1200" b="1" i="0" kern="1200" dirty="0" err="1">
                <a:solidFill>
                  <a:schemeClr val="tx1"/>
                </a:solidFill>
                <a:effectLst/>
                <a:latin typeface="+mn-lt"/>
                <a:ea typeface="+mn-ea"/>
                <a:cs typeface="+mn-cs"/>
              </a:rPr>
              <a:t>ใน</a:t>
            </a:r>
            <a:r>
              <a:rPr lang="en-US" sz="1200" b="1" i="0" kern="1200" dirty="0">
                <a:solidFill>
                  <a:schemeClr val="tx1"/>
                </a:solidFill>
                <a:effectLst/>
                <a:latin typeface="+mn-lt"/>
                <a:ea typeface="+mn-ea"/>
                <a:cs typeface="+mn-cs"/>
              </a:rPr>
              <a:t> Git repository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เพื่อให้กระบวนการ</a:t>
            </a:r>
            <a:r>
              <a:rPr lang="en-US" sz="1200" b="0" i="0" kern="1200" dirty="0">
                <a:solidFill>
                  <a:schemeClr val="tx1"/>
                </a:solidFill>
                <a:effectLst/>
                <a:latin typeface="+mn-lt"/>
                <a:ea typeface="+mn-ea"/>
                <a:cs typeface="+mn-cs"/>
              </a:rPr>
              <a:t> Build Container Image </a:t>
            </a:r>
            <a:r>
              <a:rPr lang="en-US" sz="1200" b="0" i="0" kern="1200" dirty="0" err="1">
                <a:solidFill>
                  <a:schemeClr val="tx1"/>
                </a:solidFill>
                <a:effectLst/>
                <a:latin typeface="+mn-lt"/>
                <a:ea typeface="+mn-ea"/>
                <a:cs typeface="+mn-cs"/>
              </a:rPr>
              <a:t>เชื่อมโยงกับ</a:t>
            </a:r>
            <a:r>
              <a:rPr lang="en-US" sz="1200" b="0" i="0" kern="1200" dirty="0">
                <a:solidFill>
                  <a:schemeClr val="tx1"/>
                </a:solidFill>
                <a:effectLst/>
                <a:latin typeface="+mn-lt"/>
                <a:ea typeface="+mn-ea"/>
                <a:cs typeface="+mn-cs"/>
              </a:rPr>
              <a:t> Source Code</a:t>
            </a:r>
          </a:p>
          <a:p>
            <a:pPr fontAlgn="t"/>
            <a:r>
              <a:rPr lang="en-US" sz="1200" b="0" i="0" kern="1200" dirty="0" err="1">
                <a:solidFill>
                  <a:schemeClr val="tx1"/>
                </a:solidFill>
                <a:effectLst/>
                <a:latin typeface="+mn-lt"/>
                <a:ea typeface="+mn-ea"/>
                <a:cs typeface="+mn-cs"/>
              </a:rPr>
              <a:t>อ่านแต่ละส่วนแบบง่าย</a:t>
            </a:r>
            <a:r>
              <a:rPr lang="en-US" sz="1200" b="0" i="0" kern="1200" dirty="0">
                <a:solidFill>
                  <a:schemeClr val="tx1"/>
                </a:solidFill>
                <a:effectLst/>
                <a:latin typeface="+mn-lt"/>
                <a:ea typeface="+mn-ea"/>
                <a:cs typeface="+mn-cs"/>
              </a:rPr>
              <a:t> ๆ:</a:t>
            </a:r>
          </a:p>
          <a:p>
            <a:pPr lvl="0" fontAlgn="t"/>
            <a:r>
              <a:rPr lang="en-US" sz="1200" b="0" i="0" kern="1200" dirty="0">
                <a:solidFill>
                  <a:schemeClr val="tx1"/>
                </a:solidFill>
                <a:effectLst/>
                <a:latin typeface="+mn-lt"/>
                <a:ea typeface="+mn-ea"/>
                <a:cs typeface="+mn-cs"/>
              </a:rPr>
              <a:t>--registry </a:t>
            </a:r>
            <a:r>
              <a:rPr lang="en-US" sz="1200" b="0" i="0" kern="1200" dirty="0" err="1">
                <a:solidFill>
                  <a:schemeClr val="tx1"/>
                </a:solidFill>
                <a:effectLst/>
                <a:latin typeface="+mn-lt"/>
                <a:ea typeface="+mn-ea"/>
                <a:cs typeface="+mn-cs"/>
              </a:rPr>
              <a:t>myregistry</a:t>
            </a:r>
            <a:r>
              <a:rPr lang="en-US" sz="1200" b="0" i="0" kern="1200" dirty="0">
                <a:solidFill>
                  <a:schemeClr val="tx1"/>
                </a:solidFill>
                <a:effectLst/>
                <a:latin typeface="+mn-lt"/>
                <a:ea typeface="+mn-ea"/>
                <a:cs typeface="+mn-cs"/>
              </a:rPr>
              <a:t> → Registry </a:t>
            </a:r>
            <a:r>
              <a:rPr lang="en-US" sz="1200" b="0" i="0" kern="1200" dirty="0" err="1">
                <a:solidFill>
                  <a:schemeClr val="tx1"/>
                </a:solidFill>
                <a:effectLst/>
                <a:latin typeface="+mn-lt"/>
                <a:ea typeface="+mn-ea"/>
                <a:cs typeface="+mn-cs"/>
              </a:rPr>
              <a:t>เป้าหมายคือ</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myregistry</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--name build-inference-</a:t>
            </a:r>
            <a:r>
              <a:rPr lang="en-US" sz="1200" b="0" i="0" kern="1200" dirty="0" err="1">
                <a:solidFill>
                  <a:schemeClr val="tx1"/>
                </a:solidFill>
                <a:effectLst/>
                <a:latin typeface="+mn-lt"/>
                <a:ea typeface="+mn-ea"/>
                <a:cs typeface="+mn-cs"/>
              </a:rPr>
              <a:t>api</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ตั้งชื่อ</a:t>
            </a:r>
            <a:r>
              <a:rPr lang="en-US" sz="1200" b="0" i="0" kern="1200" dirty="0">
                <a:solidFill>
                  <a:schemeClr val="tx1"/>
                </a:solidFill>
                <a:effectLst/>
                <a:latin typeface="+mn-lt"/>
                <a:ea typeface="+mn-ea"/>
                <a:cs typeface="+mn-cs"/>
              </a:rPr>
              <a:t> Task </a:t>
            </a:r>
            <a:r>
              <a:rPr lang="en-US" sz="1200" b="0" i="0" kern="1200" dirty="0" err="1">
                <a:solidFill>
                  <a:schemeClr val="tx1"/>
                </a:solidFill>
                <a:effectLst/>
                <a:latin typeface="+mn-lt"/>
                <a:ea typeface="+mn-ea"/>
                <a:cs typeface="+mn-cs"/>
              </a:rPr>
              <a:t>ว่า</a:t>
            </a:r>
            <a:r>
              <a:rPr lang="en-US" sz="1200" b="0" i="0" kern="1200" dirty="0">
                <a:solidFill>
                  <a:schemeClr val="tx1"/>
                </a:solidFill>
                <a:effectLst/>
                <a:latin typeface="+mn-lt"/>
                <a:ea typeface="+mn-ea"/>
                <a:cs typeface="+mn-cs"/>
              </a:rPr>
              <a:t> build-inference-</a:t>
            </a:r>
            <a:r>
              <a:rPr lang="en-US" sz="1200" b="0" i="0" kern="1200" dirty="0" err="1">
                <a:solidFill>
                  <a:schemeClr val="tx1"/>
                </a:solidFill>
                <a:effectLst/>
                <a:latin typeface="+mn-lt"/>
                <a:ea typeface="+mn-ea"/>
                <a:cs typeface="+mn-cs"/>
              </a:rPr>
              <a:t>api</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--image inference-</a:t>
            </a:r>
            <a:r>
              <a:rPr lang="en-US" sz="1200" b="0" i="0" kern="1200" dirty="0" err="1">
                <a:solidFill>
                  <a:schemeClr val="tx1"/>
                </a:solidFill>
                <a:effectLst/>
                <a:latin typeface="+mn-lt"/>
                <a:ea typeface="+mn-ea"/>
                <a:cs typeface="+mn-cs"/>
              </a:rPr>
              <a:t>api</a:t>
            </a:r>
            <a:r>
              <a:rPr lang="en-US" sz="1200" b="0" i="0" kern="1200" dirty="0">
                <a:solidFill>
                  <a:schemeClr val="tx1"/>
                </a:solidFill>
                <a:effectLst/>
                <a:latin typeface="+mn-lt"/>
                <a:ea typeface="+mn-ea"/>
                <a:cs typeface="+mn-cs"/>
              </a:rPr>
              <a:t>:{{.Run.ID}} → </a:t>
            </a:r>
            <a:r>
              <a:rPr lang="en-US" sz="1200" b="0" i="0" kern="1200" dirty="0" err="1">
                <a:solidFill>
                  <a:schemeClr val="tx1"/>
                </a:solidFill>
                <a:effectLst/>
                <a:latin typeface="+mn-lt"/>
                <a:ea typeface="+mn-ea"/>
                <a:cs typeface="+mn-cs"/>
              </a:rPr>
              <a:t>กำหนดชื่อ</a:t>
            </a:r>
            <a:r>
              <a:rPr lang="en-US" sz="1200" b="0" i="0" kern="1200" dirty="0">
                <a:solidFill>
                  <a:schemeClr val="tx1"/>
                </a:solidFill>
                <a:effectLst/>
                <a:latin typeface="+mn-lt"/>
                <a:ea typeface="+mn-ea"/>
                <a:cs typeface="+mn-cs"/>
              </a:rPr>
              <a:t> Image </a:t>
            </a:r>
            <a:r>
              <a:rPr lang="en-US" sz="1200" b="0" i="0" kern="1200" dirty="0" err="1">
                <a:solidFill>
                  <a:schemeClr val="tx1"/>
                </a:solidFill>
                <a:effectLst/>
                <a:latin typeface="+mn-lt"/>
                <a:ea typeface="+mn-ea"/>
                <a:cs typeface="+mn-cs"/>
              </a:rPr>
              <a:t>เป็น</a:t>
            </a:r>
            <a:r>
              <a:rPr lang="en-US" sz="1200" b="0" i="0" kern="1200" dirty="0">
                <a:solidFill>
                  <a:schemeClr val="tx1"/>
                </a:solidFill>
                <a:effectLst/>
                <a:latin typeface="+mn-lt"/>
                <a:ea typeface="+mn-ea"/>
                <a:cs typeface="+mn-cs"/>
              </a:rPr>
              <a:t> inference-</a:t>
            </a:r>
            <a:r>
              <a:rPr lang="en-US" sz="1200" b="0" i="0" kern="1200" dirty="0" err="1">
                <a:solidFill>
                  <a:schemeClr val="tx1"/>
                </a:solidFill>
                <a:effectLst/>
                <a:latin typeface="+mn-lt"/>
                <a:ea typeface="+mn-ea"/>
                <a:cs typeface="+mn-cs"/>
              </a:rPr>
              <a:t>api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และใช้</a:t>
            </a:r>
            <a:r>
              <a:rPr lang="en-US" sz="1200" b="0" i="0" kern="1200" dirty="0">
                <a:solidFill>
                  <a:schemeClr val="tx1"/>
                </a:solidFill>
                <a:effectLst/>
                <a:latin typeface="+mn-lt"/>
                <a:ea typeface="+mn-ea"/>
                <a:cs typeface="+mn-cs"/>
              </a:rPr>
              <a:t> Run ID </a:t>
            </a:r>
            <a:r>
              <a:rPr lang="en-US" sz="1200" b="0" i="0" kern="1200" dirty="0" err="1">
                <a:solidFill>
                  <a:schemeClr val="tx1"/>
                </a:solidFill>
                <a:effectLst/>
                <a:latin typeface="+mn-lt"/>
                <a:ea typeface="+mn-ea"/>
                <a:cs typeface="+mn-cs"/>
              </a:rPr>
              <a:t>เป็นส่วนหนึ่งของ</a:t>
            </a:r>
            <a:r>
              <a:rPr lang="en-US" sz="1200" b="0" i="0" kern="1200" dirty="0">
                <a:solidFill>
                  <a:schemeClr val="tx1"/>
                </a:solidFill>
                <a:effectLst/>
                <a:latin typeface="+mn-lt"/>
                <a:ea typeface="+mn-ea"/>
                <a:cs typeface="+mn-cs"/>
              </a:rPr>
              <a:t> Tag</a:t>
            </a:r>
          </a:p>
          <a:p>
            <a:pPr lvl="0" fontAlgn="t"/>
            <a:r>
              <a:rPr lang="en-US" sz="1200" b="0" i="0" kern="1200" dirty="0">
                <a:solidFill>
                  <a:schemeClr val="tx1"/>
                </a:solidFill>
                <a:effectLst/>
                <a:latin typeface="+mn-lt"/>
                <a:ea typeface="+mn-ea"/>
                <a:cs typeface="+mn-cs"/>
              </a:rPr>
              <a:t>--context ...#main → Source Code </a:t>
            </a:r>
            <a:r>
              <a:rPr lang="en-US" sz="1200" b="0" i="0" kern="1200" dirty="0" err="1">
                <a:solidFill>
                  <a:schemeClr val="tx1"/>
                </a:solidFill>
                <a:effectLst/>
                <a:latin typeface="+mn-lt"/>
                <a:ea typeface="+mn-ea"/>
                <a:cs typeface="+mn-cs"/>
              </a:rPr>
              <a:t>มาจาก</a:t>
            </a:r>
            <a:r>
              <a:rPr lang="en-US" sz="1200" b="0" i="0" kern="1200" dirty="0">
                <a:solidFill>
                  <a:schemeClr val="tx1"/>
                </a:solidFill>
                <a:effectLst/>
                <a:latin typeface="+mn-lt"/>
                <a:ea typeface="+mn-ea"/>
                <a:cs typeface="+mn-cs"/>
              </a:rPr>
              <a:t> Git repository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branch main</a:t>
            </a:r>
          </a:p>
          <a:p>
            <a:pPr lvl="0" fontAlgn="t"/>
            <a:r>
              <a:rPr lang="en-US" sz="1200" b="0" i="0" kern="1200" dirty="0">
                <a:solidFill>
                  <a:schemeClr val="tx1"/>
                </a:solidFill>
                <a:effectLst/>
                <a:latin typeface="+mn-lt"/>
                <a:ea typeface="+mn-ea"/>
                <a:cs typeface="+mn-cs"/>
              </a:rPr>
              <a:t>--file </a:t>
            </a:r>
            <a:r>
              <a:rPr lang="en-US" sz="1200" b="0" i="0" kern="1200" dirty="0" err="1">
                <a:solidFill>
                  <a:schemeClr val="tx1"/>
                </a:solidFill>
                <a:effectLst/>
                <a:latin typeface="+mn-lt"/>
                <a:ea typeface="+mn-ea"/>
                <a:cs typeface="+mn-cs"/>
              </a:rPr>
              <a:t>Dockerfile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Dockerfile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สำหรับการ</a:t>
            </a:r>
            <a:r>
              <a:rPr lang="en-US" sz="1200" b="0" i="0" kern="1200" dirty="0">
                <a:solidFill>
                  <a:schemeClr val="tx1"/>
                </a:solidFill>
                <a:effectLst/>
                <a:latin typeface="+mn-lt"/>
                <a:ea typeface="+mn-ea"/>
                <a:cs typeface="+mn-cs"/>
              </a:rPr>
              <a:t> Build</a:t>
            </a:r>
          </a:p>
          <a:p>
            <a:pPr lvl="0" fontAlgn="t"/>
            <a:r>
              <a:rPr lang="en-US" sz="1200" b="0" i="0" kern="1200" dirty="0">
                <a:solidFill>
                  <a:schemeClr val="tx1"/>
                </a:solidFill>
                <a:effectLst/>
                <a:latin typeface="+mn-lt"/>
                <a:ea typeface="+mn-ea"/>
                <a:cs typeface="+mn-cs"/>
              </a:rPr>
              <a:t>--git-access-token $PAT → </a:t>
            </a:r>
            <a:r>
              <a:rPr lang="en-US" sz="1200" b="0" i="0" kern="1200" dirty="0" err="1">
                <a:solidFill>
                  <a:schemeClr val="tx1"/>
                </a:solidFill>
                <a:effectLst/>
                <a:latin typeface="+mn-lt"/>
                <a:ea typeface="+mn-ea"/>
                <a:cs typeface="+mn-cs"/>
              </a:rPr>
              <a:t>ระบุ</a:t>
            </a:r>
            <a:r>
              <a:rPr lang="en-US" sz="1200" b="0" i="0" kern="1200" dirty="0">
                <a:solidFill>
                  <a:schemeClr val="tx1"/>
                </a:solidFill>
                <a:effectLst/>
                <a:latin typeface="+mn-lt"/>
                <a:ea typeface="+mn-ea"/>
                <a:cs typeface="+mn-cs"/>
              </a:rPr>
              <a:t> Git access token </a:t>
            </a:r>
            <a:r>
              <a:rPr lang="en-US" sz="1200" b="0" i="0" kern="1200" dirty="0" err="1">
                <a:solidFill>
                  <a:schemeClr val="tx1"/>
                </a:solidFill>
                <a:effectLst/>
                <a:latin typeface="+mn-lt"/>
                <a:ea typeface="+mn-ea"/>
                <a:cs typeface="+mn-cs"/>
              </a:rPr>
              <a:t>ที่</a:t>
            </a:r>
            <a:r>
              <a:rPr lang="en-US" sz="1200" b="0" i="0" kern="1200" dirty="0">
                <a:solidFill>
                  <a:schemeClr val="tx1"/>
                </a:solidFill>
                <a:effectLst/>
                <a:latin typeface="+mn-lt"/>
                <a:ea typeface="+mn-ea"/>
                <a:cs typeface="+mn-cs"/>
              </a:rPr>
              <a:t> Task </a:t>
            </a:r>
            <a:r>
              <a:rPr lang="en-US" sz="1200" b="0" i="0" kern="1200" dirty="0" err="1">
                <a:solidFill>
                  <a:schemeClr val="tx1"/>
                </a:solidFill>
                <a:effectLst/>
                <a:latin typeface="+mn-lt"/>
                <a:ea typeface="+mn-ea"/>
                <a:cs typeface="+mn-cs"/>
              </a:rPr>
              <a:t>ใช้ในการเข้าถึง</a:t>
            </a:r>
            <a:r>
              <a:rPr lang="en-US" sz="1200" b="0" i="0" kern="1200" dirty="0">
                <a:solidFill>
                  <a:schemeClr val="tx1"/>
                </a:solidFill>
                <a:effectLst/>
                <a:latin typeface="+mn-lt"/>
                <a:ea typeface="+mn-ea"/>
                <a:cs typeface="+mn-cs"/>
              </a:rPr>
              <a:t> Git repository</a:t>
            </a: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3. </a:t>
            </a:r>
            <a:r>
              <a:rPr lang="th-TH" sz="1200" b="0" i="0" kern="1200" dirty="0">
                <a:solidFill>
                  <a:schemeClr val="tx1"/>
                </a:solidFill>
                <a:effectLst/>
                <a:latin typeface="+mn-lt"/>
                <a:ea typeface="+mn-ea"/>
                <a:cs typeface="+mn-cs"/>
              </a:rPr>
              <a:t>หากขั้นตอน</a:t>
            </a:r>
            <a:r>
              <a:rPr lang="en-US" sz="1200" b="0" i="0" kern="1200" dirty="0" err="1">
                <a:solidFill>
                  <a:schemeClr val="tx1"/>
                </a:solidFill>
                <a:effectLst/>
                <a:latin typeface="+mn-lt"/>
                <a:ea typeface="+mn-ea"/>
                <a:cs typeface="+mn-cs"/>
              </a:rPr>
              <a:t>ซับซ้อนขึ้น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สามารถกำหนดหลายขั้นตอนได้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และกำหนด</a:t>
            </a:r>
            <a:r>
              <a:rPr lang="en-US" sz="1200" b="0" i="0" kern="1200" dirty="0">
                <a:solidFill>
                  <a:schemeClr val="tx1"/>
                </a:solidFill>
                <a:effectLst/>
                <a:latin typeface="+mn-lt"/>
                <a:ea typeface="+mn-ea"/>
                <a:cs typeface="+mn-cs"/>
              </a:rPr>
              <a:t> Workflow </a:t>
            </a:r>
            <a:r>
              <a:rPr lang="en-US" sz="1200" b="0" i="0" kern="1200" dirty="0" err="1">
                <a:solidFill>
                  <a:schemeClr val="tx1"/>
                </a:solidFill>
                <a:effectLst/>
                <a:latin typeface="+mn-lt"/>
                <a:ea typeface="+mn-ea"/>
                <a:cs typeface="+mn-cs"/>
              </a:rPr>
              <a:t>เหล่านั้นผ่าน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YAML</a:t>
            </a: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p:txBody>
      </p:sp>
      <p:sp>
        <p:nvSpPr>
          <p:cNvPr id="711722488"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1C9CAB2-F6D1-5DF8-53D6-33F8B28B7A84}"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0257820" name="Slide Image Placeholder 1"/>
          <p:cNvSpPr>
            <a:spLocks noGrp="1" noRot="1" noChangeAspect="1"/>
          </p:cNvSpPr>
          <p:nvPr>
            <p:ph type="sldImg"/>
          </p:nvPr>
        </p:nvSpPr>
        <p:spPr bwMode="auto">
          <a:xfrm>
            <a:off x="217488" y="812800"/>
            <a:ext cx="7124700" cy="4008438"/>
          </a:xfrm>
        </p:spPr>
      </p:sp>
      <p:sp>
        <p:nvSpPr>
          <p:cNvPr id="883849995"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การตั้ง</a:t>
            </a:r>
            <a:r>
              <a:rPr lang="en-US" sz="1200" b="1" i="0" kern="1200" dirty="0">
                <a:solidFill>
                  <a:schemeClr val="tx1"/>
                </a:solidFill>
                <a:effectLst/>
                <a:latin typeface="+mn-lt"/>
                <a:ea typeface="+mn-ea"/>
                <a:cs typeface="+mn-cs"/>
              </a:rPr>
              <a:t> Tag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Version </a:t>
            </a:r>
            <a:r>
              <a:rPr lang="en-US" sz="1200" b="1" i="0" kern="1200" dirty="0" err="1">
                <a:solidFill>
                  <a:schemeClr val="tx1"/>
                </a:solidFill>
                <a:effectLst/>
                <a:latin typeface="+mn-lt"/>
                <a:ea typeface="+mn-ea"/>
                <a:cs typeface="+mn-cs"/>
              </a:rPr>
              <a:t>ให้กับ</a:t>
            </a:r>
            <a:r>
              <a:rPr lang="en-US" sz="1200" b="1" i="0" kern="1200" dirty="0">
                <a:solidFill>
                  <a:schemeClr val="tx1"/>
                </a:solidFill>
                <a:effectLst/>
                <a:latin typeface="+mn-lt"/>
                <a:ea typeface="+mn-ea"/>
                <a:cs typeface="+mn-cs"/>
              </a:rPr>
              <a:t> Container Images </a:t>
            </a:r>
            <a:r>
              <a:rPr lang="en-US" sz="1200" b="1" i="0" kern="1200" dirty="0" err="1">
                <a:solidFill>
                  <a:schemeClr val="tx1"/>
                </a:solidFill>
                <a:effectLst/>
                <a:latin typeface="+mn-lt"/>
                <a:ea typeface="+mn-ea"/>
                <a:cs typeface="+mn-cs"/>
              </a:rPr>
              <a:t>ใน</a:t>
            </a:r>
            <a:r>
              <a:rPr lang="en-US" sz="1200" b="1" i="0" kern="1200" dirty="0">
                <a:solidFill>
                  <a:schemeClr val="tx1"/>
                </a:solidFill>
                <a:effectLst/>
                <a:latin typeface="+mn-lt"/>
                <a:ea typeface="+mn-ea"/>
                <a:cs typeface="+mn-cs"/>
              </a:rPr>
              <a:t> Azure Container Registry (ACR)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โดยใจความสำคัญคือ</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ควรทำให้เรารู้ว่า</a:t>
            </a:r>
            <a:r>
              <a:rPr lang="en-US" sz="1200" b="1" i="0" kern="1200" dirty="0">
                <a:solidFill>
                  <a:schemeClr val="tx1"/>
                </a:solidFill>
                <a:effectLst/>
                <a:latin typeface="+mn-lt"/>
                <a:ea typeface="+mn-ea"/>
                <a:cs typeface="+mn-cs"/>
              </a:rPr>
              <a:t> Image </a:t>
            </a:r>
            <a:r>
              <a:rPr lang="en-US" sz="1200" b="1" i="0" kern="1200" dirty="0" err="1">
                <a:solidFill>
                  <a:schemeClr val="tx1"/>
                </a:solidFill>
                <a:effectLst/>
                <a:latin typeface="+mn-lt"/>
                <a:ea typeface="+mn-ea"/>
                <a:cs typeface="+mn-cs"/>
              </a:rPr>
              <a:t>แต่ละตัวมาจาก</a:t>
            </a:r>
            <a:r>
              <a:rPr lang="en-US" sz="1200" b="1" i="0" kern="1200" dirty="0">
                <a:solidFill>
                  <a:schemeClr val="tx1"/>
                </a:solidFill>
                <a:effectLst/>
                <a:latin typeface="+mn-lt"/>
                <a:ea typeface="+mn-ea"/>
                <a:cs typeface="+mn-cs"/>
              </a:rPr>
              <a:t> Build </a:t>
            </a:r>
            <a:r>
              <a:rPr lang="en-US" sz="1200" b="1" i="0" kern="1200" dirty="0" err="1">
                <a:solidFill>
                  <a:schemeClr val="tx1"/>
                </a:solidFill>
                <a:effectLst/>
                <a:latin typeface="+mn-lt"/>
                <a:ea typeface="+mn-ea"/>
                <a:cs typeface="+mn-cs"/>
              </a:rPr>
              <a:t>ไหน</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และสามารถย้อนกลับไปใช้</a:t>
            </a:r>
            <a:r>
              <a:rPr lang="en-US" sz="1200" b="1" i="0" kern="1200" dirty="0">
                <a:solidFill>
                  <a:schemeClr val="tx1"/>
                </a:solidFill>
                <a:effectLst/>
                <a:latin typeface="+mn-lt"/>
                <a:ea typeface="+mn-ea"/>
                <a:cs typeface="+mn-cs"/>
              </a:rPr>
              <a:t> Image </a:t>
            </a:r>
            <a:r>
              <a:rPr lang="en-US" sz="1200" b="1" i="0" kern="1200" dirty="0" err="1">
                <a:solidFill>
                  <a:schemeClr val="tx1"/>
                </a:solidFill>
                <a:effectLst/>
                <a:latin typeface="+mn-lt"/>
                <a:ea typeface="+mn-ea"/>
                <a:cs typeface="+mn-cs"/>
              </a:rPr>
              <a:t>เดิมได้</a:t>
            </a:r>
            <a:endParaRPr lang="th-TH" sz="1200" b="1" i="0" kern="1200" dirty="0">
              <a:solidFill>
                <a:schemeClr val="tx1"/>
              </a:solidFill>
              <a:effectLst/>
              <a:latin typeface="+mn-lt"/>
              <a:ea typeface="+mn-ea"/>
              <a:cs typeface="+mn-cs"/>
            </a:endParaRPr>
          </a:p>
          <a:p>
            <a:pPr fontAlgn="t"/>
            <a:endParaRPr lang="th-TH" sz="1200" b="1"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Tag </a:t>
            </a:r>
            <a:r>
              <a:rPr lang="en-US" sz="1200" b="0" i="0" kern="1200" dirty="0" err="1">
                <a:solidFill>
                  <a:schemeClr val="tx1"/>
                </a:solidFill>
                <a:effectLst/>
                <a:latin typeface="+mn-lt"/>
                <a:ea typeface="+mn-ea"/>
                <a:cs typeface="+mn-cs"/>
              </a:rPr>
              <a:t>คือชื่อที่เราใช้กำกับ</a:t>
            </a:r>
            <a:r>
              <a:rPr lang="en-US" sz="1200" b="0" i="0" kern="1200" dirty="0">
                <a:solidFill>
                  <a:schemeClr val="tx1"/>
                </a:solidFill>
                <a:effectLst/>
                <a:latin typeface="+mn-lt"/>
                <a:ea typeface="+mn-ea"/>
                <a:cs typeface="+mn-cs"/>
              </a:rPr>
              <a:t> Container Image </a:t>
            </a:r>
            <a:r>
              <a:rPr lang="en-US" sz="1200" b="0" i="0" kern="1200" dirty="0" err="1">
                <a:solidFill>
                  <a:schemeClr val="tx1"/>
                </a:solidFill>
                <a:effectLst/>
                <a:latin typeface="+mn-lt"/>
                <a:ea typeface="+mn-ea"/>
                <a:cs typeface="+mn-cs"/>
              </a:rPr>
              <a:t>เช่น</a:t>
            </a:r>
            <a:r>
              <a:rPr lang="th-TH"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inference-api:v1.2.0</a:t>
            </a:r>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th-TH"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inference-</a:t>
            </a:r>
            <a:r>
              <a:rPr lang="en-US" sz="1200" b="0" i="0" kern="1200" dirty="0" err="1">
                <a:solidFill>
                  <a:schemeClr val="tx1"/>
                </a:solidFill>
                <a:effectLst/>
                <a:latin typeface="+mn-lt"/>
                <a:ea typeface="+mn-ea"/>
                <a:cs typeface="+mn-cs"/>
              </a:rPr>
              <a:t>api</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ชื่อ</a:t>
            </a:r>
            <a:r>
              <a:rPr lang="en-US" sz="1200" b="0" i="0" kern="1200" dirty="0">
                <a:solidFill>
                  <a:schemeClr val="tx1"/>
                </a:solidFill>
                <a:effectLst/>
                <a:latin typeface="+mn-lt"/>
                <a:ea typeface="+mn-ea"/>
                <a:cs typeface="+mn-cs"/>
              </a:rPr>
              <a:t> Image/Repository</a:t>
            </a:r>
          </a:p>
          <a:p>
            <a:pPr lvl="0" fontAlgn="t"/>
            <a:r>
              <a:rPr lang="en-US" sz="1200" b="0" i="0" kern="1200" dirty="0">
                <a:solidFill>
                  <a:schemeClr val="tx1"/>
                </a:solidFill>
                <a:effectLst/>
                <a:latin typeface="+mn-lt"/>
                <a:ea typeface="+mn-ea"/>
                <a:cs typeface="+mn-cs"/>
              </a:rPr>
              <a:t>v1.2.0 = Tag</a:t>
            </a:r>
          </a:p>
          <a:p>
            <a:pPr marL="0" marR="0" lvl="0" indent="0" algn="l" defTabSz="914400" rtl="0" eaLnBrk="1" fontAlgn="t" latinLnBrk="0" hangingPunct="1">
              <a:lnSpc>
                <a:spcPct val="100000"/>
              </a:lnSpc>
              <a:spcBef>
                <a:spcPts val="0"/>
              </a:spcBef>
              <a:spcAft>
                <a:spcPts val="0"/>
              </a:spcAft>
              <a:buClrTx/>
              <a:buSzTx/>
              <a:buFontTx/>
              <a:buNone/>
              <a:tabLst/>
              <a:defRPr/>
            </a:pPr>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Tag </a:t>
            </a:r>
            <a:r>
              <a:rPr lang="en-US" sz="1200" b="0" i="0" kern="1200" dirty="0" err="1">
                <a:solidFill>
                  <a:schemeClr val="tx1"/>
                </a:solidFill>
                <a:effectLst/>
                <a:latin typeface="+mn-lt"/>
                <a:ea typeface="+mn-ea"/>
                <a:cs typeface="+mn-cs"/>
              </a:rPr>
              <a:t>ช่วยให้เราแยกแยะ</a:t>
            </a:r>
            <a:r>
              <a:rPr lang="en-US" sz="1200" b="0" i="0" kern="1200" dirty="0">
                <a:solidFill>
                  <a:schemeClr val="tx1"/>
                </a:solidFill>
                <a:effectLst/>
                <a:latin typeface="+mn-lt"/>
                <a:ea typeface="+mn-ea"/>
                <a:cs typeface="+mn-cs"/>
              </a:rPr>
              <a:t> Image </a:t>
            </a:r>
            <a:r>
              <a:rPr lang="en-US" sz="1200" b="0" i="0" kern="1200" dirty="0" err="1">
                <a:solidFill>
                  <a:schemeClr val="tx1"/>
                </a:solidFill>
                <a:effectLst/>
                <a:latin typeface="+mn-lt"/>
                <a:ea typeface="+mn-ea"/>
                <a:cs typeface="+mn-cs"/>
              </a:rPr>
              <a:t>แต่ละ</a:t>
            </a:r>
            <a:r>
              <a:rPr lang="en-US" sz="1200" b="0" i="0" kern="1200" dirty="0">
                <a:solidFill>
                  <a:schemeClr val="tx1"/>
                </a:solidFill>
                <a:effectLst/>
                <a:latin typeface="+mn-lt"/>
                <a:ea typeface="+mn-ea"/>
                <a:cs typeface="+mn-cs"/>
              </a:rPr>
              <a:t> Version </a:t>
            </a:r>
            <a:r>
              <a:rPr lang="en-US" sz="1200" b="0" i="0" kern="1200" dirty="0" err="1">
                <a:solidFill>
                  <a:schemeClr val="tx1"/>
                </a:solidFill>
                <a:effectLst/>
                <a:latin typeface="+mn-lt"/>
                <a:ea typeface="+mn-ea"/>
                <a:cs typeface="+mn-cs"/>
              </a:rPr>
              <a:t>ได้ง่ายขึ้น</a:t>
            </a: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Stable Tag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คือ</a:t>
            </a:r>
            <a:r>
              <a:rPr lang="en-US" sz="1200" b="0" i="0" kern="1200" dirty="0">
                <a:solidFill>
                  <a:schemeClr val="tx1"/>
                </a:solidFill>
                <a:effectLst/>
                <a:latin typeface="+mn-lt"/>
                <a:ea typeface="+mn-ea"/>
                <a:cs typeface="+mn-cs"/>
              </a:rPr>
              <a:t> Tag </a:t>
            </a:r>
            <a:r>
              <a:rPr lang="en-US" sz="1200" b="0" i="0" kern="1200" dirty="0" err="1">
                <a:solidFill>
                  <a:schemeClr val="tx1"/>
                </a:solidFill>
                <a:effectLst/>
                <a:latin typeface="+mn-lt"/>
                <a:ea typeface="+mn-ea"/>
                <a:cs typeface="+mn-cs"/>
              </a:rPr>
              <a:t>ที่ใช้เป็นชื่ออ้างอิงคงที่</a:t>
            </a:r>
            <a:r>
              <a:rPr lang="en-US" sz="1200" b="0" i="0" kern="1200" dirty="0">
                <a:solidFill>
                  <a:schemeClr val="tx1"/>
                </a:solidFill>
                <a:effectLst/>
                <a:latin typeface="+mn-lt"/>
                <a:ea typeface="+mn-ea"/>
                <a:cs typeface="+mn-cs"/>
              </a:rPr>
              <a:t> </a:t>
            </a:r>
            <a:r>
              <a:rPr lang="th-TH"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แต่สิ่งสำคัญคือ</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ชื่อ</a:t>
            </a:r>
            <a:r>
              <a:rPr lang="en-US" sz="1200" b="1" i="0" kern="1200" dirty="0">
                <a:solidFill>
                  <a:schemeClr val="tx1"/>
                </a:solidFill>
                <a:effectLst/>
                <a:latin typeface="+mn-lt"/>
                <a:ea typeface="+mn-ea"/>
                <a:cs typeface="+mn-cs"/>
              </a:rPr>
              <a:t> Tag </a:t>
            </a:r>
            <a:r>
              <a:rPr lang="en-US" sz="1200" b="1" i="0" kern="1200" dirty="0" err="1">
                <a:solidFill>
                  <a:schemeClr val="tx1"/>
                </a:solidFill>
                <a:effectLst/>
                <a:latin typeface="+mn-lt"/>
                <a:ea typeface="+mn-ea"/>
                <a:cs typeface="+mn-cs"/>
              </a:rPr>
              <a:t>คงที่</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ไม่ได้หมายความว่า</a:t>
            </a:r>
            <a:r>
              <a:rPr lang="en-US" sz="1200" b="1" i="0" kern="1200" dirty="0">
                <a:solidFill>
                  <a:schemeClr val="tx1"/>
                </a:solidFill>
                <a:effectLst/>
                <a:latin typeface="+mn-lt"/>
                <a:ea typeface="+mn-ea"/>
                <a:cs typeface="+mn-cs"/>
              </a:rPr>
              <a:t> Image </a:t>
            </a:r>
            <a:r>
              <a:rPr lang="en-US" sz="1200" b="1" i="0" kern="1200" dirty="0" err="1">
                <a:solidFill>
                  <a:schemeClr val="tx1"/>
                </a:solidFill>
                <a:effectLst/>
                <a:latin typeface="+mn-lt"/>
                <a:ea typeface="+mn-ea"/>
                <a:cs typeface="+mn-cs"/>
              </a:rPr>
              <a:t>ที่อยู่ข้างหลังจะคงที่</a:t>
            </a: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th-TH" sz="1200" b="0" i="0" kern="1200" dirty="0">
                <a:solidFill>
                  <a:schemeClr val="tx1"/>
                </a:solidFill>
                <a:effectLst/>
                <a:latin typeface="+mn-lt"/>
                <a:ea typeface="+mn-ea"/>
                <a:cs typeface="+mn-cs"/>
              </a:rPr>
              <a:t>ตอนแรก</a:t>
            </a: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app:v1 → Image A</a:t>
            </a:r>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Push Image </a:t>
            </a:r>
            <a:r>
              <a:rPr lang="th-TH" sz="1200" b="0" i="0" kern="1200" dirty="0">
                <a:solidFill>
                  <a:schemeClr val="tx1"/>
                </a:solidFill>
                <a:effectLst/>
                <a:latin typeface="+mn-lt"/>
                <a:ea typeface="+mn-ea"/>
                <a:cs typeface="+mn-cs"/>
              </a:rPr>
              <a:t>ใหม่ด้วย </a:t>
            </a:r>
            <a:r>
              <a:rPr lang="en-US" sz="1200" b="0" i="0" kern="1200" dirty="0">
                <a:solidFill>
                  <a:schemeClr val="tx1"/>
                </a:solidFill>
                <a:effectLst/>
                <a:latin typeface="+mn-lt"/>
                <a:ea typeface="+mn-ea"/>
                <a:cs typeface="+mn-cs"/>
              </a:rPr>
              <a:t>Tag </a:t>
            </a:r>
            <a:r>
              <a:rPr lang="th-TH" sz="1200" b="0" i="0" kern="1200" dirty="0">
                <a:solidFill>
                  <a:schemeClr val="tx1"/>
                </a:solidFill>
                <a:effectLst/>
                <a:latin typeface="+mn-lt"/>
                <a:ea typeface="+mn-ea"/>
                <a:cs typeface="+mn-cs"/>
              </a:rPr>
              <a:t>เดิม </a:t>
            </a: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app:v1 → Image B</a:t>
            </a:r>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th-TH"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3. Unique Tag </a:t>
            </a:r>
            <a:r>
              <a:rPr lang="en-US" sz="1200" b="1" i="0" kern="1200" dirty="0" err="1">
                <a:solidFill>
                  <a:schemeClr val="tx1"/>
                </a:solidFill>
                <a:effectLst/>
                <a:latin typeface="+mn-lt"/>
                <a:ea typeface="+mn-ea"/>
                <a:cs typeface="+mn-cs"/>
              </a:rPr>
              <a:t>ช่วยแก้ปัญหานี้</a:t>
            </a:r>
            <a:r>
              <a:rPr lang="th-TH" sz="1200" b="1"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อีกแนวทางคือกำหนด</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Tag </a:t>
            </a:r>
            <a:r>
              <a:rPr lang="en-US" sz="1200" b="1" i="0" kern="1200" dirty="0" err="1">
                <a:solidFill>
                  <a:schemeClr val="tx1"/>
                </a:solidFill>
                <a:effectLst/>
                <a:latin typeface="+mn-lt"/>
                <a:ea typeface="+mn-ea"/>
                <a:cs typeface="+mn-cs"/>
              </a:rPr>
              <a:t>ที่ไม่ซ้ำกันให้ทุก</a:t>
            </a:r>
            <a:r>
              <a:rPr lang="en-US" sz="1200" b="1" i="0" kern="1200" dirty="0">
                <a:solidFill>
                  <a:schemeClr val="tx1"/>
                </a:solidFill>
                <a:effectLst/>
                <a:latin typeface="+mn-lt"/>
                <a:ea typeface="+mn-ea"/>
                <a:cs typeface="+mn-cs"/>
              </a:rPr>
              <a:t> Build</a:t>
            </a:r>
            <a:endParaRPr lang="th-TH" sz="1200" b="1"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Build 123 → v1.0.0-b123</a:t>
            </a:r>
            <a:endParaRPr lang="th-TH"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Build 124 → v1.0.1-b124</a:t>
            </a:r>
            <a:endParaRPr lang="th-TH"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Build 125 → v1.1.0-b125</a:t>
            </a:r>
          </a:p>
          <a:p>
            <a:pPr marL="0" marR="0" lvl="0" indent="0" algn="l" defTabSz="914400" rtl="0" eaLnBrk="1" fontAlgn="t" latinLnBrk="0" hangingPunct="1">
              <a:lnSpc>
                <a:spcPct val="100000"/>
              </a:lnSpc>
              <a:spcBef>
                <a:spcPts val="0"/>
              </a:spcBef>
              <a:spcAft>
                <a:spcPts val="0"/>
              </a:spcAft>
              <a:buClrTx/>
              <a:buSzTx/>
              <a:buFontTx/>
              <a:buNone/>
              <a:tabLst/>
              <a:defRPr/>
            </a:pPr>
            <a:endParaRPr lang="th-TH"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สำหรับ</a:t>
            </a:r>
            <a:r>
              <a:rPr lang="en-US" sz="1200" b="0" i="0" kern="1200" dirty="0">
                <a:solidFill>
                  <a:schemeClr val="tx1"/>
                </a:solidFill>
                <a:effectLst/>
                <a:latin typeface="+mn-lt"/>
                <a:ea typeface="+mn-ea"/>
                <a:cs typeface="+mn-cs"/>
              </a:rPr>
              <a:t> Image </a:t>
            </a:r>
            <a:r>
              <a:rPr lang="en-US" sz="1200" b="0" i="0" kern="1200" dirty="0" err="1">
                <a:solidFill>
                  <a:schemeClr val="tx1"/>
                </a:solidFill>
                <a:effectLst/>
                <a:latin typeface="+mn-lt"/>
                <a:ea typeface="+mn-ea"/>
                <a:cs typeface="+mn-cs"/>
              </a:rPr>
              <a:t>ที่ใช้ใน</a:t>
            </a:r>
            <a:r>
              <a:rPr lang="en-US" sz="1200" b="0" i="0" kern="1200" dirty="0">
                <a:solidFill>
                  <a:schemeClr val="tx1"/>
                </a:solidFill>
                <a:effectLst/>
                <a:latin typeface="+mn-lt"/>
                <a:ea typeface="+mn-ea"/>
                <a:cs typeface="+mn-cs"/>
              </a:rPr>
              <a:t> Production </a:t>
            </a:r>
            <a:r>
              <a:rPr lang="th-TH" sz="1200" b="0" i="0" kern="1200" dirty="0">
                <a:solidFill>
                  <a:schemeClr val="tx1"/>
                </a:solidFill>
                <a:effectLst/>
                <a:latin typeface="+mn-lt"/>
                <a:ea typeface="+mn-ea"/>
                <a:cs typeface="+mn-cs"/>
              </a:rPr>
              <a:t>ต้องทำการ </a:t>
            </a:r>
            <a:r>
              <a:rPr lang="en-US" sz="1200" b="1" i="0" kern="1200" dirty="0">
                <a:solidFill>
                  <a:schemeClr val="tx1"/>
                </a:solidFill>
                <a:effectLst/>
                <a:latin typeface="+mn-lt"/>
                <a:ea typeface="+mn-ea"/>
                <a:cs typeface="+mn-cs"/>
              </a:rPr>
              <a:t>Lock Image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เพื่อป้องกันการลบและเขียนทับ</a:t>
            </a: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Segoe UI"/>
                <a:ea typeface="Segoe UI"/>
                <a:cs typeface="Segoe UI"/>
              </a:rPr>
              <a:t>Clean up untagged images</a:t>
            </a:r>
            <a:endParaRPr kumimoji="0" lang="en-US" sz="1100" b="0" i="0" u="none" strike="noStrike" kern="0" cap="none" spc="0" normalizeH="0" baseline="0" noProof="0" dirty="0">
              <a:ln>
                <a:noFill/>
              </a:ln>
              <a:solidFill>
                <a:prstClr val="black"/>
              </a:solidFill>
              <a:effectLst/>
              <a:uLnTx/>
              <a:uFillTx/>
              <a:latin typeface="Segoe UI"/>
              <a:cs typeface="Segoe UI"/>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th-TH"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เมื่อใช้งาน</a:t>
            </a:r>
            <a:r>
              <a:rPr lang="en-US" sz="1200" b="0" i="0" kern="1200" dirty="0">
                <a:solidFill>
                  <a:schemeClr val="tx1"/>
                </a:solidFill>
                <a:effectLst/>
                <a:latin typeface="+mn-lt"/>
                <a:ea typeface="+mn-ea"/>
                <a:cs typeface="+mn-cs"/>
              </a:rPr>
              <a:t> Registry </a:t>
            </a:r>
            <a:r>
              <a:rPr lang="en-US" sz="1200" b="0" i="0" kern="1200" dirty="0" err="1">
                <a:solidFill>
                  <a:schemeClr val="tx1"/>
                </a:solidFill>
                <a:effectLst/>
                <a:latin typeface="+mn-lt"/>
                <a:ea typeface="+mn-ea"/>
                <a:cs typeface="+mn-cs"/>
              </a:rPr>
              <a:t>ไปนาน</a:t>
            </a:r>
            <a:r>
              <a:rPr lang="en-US" sz="1200" b="0" i="0" kern="1200" dirty="0">
                <a:solidFill>
                  <a:schemeClr val="tx1"/>
                </a:solidFill>
                <a:effectLst/>
                <a:latin typeface="+mn-lt"/>
                <a:ea typeface="+mn-ea"/>
                <a:cs typeface="+mn-cs"/>
              </a:rPr>
              <a:t> ๆ </a:t>
            </a:r>
            <a:r>
              <a:rPr lang="en-US" sz="1200" b="0" i="0" kern="1200" dirty="0" err="1">
                <a:solidFill>
                  <a:schemeClr val="tx1"/>
                </a:solidFill>
                <a:effectLst/>
                <a:latin typeface="+mn-lt"/>
                <a:ea typeface="+mn-ea"/>
                <a:cs typeface="+mn-cs"/>
              </a:rPr>
              <a:t>อาจมี</a:t>
            </a:r>
            <a:r>
              <a:rPr lang="en-US" sz="1200" b="0" i="0" kern="1200" dirty="0">
                <a:solidFill>
                  <a:schemeClr val="tx1"/>
                </a:solidFill>
                <a:effectLst/>
                <a:latin typeface="+mn-lt"/>
                <a:ea typeface="+mn-ea"/>
                <a:cs typeface="+mn-cs"/>
              </a:rPr>
              <a:t> Image </a:t>
            </a:r>
            <a:r>
              <a:rPr lang="en-US" sz="1200" b="0" i="0" kern="1200" dirty="0" err="1">
                <a:solidFill>
                  <a:schemeClr val="tx1"/>
                </a:solidFill>
                <a:effectLst/>
                <a:latin typeface="+mn-lt"/>
                <a:ea typeface="+mn-ea"/>
                <a:cs typeface="+mn-cs"/>
              </a:rPr>
              <a:t>ที่</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ไม่มี</a:t>
            </a:r>
            <a:r>
              <a:rPr lang="en-US" sz="1200" b="1" i="0" kern="1200" dirty="0">
                <a:solidFill>
                  <a:schemeClr val="tx1"/>
                </a:solidFill>
                <a:effectLst/>
                <a:latin typeface="+mn-lt"/>
                <a:ea typeface="+mn-ea"/>
                <a:cs typeface="+mn-cs"/>
              </a:rPr>
              <a:t> Tag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เหลืออยู่</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สไลด์จึงแสดงแนวคิดการสร้าง</a:t>
            </a:r>
            <a:r>
              <a:rPr lang="en-US" sz="1200" b="0" i="0" kern="1200" dirty="0">
                <a:solidFill>
                  <a:schemeClr val="tx1"/>
                </a:solidFill>
                <a:effectLst/>
                <a:latin typeface="+mn-lt"/>
                <a:ea typeface="+mn-ea"/>
                <a:cs typeface="+mn-cs"/>
              </a:rPr>
              <a:t> Task </a:t>
            </a:r>
            <a:r>
              <a:rPr lang="en-US" sz="1200" b="0" i="0" kern="1200" dirty="0" err="1">
                <a:solidFill>
                  <a:schemeClr val="tx1"/>
                </a:solidFill>
                <a:effectLst/>
                <a:latin typeface="+mn-lt"/>
                <a:ea typeface="+mn-ea"/>
                <a:cs typeface="+mn-cs"/>
              </a:rPr>
              <a:t>เพื่อทำความสะอาด</a:t>
            </a:r>
            <a:r>
              <a:rPr lang="en-US" sz="1200" b="0" i="0" kern="1200" dirty="0">
                <a:solidFill>
                  <a:schemeClr val="tx1"/>
                </a:solidFill>
                <a:effectLst/>
                <a:latin typeface="+mn-lt"/>
                <a:ea typeface="+mn-ea"/>
                <a:cs typeface="+mn-cs"/>
              </a:rPr>
              <a:t> Image </a:t>
            </a:r>
            <a:r>
              <a:rPr lang="en-US" sz="1200" b="0" i="0" kern="1200" dirty="0" err="1">
                <a:solidFill>
                  <a:schemeClr val="tx1"/>
                </a:solidFill>
                <a:effectLst/>
                <a:latin typeface="+mn-lt"/>
                <a:ea typeface="+mn-ea"/>
                <a:cs typeface="+mn-cs"/>
              </a:rPr>
              <a:t>เหล่านั้นตาม</a:t>
            </a:r>
            <a:r>
              <a:rPr lang="en-US" sz="1200" b="0" i="0" kern="1200" dirty="0">
                <a:solidFill>
                  <a:schemeClr val="tx1"/>
                </a:solidFill>
                <a:effectLst/>
                <a:latin typeface="+mn-lt"/>
                <a:ea typeface="+mn-ea"/>
                <a:cs typeface="+mn-cs"/>
              </a:rPr>
              <a:t> Schedule</a:t>
            </a:r>
          </a:p>
          <a:p>
            <a:pPr fontAlgn="t"/>
            <a:r>
              <a:rPr lang="en-US" sz="1200" b="0" i="0" kern="1200" dirty="0" err="1">
                <a:solidFill>
                  <a:schemeClr val="tx1"/>
                </a:solidFill>
                <a:effectLst/>
                <a:latin typeface="+mn-lt"/>
                <a:ea typeface="+mn-ea"/>
                <a:cs typeface="+mn-cs"/>
              </a:rPr>
              <a:t>ภาพแสดงตัวอย่างการตั้งให้ลบ</a:t>
            </a:r>
            <a:r>
              <a:rPr lang="en-US" sz="1200" b="0" i="0" kern="1200" dirty="0">
                <a:solidFill>
                  <a:schemeClr val="tx1"/>
                </a:solidFill>
                <a:effectLst/>
                <a:latin typeface="+mn-lt"/>
                <a:ea typeface="+mn-ea"/>
                <a:cs typeface="+mn-cs"/>
              </a:rPr>
              <a:t> untagged images </a:t>
            </a:r>
            <a:r>
              <a:rPr lang="en-US" sz="1200" b="0" i="0" kern="1200" dirty="0" err="1">
                <a:solidFill>
                  <a:schemeClr val="tx1"/>
                </a:solidFill>
                <a:effectLst/>
                <a:latin typeface="+mn-lt"/>
                <a:ea typeface="+mn-ea"/>
                <a:cs typeface="+mn-cs"/>
              </a:rPr>
              <a:t>ที่มีอายุมากกว่า</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7 </a:t>
            </a:r>
            <a:r>
              <a:rPr lang="en-US" sz="1200" b="1" i="0" kern="1200" dirty="0" err="1">
                <a:solidFill>
                  <a:schemeClr val="tx1"/>
                </a:solidFill>
                <a:effectLst/>
                <a:latin typeface="+mn-lt"/>
                <a:ea typeface="+mn-ea"/>
                <a:cs typeface="+mn-cs"/>
              </a:rPr>
              <a:t>วัน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และกำหนด</a:t>
            </a:r>
            <a:r>
              <a:rPr lang="en-US" sz="1200" b="0" i="0" kern="1200" dirty="0">
                <a:solidFill>
                  <a:schemeClr val="tx1"/>
                </a:solidFill>
                <a:effectLst/>
                <a:latin typeface="+mn-lt"/>
                <a:ea typeface="+mn-ea"/>
                <a:cs typeface="+mn-cs"/>
              </a:rPr>
              <a:t> Schedule </a:t>
            </a:r>
            <a:r>
              <a:rPr lang="en-US" sz="1200" b="0" i="0" kern="1200" dirty="0" err="1">
                <a:solidFill>
                  <a:schemeClr val="tx1"/>
                </a:solidFill>
                <a:effectLst/>
                <a:latin typeface="+mn-lt"/>
                <a:ea typeface="+mn-ea"/>
                <a:cs typeface="+mn-cs"/>
              </a:rPr>
              <a:t>ผ่าน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cron</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จุดประสงค์คือช่วยจัดการ</a:t>
            </a:r>
            <a:r>
              <a:rPr lang="en-US" sz="1200" b="0" i="0" kern="1200" dirty="0">
                <a:solidFill>
                  <a:schemeClr val="tx1"/>
                </a:solidFill>
                <a:effectLst/>
                <a:latin typeface="+mn-lt"/>
                <a:ea typeface="+mn-ea"/>
                <a:cs typeface="+mn-cs"/>
              </a:rPr>
              <a:t> Registry </a:t>
            </a:r>
            <a:r>
              <a:rPr lang="en-US" sz="1200" b="0" i="0" kern="1200" dirty="0" err="1">
                <a:solidFill>
                  <a:schemeClr val="tx1"/>
                </a:solidFill>
                <a:effectLst/>
                <a:latin typeface="+mn-lt"/>
                <a:ea typeface="+mn-ea"/>
                <a:cs typeface="+mn-cs"/>
              </a:rPr>
              <a:t>ไม่ให้มี</a:t>
            </a:r>
            <a:r>
              <a:rPr lang="en-US" sz="1200" b="0" i="0" kern="1200" dirty="0">
                <a:solidFill>
                  <a:schemeClr val="tx1"/>
                </a:solidFill>
                <a:effectLst/>
                <a:latin typeface="+mn-lt"/>
                <a:ea typeface="+mn-ea"/>
                <a:cs typeface="+mn-cs"/>
              </a:rPr>
              <a:t> Artifact </a:t>
            </a:r>
            <a:r>
              <a:rPr lang="en-US" sz="1200" b="0" i="0" kern="1200" dirty="0" err="1">
                <a:solidFill>
                  <a:schemeClr val="tx1"/>
                </a:solidFill>
                <a:effectLst/>
                <a:latin typeface="+mn-lt"/>
                <a:ea typeface="+mn-ea"/>
                <a:cs typeface="+mn-cs"/>
              </a:rPr>
              <a:t>ที่ไม่ต้องการสะสมอยู่</a:t>
            </a:r>
            <a:endParaRPr lang="th-TH"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สำหรับการจัดการ</a:t>
            </a:r>
            <a:r>
              <a:rPr lang="en-US" sz="1200" b="0" i="0" kern="1200" dirty="0">
                <a:solidFill>
                  <a:schemeClr val="tx1"/>
                </a:solidFill>
                <a:effectLst/>
                <a:latin typeface="+mn-lt"/>
                <a:ea typeface="+mn-ea"/>
                <a:cs typeface="+mn-cs"/>
              </a:rPr>
              <a:t> Version </a:t>
            </a:r>
            <a:r>
              <a:rPr lang="en-US" sz="1200" b="0" i="0" kern="1200" dirty="0" err="1">
                <a:solidFill>
                  <a:schemeClr val="tx1"/>
                </a:solidFill>
                <a:effectLst/>
                <a:latin typeface="+mn-lt"/>
                <a:ea typeface="+mn-ea"/>
                <a:cs typeface="+mn-cs"/>
              </a:rPr>
              <a:t>ตามแนวคิดของสไลด์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ควร</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กำหนด</a:t>
            </a:r>
            <a:r>
              <a:rPr lang="en-US" sz="1200" b="1" i="0" kern="1200" dirty="0">
                <a:solidFill>
                  <a:schemeClr val="tx1"/>
                </a:solidFill>
                <a:effectLst/>
                <a:latin typeface="+mn-lt"/>
                <a:ea typeface="+mn-ea"/>
                <a:cs typeface="+mn-cs"/>
              </a:rPr>
              <a:t> Unique Tag </a:t>
            </a:r>
            <a:r>
              <a:rPr lang="en-US" sz="1200" b="1" i="0" kern="1200" dirty="0" err="1">
                <a:solidFill>
                  <a:schemeClr val="tx1"/>
                </a:solidFill>
                <a:effectLst/>
                <a:latin typeface="+mn-lt"/>
                <a:ea typeface="+mn-ea"/>
                <a:cs typeface="+mn-cs"/>
              </a:rPr>
              <a:t>ให้แต่ละ</a:t>
            </a:r>
            <a:r>
              <a:rPr lang="en-US" sz="1200" b="1" i="0" kern="1200" dirty="0">
                <a:solidFill>
                  <a:schemeClr val="tx1"/>
                </a:solidFill>
                <a:effectLst/>
                <a:latin typeface="+mn-lt"/>
                <a:ea typeface="+mn-ea"/>
                <a:cs typeface="+mn-cs"/>
              </a:rPr>
              <a:t> Build, Lock Image </a:t>
            </a:r>
            <a:r>
              <a:rPr lang="en-US" sz="1200" b="1" i="0" kern="1200" dirty="0" err="1">
                <a:solidFill>
                  <a:schemeClr val="tx1"/>
                </a:solidFill>
                <a:effectLst/>
                <a:latin typeface="+mn-lt"/>
                <a:ea typeface="+mn-ea"/>
                <a:cs typeface="+mn-cs"/>
              </a:rPr>
              <a:t>ที่ใช้ใน</a:t>
            </a:r>
            <a:r>
              <a:rPr lang="en-US" sz="1200" b="1" i="0" kern="1200" dirty="0">
                <a:solidFill>
                  <a:schemeClr val="tx1"/>
                </a:solidFill>
                <a:effectLst/>
                <a:latin typeface="+mn-lt"/>
                <a:ea typeface="+mn-ea"/>
                <a:cs typeface="+mn-cs"/>
              </a:rPr>
              <a:t> Production </a:t>
            </a:r>
            <a:r>
              <a:rPr lang="en-US" sz="1200" b="1" i="0" kern="1200" dirty="0" err="1">
                <a:solidFill>
                  <a:schemeClr val="tx1"/>
                </a:solidFill>
                <a:effectLst/>
                <a:latin typeface="+mn-lt"/>
                <a:ea typeface="+mn-ea"/>
                <a:cs typeface="+mn-cs"/>
              </a:rPr>
              <a:t>และทำความสะอาด</a:t>
            </a:r>
            <a:r>
              <a:rPr lang="en-US" sz="1200" b="1" i="0" kern="1200" dirty="0">
                <a:solidFill>
                  <a:schemeClr val="tx1"/>
                </a:solidFill>
                <a:effectLst/>
                <a:latin typeface="+mn-lt"/>
                <a:ea typeface="+mn-ea"/>
                <a:cs typeface="+mn-cs"/>
              </a:rPr>
              <a:t> untagged images </a:t>
            </a:r>
            <a:r>
              <a:rPr lang="en-US" sz="1200" b="1" i="0" kern="1200" dirty="0" err="1">
                <a:solidFill>
                  <a:schemeClr val="tx1"/>
                </a:solidFill>
                <a:effectLst/>
                <a:latin typeface="+mn-lt"/>
                <a:ea typeface="+mn-ea"/>
                <a:cs typeface="+mn-cs"/>
              </a:rPr>
              <a:t>ที่ไม่ต้องการ</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ครับ</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p:txBody>
      </p:sp>
      <p:sp>
        <p:nvSpPr>
          <p:cNvPr id="1653967132"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5725CAB-E4F3-6D0E-0C48-729327C3C83C}"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92915504" name="Slide Image Placeholder 1"/>
          <p:cNvSpPr>
            <a:spLocks noGrp="1" noRot="1" noChangeAspect="1"/>
          </p:cNvSpPr>
          <p:nvPr>
            <p:ph type="sldImg"/>
          </p:nvPr>
        </p:nvSpPr>
        <p:spPr bwMode="auto">
          <a:xfrm>
            <a:off x="217488" y="812800"/>
            <a:ext cx="7124700" cy="4008438"/>
          </a:xfrm>
        </p:spPr>
      </p:sp>
      <p:sp>
        <p:nvSpPr>
          <p:cNvPr id="441711277" name="Notes Placeholder 2"/>
          <p:cNvSpPr>
            <a:spLocks noGrp="1"/>
          </p:cNvSpPr>
          <p:nvPr>
            <p:ph type="body" idx="1"/>
          </p:nvPr>
        </p:nvSpPr>
        <p:spPr bwMode="auto"/>
        <p:txBody>
          <a:bodyPr/>
          <a:lstStyle/>
          <a:p>
            <a:pPr>
              <a:lnSpc>
                <a:spcPct val="90000"/>
              </a:lnSpc>
              <a:spcAft>
                <a:spcPts val="333"/>
              </a:spcAft>
              <a:defRPr/>
            </a:pPr>
            <a:r>
              <a:rPr lang="en-US" dirty="0"/>
              <a:t>This exercise requires an Azure subscription, which should be provided by the lab </a:t>
            </a:r>
            <a:r>
              <a:rPr lang="en-US" dirty="0" err="1"/>
              <a:t>hoster</a:t>
            </a:r>
            <a:r>
              <a:rPr lang="en-US" dirty="0"/>
              <a:t> supporting your delivery of this course.</a:t>
            </a:r>
            <a:endParaRPr lang="en-US" dirty="0">
              <a:solidFill>
                <a:srgbClr val="444444"/>
              </a:solidFill>
            </a:endParaRPr>
          </a:p>
          <a:p>
            <a:pPr>
              <a:lnSpc>
                <a:spcPct val="90000"/>
              </a:lnSpc>
              <a:spcAft>
                <a:spcPts val="333"/>
              </a:spcAft>
              <a:defRPr/>
            </a:pPr>
            <a:r>
              <a:rPr lang="en-US" dirty="0"/>
              <a:t>If you are not able to provide students with Azure subscriptions, you can demonstrate the lab using your own subscription (if you have one available).</a:t>
            </a:r>
            <a:endParaRPr dirty="0"/>
          </a:p>
        </p:txBody>
      </p:sp>
      <p:sp>
        <p:nvSpPr>
          <p:cNvPr id="1435470461" name="Header Placeholder 3"/>
          <p:cNvSpPr>
            <a:spLocks noGrp="1"/>
          </p:cNvSpPr>
          <p:nvPr>
            <p:ph type="hdr" sz="quarter"/>
          </p:nvPr>
        </p:nvSpPr>
        <p:spPr bwMode="auto"/>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146146675" name="Footer Placeholder 4"/>
          <p:cNvSpPr>
            <a:spLocks noGrp="1"/>
          </p:cNvSpPr>
          <p:nvPr>
            <p:ph type="ftr" sz="quarter" idx="4"/>
          </p:nvPr>
        </p:nvSpPr>
        <p:spPr bwMode="auto"/>
        <p:txBody>
          <a:bodyPr/>
          <a:lstStyle/>
          <a:p>
            <a:pPr marL="0" marR="0" lvl="0" indent="0" algn="l" defTabSz="914099" rtl="0" eaLnBrk="1" fontAlgn="auto" latinLnBrk="0" hangingPunct="1">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a:ea typeface="Segoe UI"/>
                <a:cs typeface="Segoe UI"/>
              </a:rPr>
              <a:t>© Microsoft Corporation. All rights reserved. MICROSOFT MAKES NO WARRANTIES, EXPRESS, IMPLIED OR STATUTORY, AS TO THE INFORMATION IN THIS PRESENTATION.</a:t>
            </a:r>
            <a:endParaRPr kumimoji="0" sz="1200" b="0" i="0" u="none" strike="noStrike" kern="0" cap="none" spc="0" normalizeH="0" baseline="0" noProof="0">
              <a:ln>
                <a:noFill/>
              </a:ln>
              <a:solidFill>
                <a:prstClr val="black"/>
              </a:solidFill>
              <a:effectLst/>
              <a:uLnTx/>
              <a:uFillTx/>
              <a:latin typeface="Aptos"/>
              <a:cs typeface="Arial"/>
            </a:endParaRPr>
          </a:p>
        </p:txBody>
      </p:sp>
      <p:sp>
        <p:nvSpPr>
          <p:cNvPr id="1205609362" name="Date Placeholder 5"/>
          <p:cNvSpPr>
            <a:spLocks noGrp="1"/>
          </p:cNvSpPr>
          <p:nvPr>
            <p:ph type="dt" idx="1"/>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A51BF8-686D-4FC0-9A39-E85C36FAB20B}" type="datetime8">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10/27/2026 8:46 AM</a:t>
            </a:fld>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717412358" name="Slide Number Placeholder 6"/>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3021843" name="Slide Image Placeholder 1"/>
          <p:cNvSpPr>
            <a:spLocks noGrp="1" noRot="1" noChangeAspect="1"/>
          </p:cNvSpPr>
          <p:nvPr>
            <p:ph type="sldImg"/>
          </p:nvPr>
        </p:nvSpPr>
        <p:spPr bwMode="auto">
          <a:xfrm>
            <a:off x="217488" y="812800"/>
            <a:ext cx="7124700" cy="4008438"/>
          </a:xfrm>
        </p:spPr>
      </p:sp>
      <p:sp>
        <p:nvSpPr>
          <p:cNvPr id="1796668674" name="Notes Placeholder 2"/>
          <p:cNvSpPr>
            <a:spLocks noGrp="1"/>
          </p:cNvSpPr>
          <p:nvPr>
            <p:ph type="body" idx="1"/>
          </p:nvPr>
        </p:nvSpPr>
        <p:spPr bwMode="auto"/>
        <p:txBody>
          <a:bodyPr/>
          <a:lstStyle/>
          <a:p>
            <a:pPr fontAlgn="t"/>
            <a:endParaRPr lang="en-US" sz="1200" b="0" i="0" kern="1200" dirty="0">
              <a:solidFill>
                <a:schemeClr val="tx1"/>
              </a:solidFill>
              <a:effectLst/>
              <a:latin typeface="+mn-lt"/>
              <a:ea typeface="+mn-ea"/>
              <a:cs typeface="+mn-cs"/>
            </a:endParaRPr>
          </a:p>
        </p:txBody>
      </p:sp>
      <p:sp>
        <p:nvSpPr>
          <p:cNvPr id="586744970"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pPr fontAlgn="t"/>
            <a:r>
              <a:rPr lang="en-US" sz="1200" b="1" i="0" kern="1200" dirty="0">
                <a:solidFill>
                  <a:schemeClr val="tx1"/>
                </a:solidFill>
                <a:effectLst/>
                <a:latin typeface="+mn-lt"/>
                <a:ea typeface="+mn-ea"/>
                <a:cs typeface="+mn-cs"/>
              </a:rPr>
              <a:t>Azure App Service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คือบริการแบบ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Platform as a Service (PaaS)</a:t>
            </a:r>
            <a:r>
              <a:rPr lang="en-US" sz="1200" b="0" i="0" kern="1200" dirty="0">
                <a:solidFill>
                  <a:schemeClr val="tx1"/>
                </a:solidFill>
                <a:effectLst/>
                <a:latin typeface="+mn-lt"/>
                <a:ea typeface="+mn-ea"/>
                <a:cs typeface="+mn-cs"/>
              </a:rPr>
              <a:t> ของ Microsoft Azure </a:t>
            </a:r>
            <a:r>
              <a:rPr lang="en-US" sz="1200" b="0" i="0" kern="1200" dirty="0" err="1">
                <a:solidFill>
                  <a:schemeClr val="tx1"/>
                </a:solidFill>
                <a:effectLst/>
                <a:latin typeface="+mn-lt"/>
                <a:ea typeface="+mn-ea"/>
                <a:cs typeface="+mn-cs"/>
              </a:rPr>
              <a:t>สำหรับ</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นำ</a:t>
            </a:r>
            <a:r>
              <a:rPr lang="en-US" sz="1200" b="1" i="0" kern="1200" dirty="0">
                <a:solidFill>
                  <a:schemeClr val="tx1"/>
                </a:solidFill>
                <a:effectLst/>
                <a:latin typeface="+mn-lt"/>
                <a:ea typeface="+mn-ea"/>
                <a:cs typeface="+mn-cs"/>
              </a:rPr>
              <a:t> Web Application, REST API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Mobile Back-end </a:t>
            </a:r>
            <a:r>
              <a:rPr lang="en-US" sz="1200" b="1" i="0" kern="1200" dirty="0" err="1">
                <a:solidFill>
                  <a:schemeClr val="tx1"/>
                </a:solidFill>
                <a:effectLst/>
                <a:latin typeface="+mn-lt"/>
                <a:ea typeface="+mn-ea"/>
                <a:cs typeface="+mn-cs"/>
              </a:rPr>
              <a:t>ขึ้นไปรันบน</a:t>
            </a:r>
            <a:r>
              <a:rPr lang="en-US" sz="1200" b="1" i="0" kern="1200" dirty="0">
                <a:solidFill>
                  <a:schemeClr val="tx1"/>
                </a:solidFill>
                <a:effectLst/>
                <a:latin typeface="+mn-lt"/>
                <a:ea typeface="+mn-ea"/>
                <a:cs typeface="+mn-cs"/>
              </a:rPr>
              <a:t> Cloud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โดยนักพัฒนาไม่ต้องดูแลโครงสร้างพื้นฐานเบื้องหลังเอง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การจัดการเครื่อง</a:t>
            </a:r>
            <a:r>
              <a:rPr lang="en-US" sz="1200" b="0" i="0" kern="1200" dirty="0">
                <a:solidFill>
                  <a:schemeClr val="tx1"/>
                </a:solidFill>
                <a:effectLst/>
                <a:latin typeface="+mn-lt"/>
                <a:ea typeface="+mn-ea"/>
                <a:cs typeface="+mn-cs"/>
              </a:rPr>
              <a:t> Server.</a:t>
            </a:r>
            <a:endParaRPr lang="th-TH"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ลองมองว่า</a:t>
            </a:r>
            <a:r>
              <a:rPr lang="en-US" sz="1200" b="0" i="0" kern="1200" dirty="0">
                <a:solidFill>
                  <a:schemeClr val="tx1"/>
                </a:solidFill>
                <a:effectLst/>
                <a:latin typeface="+mn-lt"/>
                <a:ea typeface="+mn-ea"/>
                <a:cs typeface="+mn-cs"/>
              </a:rPr>
              <a:t> Azure App Service </a:t>
            </a:r>
            <a:r>
              <a:rPr lang="en-US" sz="1200" b="0" i="0" kern="1200" dirty="0" err="1">
                <a:solidFill>
                  <a:schemeClr val="tx1"/>
                </a:solidFill>
                <a:effectLst/>
                <a:latin typeface="+mn-lt"/>
                <a:ea typeface="+mn-ea"/>
                <a:cs typeface="+mn-cs"/>
              </a:rPr>
              <a:t>คือ</a:t>
            </a:r>
            <a:r>
              <a:rPr lang="en-US" sz="1200" b="1" i="0" kern="1200" dirty="0" err="1">
                <a:solidFill>
                  <a:schemeClr val="tx1"/>
                </a:solidFill>
                <a:effectLst/>
                <a:latin typeface="+mn-lt"/>
                <a:ea typeface="+mn-ea"/>
                <a:cs typeface="+mn-cs"/>
              </a:rPr>
              <a:t>“พื้นที่พร้อมใช้งานสำหรับเอา</a:t>
            </a:r>
            <a:r>
              <a:rPr lang="en-US" sz="1200" b="1" i="0" kern="1200" dirty="0">
                <a:solidFill>
                  <a:schemeClr val="tx1"/>
                </a:solidFill>
                <a:effectLst/>
                <a:latin typeface="+mn-lt"/>
                <a:ea typeface="+mn-ea"/>
                <a:cs typeface="+mn-cs"/>
              </a:rPr>
              <a:t> Web App </a:t>
            </a:r>
            <a:r>
              <a:rPr lang="en-US" sz="1200" b="1" i="0" kern="1200" dirty="0" err="1">
                <a:solidFill>
                  <a:schemeClr val="tx1"/>
                </a:solidFill>
                <a:effectLst/>
                <a:latin typeface="+mn-lt"/>
                <a:ea typeface="+mn-ea"/>
                <a:cs typeface="+mn-cs"/>
              </a:rPr>
              <a:t>ขึ้น</a:t>
            </a:r>
            <a:r>
              <a:rPr lang="en-US" sz="1200" b="1" i="0" kern="1200" dirty="0">
                <a:solidFill>
                  <a:schemeClr val="tx1"/>
                </a:solidFill>
                <a:effectLst/>
                <a:latin typeface="+mn-lt"/>
                <a:ea typeface="+mn-ea"/>
                <a:cs typeface="+mn-cs"/>
              </a:rPr>
              <a:t> Cloud”</a:t>
            </a: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1"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Microsoft </a:t>
            </a:r>
            <a:r>
              <a:rPr lang="en-US" sz="1200" b="0" i="0" kern="1200" dirty="0" err="1">
                <a:solidFill>
                  <a:schemeClr val="tx1"/>
                </a:solidFill>
                <a:effectLst/>
                <a:latin typeface="+mn-lt"/>
                <a:ea typeface="+mn-ea"/>
                <a:cs typeface="+mn-cs"/>
              </a:rPr>
              <a:t>ระบุว่า</a:t>
            </a:r>
            <a:r>
              <a:rPr lang="en-US" sz="1200" b="0" i="0" kern="1200" dirty="0">
                <a:solidFill>
                  <a:schemeClr val="tx1"/>
                </a:solidFill>
                <a:effectLst/>
                <a:latin typeface="+mn-lt"/>
                <a:ea typeface="+mn-ea"/>
                <a:cs typeface="+mn-cs"/>
              </a:rPr>
              <a:t> App Service </a:t>
            </a:r>
            <a:r>
              <a:rPr lang="en-US" sz="1200" b="0" i="0" kern="1200" dirty="0" err="1">
                <a:solidFill>
                  <a:schemeClr val="tx1"/>
                </a:solidFill>
                <a:effectLst/>
                <a:latin typeface="+mn-lt"/>
                <a:ea typeface="+mn-ea"/>
                <a:cs typeface="+mn-cs"/>
              </a:rPr>
              <a:t>รองรับหลายเทคโนโลยี</a:t>
            </a:r>
            <a:r>
              <a:rPr lang="en-US" sz="1200" b="0" i="0" kern="1200" dirty="0">
                <a:solidFill>
                  <a:schemeClr val="tx1"/>
                </a:solidFill>
                <a:effectLst/>
                <a:latin typeface="+mn-lt"/>
                <a:ea typeface="+mn-ea"/>
                <a:cs typeface="+mn-cs"/>
              </a:rPr>
              <a:t> เช่น</a:t>
            </a:r>
            <a:r>
              <a:rPr lang="en-US" sz="1200" b="1" i="0" kern="1200" dirty="0">
                <a:solidFill>
                  <a:schemeClr val="tx1"/>
                </a:solidFill>
                <a:effectLst/>
                <a:latin typeface="+mn-lt"/>
                <a:ea typeface="+mn-ea"/>
                <a:cs typeface="+mn-cs"/>
              </a:rPr>
              <a:t>.NET, Java, Node.js, Python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PHP</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และสามารถรันได้บน</a:t>
            </a:r>
            <a:r>
              <a:rPr lang="en-US" sz="1200" b="0" i="0" kern="1200" dirty="0">
                <a:solidFill>
                  <a:schemeClr val="tx1"/>
                </a:solidFill>
                <a:effectLst/>
                <a:latin typeface="+mn-lt"/>
                <a:ea typeface="+mn-ea"/>
                <a:cs typeface="+mn-cs"/>
              </a:rPr>
              <a:t> Windows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Linux </a:t>
            </a:r>
            <a:r>
              <a:rPr lang="en-US" sz="1200" b="0" i="0" kern="1200" dirty="0" err="1">
                <a:solidFill>
                  <a:schemeClr val="tx1"/>
                </a:solidFill>
                <a:effectLst/>
                <a:latin typeface="+mn-lt"/>
                <a:ea typeface="+mn-ea"/>
                <a:cs typeface="+mn-cs"/>
              </a:rPr>
              <a:t>นอกจากนี้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หาก</a:t>
            </a:r>
            <a:r>
              <a:rPr lang="en-US" sz="1200" b="0" i="0" kern="1200" dirty="0">
                <a:solidFill>
                  <a:schemeClr val="tx1"/>
                </a:solidFill>
                <a:effectLst/>
                <a:latin typeface="+mn-lt"/>
                <a:ea typeface="+mn-ea"/>
                <a:cs typeface="+mn-cs"/>
              </a:rPr>
              <a:t> Application </a:t>
            </a:r>
            <a:r>
              <a:rPr lang="en-US" sz="1200" b="0" i="0" kern="1200" dirty="0" err="1">
                <a:solidFill>
                  <a:schemeClr val="tx1"/>
                </a:solidFill>
                <a:effectLst/>
                <a:latin typeface="+mn-lt"/>
                <a:ea typeface="+mn-ea"/>
                <a:cs typeface="+mn-cs"/>
              </a:rPr>
              <a:t>ถูกทำเป็น</a:t>
            </a:r>
            <a:r>
              <a:rPr lang="en-US" sz="1200" b="0" i="0" kern="1200" dirty="0">
                <a:solidFill>
                  <a:schemeClr val="tx1"/>
                </a:solidFill>
                <a:effectLst/>
                <a:latin typeface="+mn-lt"/>
                <a:ea typeface="+mn-ea"/>
                <a:cs typeface="+mn-cs"/>
              </a:rPr>
              <a:t> Container </a:t>
            </a:r>
            <a:r>
              <a:rPr lang="en-US" sz="1200" b="0" i="0" kern="1200" dirty="0" err="1">
                <a:solidFill>
                  <a:schemeClr val="tx1"/>
                </a:solidFill>
                <a:effectLst/>
                <a:latin typeface="+mn-lt"/>
                <a:ea typeface="+mn-ea"/>
                <a:cs typeface="+mn-cs"/>
              </a:rPr>
              <a:t>แล้ว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ก็สามารถ</a:t>
            </a:r>
            <a:r>
              <a:rPr lang="en-US" sz="1200" b="0" i="0" kern="1200" dirty="0">
                <a:solidFill>
                  <a:schemeClr val="tx1"/>
                </a:solidFill>
                <a:effectLst/>
                <a:latin typeface="+mn-lt"/>
                <a:ea typeface="+mn-ea"/>
                <a:cs typeface="+mn-cs"/>
              </a:rPr>
              <a:t> Deploy </a:t>
            </a:r>
            <a:r>
              <a:rPr lang="en-US" sz="1200" b="0" i="0" kern="1200" dirty="0" err="1">
                <a:solidFill>
                  <a:schemeClr val="tx1"/>
                </a:solidFill>
                <a:effectLst/>
                <a:latin typeface="+mn-lt"/>
                <a:ea typeface="+mn-ea"/>
                <a:cs typeface="+mn-cs"/>
              </a:rPr>
              <a:t>เป็น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Custom Container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ได้เช่นกัน</a:t>
            </a: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ACR</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เก็บ</a:t>
            </a:r>
            <a:r>
              <a:rPr lang="en-US" sz="1200" b="1" i="0" kern="1200" dirty="0">
                <a:solidFill>
                  <a:schemeClr val="tx1"/>
                </a:solidFill>
                <a:effectLst/>
                <a:latin typeface="+mn-lt"/>
                <a:ea typeface="+mn-ea"/>
                <a:cs typeface="+mn-cs"/>
              </a:rPr>
              <a:t> Container Image</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App Service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รัน</a:t>
            </a:r>
            <a:r>
              <a:rPr lang="en-US" sz="1200" b="1" i="0" kern="1200" dirty="0">
                <a:solidFill>
                  <a:schemeClr val="tx1"/>
                </a:solidFill>
                <a:effectLst/>
                <a:latin typeface="+mn-lt"/>
                <a:ea typeface="+mn-ea"/>
                <a:cs typeface="+mn-cs"/>
              </a:rPr>
              <a:t> Application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และรองรับการ</a:t>
            </a:r>
            <a:r>
              <a:rPr lang="en-US" sz="1200" b="0" i="0" kern="1200" dirty="0">
                <a:solidFill>
                  <a:schemeClr val="tx1"/>
                </a:solidFill>
                <a:effectLst/>
                <a:latin typeface="+mn-lt"/>
                <a:ea typeface="+mn-ea"/>
                <a:cs typeface="+mn-cs"/>
              </a:rPr>
              <a:t> Deploy </a:t>
            </a:r>
            <a:r>
              <a:rPr lang="en-US" sz="1200" b="0" i="0" kern="1200" dirty="0" err="1">
                <a:solidFill>
                  <a:schemeClr val="tx1"/>
                </a:solidFill>
                <a:effectLst/>
                <a:latin typeface="+mn-lt"/>
                <a:ea typeface="+mn-ea"/>
                <a:cs typeface="+mn-cs"/>
              </a:rPr>
              <a:t>แบบ</a:t>
            </a:r>
            <a:r>
              <a:rPr lang="en-US" sz="1200" b="0" i="0" kern="1200" dirty="0">
                <a:solidFill>
                  <a:schemeClr val="tx1"/>
                </a:solidFill>
                <a:effectLst/>
                <a:latin typeface="+mn-lt"/>
                <a:ea typeface="+mn-ea"/>
                <a:cs typeface="+mn-cs"/>
              </a:rPr>
              <a:t> Custom Container.</a:t>
            </a: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ถ้า</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ACR </a:t>
            </a:r>
            <a:r>
              <a:rPr lang="en-US" sz="1200" b="1" i="0" kern="1200" dirty="0" err="1">
                <a:solidFill>
                  <a:schemeClr val="tx1"/>
                </a:solidFill>
                <a:effectLst/>
                <a:latin typeface="+mn-lt"/>
                <a:ea typeface="+mn-ea"/>
                <a:cs typeface="+mn-cs"/>
              </a:rPr>
              <a:t>เปรียบเหมือน</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โกดังเก็บ</a:t>
            </a:r>
            <a:r>
              <a:rPr lang="en-US" sz="1200" b="1" i="0" kern="1200" dirty="0">
                <a:solidFill>
                  <a:schemeClr val="tx1"/>
                </a:solidFill>
                <a:effectLst/>
                <a:latin typeface="+mn-lt"/>
                <a:ea typeface="+mn-ea"/>
                <a:cs typeface="+mn-cs"/>
              </a:rPr>
              <a:t> Container Image”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ก็สามารถมอง</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App Service </a:t>
            </a:r>
            <a:r>
              <a:rPr lang="en-US" sz="1200" b="1" i="0" kern="1200" dirty="0" err="1">
                <a:solidFill>
                  <a:schemeClr val="tx1"/>
                </a:solidFill>
                <a:effectLst/>
                <a:latin typeface="+mn-lt"/>
                <a:ea typeface="+mn-ea"/>
                <a:cs typeface="+mn-cs"/>
              </a:rPr>
              <a:t>เป็น</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สถานที่นำ</a:t>
            </a:r>
            <a:r>
              <a:rPr lang="en-US" sz="1200" b="1" i="0" kern="1200" dirty="0">
                <a:solidFill>
                  <a:schemeClr val="tx1"/>
                </a:solidFill>
                <a:effectLst/>
                <a:latin typeface="+mn-lt"/>
                <a:ea typeface="+mn-ea"/>
                <a:cs typeface="+mn-cs"/>
              </a:rPr>
              <a:t> Application </a:t>
            </a:r>
            <a:r>
              <a:rPr lang="en-US" sz="1200" b="1" i="0" kern="1200" dirty="0" err="1">
                <a:solidFill>
                  <a:schemeClr val="tx1"/>
                </a:solidFill>
                <a:effectLst/>
                <a:latin typeface="+mn-lt"/>
                <a:ea typeface="+mn-ea"/>
                <a:cs typeface="+mn-cs"/>
              </a:rPr>
              <a:t>ออกมารันให้ผู้ใช้เข้าถึง</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a:t>
            </a: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idx="6"/>
          </p:nvPr>
        </p:nvSpPr>
        <p:spPr/>
        <p:txBody>
          <a:bodyPr/>
          <a:lstStyle/>
          <a:p>
            <a:pPr indent="0" algn="r">
              <a:buNone/>
              <a:defRPr/>
            </a:pPr>
            <a:fld id="{7D8C57B6-9E44-4422-BEAE-5E0937692A63}" type="slidenum">
              <a:rPr lang="en-US" sz="1400" b="0" u="none" strike="noStrike" smtClean="0">
                <a:solidFill>
                  <a:srgbClr val="000000"/>
                </a:solidFill>
                <a:latin typeface="Times New Roman"/>
              </a:rPr>
              <a:t>18</a:t>
            </a:fld>
            <a:endParaRPr lang="en-US" sz="1400" b="0" u="none" strike="noStrike">
              <a:solidFill>
                <a:srgbClr val="000000"/>
              </a:solidFill>
              <a:latin typeface="Times New Roman"/>
            </a:endParaRPr>
          </a:p>
        </p:txBody>
      </p:sp>
    </p:spTree>
    <p:extLst>
      <p:ext uri="{BB962C8B-B14F-4D97-AF65-F5344CB8AC3E}">
        <p14:creationId xmlns:p14="http://schemas.microsoft.com/office/powerpoint/2010/main" val="2940599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35152619" name="Slide Image Placeholder 1"/>
          <p:cNvSpPr>
            <a:spLocks noGrp="1" noRot="1" noChangeAspect="1"/>
          </p:cNvSpPr>
          <p:nvPr>
            <p:ph type="sldImg"/>
          </p:nvPr>
        </p:nvSpPr>
        <p:spPr bwMode="auto">
          <a:xfrm>
            <a:off x="217488" y="812800"/>
            <a:ext cx="7124700" cy="4008438"/>
          </a:xfrm>
        </p:spPr>
      </p:sp>
      <p:sp>
        <p:nvSpPr>
          <p:cNvPr id="1472652007" name="Notes Placeholder 2"/>
          <p:cNvSpPr>
            <a:spLocks noGrp="1"/>
          </p:cNvSpPr>
          <p:nvPr>
            <p:ph type="body" idx="1"/>
          </p:nvPr>
        </p:nvSpPr>
        <p:spPr bwMode="auto"/>
        <p:txBody>
          <a:bodyPr/>
          <a:lstStyle/>
          <a:p>
            <a:pPr fontAlgn="t"/>
            <a:r>
              <a:rPr lang="en-US" sz="1200" b="1" i="0" kern="1200" dirty="0">
                <a:solidFill>
                  <a:schemeClr val="tx1"/>
                </a:solidFill>
                <a:effectLst/>
                <a:latin typeface="+mn-lt"/>
                <a:ea typeface="+mn-ea"/>
                <a:cs typeface="+mn-cs"/>
              </a:rPr>
              <a:t>1. Image Sources </a:t>
            </a:r>
            <a:r>
              <a:rPr lang="en-US" sz="1200" b="1" i="0" kern="1200" dirty="0" err="1">
                <a:solidFill>
                  <a:schemeClr val="tx1"/>
                </a:solidFill>
                <a:effectLst/>
                <a:latin typeface="+mn-lt"/>
                <a:ea typeface="+mn-ea"/>
                <a:cs typeface="+mn-cs"/>
              </a:rPr>
              <a:t>คือ</a:t>
            </a:r>
            <a:r>
              <a:rPr lang="en-US" sz="1200" b="1" i="0" kern="1200" dirty="0">
                <a:solidFill>
                  <a:schemeClr val="tx1"/>
                </a:solidFill>
                <a:effectLst/>
                <a:latin typeface="+mn-lt"/>
                <a:ea typeface="+mn-ea"/>
                <a:cs typeface="+mn-cs"/>
              </a:rPr>
              <a:t> Container Image </a:t>
            </a:r>
            <a:r>
              <a:rPr lang="en-US" sz="1200" b="1" i="0" kern="1200" dirty="0" err="1">
                <a:solidFill>
                  <a:schemeClr val="tx1"/>
                </a:solidFill>
                <a:effectLst/>
                <a:latin typeface="+mn-lt"/>
                <a:ea typeface="+mn-ea"/>
                <a:cs typeface="+mn-cs"/>
              </a:rPr>
              <a:t>มาจากไหน</a:t>
            </a:r>
            <a:endParaRPr lang="en-US" sz="1200" b="1"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Azure App Service </a:t>
            </a:r>
            <a:r>
              <a:rPr lang="en-US" sz="1200" b="0" i="0" kern="1200" dirty="0" err="1">
                <a:solidFill>
                  <a:schemeClr val="tx1"/>
                </a:solidFill>
                <a:effectLst/>
                <a:latin typeface="+mn-lt"/>
                <a:ea typeface="+mn-ea"/>
                <a:cs typeface="+mn-cs"/>
              </a:rPr>
              <a:t>ต้องไปดึง</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Container Image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มาจาก</a:t>
            </a:r>
            <a:r>
              <a:rPr lang="en-US" sz="1200" b="0" i="0" kern="1200" dirty="0">
                <a:solidFill>
                  <a:schemeClr val="tx1"/>
                </a:solidFill>
                <a:effectLst/>
                <a:latin typeface="+mn-lt"/>
                <a:ea typeface="+mn-ea"/>
                <a:cs typeface="+mn-cs"/>
              </a:rPr>
              <a:t> Registry </a:t>
            </a:r>
            <a:r>
              <a:rPr lang="en-US" sz="1200" b="0" i="0" kern="1200" dirty="0" err="1">
                <a:solidFill>
                  <a:schemeClr val="tx1"/>
                </a:solidFill>
                <a:effectLst/>
                <a:latin typeface="+mn-lt"/>
                <a:ea typeface="+mn-ea"/>
                <a:cs typeface="+mn-cs"/>
              </a:rPr>
              <a:t>ก่อนนำมารัน</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ภาพแสดงแหล่งที่มา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ได้แก่</a:t>
            </a:r>
            <a:r>
              <a:rPr lang="en-US" sz="1200" b="0" i="0" kern="1200" dirty="0">
                <a:solidFill>
                  <a:schemeClr val="tx1"/>
                </a:solidFill>
                <a:effectLst/>
                <a:latin typeface="+mn-lt"/>
                <a:ea typeface="+mn-ea"/>
                <a:cs typeface="+mn-cs"/>
              </a:rPr>
              <a:t>:</a:t>
            </a:r>
          </a:p>
          <a:p>
            <a:pPr lvl="0" fontAlgn="t"/>
            <a:r>
              <a:rPr lang="en-US" sz="1200" b="1" i="0" kern="1200" dirty="0">
                <a:solidFill>
                  <a:schemeClr val="tx1"/>
                </a:solidFill>
                <a:effectLst/>
                <a:latin typeface="+mn-lt"/>
                <a:ea typeface="+mn-ea"/>
                <a:cs typeface="+mn-cs"/>
              </a:rPr>
              <a:t>Azure Container Registry (ACR)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ซึ่งสไลด์แนะนำสำหรับ</a:t>
            </a:r>
            <a:r>
              <a:rPr lang="en-US" sz="1200" b="0" i="0" kern="1200" dirty="0">
                <a:solidFill>
                  <a:schemeClr val="tx1"/>
                </a:solidFill>
                <a:effectLst/>
                <a:latin typeface="+mn-lt"/>
                <a:ea typeface="+mn-ea"/>
                <a:cs typeface="+mn-cs"/>
              </a:rPr>
              <a:t> Production</a:t>
            </a:r>
          </a:p>
          <a:p>
            <a:pPr lvl="0" fontAlgn="t"/>
            <a:r>
              <a:rPr lang="en-US" sz="1200" b="1" i="0" kern="1200" dirty="0">
                <a:solidFill>
                  <a:schemeClr val="tx1"/>
                </a:solidFill>
                <a:effectLst/>
                <a:latin typeface="+mn-lt"/>
                <a:ea typeface="+mn-ea"/>
                <a:cs typeface="+mn-cs"/>
              </a:rPr>
              <a:t>Docker Hub</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GitHub Container Registry (GHCR)</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Self-hosted Registry</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เชื่อมกับเรื่องก่อนหน้าที่เราเรียนได้ว่า</a:t>
            </a:r>
            <a:r>
              <a:rPr lang="en-US" sz="1200" b="0" i="0" kern="1200" dirty="0">
                <a:solidFill>
                  <a:schemeClr val="tx1"/>
                </a:solidFill>
                <a:effectLst/>
                <a:latin typeface="+mn-lt"/>
                <a:ea typeface="+mn-ea"/>
                <a:cs typeface="+mn-cs"/>
              </a:rPr>
              <a:t>:</a:t>
            </a:r>
          </a:p>
          <a:p>
            <a:pPr fontAlgn="t"/>
            <a:r>
              <a:rPr lang="en-US" sz="1200" b="1" i="0" kern="1200" dirty="0">
                <a:solidFill>
                  <a:schemeClr val="tx1"/>
                </a:solidFill>
                <a:effectLst/>
                <a:latin typeface="+mn-lt"/>
                <a:ea typeface="+mn-ea"/>
                <a:cs typeface="+mn-cs"/>
              </a:rPr>
              <a:t>ACR = </a:t>
            </a:r>
            <a:r>
              <a:rPr lang="en-US" sz="1200" b="1" i="0" kern="1200" dirty="0" err="1">
                <a:solidFill>
                  <a:schemeClr val="tx1"/>
                </a:solidFill>
                <a:effectLst/>
                <a:latin typeface="+mn-lt"/>
                <a:ea typeface="+mn-ea"/>
                <a:cs typeface="+mn-cs"/>
              </a:rPr>
              <a:t>ที่เก็บ</a:t>
            </a:r>
            <a:r>
              <a:rPr lang="en-US" sz="1200" b="1" i="0" kern="1200" dirty="0">
                <a:solidFill>
                  <a:schemeClr val="tx1"/>
                </a:solidFill>
                <a:effectLst/>
                <a:latin typeface="+mn-lt"/>
                <a:ea typeface="+mn-ea"/>
                <a:cs typeface="+mn-cs"/>
              </a:rPr>
              <a:t> Container Image</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Azure App Service = </a:t>
            </a:r>
            <a:r>
              <a:rPr lang="en-US" sz="1200" b="1" i="0" kern="1200" dirty="0" err="1">
                <a:solidFill>
                  <a:schemeClr val="tx1"/>
                </a:solidFill>
                <a:effectLst/>
                <a:latin typeface="+mn-lt"/>
                <a:ea typeface="+mn-ea"/>
                <a:cs typeface="+mn-cs"/>
              </a:rPr>
              <a:t>ที่นำ</a:t>
            </a:r>
            <a:r>
              <a:rPr lang="en-US" sz="1200" b="1" i="0" kern="1200" dirty="0">
                <a:solidFill>
                  <a:schemeClr val="tx1"/>
                </a:solidFill>
                <a:effectLst/>
                <a:latin typeface="+mn-lt"/>
                <a:ea typeface="+mn-ea"/>
                <a:cs typeface="+mn-cs"/>
              </a:rPr>
              <a:t> Container Image </a:t>
            </a:r>
            <a:r>
              <a:rPr lang="en-US" sz="1200" b="1" i="0" kern="1200" dirty="0" err="1">
                <a:solidFill>
                  <a:schemeClr val="tx1"/>
                </a:solidFill>
                <a:effectLst/>
                <a:latin typeface="+mn-lt"/>
                <a:ea typeface="+mn-ea"/>
                <a:cs typeface="+mn-cs"/>
              </a:rPr>
              <a:t>มารันเป็น</a:t>
            </a:r>
            <a:r>
              <a:rPr lang="en-US" sz="1200" b="1" i="0" kern="1200" dirty="0">
                <a:solidFill>
                  <a:schemeClr val="tx1"/>
                </a:solidFill>
                <a:effectLst/>
                <a:latin typeface="+mn-lt"/>
                <a:ea typeface="+mn-ea"/>
                <a:cs typeface="+mn-cs"/>
              </a:rPr>
              <a:t> Application</a:t>
            </a:r>
            <a:endParaRPr lang="th-TH" sz="1200" b="1" i="0" kern="1200" dirty="0">
              <a:solidFill>
                <a:schemeClr val="tx1"/>
              </a:solidFill>
              <a:effectLst/>
              <a:latin typeface="+mn-lt"/>
              <a:ea typeface="+mn-ea"/>
              <a:cs typeface="+mn-cs"/>
            </a:endParaRPr>
          </a:p>
          <a:p>
            <a:pPr fontAlgn="t"/>
            <a:endParaRPr lang="th-TH"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ACR Authentication </a:t>
            </a:r>
            <a:r>
              <a:rPr lang="en-US" sz="1200" b="1" i="0" kern="1200" dirty="0" err="1">
                <a:solidFill>
                  <a:schemeClr val="tx1"/>
                </a:solidFill>
                <a:effectLst/>
                <a:latin typeface="+mn-lt"/>
                <a:ea typeface="+mn-ea"/>
                <a:cs typeface="+mn-cs"/>
              </a:rPr>
              <a:t>คือ</a:t>
            </a:r>
            <a:r>
              <a:rPr lang="en-US" sz="1200" b="1" i="0" kern="1200" dirty="0">
                <a:solidFill>
                  <a:schemeClr val="tx1"/>
                </a:solidFill>
                <a:effectLst/>
                <a:latin typeface="+mn-lt"/>
                <a:ea typeface="+mn-ea"/>
                <a:cs typeface="+mn-cs"/>
              </a:rPr>
              <a:t> App Service </a:t>
            </a:r>
            <a:r>
              <a:rPr lang="en-US" sz="1200" b="1" i="0" kern="1200" dirty="0" err="1">
                <a:solidFill>
                  <a:schemeClr val="tx1"/>
                </a:solidFill>
                <a:effectLst/>
                <a:latin typeface="+mn-lt"/>
                <a:ea typeface="+mn-ea"/>
                <a:cs typeface="+mn-cs"/>
              </a:rPr>
              <a:t>จะเข้า</a:t>
            </a:r>
            <a:r>
              <a:rPr lang="en-US" sz="1200" b="1" i="0" kern="1200" dirty="0">
                <a:solidFill>
                  <a:schemeClr val="tx1"/>
                </a:solidFill>
                <a:effectLst/>
                <a:latin typeface="+mn-lt"/>
                <a:ea typeface="+mn-ea"/>
                <a:cs typeface="+mn-cs"/>
              </a:rPr>
              <a:t> ACR </a:t>
            </a:r>
            <a:r>
              <a:rPr lang="en-US" sz="1200" b="1" i="0" kern="1200" dirty="0" err="1">
                <a:solidFill>
                  <a:schemeClr val="tx1"/>
                </a:solidFill>
                <a:effectLst/>
                <a:latin typeface="+mn-lt"/>
                <a:ea typeface="+mn-ea"/>
                <a:cs typeface="+mn-cs"/>
              </a:rPr>
              <a:t>ได้อย่างไร</a:t>
            </a:r>
            <a:endParaRPr lang="en-US" sz="1200" b="1"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ถ้า</a:t>
            </a:r>
            <a:r>
              <a:rPr lang="en-US" sz="1200" b="0" i="0" kern="1200" dirty="0">
                <a:solidFill>
                  <a:schemeClr val="tx1"/>
                </a:solidFill>
                <a:effectLst/>
                <a:latin typeface="+mn-lt"/>
                <a:ea typeface="+mn-ea"/>
                <a:cs typeface="+mn-cs"/>
              </a:rPr>
              <a:t> Container Image </a:t>
            </a:r>
            <a:r>
              <a:rPr lang="en-US" sz="1200" b="0" i="0" kern="1200" dirty="0" err="1">
                <a:solidFill>
                  <a:schemeClr val="tx1"/>
                </a:solidFill>
                <a:effectLst/>
                <a:latin typeface="+mn-lt"/>
                <a:ea typeface="+mn-ea"/>
                <a:cs typeface="+mn-cs"/>
              </a:rPr>
              <a:t>อยู่ใน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ACR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จะต้องมีวิธีให้</a:t>
            </a:r>
            <a:r>
              <a:rPr lang="en-US" sz="1200" b="0" i="0" kern="1200" dirty="0">
                <a:solidFill>
                  <a:schemeClr val="tx1"/>
                </a:solidFill>
                <a:effectLst/>
                <a:latin typeface="+mn-lt"/>
                <a:ea typeface="+mn-ea"/>
                <a:cs typeface="+mn-cs"/>
              </a:rPr>
              <a:t> App Service </a:t>
            </a:r>
            <a:r>
              <a:rPr lang="en-US" sz="1200" b="0" i="0" kern="1200" dirty="0" err="1">
                <a:solidFill>
                  <a:schemeClr val="tx1"/>
                </a:solidFill>
                <a:effectLst/>
                <a:latin typeface="+mn-lt"/>
                <a:ea typeface="+mn-ea"/>
                <a:cs typeface="+mn-cs"/>
              </a:rPr>
              <a:t>มีสิทธิ์ดึง</a:t>
            </a:r>
            <a:r>
              <a:rPr lang="en-US" sz="1200" b="0" i="0" kern="1200" dirty="0">
                <a:solidFill>
                  <a:schemeClr val="tx1"/>
                </a:solidFill>
                <a:effectLst/>
                <a:latin typeface="+mn-lt"/>
                <a:ea typeface="+mn-ea"/>
                <a:cs typeface="+mn-cs"/>
              </a:rPr>
              <a:t> Image </a:t>
            </a:r>
            <a:r>
              <a:rPr lang="en-US" sz="1200" b="0" i="0" kern="1200" dirty="0" err="1">
                <a:solidFill>
                  <a:schemeClr val="tx1"/>
                </a:solidFill>
                <a:effectLst/>
                <a:latin typeface="+mn-lt"/>
                <a:ea typeface="+mn-ea"/>
                <a:cs typeface="+mn-cs"/>
              </a:rPr>
              <a:t>ออกมา</a:t>
            </a:r>
            <a:endParaRPr lang="en-US"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มี</a:t>
            </a:r>
            <a:r>
              <a:rPr lang="en-US" sz="1200" b="0" i="0" kern="1200" dirty="0">
                <a:solidFill>
                  <a:schemeClr val="tx1"/>
                </a:solidFill>
                <a:effectLst/>
                <a:latin typeface="+mn-lt"/>
                <a:ea typeface="+mn-ea"/>
                <a:cs typeface="+mn-cs"/>
              </a:rPr>
              <a:t> 2 </a:t>
            </a:r>
            <a:r>
              <a:rPr lang="en-US" sz="1200" b="0" i="0" kern="1200" dirty="0" err="1">
                <a:solidFill>
                  <a:schemeClr val="tx1"/>
                </a:solidFill>
                <a:effectLst/>
                <a:latin typeface="+mn-lt"/>
                <a:ea typeface="+mn-ea"/>
                <a:cs typeface="+mn-cs"/>
              </a:rPr>
              <a:t>แนวทาง</a:t>
            </a:r>
            <a:endParaRPr lang="en-US" sz="1200" b="0" i="0" kern="1200" dirty="0">
              <a:solidFill>
                <a:schemeClr val="tx1"/>
              </a:solidFill>
              <a:effectLst/>
              <a:latin typeface="+mn-lt"/>
              <a:ea typeface="+mn-ea"/>
              <a:cs typeface="+mn-cs"/>
            </a:endParaRPr>
          </a:p>
          <a:p>
            <a:pPr fontAlgn="t"/>
            <a:endParaRPr lang="th-TH"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Managed Identity + </a:t>
            </a:r>
            <a:r>
              <a:rPr lang="en-US" sz="1200" b="1" i="0" kern="1200" dirty="0" err="1">
                <a:solidFill>
                  <a:schemeClr val="tx1"/>
                </a:solidFill>
                <a:effectLst/>
                <a:latin typeface="+mn-lt"/>
                <a:ea typeface="+mn-ea"/>
                <a:cs typeface="+mn-cs"/>
              </a:rPr>
              <a:t>AcrPull</a:t>
            </a:r>
            <a:endParaRPr lang="en-US" sz="1200" b="1"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Managed Identity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แบบ</a:t>
            </a:r>
            <a:r>
              <a:rPr lang="en-US" sz="1200" b="0" i="0" kern="1200" dirty="0">
                <a:solidFill>
                  <a:schemeClr val="tx1"/>
                </a:solidFill>
                <a:effectLst/>
                <a:latin typeface="+mn-lt"/>
                <a:ea typeface="+mn-ea"/>
                <a:cs typeface="+mn-cs"/>
              </a:rPr>
              <a:t> System-assigned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User-assigned </a:t>
            </a:r>
            <a:r>
              <a:rPr lang="en-US" sz="1200" b="0" i="0" kern="1200" dirty="0" err="1">
                <a:solidFill>
                  <a:schemeClr val="tx1"/>
                </a:solidFill>
                <a:effectLst/>
                <a:latin typeface="+mn-lt"/>
                <a:ea typeface="+mn-ea"/>
                <a:cs typeface="+mn-cs"/>
              </a:rPr>
              <a:t>และกำหนดสิทธิ์</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AcrPull</a:t>
            </a:r>
            <a:r>
              <a:rPr lang="th-TH" sz="1200" b="1"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สิทธิ์สำหรับ</a:t>
            </a:r>
            <a:r>
              <a:rPr lang="en-US" sz="1200" b="0" i="0" kern="1200" dirty="0">
                <a:solidFill>
                  <a:schemeClr val="tx1"/>
                </a:solidFill>
                <a:effectLst/>
                <a:latin typeface="+mn-lt"/>
                <a:ea typeface="+mn-ea"/>
                <a:cs typeface="+mn-cs"/>
              </a:rPr>
              <a:t> Pull Image </a:t>
            </a:r>
            <a:r>
              <a:rPr lang="en-US" sz="1200" b="0" i="0" kern="1200" dirty="0" err="1">
                <a:solidFill>
                  <a:schemeClr val="tx1"/>
                </a:solidFill>
                <a:effectLst/>
                <a:latin typeface="+mn-lt"/>
                <a:ea typeface="+mn-ea"/>
                <a:cs typeface="+mn-cs"/>
              </a:rPr>
              <a:t>จาก</a:t>
            </a:r>
            <a:r>
              <a:rPr lang="en-US" sz="1200" b="0" i="0" kern="1200" dirty="0">
                <a:solidFill>
                  <a:schemeClr val="tx1"/>
                </a:solidFill>
                <a:effectLst/>
                <a:latin typeface="+mn-lt"/>
                <a:ea typeface="+mn-ea"/>
                <a:cs typeface="+mn-cs"/>
              </a:rPr>
              <a:t> ACR</a:t>
            </a:r>
            <a:r>
              <a:rPr lang="en-US" sz="1200" b="1" i="0" kern="1200" dirty="0">
                <a:solidFill>
                  <a:schemeClr val="tx1"/>
                </a:solidFill>
                <a:effectLst/>
                <a:latin typeface="+mn-lt"/>
                <a:ea typeface="+mn-ea"/>
                <a:cs typeface="+mn-cs"/>
              </a:rPr>
              <a:t>)</a:t>
            </a: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1"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Production </a:t>
            </a:r>
            <a:r>
              <a:rPr lang="en-US" sz="1200" b="0" i="0" kern="1200" dirty="0" err="1">
                <a:solidFill>
                  <a:schemeClr val="tx1"/>
                </a:solidFill>
                <a:effectLst/>
                <a:latin typeface="+mn-lt"/>
                <a:ea typeface="+mn-ea"/>
                <a:cs typeface="+mn-cs"/>
              </a:rPr>
              <a:t>เน้น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Managed Identity + </a:t>
            </a:r>
            <a:r>
              <a:rPr lang="en-US" sz="1200" b="1" i="0" kern="1200" dirty="0" err="1">
                <a:solidFill>
                  <a:schemeClr val="tx1"/>
                </a:solidFill>
                <a:effectLst/>
                <a:latin typeface="+mn-lt"/>
                <a:ea typeface="+mn-ea"/>
                <a:cs typeface="+mn-cs"/>
              </a:rPr>
              <a:t>AcrPull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ส่วน</a:t>
            </a:r>
            <a:r>
              <a:rPr lang="en-US" sz="1200" b="0" i="0" kern="1200" dirty="0">
                <a:solidFill>
                  <a:schemeClr val="tx1"/>
                </a:solidFill>
                <a:effectLst/>
                <a:latin typeface="+mn-lt"/>
                <a:ea typeface="+mn-ea"/>
                <a:cs typeface="+mn-cs"/>
              </a:rPr>
              <a:t> Admin credentials </a:t>
            </a:r>
            <a:r>
              <a:rPr lang="en-US" sz="1200" b="0" i="0" kern="1200" dirty="0" err="1">
                <a:solidFill>
                  <a:schemeClr val="tx1"/>
                </a:solidFill>
                <a:effectLst/>
                <a:latin typeface="+mn-lt"/>
                <a:ea typeface="+mn-ea"/>
                <a:cs typeface="+mn-cs"/>
              </a:rPr>
              <a:t>ใช้กับ</a:t>
            </a:r>
            <a:r>
              <a:rPr lang="en-US" sz="1200" b="0" i="0" kern="1200" dirty="0">
                <a:solidFill>
                  <a:schemeClr val="tx1"/>
                </a:solidFill>
                <a:effectLst/>
                <a:latin typeface="+mn-lt"/>
                <a:ea typeface="+mn-ea"/>
                <a:cs typeface="+mn-cs"/>
              </a:rPr>
              <a:t> Dev/Test</a:t>
            </a: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3. Deployment Methods</a:t>
            </a:r>
          </a:p>
          <a:p>
            <a:pPr fontAlgn="t"/>
            <a:endParaRPr lang="en-US" sz="1200" b="1"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วิธี</a:t>
            </a:r>
            <a:r>
              <a:rPr lang="en-US" sz="1200" b="0" i="0" kern="1200" dirty="0">
                <a:solidFill>
                  <a:schemeClr val="tx1"/>
                </a:solidFill>
                <a:effectLst/>
                <a:latin typeface="+mn-lt"/>
                <a:ea typeface="+mn-ea"/>
                <a:cs typeface="+mn-cs"/>
              </a:rPr>
              <a:t> Deploy Container </a:t>
            </a:r>
            <a:r>
              <a:rPr lang="en-US" sz="1200" b="0" i="0" kern="1200" dirty="0" err="1">
                <a:solidFill>
                  <a:schemeClr val="tx1"/>
                </a:solidFill>
                <a:effectLst/>
                <a:latin typeface="+mn-lt"/>
                <a:ea typeface="+mn-ea"/>
                <a:cs typeface="+mn-cs"/>
              </a:rPr>
              <a:t>ไปยัง</a:t>
            </a:r>
            <a:r>
              <a:rPr lang="en-US" sz="1200" b="0" i="0" kern="1200" dirty="0">
                <a:solidFill>
                  <a:schemeClr val="tx1"/>
                </a:solidFill>
                <a:effectLst/>
                <a:latin typeface="+mn-lt"/>
                <a:ea typeface="+mn-ea"/>
                <a:cs typeface="+mn-cs"/>
              </a:rPr>
              <a:t> App Service </a:t>
            </a:r>
            <a:r>
              <a:rPr lang="en-US" sz="1200" b="0" i="0" kern="1200" dirty="0" err="1">
                <a:solidFill>
                  <a:schemeClr val="tx1"/>
                </a:solidFill>
                <a:effectLst/>
                <a:latin typeface="+mn-lt"/>
                <a:ea typeface="+mn-ea"/>
                <a:cs typeface="+mn-cs"/>
              </a:rPr>
              <a:t>หลายแบบ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ได้แก่</a:t>
            </a:r>
            <a:endParaRPr lang="en-US" sz="1200" b="0"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Azure Portal</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Azure CLI</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จัดการ</a:t>
            </a:r>
            <a:r>
              <a:rPr lang="en-US" sz="1200" b="0" i="0" kern="1200" dirty="0">
                <a:solidFill>
                  <a:schemeClr val="tx1"/>
                </a:solidFill>
                <a:effectLst/>
                <a:latin typeface="+mn-lt"/>
                <a:ea typeface="+mn-ea"/>
                <a:cs typeface="+mn-cs"/>
              </a:rPr>
              <a:t> Deployment </a:t>
            </a:r>
            <a:r>
              <a:rPr lang="en-US" sz="1200" b="0" i="0" kern="1200" dirty="0" err="1">
                <a:solidFill>
                  <a:schemeClr val="tx1"/>
                </a:solidFill>
                <a:effectLst/>
                <a:latin typeface="+mn-lt"/>
                <a:ea typeface="+mn-ea"/>
                <a:cs typeface="+mn-cs"/>
              </a:rPr>
              <a:t>ผ่าน</a:t>
            </a:r>
            <a:r>
              <a:rPr lang="en-US" sz="1200" b="0" i="0" kern="1200" dirty="0">
                <a:solidFill>
                  <a:schemeClr val="tx1"/>
                </a:solidFill>
                <a:effectLst/>
                <a:latin typeface="+mn-lt"/>
                <a:ea typeface="+mn-ea"/>
                <a:cs typeface="+mn-cs"/>
              </a:rPr>
              <a:t> Command Line</a:t>
            </a:r>
          </a:p>
          <a:p>
            <a:pPr fontAlgn="t"/>
            <a:r>
              <a:rPr lang="en-US" sz="1200" b="1" i="0" kern="1200" dirty="0">
                <a:solidFill>
                  <a:schemeClr val="tx1"/>
                </a:solidFill>
                <a:effectLst/>
                <a:latin typeface="+mn-lt"/>
                <a:ea typeface="+mn-ea"/>
                <a:cs typeface="+mn-cs"/>
              </a:rPr>
              <a:t>VS Code</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ใช้ร่วมกับ</a:t>
            </a:r>
            <a:r>
              <a:rPr lang="en-US" sz="1200" b="0" i="0" kern="1200" dirty="0">
                <a:solidFill>
                  <a:schemeClr val="tx1"/>
                </a:solidFill>
                <a:effectLst/>
                <a:latin typeface="+mn-lt"/>
                <a:ea typeface="+mn-ea"/>
                <a:cs typeface="+mn-cs"/>
              </a:rPr>
              <a:t> Docker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App Service extensions</a:t>
            </a:r>
          </a:p>
          <a:p>
            <a:pPr fontAlgn="t"/>
            <a:r>
              <a:rPr lang="en-US" sz="1200" b="0" i="0" kern="1200" dirty="0" err="1">
                <a:solidFill>
                  <a:schemeClr val="tx1"/>
                </a:solidFill>
                <a:effectLst/>
                <a:latin typeface="+mn-lt"/>
                <a:ea typeface="+mn-ea"/>
                <a:cs typeface="+mn-cs"/>
              </a:rPr>
              <a:t>และมีอีกแนวคิดที่สำคัญคือ</a:t>
            </a:r>
            <a:r>
              <a:rPr lang="en-US" sz="1200" b="0" i="0" kern="1200" dirty="0">
                <a:solidFill>
                  <a:schemeClr val="tx1"/>
                </a:solidFill>
                <a:effectLst/>
                <a:latin typeface="+mn-lt"/>
                <a:ea typeface="+mn-ea"/>
                <a:cs typeface="+mn-cs"/>
              </a:rPr>
              <a:t>:</a:t>
            </a:r>
          </a:p>
          <a:p>
            <a:pPr fontAlgn="t"/>
            <a:r>
              <a:rPr lang="en-US" sz="1200" b="1" i="0" kern="1200" dirty="0">
                <a:solidFill>
                  <a:schemeClr val="tx1"/>
                </a:solidFill>
                <a:effectLst/>
                <a:latin typeface="+mn-lt"/>
                <a:ea typeface="+mn-ea"/>
                <a:cs typeface="+mn-cs"/>
              </a:rPr>
              <a:t>Continuous Deployment via ACR webhook</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ใช้สำหรับเชื่อมกระบวนการ</a:t>
            </a:r>
            <a:r>
              <a:rPr lang="en-US" sz="1200" b="0" i="0" kern="1200" dirty="0">
                <a:solidFill>
                  <a:schemeClr val="tx1"/>
                </a:solidFill>
                <a:effectLst/>
                <a:latin typeface="+mn-lt"/>
                <a:ea typeface="+mn-ea"/>
                <a:cs typeface="+mn-cs"/>
              </a:rPr>
              <a:t> Deployment </a:t>
            </a:r>
            <a:r>
              <a:rPr lang="en-US" sz="1200" b="0" i="0" kern="1200" dirty="0" err="1">
                <a:solidFill>
                  <a:schemeClr val="tx1"/>
                </a:solidFill>
                <a:effectLst/>
                <a:latin typeface="+mn-lt"/>
                <a:ea typeface="+mn-ea"/>
                <a:cs typeface="+mn-cs"/>
              </a:rPr>
              <a:t>กับ</a:t>
            </a:r>
            <a:r>
              <a:rPr lang="en-US" sz="1200" b="0" i="0" kern="1200" dirty="0">
                <a:solidFill>
                  <a:schemeClr val="tx1"/>
                </a:solidFill>
                <a:effectLst/>
                <a:latin typeface="+mn-lt"/>
                <a:ea typeface="+mn-ea"/>
                <a:cs typeface="+mn-cs"/>
              </a:rPr>
              <a:t> ACR </a:t>
            </a:r>
            <a:r>
              <a:rPr lang="en-US" sz="1200" b="0" i="0" kern="1200" dirty="0" err="1">
                <a:solidFill>
                  <a:schemeClr val="tx1"/>
                </a:solidFill>
                <a:effectLst/>
                <a:latin typeface="+mn-lt"/>
                <a:ea typeface="+mn-ea"/>
                <a:cs typeface="+mn-cs"/>
              </a:rPr>
              <a:t>ผ่าน</a:t>
            </a:r>
            <a:r>
              <a:rPr lang="en-US" sz="1200" b="0" i="0" kern="1200" dirty="0">
                <a:solidFill>
                  <a:schemeClr val="tx1"/>
                </a:solidFill>
                <a:effectLst/>
                <a:latin typeface="+mn-lt"/>
                <a:ea typeface="+mn-ea"/>
                <a:cs typeface="+mn-cs"/>
              </a:rPr>
              <a:t> Webhook</a:t>
            </a:r>
          </a:p>
          <a:p>
            <a:pPr fontAlgn="t"/>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ACR Tasks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ช่วย</a:t>
            </a:r>
            <a:r>
              <a:rPr lang="en-US" sz="1200" b="0" i="0" kern="1200" dirty="0">
                <a:solidFill>
                  <a:schemeClr val="tx1"/>
                </a:solidFill>
                <a:effectLst/>
                <a:latin typeface="+mn-lt"/>
                <a:ea typeface="+mn-ea"/>
                <a:cs typeface="+mn-cs"/>
              </a:rPr>
              <a:t> Build Image</a:t>
            </a:r>
          </a:p>
          <a:p>
            <a:pPr lvl="0" fontAlgn="t"/>
            <a:r>
              <a:rPr lang="en-US" sz="1200" b="1" i="0" kern="1200" dirty="0">
                <a:solidFill>
                  <a:schemeClr val="tx1"/>
                </a:solidFill>
                <a:effectLst/>
                <a:latin typeface="+mn-lt"/>
                <a:ea typeface="+mn-ea"/>
                <a:cs typeface="+mn-cs"/>
              </a:rPr>
              <a:t>Azure Container Registry (ACR)</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เก็บ</a:t>
            </a:r>
            <a:r>
              <a:rPr lang="en-US" sz="1200" b="0" i="0" kern="1200" dirty="0">
                <a:solidFill>
                  <a:schemeClr val="tx1"/>
                </a:solidFill>
                <a:effectLst/>
                <a:latin typeface="+mn-lt"/>
                <a:ea typeface="+mn-ea"/>
                <a:cs typeface="+mn-cs"/>
              </a:rPr>
              <a:t> Image</a:t>
            </a:r>
          </a:p>
          <a:p>
            <a:pPr lvl="0" fontAlgn="t"/>
            <a:r>
              <a:rPr lang="en-US" sz="1200" b="1" i="0" kern="1200" dirty="0">
                <a:solidFill>
                  <a:schemeClr val="tx1"/>
                </a:solidFill>
                <a:effectLst/>
                <a:latin typeface="+mn-lt"/>
                <a:ea typeface="+mn-ea"/>
                <a:cs typeface="+mn-cs"/>
              </a:rPr>
              <a:t>Azure App Service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นำ</a:t>
            </a:r>
            <a:r>
              <a:rPr lang="en-US" sz="1200" b="0" i="0" kern="1200" dirty="0">
                <a:solidFill>
                  <a:schemeClr val="tx1"/>
                </a:solidFill>
                <a:effectLst/>
                <a:latin typeface="+mn-lt"/>
                <a:ea typeface="+mn-ea"/>
                <a:cs typeface="+mn-cs"/>
              </a:rPr>
              <a:t> Image </a:t>
            </a:r>
            <a:r>
              <a:rPr lang="en-US" sz="1200" b="0" i="0" kern="1200" dirty="0" err="1">
                <a:solidFill>
                  <a:schemeClr val="tx1"/>
                </a:solidFill>
                <a:effectLst/>
                <a:latin typeface="+mn-lt"/>
                <a:ea typeface="+mn-ea"/>
                <a:cs typeface="+mn-cs"/>
              </a:rPr>
              <a:t>มารันเพื่อให้ผู้ใช้เข้าถึง</a:t>
            </a:r>
            <a:r>
              <a:rPr lang="en-US" sz="1200" b="0" i="0" kern="1200" dirty="0">
                <a:solidFill>
                  <a:schemeClr val="tx1"/>
                </a:solidFill>
                <a:effectLst/>
                <a:latin typeface="+mn-lt"/>
                <a:ea typeface="+mn-ea"/>
                <a:cs typeface="+mn-cs"/>
              </a:rPr>
              <a:t> Application</a:t>
            </a:r>
          </a:p>
          <a:p>
            <a:pPr fontAlgn="t"/>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p:txBody>
      </p:sp>
      <p:sp>
        <p:nvSpPr>
          <p:cNvPr id="702906330"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32926844" name="Slide Image Placeholder 1"/>
          <p:cNvSpPr>
            <a:spLocks noGrp="1" noRot="1" noChangeAspect="1"/>
          </p:cNvSpPr>
          <p:nvPr>
            <p:ph type="sldImg"/>
          </p:nvPr>
        </p:nvSpPr>
        <p:spPr bwMode="auto">
          <a:xfrm>
            <a:off x="217488" y="812800"/>
            <a:ext cx="7124700" cy="4008438"/>
          </a:xfrm>
        </p:spPr>
      </p:sp>
      <p:sp>
        <p:nvSpPr>
          <p:cNvPr id="1547631034" name="Notes Placeholder 2"/>
          <p:cNvSpPr>
            <a:spLocks noGrp="1"/>
          </p:cNvSpPr>
          <p:nvPr>
            <p:ph type="body" idx="1"/>
          </p:nvPr>
        </p:nvSpPr>
        <p:spPr bwMode="auto"/>
        <p:txBody>
          <a:bodyPr/>
          <a:lstStyle/>
          <a:p>
            <a:pPr fontAlgn="t"/>
            <a:r>
              <a:rPr lang="en-US" sz="1200" b="0" i="0" kern="1200" dirty="0" err="1">
                <a:solidFill>
                  <a:schemeClr val="tx1"/>
                </a:solidFill>
                <a:effectLst/>
                <a:latin typeface="+mn-lt"/>
                <a:ea typeface="+mn-ea"/>
                <a:cs typeface="+mn-cs"/>
              </a:rPr>
              <a:t>หลังจาก</a:t>
            </a:r>
            <a:r>
              <a:rPr lang="en-US" sz="1200" b="0" i="0" kern="1200" dirty="0">
                <a:solidFill>
                  <a:schemeClr val="tx1"/>
                </a:solidFill>
                <a:effectLst/>
                <a:latin typeface="+mn-lt"/>
                <a:ea typeface="+mn-ea"/>
                <a:cs typeface="+mn-cs"/>
              </a:rPr>
              <a:t> App Service </a:t>
            </a:r>
            <a:r>
              <a:rPr lang="en-US" sz="1200" b="0" i="0" kern="1200" dirty="0" err="1">
                <a:solidFill>
                  <a:schemeClr val="tx1"/>
                </a:solidFill>
                <a:effectLst/>
                <a:latin typeface="+mn-lt"/>
                <a:ea typeface="+mn-ea"/>
                <a:cs typeface="+mn-cs"/>
              </a:rPr>
              <a:t>ดึง</a:t>
            </a:r>
            <a:r>
              <a:rPr lang="en-US" sz="1200" b="0" i="0" kern="1200" dirty="0">
                <a:solidFill>
                  <a:schemeClr val="tx1"/>
                </a:solidFill>
                <a:effectLst/>
                <a:latin typeface="+mn-lt"/>
                <a:ea typeface="+mn-ea"/>
                <a:cs typeface="+mn-cs"/>
              </a:rPr>
              <a:t> Container Image </a:t>
            </a:r>
            <a:r>
              <a:rPr lang="en-US" sz="1200" b="0" i="0" kern="1200" dirty="0" err="1">
                <a:solidFill>
                  <a:schemeClr val="tx1"/>
                </a:solidFill>
                <a:effectLst/>
                <a:latin typeface="+mn-lt"/>
                <a:ea typeface="+mn-ea"/>
                <a:cs typeface="+mn-cs"/>
              </a:rPr>
              <a:t>มารันแล้ว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เราสามารถกำหนดได้ว่า</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จะเริ่มแอปอย่างไร</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ใช้</a:t>
            </a:r>
            <a:r>
              <a:rPr lang="en-US" sz="1200" b="1" i="0" kern="1200" dirty="0">
                <a:solidFill>
                  <a:schemeClr val="tx1"/>
                </a:solidFill>
                <a:effectLst/>
                <a:latin typeface="+mn-lt"/>
                <a:ea typeface="+mn-ea"/>
                <a:cs typeface="+mn-cs"/>
              </a:rPr>
              <a:t> Port </a:t>
            </a:r>
            <a:r>
              <a:rPr lang="en-US" sz="1200" b="1" i="0" kern="1200" dirty="0" err="1">
                <a:solidFill>
                  <a:schemeClr val="tx1"/>
                </a:solidFill>
                <a:effectLst/>
                <a:latin typeface="+mn-lt"/>
                <a:ea typeface="+mn-ea"/>
                <a:cs typeface="+mn-cs"/>
              </a:rPr>
              <a:t>ไหน</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เก็บข้อมูลอย่างไร</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และตรวจสุขภาพแอปอย่างไร</a:t>
            </a:r>
            <a:endParaRPr lang="en-US" sz="1200" b="1"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Startup command</a:t>
            </a:r>
          </a:p>
          <a:p>
            <a:pPr fontAlgn="t"/>
            <a:r>
              <a:rPr lang="en-US" sz="1200" b="0" i="0" kern="1200" dirty="0" err="1">
                <a:solidFill>
                  <a:schemeClr val="tx1"/>
                </a:solidFill>
                <a:effectLst/>
                <a:latin typeface="+mn-lt"/>
                <a:ea typeface="+mn-ea"/>
                <a:cs typeface="+mn-cs"/>
              </a:rPr>
              <a:t>คือคำสั่งที่ต้องการให้</a:t>
            </a:r>
            <a:r>
              <a:rPr lang="en-US" sz="1200" b="0" i="0" kern="1200" dirty="0">
                <a:solidFill>
                  <a:schemeClr val="tx1"/>
                </a:solidFill>
                <a:effectLst/>
                <a:latin typeface="+mn-lt"/>
                <a:ea typeface="+mn-ea"/>
                <a:cs typeface="+mn-cs"/>
              </a:rPr>
              <a:t> Container </a:t>
            </a:r>
            <a:r>
              <a:rPr lang="en-US" sz="1200" b="0" i="0" kern="1200" dirty="0" err="1">
                <a:solidFill>
                  <a:schemeClr val="tx1"/>
                </a:solidFill>
                <a:effectLst/>
                <a:latin typeface="+mn-lt"/>
                <a:ea typeface="+mn-ea"/>
                <a:cs typeface="+mn-cs"/>
              </a:rPr>
              <a:t>ใช้ตอนเริ่มทำงาน</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สามารถใช้เพื่อ</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Override </a:t>
            </a:r>
            <a:r>
              <a:rPr lang="en-US" sz="1200" b="1" i="0" kern="1200" dirty="0" err="1">
                <a:solidFill>
                  <a:schemeClr val="tx1"/>
                </a:solidFill>
                <a:effectLst/>
                <a:latin typeface="+mn-lt"/>
                <a:ea typeface="+mn-ea"/>
                <a:cs typeface="+mn-cs"/>
              </a:rPr>
              <a:t>คำสั่ง</a:t>
            </a:r>
            <a:r>
              <a:rPr lang="en-US" sz="1200" b="1" i="0" kern="1200" dirty="0">
                <a:solidFill>
                  <a:schemeClr val="tx1"/>
                </a:solidFill>
                <a:effectLst/>
                <a:latin typeface="+mn-lt"/>
                <a:ea typeface="+mn-ea"/>
                <a:cs typeface="+mn-cs"/>
              </a:rPr>
              <a:t> CMD </a:t>
            </a:r>
            <a:r>
              <a:rPr lang="en-US" sz="1200" b="1" i="0" kern="1200" dirty="0" err="1">
                <a:solidFill>
                  <a:schemeClr val="tx1"/>
                </a:solidFill>
                <a:effectLst/>
                <a:latin typeface="+mn-lt"/>
                <a:ea typeface="+mn-ea"/>
                <a:cs typeface="+mn-cs"/>
              </a:rPr>
              <a:t>ใน</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Dockerfile</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เหมาะกับการใส่</a:t>
            </a:r>
            <a:r>
              <a:rPr lang="en-US" sz="1200" b="0" i="0" kern="1200" dirty="0">
                <a:solidFill>
                  <a:schemeClr val="tx1"/>
                </a:solidFill>
                <a:effectLst/>
                <a:latin typeface="+mn-lt"/>
                <a:ea typeface="+mn-ea"/>
                <a:cs typeface="+mn-cs"/>
              </a:rPr>
              <a:t> Runtime arguments, </a:t>
            </a:r>
            <a:r>
              <a:rPr lang="en-US" sz="1200" b="0" i="0" kern="1200" dirty="0" err="1">
                <a:solidFill>
                  <a:schemeClr val="tx1"/>
                </a:solidFill>
                <a:effectLst/>
                <a:latin typeface="+mn-lt"/>
                <a:ea typeface="+mn-ea"/>
                <a:cs typeface="+mn-cs"/>
              </a:rPr>
              <a:t>การทำ</a:t>
            </a:r>
            <a:r>
              <a:rPr lang="en-US" sz="1200" b="0" i="0" kern="1200" dirty="0">
                <a:solidFill>
                  <a:schemeClr val="tx1"/>
                </a:solidFill>
                <a:effectLst/>
                <a:latin typeface="+mn-lt"/>
                <a:ea typeface="+mn-ea"/>
                <a:cs typeface="+mn-cs"/>
              </a:rPr>
              <a:t> migration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configuration </a:t>
            </a:r>
            <a:r>
              <a:rPr lang="en-US" sz="1200" b="0" i="0" kern="1200" dirty="0" err="1">
                <a:solidFill>
                  <a:schemeClr val="tx1"/>
                </a:solidFill>
                <a:effectLst/>
                <a:latin typeface="+mn-lt"/>
                <a:ea typeface="+mn-ea"/>
                <a:cs typeface="+mn-cs"/>
              </a:rPr>
              <a:t>เฉพาะตอนรัน</a:t>
            </a:r>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Port configuration</a:t>
            </a:r>
          </a:p>
          <a:p>
            <a:pPr fontAlgn="t"/>
            <a:r>
              <a:rPr lang="en-US" sz="1200" b="0" i="0" kern="1200" dirty="0">
                <a:solidFill>
                  <a:schemeClr val="tx1"/>
                </a:solidFill>
                <a:effectLst/>
                <a:latin typeface="+mn-lt"/>
                <a:ea typeface="+mn-ea"/>
                <a:cs typeface="+mn-cs"/>
              </a:rPr>
              <a:t>Container </a:t>
            </a:r>
            <a:r>
              <a:rPr lang="en-US" sz="1200" b="0" i="0" kern="1200" dirty="0" err="1">
                <a:solidFill>
                  <a:schemeClr val="tx1"/>
                </a:solidFill>
                <a:effectLst/>
                <a:latin typeface="+mn-lt"/>
                <a:ea typeface="+mn-ea"/>
                <a:cs typeface="+mn-cs"/>
              </a:rPr>
              <a:t>ต้องมี</a:t>
            </a:r>
            <a:r>
              <a:rPr lang="en-US" sz="1200" b="0" i="0" kern="1200" dirty="0">
                <a:solidFill>
                  <a:schemeClr val="tx1"/>
                </a:solidFill>
                <a:effectLst/>
                <a:latin typeface="+mn-lt"/>
                <a:ea typeface="+mn-ea"/>
                <a:cs typeface="+mn-cs"/>
              </a:rPr>
              <a:t> Port </a:t>
            </a:r>
            <a:r>
              <a:rPr lang="en-US" sz="1200" b="0" i="0" kern="1200" dirty="0" err="1">
                <a:solidFill>
                  <a:schemeClr val="tx1"/>
                </a:solidFill>
                <a:effectLst/>
                <a:latin typeface="+mn-lt"/>
                <a:ea typeface="+mn-ea"/>
                <a:cs typeface="+mn-cs"/>
              </a:rPr>
              <a:t>สำหรับรับ</a:t>
            </a:r>
            <a:r>
              <a:rPr lang="en-US" sz="1200" b="0" i="0" kern="1200" dirty="0">
                <a:solidFill>
                  <a:schemeClr val="tx1"/>
                </a:solidFill>
                <a:effectLst/>
                <a:latin typeface="+mn-lt"/>
                <a:ea typeface="+mn-ea"/>
                <a:cs typeface="+mn-cs"/>
              </a:rPr>
              <a:t> Request </a:t>
            </a:r>
            <a:r>
              <a:rPr lang="en-US" sz="1200" b="0" i="0" kern="1200" dirty="0" err="1">
                <a:solidFill>
                  <a:schemeClr val="tx1"/>
                </a:solidFill>
                <a:effectLst/>
                <a:latin typeface="+mn-lt"/>
                <a:ea typeface="+mn-ea"/>
                <a:cs typeface="+mn-cs"/>
              </a:rPr>
              <a:t>หาก</a:t>
            </a:r>
            <a:r>
              <a:rPr lang="en-US" sz="1200" b="0" i="0" kern="1200" dirty="0">
                <a:solidFill>
                  <a:schemeClr val="tx1"/>
                </a:solidFill>
                <a:effectLst/>
                <a:latin typeface="+mn-lt"/>
                <a:ea typeface="+mn-ea"/>
                <a:cs typeface="+mn-cs"/>
              </a:rPr>
              <a:t> Container  </a:t>
            </a:r>
            <a:r>
              <a:rPr lang="th-TH" sz="1200" b="0" i="0" kern="1200" dirty="0">
                <a:solidFill>
                  <a:schemeClr val="tx1"/>
                </a:solidFill>
                <a:effectLst/>
                <a:latin typeface="+mn-lt"/>
                <a:ea typeface="+mn-ea"/>
                <a:cs typeface="+mn-cs"/>
              </a:rPr>
              <a:t>ใช้ </a:t>
            </a:r>
            <a:r>
              <a:rPr lang="en-US" sz="1200" b="0" i="0" kern="1200" dirty="0">
                <a:solidFill>
                  <a:schemeClr val="tx1"/>
                </a:solidFill>
                <a:effectLst/>
                <a:latin typeface="+mn-lt"/>
                <a:ea typeface="+mn-ea"/>
                <a:cs typeface="+mn-cs"/>
              </a:rPr>
              <a:t>Port </a:t>
            </a:r>
            <a:r>
              <a:rPr lang="en-US" sz="1200" b="0" i="0" kern="1200" dirty="0" err="1">
                <a:solidFill>
                  <a:schemeClr val="tx1"/>
                </a:solidFill>
                <a:effectLst/>
                <a:latin typeface="+mn-lt"/>
                <a:ea typeface="+mn-ea"/>
                <a:cs typeface="+mn-cs"/>
              </a:rPr>
              <a:t>อื่นนอกเหนือจาก</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80 </a:t>
            </a:r>
            <a:r>
              <a:rPr lang="en-US" sz="1200" b="1" i="0" kern="1200" dirty="0" err="1">
                <a:solidFill>
                  <a:schemeClr val="tx1"/>
                </a:solidFill>
                <a:effectLst/>
                <a:latin typeface="+mn-lt"/>
                <a:ea typeface="+mn-ea"/>
                <a:cs typeface="+mn-cs"/>
              </a:rPr>
              <a:t>หรือ</a:t>
            </a:r>
            <a:r>
              <a:rPr lang="en-US" sz="1200" b="1" i="0" kern="1200" dirty="0">
                <a:solidFill>
                  <a:schemeClr val="tx1"/>
                </a:solidFill>
                <a:effectLst/>
                <a:latin typeface="+mn-lt"/>
                <a:ea typeface="+mn-ea"/>
                <a:cs typeface="+mn-cs"/>
              </a:rPr>
              <a:t> 8080</a:t>
            </a:r>
            <a:r>
              <a:rPr lang="en-US" sz="1200" b="0" i="0" kern="1200" dirty="0">
                <a:solidFill>
                  <a:schemeClr val="tx1"/>
                </a:solidFill>
                <a:effectLst/>
                <a:latin typeface="+mn-lt"/>
                <a:ea typeface="+mn-ea"/>
                <a:cs typeface="+mn-cs"/>
              </a:rPr>
              <a:t> </a:t>
            </a:r>
            <a:endParaRPr lang="th-TH" sz="1200" b="0" i="0" kern="1200" dirty="0">
              <a:solidFill>
                <a:schemeClr val="tx1"/>
              </a:solidFill>
              <a:effectLst/>
              <a:latin typeface="+mn-lt"/>
              <a:ea typeface="+mn-ea"/>
              <a:cs typeface="+mn-cs"/>
            </a:endParaRPr>
          </a:p>
          <a:p>
            <a:pPr fontAlgn="t"/>
            <a:r>
              <a:rPr kumimoji="0" lang="th-TH" sz="1200" b="0" i="0" u="none" strike="noStrike" kern="1200" cap="none" spc="0" normalizeH="0" baseline="0" noProof="0" dirty="0">
                <a:ln>
                  <a:noFill/>
                </a:ln>
                <a:solidFill>
                  <a:schemeClr val="tx1"/>
                </a:solidFill>
                <a:effectLst/>
                <a:uLnTx/>
                <a:uFillTx/>
                <a:latin typeface="+mn-lt"/>
                <a:ea typeface="+mn-ea"/>
                <a:cs typeface="+mn-cs"/>
              </a:rPr>
              <a:t>ให้ </a:t>
            </a:r>
            <a:r>
              <a:rPr kumimoji="0" lang="en-US" sz="1200" b="0" i="0" u="none" strike="noStrike" kern="0" cap="none" spc="0" normalizeH="0" baseline="0" noProof="0" dirty="0">
                <a:ln>
                  <a:noFill/>
                </a:ln>
                <a:solidFill>
                  <a:prstClr val="black"/>
                </a:solidFill>
                <a:effectLst/>
                <a:uLnTx/>
                <a:uFillTx/>
                <a:latin typeface="Segoe UI"/>
                <a:ea typeface="Segoe UI"/>
                <a:cs typeface="Segoe UI"/>
              </a:rPr>
              <a:t>Set </a:t>
            </a:r>
            <a:r>
              <a:rPr kumimoji="0" lang="en-US" sz="1200" b="0" i="0" u="none" strike="noStrike" kern="0" cap="none" spc="0" normalizeH="0" baseline="0" noProof="0" dirty="0">
                <a:ln>
                  <a:noFill/>
                </a:ln>
                <a:solidFill>
                  <a:prstClr val="black"/>
                </a:solidFill>
                <a:effectLst/>
                <a:uLnTx/>
                <a:uFillTx/>
                <a:latin typeface="Consolas"/>
                <a:ea typeface="Consolas"/>
                <a:cs typeface="Consolas"/>
              </a:rPr>
              <a:t>WEBSITES_PORT</a:t>
            </a:r>
            <a:endParaRPr kumimoji="0" lang="th-TH" sz="1200" b="0" i="0" u="none" strike="noStrike" kern="0" cap="none" spc="0" normalizeH="0" baseline="0" noProof="0" dirty="0">
              <a:ln>
                <a:noFill/>
              </a:ln>
              <a:solidFill>
                <a:prstClr val="black"/>
              </a:solidFill>
              <a:effectLst/>
              <a:uLnTx/>
              <a:uFillTx/>
              <a:latin typeface="Consolas"/>
              <a:ea typeface="Consolas"/>
              <a:cs typeface="Consola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App Service </a:t>
            </a:r>
            <a:r>
              <a:rPr lang="en-US" sz="1200" b="1" i="0" kern="1200" dirty="0" err="1">
                <a:solidFill>
                  <a:schemeClr val="tx1"/>
                </a:solidFill>
                <a:effectLst/>
                <a:latin typeface="+mn-lt"/>
                <a:ea typeface="+mn-ea"/>
                <a:cs typeface="+mn-cs"/>
              </a:rPr>
              <a:t>จัดการ</a:t>
            </a:r>
            <a:r>
              <a:rPr lang="en-US" sz="1200" b="1" i="0" kern="1200" dirty="0">
                <a:solidFill>
                  <a:schemeClr val="tx1"/>
                </a:solidFill>
                <a:effectLst/>
                <a:latin typeface="+mn-lt"/>
                <a:ea typeface="+mn-ea"/>
                <a:cs typeface="+mn-cs"/>
              </a:rPr>
              <a:t> TLS termination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Container </a:t>
            </a:r>
            <a:r>
              <a:rPr lang="en-US" sz="1200" b="0" i="0" kern="1200" dirty="0" err="1">
                <a:solidFill>
                  <a:schemeClr val="tx1"/>
                </a:solidFill>
                <a:effectLst/>
                <a:latin typeface="+mn-lt"/>
                <a:ea typeface="+mn-ea"/>
                <a:cs typeface="+mn-cs"/>
              </a:rPr>
              <a:t>จะได้รับ</a:t>
            </a:r>
            <a:r>
              <a:rPr lang="en-US" sz="1200" b="0" i="0" kern="1200" dirty="0">
                <a:solidFill>
                  <a:schemeClr val="tx1"/>
                </a:solidFill>
                <a:effectLst/>
                <a:latin typeface="+mn-lt"/>
                <a:ea typeface="+mn-ea"/>
                <a:cs typeface="+mn-cs"/>
              </a:rPr>
              <a:t> Traffic </a:t>
            </a:r>
            <a:r>
              <a:rPr lang="en-US" sz="1200" b="0" i="0" kern="1200" dirty="0" err="1">
                <a:solidFill>
                  <a:schemeClr val="tx1"/>
                </a:solidFill>
                <a:effectLst/>
                <a:latin typeface="+mn-lt"/>
                <a:ea typeface="+mn-ea"/>
                <a:cs typeface="+mn-cs"/>
              </a:rPr>
              <a:t>เป็น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HTTP</a:t>
            </a:r>
            <a:endParaRPr lang="en-US"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3. Persistent storage</a:t>
            </a:r>
          </a:p>
          <a:p>
            <a:pPr fontAlgn="t"/>
            <a:r>
              <a:rPr lang="en-US" sz="1200" b="0" i="0" kern="1200" dirty="0" err="1">
                <a:solidFill>
                  <a:schemeClr val="tx1"/>
                </a:solidFill>
                <a:effectLst/>
                <a:latin typeface="+mn-lt"/>
                <a:ea typeface="+mn-ea"/>
                <a:cs typeface="+mn-cs"/>
              </a:rPr>
              <a:t>โดยธรรมชาติแล้ว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เราไม่ควรมองข้อมูลที่เขียนอยู่ภายใน</a:t>
            </a:r>
            <a:r>
              <a:rPr lang="en-US" sz="1200" b="0" i="0" kern="1200" dirty="0">
                <a:solidFill>
                  <a:schemeClr val="tx1"/>
                </a:solidFill>
                <a:effectLst/>
                <a:latin typeface="+mn-lt"/>
                <a:ea typeface="+mn-ea"/>
                <a:cs typeface="+mn-cs"/>
              </a:rPr>
              <a:t> Container </a:t>
            </a:r>
            <a:r>
              <a:rPr lang="en-US" sz="1200" b="0" i="0" kern="1200" dirty="0" err="1">
                <a:solidFill>
                  <a:schemeClr val="tx1"/>
                </a:solidFill>
                <a:effectLst/>
                <a:latin typeface="+mn-lt"/>
                <a:ea typeface="+mn-ea"/>
                <a:cs typeface="+mn-cs"/>
              </a:rPr>
              <a:t>ว่าจะอยู่ตลอดไป</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เพราะ</a:t>
            </a:r>
            <a:r>
              <a:rPr lang="en-US" sz="1200" b="0" i="0" kern="1200" dirty="0">
                <a:solidFill>
                  <a:schemeClr val="tx1"/>
                </a:solidFill>
                <a:effectLst/>
                <a:latin typeface="+mn-lt"/>
                <a:ea typeface="+mn-ea"/>
                <a:cs typeface="+mn-cs"/>
              </a:rPr>
              <a:t> Container </a:t>
            </a:r>
            <a:r>
              <a:rPr lang="en-US" sz="1200" b="0" i="0" kern="1200" dirty="0" err="1">
                <a:solidFill>
                  <a:schemeClr val="tx1"/>
                </a:solidFill>
                <a:effectLst/>
                <a:latin typeface="+mn-lt"/>
                <a:ea typeface="+mn-ea"/>
                <a:cs typeface="+mn-cs"/>
              </a:rPr>
              <a:t>สามารถถูก</a:t>
            </a:r>
            <a:r>
              <a:rPr lang="en-US" sz="1200" b="0" i="0" kern="1200" dirty="0">
                <a:solidFill>
                  <a:schemeClr val="tx1"/>
                </a:solidFill>
                <a:effectLst/>
                <a:latin typeface="+mn-lt"/>
                <a:ea typeface="+mn-ea"/>
                <a:cs typeface="+mn-cs"/>
              </a:rPr>
              <a:t> Restart </a:t>
            </a:r>
            <a:r>
              <a:rPr lang="en-US" sz="1200" b="0" i="0" kern="1200" dirty="0" err="1">
                <a:solidFill>
                  <a:schemeClr val="tx1"/>
                </a:solidFill>
                <a:effectLst/>
                <a:latin typeface="+mn-lt"/>
                <a:ea typeface="+mn-ea"/>
                <a:cs typeface="+mn-cs"/>
              </a:rPr>
              <a:t>ได้</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สไลด์จึงพูดถึง</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Persistent Storage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ซึ่งมีคุณสมบัติว่า</a:t>
            </a:r>
            <a:r>
              <a:rPr lang="en-US" sz="1200" b="0" i="0" kern="1200" dirty="0">
                <a:solidFill>
                  <a:schemeClr val="tx1"/>
                </a:solidFill>
                <a:effectLst/>
                <a:latin typeface="+mn-lt"/>
                <a:ea typeface="+mn-ea"/>
                <a:cs typeface="+mn-cs"/>
              </a:rPr>
              <a:t>:</a:t>
            </a:r>
          </a:p>
          <a:p>
            <a:pPr lvl="0" fontAlgn="t"/>
            <a:r>
              <a:rPr lang="en-US" sz="1200" b="0" i="0" kern="1200" dirty="0" err="1">
                <a:solidFill>
                  <a:schemeClr val="tx1"/>
                </a:solidFill>
                <a:effectLst/>
                <a:latin typeface="+mn-lt"/>
                <a:ea typeface="+mn-ea"/>
                <a:cs typeface="+mn-cs"/>
              </a:rPr>
              <a:t>ข้อมูลยังอยู่หลัง</a:t>
            </a:r>
            <a:r>
              <a:rPr lang="en-US" sz="1200" b="0" i="0" kern="1200" dirty="0">
                <a:solidFill>
                  <a:schemeClr val="tx1"/>
                </a:solidFill>
                <a:effectLst/>
                <a:latin typeface="+mn-lt"/>
                <a:ea typeface="+mn-ea"/>
                <a:cs typeface="+mn-cs"/>
              </a:rPr>
              <a:t> Restart</a:t>
            </a:r>
          </a:p>
          <a:p>
            <a:pPr lvl="0" fontAlgn="t"/>
            <a:r>
              <a:rPr lang="en-US" sz="1200" b="0" i="0" kern="1200" dirty="0" err="1">
                <a:solidFill>
                  <a:schemeClr val="tx1"/>
                </a:solidFill>
                <a:effectLst/>
                <a:latin typeface="+mn-lt"/>
                <a:ea typeface="+mn-ea"/>
                <a:cs typeface="+mn-cs"/>
              </a:rPr>
              <a:t>สามารถแชร์ข้อมูลระหว่าง</a:t>
            </a:r>
            <a:r>
              <a:rPr lang="en-US" sz="1200" b="0" i="0" kern="1200" dirty="0">
                <a:solidFill>
                  <a:schemeClr val="tx1"/>
                </a:solidFill>
                <a:effectLst/>
                <a:latin typeface="+mn-lt"/>
                <a:ea typeface="+mn-ea"/>
                <a:cs typeface="+mn-cs"/>
              </a:rPr>
              <a:t> Instances </a:t>
            </a:r>
            <a:r>
              <a:rPr lang="en-US" sz="1200" b="0" i="0" kern="1200" dirty="0" err="1">
                <a:solidFill>
                  <a:schemeClr val="tx1"/>
                </a:solidFill>
                <a:effectLst/>
                <a:latin typeface="+mn-lt"/>
                <a:ea typeface="+mn-ea"/>
                <a:cs typeface="+mn-cs"/>
              </a:rPr>
              <a:t>เมื่อมีการ</a:t>
            </a:r>
            <a:r>
              <a:rPr lang="en-US" sz="1200" b="0" i="0" kern="1200" dirty="0">
                <a:solidFill>
                  <a:schemeClr val="tx1"/>
                </a:solidFill>
                <a:effectLst/>
                <a:latin typeface="+mn-lt"/>
                <a:ea typeface="+mn-ea"/>
                <a:cs typeface="+mn-cs"/>
              </a:rPr>
              <a:t> Scale</a:t>
            </a:r>
          </a:p>
          <a:p>
            <a:pPr fontAlgn="t"/>
            <a:r>
              <a:rPr lang="en-US" sz="1200" b="0" i="0" kern="1200" dirty="0" err="1">
                <a:solidFill>
                  <a:schemeClr val="tx1"/>
                </a:solidFill>
                <a:effectLst/>
                <a:latin typeface="+mn-lt"/>
                <a:ea typeface="+mn-ea"/>
                <a:cs typeface="+mn-cs"/>
              </a:rPr>
              <a:t>พูดง่าย</a:t>
            </a:r>
            <a:r>
              <a:rPr lang="en-US" sz="1200" b="0" i="0" kern="1200" dirty="0">
                <a:solidFill>
                  <a:schemeClr val="tx1"/>
                </a:solidFill>
                <a:effectLst/>
                <a:latin typeface="+mn-lt"/>
                <a:ea typeface="+mn-ea"/>
                <a:cs typeface="+mn-cs"/>
              </a:rPr>
              <a:t> ๆ:</a:t>
            </a:r>
          </a:p>
          <a:p>
            <a:pPr fontAlgn="t"/>
            <a:r>
              <a:rPr lang="en-US" sz="1200" b="1" i="0" kern="1200" dirty="0">
                <a:solidFill>
                  <a:schemeClr val="tx1"/>
                </a:solidFill>
                <a:effectLst/>
                <a:latin typeface="+mn-lt"/>
                <a:ea typeface="+mn-ea"/>
                <a:cs typeface="+mn-cs"/>
              </a:rPr>
              <a:t>Container </a:t>
            </a:r>
            <a:r>
              <a:rPr lang="en-US" sz="1200" b="1" i="0" kern="1200" dirty="0" err="1">
                <a:solidFill>
                  <a:schemeClr val="tx1"/>
                </a:solidFill>
                <a:effectLst/>
                <a:latin typeface="+mn-lt"/>
                <a:ea typeface="+mn-ea"/>
                <a:cs typeface="+mn-cs"/>
              </a:rPr>
              <a:t>เปลี่ยนหรือ</a:t>
            </a:r>
            <a:r>
              <a:rPr lang="en-US" sz="1200" b="1" i="0" kern="1200" dirty="0">
                <a:solidFill>
                  <a:schemeClr val="tx1"/>
                </a:solidFill>
                <a:effectLst/>
                <a:latin typeface="+mn-lt"/>
                <a:ea typeface="+mn-ea"/>
                <a:cs typeface="+mn-cs"/>
              </a:rPr>
              <a:t> Restart </a:t>
            </a:r>
            <a:r>
              <a:rPr lang="en-US" sz="1200" b="1" i="0" kern="1200" dirty="0" err="1">
                <a:solidFill>
                  <a:schemeClr val="tx1"/>
                </a:solidFill>
                <a:effectLst/>
                <a:latin typeface="+mn-lt"/>
                <a:ea typeface="+mn-ea"/>
                <a:cs typeface="+mn-cs"/>
              </a:rPr>
              <a:t>ได้</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แต่ข้อมูลที่จำเป็นสามารถเก็บไว้ใน</a:t>
            </a:r>
            <a:r>
              <a:rPr lang="en-US" sz="1200" b="1" i="0" kern="1200" dirty="0">
                <a:solidFill>
                  <a:schemeClr val="tx1"/>
                </a:solidFill>
                <a:effectLst/>
                <a:latin typeface="+mn-lt"/>
                <a:ea typeface="+mn-ea"/>
                <a:cs typeface="+mn-cs"/>
              </a:rPr>
              <a:t> Persistent Storage</a:t>
            </a:r>
            <a:endParaRPr lang="en-US"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Always-on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ช่วยป้องกันการ</a:t>
            </a:r>
            <a:r>
              <a:rPr lang="en-US" sz="1200" b="0" i="0" kern="1200" dirty="0">
                <a:solidFill>
                  <a:schemeClr val="tx1"/>
                </a:solidFill>
                <a:effectLst/>
                <a:latin typeface="+mn-lt"/>
                <a:ea typeface="+mn-ea"/>
                <a:cs typeface="+mn-cs"/>
              </a:rPr>
              <a:t> unload </a:t>
            </a:r>
            <a:r>
              <a:rPr lang="en-US" sz="1200" b="0" i="0" kern="1200" dirty="0" err="1">
                <a:solidFill>
                  <a:schemeClr val="tx1"/>
                </a:solidFill>
                <a:effectLst/>
                <a:latin typeface="+mn-lt"/>
                <a:ea typeface="+mn-ea"/>
                <a:cs typeface="+mn-cs"/>
              </a:rPr>
              <a:t>แอปหลังจาก</a:t>
            </a:r>
            <a:r>
              <a:rPr lang="en-US" sz="1200" b="0" i="0" kern="1200" dirty="0">
                <a:solidFill>
                  <a:schemeClr val="tx1"/>
                </a:solidFill>
                <a:effectLst/>
                <a:latin typeface="+mn-lt"/>
                <a:ea typeface="+mn-ea"/>
                <a:cs typeface="+mn-cs"/>
              </a:rPr>
              <a:t> Idle </a:t>
            </a:r>
            <a:r>
              <a:rPr lang="en-US" sz="1200" b="0" i="0" kern="1200" dirty="0" err="1">
                <a:solidFill>
                  <a:schemeClr val="tx1"/>
                </a:solidFill>
                <a:effectLst/>
                <a:latin typeface="+mn-lt"/>
                <a:ea typeface="+mn-ea"/>
                <a:cs typeface="+mn-cs"/>
              </a:rPr>
              <a:t>ประมาณ</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20 </a:t>
            </a:r>
            <a:r>
              <a:rPr lang="en-US" sz="1200" b="1" i="0" kern="1200" dirty="0" err="1">
                <a:solidFill>
                  <a:schemeClr val="tx1"/>
                </a:solidFill>
                <a:effectLst/>
                <a:latin typeface="+mn-lt"/>
                <a:ea typeface="+mn-ea"/>
                <a:cs typeface="+mn-cs"/>
              </a:rPr>
              <a:t>นาที</a:t>
            </a:r>
            <a:r>
              <a:rPr lang="en-US" sz="1200" b="0" i="0" kern="1200" dirty="0">
                <a:solidFill>
                  <a:schemeClr val="tx1"/>
                </a:solidFill>
                <a:effectLst/>
                <a:latin typeface="+mn-lt"/>
                <a:ea typeface="+mn-ea"/>
                <a:cs typeface="+mn-cs"/>
              </a:rPr>
              <a:t> </a:t>
            </a:r>
            <a:endParaRPr lang="th-TH"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Idle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ช่วงที่</a:t>
            </a:r>
            <a:r>
              <a:rPr lang="en-US" sz="1200" b="0" i="0" kern="1200" dirty="0">
                <a:solidFill>
                  <a:schemeClr val="tx1"/>
                </a:solidFill>
                <a:effectLst/>
                <a:latin typeface="+mn-lt"/>
                <a:ea typeface="+mn-ea"/>
                <a:cs typeface="+mn-cs"/>
              </a:rPr>
              <a:t> Application </a:t>
            </a:r>
            <a:r>
              <a:rPr lang="en-US" sz="1200" b="0" i="0" kern="1200" dirty="0" err="1">
                <a:solidFill>
                  <a:schemeClr val="tx1"/>
                </a:solidFill>
                <a:effectLst/>
                <a:latin typeface="+mn-lt"/>
                <a:ea typeface="+mn-ea"/>
                <a:cs typeface="+mn-cs"/>
              </a:rPr>
              <a:t>ไม่มี</a:t>
            </a:r>
            <a:r>
              <a:rPr lang="en-US" sz="1200" b="0" i="0" kern="1200" dirty="0">
                <a:solidFill>
                  <a:schemeClr val="tx1"/>
                </a:solidFill>
                <a:effectLst/>
                <a:latin typeface="+mn-lt"/>
                <a:ea typeface="+mn-ea"/>
                <a:cs typeface="+mn-cs"/>
              </a:rPr>
              <a:t> Request </a:t>
            </a:r>
            <a:r>
              <a:rPr lang="en-US" sz="1200" b="0" i="0" kern="1200" dirty="0" err="1">
                <a:solidFill>
                  <a:schemeClr val="tx1"/>
                </a:solidFill>
                <a:effectLst/>
                <a:latin typeface="+mn-lt"/>
                <a:ea typeface="+mn-ea"/>
                <a:cs typeface="+mn-cs"/>
              </a:rPr>
              <a:t>หรือมีคนเรียกใช้งานน้อยจนไม่มี</a:t>
            </a:r>
            <a:r>
              <a:rPr lang="en-US" sz="1200" b="0" i="0" kern="1200" dirty="0">
                <a:solidFill>
                  <a:schemeClr val="tx1"/>
                </a:solidFill>
                <a:effectLst/>
                <a:latin typeface="+mn-lt"/>
                <a:ea typeface="+mn-ea"/>
                <a:cs typeface="+mn-cs"/>
              </a:rPr>
              <a:t> Activity</a:t>
            </a:r>
          </a:p>
          <a:p>
            <a:pPr lvl="0" fontAlgn="t"/>
            <a:r>
              <a:rPr lang="en-US" sz="1200" b="1" i="0" kern="1200" dirty="0">
                <a:solidFill>
                  <a:schemeClr val="tx1"/>
                </a:solidFill>
                <a:effectLst/>
                <a:latin typeface="+mn-lt"/>
                <a:ea typeface="+mn-ea"/>
                <a:cs typeface="+mn-cs"/>
              </a:rPr>
              <a:t>Unload</a:t>
            </a:r>
            <a:r>
              <a:rPr lang="en-US" sz="1200" b="0" i="0" kern="1200" dirty="0">
                <a:solidFill>
                  <a:schemeClr val="tx1"/>
                </a:solidFill>
                <a:effectLst/>
                <a:latin typeface="+mn-lt"/>
                <a:ea typeface="+mn-ea"/>
                <a:cs typeface="+mn-cs"/>
              </a:rPr>
              <a:t> = App Service </a:t>
            </a:r>
            <a:r>
              <a:rPr lang="en-US" sz="1200" b="0" i="0" kern="1200" dirty="0" err="1">
                <a:solidFill>
                  <a:schemeClr val="tx1"/>
                </a:solidFill>
                <a:effectLst/>
                <a:latin typeface="+mn-lt"/>
                <a:ea typeface="+mn-ea"/>
                <a:cs typeface="+mn-cs"/>
              </a:rPr>
              <a:t>หยุด</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นำ</a:t>
            </a:r>
            <a:r>
              <a:rPr lang="en-US" sz="1200" b="0" i="0" kern="1200" dirty="0">
                <a:solidFill>
                  <a:schemeClr val="tx1"/>
                </a:solidFill>
                <a:effectLst/>
                <a:latin typeface="+mn-lt"/>
                <a:ea typeface="+mn-ea"/>
                <a:cs typeface="+mn-cs"/>
              </a:rPr>
              <a:t> Application </a:t>
            </a:r>
            <a:r>
              <a:rPr lang="en-US" sz="1200" b="0" i="0" kern="1200" dirty="0" err="1">
                <a:solidFill>
                  <a:schemeClr val="tx1"/>
                </a:solidFill>
                <a:effectLst/>
                <a:latin typeface="+mn-lt"/>
                <a:ea typeface="+mn-ea"/>
                <a:cs typeface="+mn-cs"/>
              </a:rPr>
              <a:t>ออกจากหน่วยความจำหลังจาก</a:t>
            </a:r>
            <a:r>
              <a:rPr lang="en-US" sz="1200" b="0" i="0" kern="1200" dirty="0">
                <a:solidFill>
                  <a:schemeClr val="tx1"/>
                </a:solidFill>
                <a:effectLst/>
                <a:latin typeface="+mn-lt"/>
                <a:ea typeface="+mn-ea"/>
                <a:cs typeface="+mn-cs"/>
              </a:rPr>
              <a:t> Idle </a:t>
            </a:r>
            <a:r>
              <a:rPr lang="en-US" sz="1200" b="0" i="0" kern="1200" dirty="0" err="1">
                <a:solidFill>
                  <a:schemeClr val="tx1"/>
                </a:solidFill>
                <a:effectLst/>
                <a:latin typeface="+mn-lt"/>
                <a:ea typeface="+mn-ea"/>
                <a:cs typeface="+mn-cs"/>
              </a:rPr>
              <a:t>ตามเงื่อนไขของระบบ</a:t>
            </a:r>
            <a:endParaRPr lang="en-US"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เมื่อเปิด</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Always-on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แนวคิดคือทำให้</a:t>
            </a:r>
            <a:r>
              <a:rPr lang="en-US" sz="1200" b="0" i="0" kern="1200" dirty="0">
                <a:solidFill>
                  <a:schemeClr val="tx1"/>
                </a:solidFill>
                <a:effectLst/>
                <a:latin typeface="+mn-lt"/>
                <a:ea typeface="+mn-ea"/>
                <a:cs typeface="+mn-cs"/>
              </a:rPr>
              <a:t> Application </a:t>
            </a:r>
            <a:r>
              <a:rPr lang="en-US" sz="1200" b="0" i="0" kern="1200" dirty="0" err="1">
                <a:solidFill>
                  <a:schemeClr val="tx1"/>
                </a:solidFill>
                <a:effectLst/>
                <a:latin typeface="+mn-lt"/>
                <a:ea typeface="+mn-ea"/>
                <a:cs typeface="+mn-cs"/>
              </a:rPr>
              <a:t>ยังคง</a:t>
            </a:r>
            <a:r>
              <a:rPr lang="en-US" sz="1200" b="0" i="0" kern="1200" dirty="0">
                <a:solidFill>
                  <a:schemeClr val="tx1"/>
                </a:solidFill>
                <a:effectLst/>
                <a:latin typeface="+mn-lt"/>
                <a:ea typeface="+mn-ea"/>
                <a:cs typeface="+mn-cs"/>
              </a:rPr>
              <a:t> Active </a:t>
            </a:r>
            <a:r>
              <a:rPr lang="en-US" sz="1200" b="0" i="0" kern="1200" dirty="0" err="1">
                <a:solidFill>
                  <a:schemeClr val="tx1"/>
                </a:solidFill>
                <a:effectLst/>
                <a:latin typeface="+mn-lt"/>
                <a:ea typeface="+mn-ea"/>
                <a:cs typeface="+mn-cs"/>
              </a:rPr>
              <a:t>และพร้อมให้บริการ</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แม้ว่าช่วงนั้นจะไม่มีผู้ใช้เรียก</a:t>
            </a:r>
            <a:r>
              <a:rPr lang="en-US" sz="1200" b="0" i="0" kern="1200" dirty="0">
                <a:solidFill>
                  <a:schemeClr val="tx1"/>
                </a:solidFill>
                <a:effectLst/>
                <a:latin typeface="+mn-lt"/>
                <a:ea typeface="+mn-ea"/>
                <a:cs typeface="+mn-cs"/>
              </a:rPr>
              <a:t> Application</a:t>
            </a:r>
          </a:p>
          <a:p>
            <a:pPr fontAlgn="t"/>
            <a:endParaRPr lang="th-TH"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5. Health checks</a:t>
            </a:r>
          </a:p>
          <a:p>
            <a:pPr fontAlgn="t"/>
            <a:r>
              <a:rPr lang="en-US" sz="1200" b="0" i="0" kern="1200" dirty="0">
                <a:solidFill>
                  <a:schemeClr val="tx1"/>
                </a:solidFill>
                <a:effectLst/>
                <a:latin typeface="+mn-lt"/>
                <a:ea typeface="+mn-ea"/>
                <a:cs typeface="+mn-cs"/>
              </a:rPr>
              <a:t>Health Check </a:t>
            </a:r>
            <a:r>
              <a:rPr lang="en-US" sz="1200" b="0" i="0" kern="1200" dirty="0" err="1">
                <a:solidFill>
                  <a:schemeClr val="tx1"/>
                </a:solidFill>
                <a:effectLst/>
                <a:latin typeface="+mn-lt"/>
                <a:ea typeface="+mn-ea"/>
                <a:cs typeface="+mn-cs"/>
              </a:rPr>
              <a:t>ใช้ตรวจสอบว่า</a:t>
            </a:r>
            <a:r>
              <a:rPr lang="en-US" sz="1200" b="0" i="0" kern="1200" dirty="0">
                <a:solidFill>
                  <a:schemeClr val="tx1"/>
                </a:solidFill>
                <a:effectLst/>
                <a:latin typeface="+mn-lt"/>
                <a:ea typeface="+mn-ea"/>
                <a:cs typeface="+mn-cs"/>
              </a:rPr>
              <a:t> Instance ของ Application </a:t>
            </a:r>
            <a:r>
              <a:rPr lang="en-US" sz="1200" b="1" i="0" kern="1200" dirty="0" err="1">
                <a:solidFill>
                  <a:schemeClr val="tx1"/>
                </a:solidFill>
                <a:effectLst/>
                <a:latin typeface="+mn-lt"/>
                <a:ea typeface="+mn-ea"/>
                <a:cs typeface="+mn-cs"/>
              </a:rPr>
              <a:t>ยังทำงานปกติหรือไม่</a:t>
            </a:r>
            <a:endParaRPr lang="en-US"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p:txBody>
      </p:sp>
      <p:sp>
        <p:nvSpPr>
          <p:cNvPr id="1556872526"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DA6BDC-A47F-D4E9-65FB-FFE19D4C6482}"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29747180" name="Slide Image Placeholder 1"/>
          <p:cNvSpPr>
            <a:spLocks noGrp="1" noRot="1" noChangeAspect="1"/>
          </p:cNvSpPr>
          <p:nvPr>
            <p:ph type="sldImg"/>
          </p:nvPr>
        </p:nvSpPr>
        <p:spPr bwMode="auto">
          <a:xfrm>
            <a:off x="217488" y="812800"/>
            <a:ext cx="7124700" cy="4008438"/>
          </a:xfrm>
        </p:spPr>
      </p:sp>
      <p:sp>
        <p:nvSpPr>
          <p:cNvPr id="283421639"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การตั้งค่า</a:t>
            </a:r>
            <a:r>
              <a:rPr lang="en-US" sz="1200" b="1" i="0" kern="1200" dirty="0">
                <a:solidFill>
                  <a:schemeClr val="tx1"/>
                </a:solidFill>
                <a:effectLst/>
                <a:latin typeface="+mn-lt"/>
                <a:ea typeface="+mn-ea"/>
                <a:cs typeface="+mn-cs"/>
              </a:rPr>
              <a:t> Application </a:t>
            </a:r>
            <a:r>
              <a:rPr lang="en-US" sz="1200" b="1" i="0" kern="1200" dirty="0" err="1">
                <a:solidFill>
                  <a:schemeClr val="tx1"/>
                </a:solidFill>
                <a:effectLst/>
                <a:latin typeface="+mn-lt"/>
                <a:ea typeface="+mn-ea"/>
                <a:cs typeface="+mn-cs"/>
              </a:rPr>
              <a:t>สำหรับ</a:t>
            </a:r>
            <a:r>
              <a:rPr lang="en-US" sz="1200" b="1" i="0" kern="1200" dirty="0">
                <a:solidFill>
                  <a:schemeClr val="tx1"/>
                </a:solidFill>
                <a:effectLst/>
                <a:latin typeface="+mn-lt"/>
                <a:ea typeface="+mn-ea"/>
                <a:cs typeface="+mn-cs"/>
              </a:rPr>
              <a:t> Container </a:t>
            </a:r>
            <a:r>
              <a:rPr lang="en-US" sz="1200" b="1" i="0" kern="1200" dirty="0" err="1">
                <a:solidFill>
                  <a:schemeClr val="tx1"/>
                </a:solidFill>
                <a:effectLst/>
                <a:latin typeface="+mn-lt"/>
                <a:ea typeface="+mn-ea"/>
                <a:cs typeface="+mn-cs"/>
              </a:rPr>
              <a:t>ที่รันบน</a:t>
            </a:r>
            <a:r>
              <a:rPr lang="en-US" sz="1200" b="1" i="0" kern="1200" dirty="0">
                <a:solidFill>
                  <a:schemeClr val="tx1"/>
                </a:solidFill>
                <a:effectLst/>
                <a:latin typeface="+mn-lt"/>
                <a:ea typeface="+mn-ea"/>
                <a:cs typeface="+mn-cs"/>
              </a:rPr>
              <a:t> Azure App Service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โดยหลักคิดคือ</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ไม่จำเป็นต้องฝังค่า</a:t>
            </a:r>
            <a:r>
              <a:rPr lang="en-US" sz="1200" b="1" i="0" kern="1200" dirty="0">
                <a:solidFill>
                  <a:schemeClr val="tx1"/>
                </a:solidFill>
                <a:effectLst/>
                <a:latin typeface="+mn-lt"/>
                <a:ea typeface="+mn-ea"/>
                <a:cs typeface="+mn-cs"/>
              </a:rPr>
              <a:t> Configuration </a:t>
            </a:r>
            <a:r>
              <a:rPr lang="en-US" sz="1200" b="1" i="0" kern="1200" dirty="0" err="1">
                <a:solidFill>
                  <a:schemeClr val="tx1"/>
                </a:solidFill>
                <a:effectLst/>
                <a:latin typeface="+mn-lt"/>
                <a:ea typeface="+mn-ea"/>
                <a:cs typeface="+mn-cs"/>
              </a:rPr>
              <a:t>ลงใน</a:t>
            </a:r>
            <a:r>
              <a:rPr lang="en-US" sz="1200" b="1" i="0" kern="1200" dirty="0">
                <a:solidFill>
                  <a:schemeClr val="tx1"/>
                </a:solidFill>
                <a:effectLst/>
                <a:latin typeface="+mn-lt"/>
                <a:ea typeface="+mn-ea"/>
                <a:cs typeface="+mn-cs"/>
              </a:rPr>
              <a:t> Container Image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แต่สามารถส่งค่าที่เหมาะกับแต่ละ</a:t>
            </a:r>
            <a:r>
              <a:rPr lang="en-US" sz="1200" b="0" i="0" kern="1200" dirty="0">
                <a:solidFill>
                  <a:schemeClr val="tx1"/>
                </a:solidFill>
                <a:effectLst/>
                <a:latin typeface="+mn-lt"/>
                <a:ea typeface="+mn-ea"/>
                <a:cs typeface="+mn-cs"/>
              </a:rPr>
              <a:t> Environment </a:t>
            </a:r>
            <a:r>
              <a:rPr lang="en-US" sz="1200" b="0" i="0" kern="1200" dirty="0" err="1">
                <a:solidFill>
                  <a:schemeClr val="tx1"/>
                </a:solidFill>
                <a:effectLst/>
                <a:latin typeface="+mn-lt"/>
                <a:ea typeface="+mn-ea"/>
                <a:cs typeface="+mn-cs"/>
              </a:rPr>
              <a:t>เข้าไปตอน</a:t>
            </a:r>
            <a:r>
              <a:rPr lang="en-US" sz="1200" b="0" i="0" kern="1200" dirty="0">
                <a:solidFill>
                  <a:schemeClr val="tx1"/>
                </a:solidFill>
                <a:effectLst/>
                <a:latin typeface="+mn-lt"/>
                <a:ea typeface="+mn-ea"/>
                <a:cs typeface="+mn-cs"/>
              </a:rPr>
              <a:t> Container </a:t>
            </a:r>
            <a:r>
              <a:rPr lang="en-US" sz="1200" b="0" i="0" kern="1200" dirty="0" err="1">
                <a:solidFill>
                  <a:schemeClr val="tx1"/>
                </a:solidFill>
                <a:effectLst/>
                <a:latin typeface="+mn-lt"/>
                <a:ea typeface="+mn-ea"/>
                <a:cs typeface="+mn-cs"/>
              </a:rPr>
              <a:t>เริ่มทำงานได้</a:t>
            </a:r>
            <a:endParaRPr lang="th-TH"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App settings</a:t>
            </a:r>
          </a:p>
          <a:p>
            <a:pPr fontAlgn="t"/>
            <a:r>
              <a:rPr lang="en-US" sz="1200" b="1" i="0" kern="1200" dirty="0">
                <a:solidFill>
                  <a:schemeClr val="tx1"/>
                </a:solidFill>
                <a:effectLst/>
                <a:latin typeface="+mn-lt"/>
                <a:ea typeface="+mn-ea"/>
                <a:cs typeface="+mn-cs"/>
              </a:rPr>
              <a:t>App settings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คือค่าที่</a:t>
            </a:r>
            <a:r>
              <a:rPr lang="en-US" sz="1200" b="0" i="0" kern="1200" dirty="0">
                <a:solidFill>
                  <a:schemeClr val="tx1"/>
                </a:solidFill>
                <a:effectLst/>
                <a:latin typeface="+mn-lt"/>
                <a:ea typeface="+mn-ea"/>
                <a:cs typeface="+mn-cs"/>
              </a:rPr>
              <a:t> Azure App Service </a:t>
            </a:r>
            <a:r>
              <a:rPr lang="en-US" sz="1200" b="0" i="0" kern="1200" dirty="0" err="1">
                <a:solidFill>
                  <a:schemeClr val="tx1"/>
                </a:solidFill>
                <a:effectLst/>
                <a:latin typeface="+mn-lt"/>
                <a:ea typeface="+mn-ea"/>
                <a:cs typeface="+mn-cs"/>
              </a:rPr>
              <a:t>ส่งเข้า</a:t>
            </a:r>
            <a:r>
              <a:rPr lang="en-US" sz="1200" b="0" i="0" kern="1200" dirty="0">
                <a:solidFill>
                  <a:schemeClr val="tx1"/>
                </a:solidFill>
                <a:effectLst/>
                <a:latin typeface="+mn-lt"/>
                <a:ea typeface="+mn-ea"/>
                <a:cs typeface="+mn-cs"/>
              </a:rPr>
              <a:t> Container </a:t>
            </a:r>
            <a:r>
              <a:rPr lang="en-US" sz="1200" b="0" i="0" kern="1200" dirty="0" err="1">
                <a:solidFill>
                  <a:schemeClr val="tx1"/>
                </a:solidFill>
                <a:effectLst/>
                <a:latin typeface="+mn-lt"/>
                <a:ea typeface="+mn-ea"/>
                <a:cs typeface="+mn-cs"/>
              </a:rPr>
              <a:t>ในรูปแบบ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Environment Variables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ตอน</a:t>
            </a:r>
            <a:r>
              <a:rPr lang="en-US" sz="1200" b="0" i="0" kern="1200" dirty="0">
                <a:solidFill>
                  <a:schemeClr val="tx1"/>
                </a:solidFill>
                <a:effectLst/>
                <a:latin typeface="+mn-lt"/>
                <a:ea typeface="+mn-ea"/>
                <a:cs typeface="+mn-cs"/>
              </a:rPr>
              <a:t> Container </a:t>
            </a:r>
            <a:r>
              <a:rPr lang="en-US" sz="1200" b="0" i="0" kern="1200" dirty="0" err="1">
                <a:solidFill>
                  <a:schemeClr val="tx1"/>
                </a:solidFill>
                <a:effectLst/>
                <a:latin typeface="+mn-lt"/>
                <a:ea typeface="+mn-ea"/>
                <a:cs typeface="+mn-cs"/>
              </a:rPr>
              <a:t>เริ่มทำงาน</a:t>
            </a: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Application </a:t>
            </a:r>
            <a:r>
              <a:rPr lang="en-US" sz="1200" b="0" i="0" kern="1200" dirty="0" err="1">
                <a:solidFill>
                  <a:schemeClr val="tx1"/>
                </a:solidFill>
                <a:effectLst/>
                <a:latin typeface="+mn-lt"/>
                <a:ea typeface="+mn-ea"/>
                <a:cs typeface="+mn-cs"/>
              </a:rPr>
              <a:t>สามารถอ่านค่าเหล่านี้ด้วยวิธีมาตรฐานของภาษา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Python:</a:t>
            </a:r>
          </a:p>
          <a:p>
            <a:pPr fontAlgn="t"/>
            <a:endParaRPr lang="th-TH"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App settings </a:t>
            </a:r>
            <a:r>
              <a:rPr lang="en-US" sz="1200" b="0" i="0" kern="1200" dirty="0" err="1">
                <a:solidFill>
                  <a:schemeClr val="tx1"/>
                </a:solidFill>
                <a:effectLst/>
                <a:latin typeface="+mn-lt"/>
                <a:ea typeface="+mn-ea"/>
                <a:cs typeface="+mn-cs"/>
              </a:rPr>
              <a:t>ถูก</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เข้ารหัสเมื่อจัดเก็บ</a:t>
            </a:r>
            <a:r>
              <a:rPr lang="en-US" sz="1200" b="1" i="0" kern="1200" dirty="0">
                <a:solidFill>
                  <a:schemeClr val="tx1"/>
                </a:solidFill>
                <a:effectLst/>
                <a:latin typeface="+mn-lt"/>
                <a:ea typeface="+mn-ea"/>
                <a:cs typeface="+mn-cs"/>
              </a:rPr>
              <a:t> (encrypted at rest)</a:t>
            </a:r>
            <a:r>
              <a:rPr lang="th-TH" sz="1200" b="1" i="0" kern="1200" dirty="0">
                <a:solidFill>
                  <a:schemeClr val="tx1"/>
                </a:solidFill>
                <a:effectLst/>
                <a:latin typeface="+mn-lt"/>
                <a:ea typeface="+mn-ea"/>
                <a:cs typeface="+mn-cs"/>
              </a:rPr>
              <a:t> </a:t>
            </a:r>
            <a:endParaRPr lang="en-US" sz="1200" b="0" i="0" kern="1200" dirty="0">
              <a:solidFill>
                <a:schemeClr val="tx1"/>
              </a:solidFill>
              <a:effectLst/>
              <a:latin typeface="+mn-lt"/>
              <a:ea typeface="+mn-ea"/>
              <a:cs typeface="+mn-cs"/>
            </a:endParaRPr>
          </a:p>
          <a:p>
            <a:pPr fontAlgn="t"/>
            <a:br>
              <a:rPr lang="th-TH"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2. Connection strings</a:t>
            </a:r>
          </a:p>
          <a:p>
            <a:pPr fontAlgn="t"/>
            <a:r>
              <a:rPr lang="en-US" sz="1200" b="0" i="0" kern="1200" dirty="0" err="1">
                <a:solidFill>
                  <a:schemeClr val="tx1"/>
                </a:solidFill>
                <a:effectLst/>
                <a:latin typeface="+mn-lt"/>
                <a:ea typeface="+mn-ea"/>
                <a:cs typeface="+mn-cs"/>
              </a:rPr>
              <a:t>เป็น</a:t>
            </a:r>
            <a:r>
              <a:rPr lang="en-US" sz="1200" b="0" i="0" kern="1200" dirty="0">
                <a:solidFill>
                  <a:schemeClr val="tx1"/>
                </a:solidFill>
                <a:effectLst/>
                <a:latin typeface="+mn-lt"/>
                <a:ea typeface="+mn-ea"/>
                <a:cs typeface="+mn-cs"/>
              </a:rPr>
              <a:t> Configuration </a:t>
            </a:r>
            <a:r>
              <a:rPr lang="en-US" sz="1200" b="0" i="0" kern="1200" dirty="0" err="1">
                <a:solidFill>
                  <a:schemeClr val="tx1"/>
                </a:solidFill>
                <a:effectLst/>
                <a:latin typeface="+mn-lt"/>
                <a:ea typeface="+mn-ea"/>
                <a:cs typeface="+mn-cs"/>
              </a:rPr>
              <a:t>สำหรับการเชื่อมต่อบริการหรือฐานข้อมูล</a:t>
            </a: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Connection strings </a:t>
            </a:r>
            <a:r>
              <a:rPr lang="en-US" sz="1200" b="0" i="0" kern="1200" dirty="0" err="1">
                <a:solidFill>
                  <a:schemeClr val="tx1"/>
                </a:solidFill>
                <a:effectLst/>
                <a:latin typeface="+mn-lt"/>
                <a:ea typeface="+mn-ea"/>
                <a:cs typeface="+mn-cs"/>
              </a:rPr>
              <a:t>จะถูกนำเสนอเป็น</a:t>
            </a:r>
            <a:r>
              <a:rPr lang="en-US" sz="1200" b="0" i="0" kern="1200" dirty="0">
                <a:solidFill>
                  <a:schemeClr val="tx1"/>
                </a:solidFill>
                <a:effectLst/>
                <a:latin typeface="+mn-lt"/>
                <a:ea typeface="+mn-ea"/>
                <a:cs typeface="+mn-cs"/>
              </a:rPr>
              <a:t> Environment Variable </a:t>
            </a:r>
            <a:r>
              <a:rPr lang="en-US" sz="1200" b="0" i="0" kern="1200" dirty="0" err="1">
                <a:solidFill>
                  <a:schemeClr val="tx1"/>
                </a:solidFill>
                <a:effectLst/>
                <a:latin typeface="+mn-lt"/>
                <a:ea typeface="+mn-ea"/>
                <a:cs typeface="+mn-cs"/>
              </a:rPr>
              <a:t>ที่มี</a:t>
            </a:r>
            <a:r>
              <a:rPr lang="en-US" sz="1200" b="0" i="0" kern="1200" dirty="0">
                <a:solidFill>
                  <a:schemeClr val="tx1"/>
                </a:solidFill>
                <a:effectLst/>
                <a:latin typeface="+mn-lt"/>
                <a:ea typeface="+mn-ea"/>
                <a:cs typeface="+mn-cs"/>
              </a:rPr>
              <a:t> Prefix </a:t>
            </a:r>
            <a:r>
              <a:rPr lang="en-US" sz="1200" b="0" i="0" kern="1200" dirty="0" err="1">
                <a:solidFill>
                  <a:schemeClr val="tx1"/>
                </a:solidFill>
                <a:effectLst/>
                <a:latin typeface="+mn-lt"/>
                <a:ea typeface="+mn-ea"/>
                <a:cs typeface="+mn-cs"/>
              </a:rPr>
              <a:t>ตามประเภท</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SQLAZURECONNSTR_</a:t>
            </a:r>
          </a:p>
          <a:p>
            <a:pPr fontAlgn="t"/>
            <a:endParaRPr lang="th-TH"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3. Slot settings</a:t>
            </a:r>
          </a:p>
          <a:p>
            <a:pPr fontAlgn="t"/>
            <a:r>
              <a:rPr lang="en-US" sz="1200" b="0" i="0" kern="1200" dirty="0" err="1">
                <a:solidFill>
                  <a:schemeClr val="tx1"/>
                </a:solidFill>
                <a:effectLst/>
                <a:latin typeface="+mn-lt"/>
                <a:ea typeface="+mn-ea"/>
                <a:cs typeface="+mn-cs"/>
              </a:rPr>
              <a:t>ตรงนี้สำคัญเมื่อใช้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Deployment Slots</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โดยทั่วไปเราอาจทดสอบ</a:t>
            </a:r>
            <a:r>
              <a:rPr lang="en-US" sz="1200" b="0" i="0" kern="1200" dirty="0">
                <a:solidFill>
                  <a:schemeClr val="tx1"/>
                </a:solidFill>
                <a:effectLst/>
                <a:latin typeface="+mn-lt"/>
                <a:ea typeface="+mn-ea"/>
                <a:cs typeface="+mn-cs"/>
              </a:rPr>
              <a:t> Application </a:t>
            </a:r>
            <a:r>
              <a:rPr lang="en-US" sz="1200" b="0" i="0" kern="1200" dirty="0" err="1">
                <a:solidFill>
                  <a:schemeClr val="tx1"/>
                </a:solidFill>
                <a:effectLst/>
                <a:latin typeface="+mn-lt"/>
                <a:ea typeface="+mn-ea"/>
                <a:cs typeface="+mn-cs"/>
              </a:rPr>
              <a:t>ใหม่ใน</a:t>
            </a:r>
            <a:r>
              <a:rPr lang="en-US" sz="1200" b="0" i="0" kern="1200" dirty="0">
                <a:solidFill>
                  <a:schemeClr val="tx1"/>
                </a:solidFill>
                <a:effectLst/>
                <a:latin typeface="+mn-lt"/>
                <a:ea typeface="+mn-ea"/>
                <a:cs typeface="+mn-cs"/>
              </a:rPr>
              <a:t> Staging </a:t>
            </a:r>
            <a:r>
              <a:rPr lang="en-US" sz="1200" b="0" i="0" kern="1200" dirty="0" err="1">
                <a:solidFill>
                  <a:schemeClr val="tx1"/>
                </a:solidFill>
                <a:effectLst/>
                <a:latin typeface="+mn-lt"/>
                <a:ea typeface="+mn-ea"/>
                <a:cs typeface="+mn-cs"/>
              </a:rPr>
              <a:t>แล้วจึงทำ</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Swap</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ไป</a:t>
            </a:r>
            <a:r>
              <a:rPr lang="en-US" sz="1200" b="0" i="0" kern="1200" dirty="0">
                <a:solidFill>
                  <a:schemeClr val="tx1"/>
                </a:solidFill>
                <a:effectLst/>
                <a:latin typeface="+mn-lt"/>
                <a:ea typeface="+mn-ea"/>
                <a:cs typeface="+mn-cs"/>
              </a:rPr>
              <a:t> Production</a:t>
            </a:r>
          </a:p>
          <a:p>
            <a:pPr fontAlgn="t"/>
            <a:r>
              <a:rPr lang="en-US" sz="1200" b="1" i="0" kern="1200" dirty="0">
                <a:solidFill>
                  <a:schemeClr val="tx1"/>
                </a:solidFill>
                <a:effectLst/>
                <a:latin typeface="+mn-lt"/>
                <a:ea typeface="+mn-ea"/>
                <a:cs typeface="+mn-cs"/>
              </a:rPr>
              <a:t>Slot settings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คือค่าที่กำหนดให้</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ติดอยู่กับ</a:t>
            </a:r>
            <a:r>
              <a:rPr lang="en-US" sz="1200" b="1" i="0" kern="1200" dirty="0">
                <a:solidFill>
                  <a:schemeClr val="tx1"/>
                </a:solidFill>
                <a:effectLst/>
                <a:latin typeface="+mn-lt"/>
                <a:ea typeface="+mn-ea"/>
                <a:cs typeface="+mn-cs"/>
              </a:rPr>
              <a:t> Slot </a:t>
            </a:r>
            <a:r>
              <a:rPr lang="en-US" sz="1200" b="1" i="0" kern="1200" dirty="0" err="1">
                <a:solidFill>
                  <a:schemeClr val="tx1"/>
                </a:solidFill>
                <a:effectLst/>
                <a:latin typeface="+mn-lt"/>
                <a:ea typeface="+mn-ea"/>
                <a:cs typeface="+mn-cs"/>
              </a:rPr>
              <a:t>นั้น</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แม้มีการ</a:t>
            </a:r>
            <a:r>
              <a:rPr lang="en-US" sz="1200" b="1" i="0" kern="1200" dirty="0">
                <a:solidFill>
                  <a:schemeClr val="tx1"/>
                </a:solidFill>
                <a:effectLst/>
                <a:latin typeface="+mn-lt"/>
                <a:ea typeface="+mn-ea"/>
                <a:cs typeface="+mn-cs"/>
              </a:rPr>
              <a:t> Swap</a:t>
            </a:r>
            <a:endParaRPr lang="en-US"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4. Key Vault references</a:t>
            </a: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ถ้า</a:t>
            </a:r>
            <a:r>
              <a:rPr lang="en-US" sz="1200" b="0" i="0" kern="1200" dirty="0">
                <a:solidFill>
                  <a:schemeClr val="tx1"/>
                </a:solidFill>
                <a:effectLst/>
                <a:latin typeface="+mn-lt"/>
                <a:ea typeface="+mn-ea"/>
                <a:cs typeface="+mn-cs"/>
              </a:rPr>
              <a:t> Application </a:t>
            </a:r>
            <a:r>
              <a:rPr lang="en-US" sz="1200" b="0" i="0" kern="1200" dirty="0" err="1">
                <a:solidFill>
                  <a:schemeClr val="tx1"/>
                </a:solidFill>
                <a:effectLst/>
                <a:latin typeface="+mn-lt"/>
                <a:ea typeface="+mn-ea"/>
                <a:cs typeface="+mn-cs"/>
              </a:rPr>
              <a:t>ต้องใช้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Secret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เราสามารถกำหนด</a:t>
            </a:r>
            <a:r>
              <a:rPr lang="en-US" sz="1200" b="0" i="0" kern="1200" dirty="0">
                <a:solidFill>
                  <a:schemeClr val="tx1"/>
                </a:solidFill>
                <a:effectLst/>
                <a:latin typeface="+mn-lt"/>
                <a:ea typeface="+mn-ea"/>
                <a:cs typeface="+mn-cs"/>
              </a:rPr>
              <a:t> Configuration </a:t>
            </a:r>
            <a:r>
              <a:rPr lang="en-US" sz="1200" b="0" i="0" kern="1200" dirty="0" err="1">
                <a:solidFill>
                  <a:schemeClr val="tx1"/>
                </a:solidFill>
                <a:effectLst/>
                <a:latin typeface="+mn-lt"/>
                <a:ea typeface="+mn-ea"/>
                <a:cs typeface="+mn-cs"/>
              </a:rPr>
              <a:t>ให้เป็น</a:t>
            </a:r>
            <a:r>
              <a:rPr lang="en-US" sz="1200" b="0" i="0" kern="1200" dirty="0">
                <a:solidFill>
                  <a:schemeClr val="tx1"/>
                </a:solidFill>
                <a:effectLst/>
                <a:latin typeface="+mn-lt"/>
                <a:ea typeface="+mn-ea"/>
                <a:cs typeface="+mn-cs"/>
              </a:rPr>
              <a:t> Reference </a:t>
            </a:r>
            <a:r>
              <a:rPr lang="en-US" sz="1200" b="0" i="0" kern="1200" dirty="0" err="1">
                <a:solidFill>
                  <a:schemeClr val="tx1"/>
                </a:solidFill>
                <a:effectLst/>
                <a:latin typeface="+mn-lt"/>
                <a:ea typeface="+mn-ea"/>
                <a:cs typeface="+mn-cs"/>
              </a:rPr>
              <a:t>ไปยัง</a:t>
            </a:r>
            <a:r>
              <a:rPr lang="en-US" sz="1200" b="0" i="0" kern="1200" dirty="0">
                <a:solidFill>
                  <a:schemeClr val="tx1"/>
                </a:solidFill>
                <a:effectLst/>
                <a:latin typeface="+mn-lt"/>
                <a:ea typeface="+mn-ea"/>
                <a:cs typeface="+mn-cs"/>
              </a:rPr>
              <a:t> Key Vault </a:t>
            </a:r>
            <a:r>
              <a:rPr lang="en-US" sz="1200" b="0" i="0" kern="1200" dirty="0" err="1">
                <a:solidFill>
                  <a:schemeClr val="tx1"/>
                </a:solidFill>
                <a:effectLst/>
                <a:latin typeface="+mn-lt"/>
                <a:ea typeface="+mn-ea"/>
                <a:cs typeface="+mn-cs"/>
              </a:rPr>
              <a:t>ด้วยรูปแบบที่</a:t>
            </a:r>
            <a:r>
              <a:rPr lang="th-TH" sz="1200" b="0" i="0" kern="1200" dirty="0">
                <a:solidFill>
                  <a:schemeClr val="tx1"/>
                </a:solidFill>
                <a:effectLst/>
                <a:latin typeface="+mn-lt"/>
                <a:ea typeface="+mn-ea"/>
                <a:cs typeface="+mn-cs"/>
              </a:rPr>
              <a:t> </a:t>
            </a:r>
            <a:r>
              <a:rPr kumimoji="0" lang="en-US" sz="1200" b="0" i="0" u="none" strike="noStrike" kern="0" cap="none" spc="0" normalizeH="0" baseline="0" noProof="0" dirty="0" err="1">
                <a:ln>
                  <a:noFill/>
                </a:ln>
                <a:solidFill>
                  <a:prstClr val="black"/>
                </a:solidFill>
                <a:effectLst/>
                <a:uLnTx/>
                <a:uFillTx/>
                <a:latin typeface="Consolas"/>
                <a:ea typeface="Consolas"/>
                <a:cs typeface="Consolas"/>
              </a:rPr>
              <a:t>Microsoft.KeyVault</a:t>
            </a:r>
            <a:r>
              <a:rPr kumimoji="0" lang="en-US" sz="1200" b="0" i="0" u="none" strike="noStrike" kern="0" cap="none" spc="0" normalizeH="0" baseline="0" noProof="0" dirty="0">
                <a:ln>
                  <a:noFill/>
                </a:ln>
                <a:solidFill>
                  <a:prstClr val="black"/>
                </a:solidFill>
                <a:effectLst/>
                <a:uLnTx/>
                <a:uFillTx/>
                <a:latin typeface="Consolas"/>
                <a:ea typeface="Consolas"/>
                <a:cs typeface="Consolas"/>
              </a:rPr>
              <a:t>(</a:t>
            </a:r>
            <a:r>
              <a:rPr kumimoji="0" lang="en-US" sz="1200" b="0" i="0" u="none" strike="noStrike" kern="0" cap="none" spc="0" normalizeH="0" baseline="0" noProof="0" dirty="0" err="1">
                <a:ln>
                  <a:noFill/>
                </a:ln>
                <a:solidFill>
                  <a:prstClr val="black"/>
                </a:solidFill>
                <a:effectLst/>
                <a:uLnTx/>
                <a:uFillTx/>
                <a:latin typeface="Consolas"/>
                <a:ea typeface="Consolas"/>
                <a:cs typeface="Consolas"/>
              </a:rPr>
              <a:t>SecretUri</a:t>
            </a:r>
            <a:r>
              <a:rPr kumimoji="0" lang="en-US" sz="1200" b="0" i="0" u="none" strike="noStrike" kern="0" cap="none" spc="0" normalizeH="0" baseline="0" noProof="0" dirty="0">
                <a:ln>
                  <a:noFill/>
                </a:ln>
                <a:solidFill>
                  <a:prstClr val="black"/>
                </a:solidFill>
                <a:effectLst/>
                <a:uLnTx/>
                <a:uFillTx/>
                <a:latin typeface="Consolas"/>
                <a:ea typeface="Consolas"/>
                <a:cs typeface="Consolas"/>
              </a:rPr>
              <a:t>=...)</a:t>
            </a:r>
            <a:r>
              <a:rPr kumimoji="0" lang="en-US" sz="1200" b="0" i="0" u="none" strike="noStrike" kern="0" cap="none" spc="0" normalizeH="0" baseline="0" noProof="0" dirty="0">
                <a:ln>
                  <a:noFill/>
                </a:ln>
                <a:solidFill>
                  <a:prstClr val="black"/>
                </a:solidFill>
                <a:effectLst/>
                <a:uLnTx/>
                <a:uFillTx/>
                <a:latin typeface="Segoe UI"/>
                <a:ea typeface="Segoe UI"/>
                <a:cs typeface="Segoe UI"/>
              </a:rPr>
              <a:t> syntax</a:t>
            </a:r>
            <a:endParaRPr kumimoji="0" lang="en-US" sz="1200" b="0" i="0" u="none" strike="noStrike" kern="0" cap="none" spc="0" normalizeH="0" baseline="0" noProof="0" dirty="0">
              <a:ln>
                <a:noFill/>
              </a:ln>
              <a:solidFill>
                <a:prstClr val="black"/>
              </a:solidFill>
              <a:effectLst/>
              <a:uLnTx/>
              <a:uFillTx/>
              <a:latin typeface="Segoe UI"/>
              <a:cs typeface="Segoe UI"/>
            </a:endParaRPr>
          </a:p>
          <a:p>
            <a:pPr fontAlgn="t"/>
            <a:endParaRPr lang="en-US"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p:txBody>
      </p:sp>
      <p:sp>
        <p:nvSpPr>
          <p:cNvPr id="1656107275"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6769D3B-474F-BB7B-068D-E66FA7F6C825}"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48688758" name="Slide Image Placeholder 1"/>
          <p:cNvSpPr>
            <a:spLocks noGrp="1" noRot="1" noChangeAspect="1"/>
          </p:cNvSpPr>
          <p:nvPr>
            <p:ph type="sldImg"/>
          </p:nvPr>
        </p:nvSpPr>
        <p:spPr bwMode="auto">
          <a:xfrm>
            <a:off x="217488" y="812800"/>
            <a:ext cx="7124700" cy="4008438"/>
          </a:xfrm>
        </p:spPr>
      </p:sp>
      <p:sp>
        <p:nvSpPr>
          <p:cNvPr id="700571250" name="Notes Placeholder 2"/>
          <p:cNvSpPr>
            <a:spLocks noGrp="1"/>
          </p:cNvSpPr>
          <p:nvPr>
            <p:ph type="body" idx="1"/>
          </p:nvPr>
        </p:nvSpPr>
        <p:spPr bwMode="auto"/>
        <p:txBody>
          <a:bodyPr/>
          <a:lstStyle/>
          <a:p>
            <a:pPr fontAlgn="t"/>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ก่อนหน้านี้เราเรียนตั้งแต่การเก็บ</a:t>
            </a:r>
            <a:r>
              <a:rPr lang="en-US" sz="1200" b="0" i="0" kern="1200" dirty="0">
                <a:solidFill>
                  <a:schemeClr val="tx1"/>
                </a:solidFill>
                <a:effectLst/>
                <a:latin typeface="+mn-lt"/>
                <a:ea typeface="+mn-ea"/>
                <a:cs typeface="+mn-cs"/>
              </a:rPr>
              <a:t> Container Image </a:t>
            </a:r>
            <a:r>
              <a:rPr lang="en-US" sz="1200" b="0" i="0" kern="1200" dirty="0" err="1">
                <a:solidFill>
                  <a:schemeClr val="tx1"/>
                </a:solidFill>
                <a:effectLst/>
                <a:latin typeface="+mn-lt"/>
                <a:ea typeface="+mn-ea"/>
                <a:cs typeface="+mn-cs"/>
              </a:rPr>
              <a:t>ใน</a:t>
            </a:r>
            <a:r>
              <a:rPr lang="en-US" sz="1200" b="0" i="0" kern="1200" dirty="0">
                <a:solidFill>
                  <a:schemeClr val="tx1"/>
                </a:solidFill>
                <a:effectLst/>
                <a:latin typeface="+mn-lt"/>
                <a:ea typeface="+mn-ea"/>
                <a:cs typeface="+mn-cs"/>
              </a:rPr>
              <a:t> ACR </a:t>
            </a:r>
            <a:r>
              <a:rPr lang="en-US" sz="1200" b="0" i="0" kern="1200" dirty="0" err="1">
                <a:solidFill>
                  <a:schemeClr val="tx1"/>
                </a:solidFill>
                <a:effectLst/>
                <a:latin typeface="+mn-lt"/>
                <a:ea typeface="+mn-ea"/>
                <a:cs typeface="+mn-cs"/>
              </a:rPr>
              <a:t>นำ</a:t>
            </a:r>
            <a:r>
              <a:rPr lang="en-US" sz="1200" b="0" i="0" kern="1200" dirty="0">
                <a:solidFill>
                  <a:schemeClr val="tx1"/>
                </a:solidFill>
                <a:effectLst/>
                <a:latin typeface="+mn-lt"/>
                <a:ea typeface="+mn-ea"/>
                <a:cs typeface="+mn-cs"/>
              </a:rPr>
              <a:t> Image </a:t>
            </a:r>
            <a:r>
              <a:rPr lang="en-US" sz="1200" b="0" i="0" kern="1200" dirty="0" err="1">
                <a:solidFill>
                  <a:schemeClr val="tx1"/>
                </a:solidFill>
                <a:effectLst/>
                <a:latin typeface="+mn-lt"/>
                <a:ea typeface="+mn-ea"/>
                <a:cs typeface="+mn-cs"/>
              </a:rPr>
              <a:t>มา</a:t>
            </a:r>
            <a:r>
              <a:rPr lang="en-US" sz="1200" b="0" i="0" kern="1200" dirty="0">
                <a:solidFill>
                  <a:schemeClr val="tx1"/>
                </a:solidFill>
                <a:effectLst/>
                <a:latin typeface="+mn-lt"/>
                <a:ea typeface="+mn-ea"/>
                <a:cs typeface="+mn-cs"/>
              </a:rPr>
              <a:t> Deploy </a:t>
            </a:r>
            <a:r>
              <a:rPr lang="en-US" sz="1200" b="0" i="0" kern="1200" dirty="0" err="1">
                <a:solidFill>
                  <a:schemeClr val="tx1"/>
                </a:solidFill>
                <a:effectLst/>
                <a:latin typeface="+mn-lt"/>
                <a:ea typeface="+mn-ea"/>
                <a:cs typeface="+mn-cs"/>
              </a:rPr>
              <a:t>บน</a:t>
            </a:r>
            <a:r>
              <a:rPr lang="en-US" sz="1200" b="0" i="0" kern="1200" dirty="0">
                <a:solidFill>
                  <a:schemeClr val="tx1"/>
                </a:solidFill>
                <a:effectLst/>
                <a:latin typeface="+mn-lt"/>
                <a:ea typeface="+mn-ea"/>
                <a:cs typeface="+mn-cs"/>
              </a:rPr>
              <a:t> Azure App Service </a:t>
            </a:r>
            <a:r>
              <a:rPr lang="en-US" sz="1200" b="0" i="0" kern="1200" dirty="0" err="1">
                <a:solidFill>
                  <a:schemeClr val="tx1"/>
                </a:solidFill>
                <a:effectLst/>
                <a:latin typeface="+mn-lt"/>
                <a:ea typeface="+mn-ea"/>
                <a:cs typeface="+mn-cs"/>
              </a:rPr>
              <a:t>และกำหนด</a:t>
            </a:r>
            <a:r>
              <a:rPr lang="en-US" sz="1200" b="0" i="0" kern="1200" dirty="0">
                <a:solidFill>
                  <a:schemeClr val="tx1"/>
                </a:solidFill>
                <a:effectLst/>
                <a:latin typeface="+mn-lt"/>
                <a:ea typeface="+mn-ea"/>
                <a:cs typeface="+mn-cs"/>
              </a:rPr>
              <a:t> Runtime configuration </a:t>
            </a:r>
            <a:r>
              <a:rPr lang="en-US" sz="1200" b="0" i="0" kern="1200" dirty="0" err="1">
                <a:solidFill>
                  <a:schemeClr val="tx1"/>
                </a:solidFill>
                <a:effectLst/>
                <a:latin typeface="+mn-lt"/>
                <a:ea typeface="+mn-ea"/>
                <a:cs typeface="+mn-cs"/>
              </a:rPr>
              <a:t>แล้ว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ขั้นต่อไปคือ</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เมื่อ</a:t>
            </a:r>
            <a:r>
              <a:rPr lang="en-US" sz="1200" b="0" i="0" kern="1200" dirty="0">
                <a:solidFill>
                  <a:schemeClr val="tx1"/>
                </a:solidFill>
                <a:effectLst/>
                <a:latin typeface="+mn-lt"/>
                <a:ea typeface="+mn-ea"/>
                <a:cs typeface="+mn-cs"/>
              </a:rPr>
              <a:t> Application </a:t>
            </a:r>
            <a:r>
              <a:rPr lang="en-US" sz="1200" b="0" i="0" kern="1200" dirty="0" err="1">
                <a:solidFill>
                  <a:schemeClr val="tx1"/>
                </a:solidFill>
                <a:effectLst/>
                <a:latin typeface="+mn-lt"/>
                <a:ea typeface="+mn-ea"/>
                <a:cs typeface="+mn-cs"/>
              </a:rPr>
              <a:t>ทำงานจริง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เราจะต้องสามารถ</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Observe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Troubleshoot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ได้ครับ</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สมมติว่า</a:t>
            </a:r>
            <a:r>
              <a:rPr lang="en-US" sz="1200" b="0" i="0" kern="1200" dirty="0">
                <a:solidFill>
                  <a:schemeClr val="tx1"/>
                </a:solidFill>
                <a:effectLst/>
                <a:latin typeface="+mn-lt"/>
                <a:ea typeface="+mn-ea"/>
                <a:cs typeface="+mn-cs"/>
              </a:rPr>
              <a:t> Web App </a:t>
            </a:r>
            <a:r>
              <a:rPr lang="en-US" sz="1200" b="0" i="0" kern="1200" dirty="0" err="1">
                <a:solidFill>
                  <a:schemeClr val="tx1"/>
                </a:solidFill>
                <a:effectLst/>
                <a:latin typeface="+mn-lt"/>
                <a:ea typeface="+mn-ea"/>
                <a:cs typeface="+mn-cs"/>
              </a:rPr>
              <a:t>ของเราเปิดไม่ได้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Container Start </a:t>
            </a:r>
            <a:r>
              <a:rPr lang="en-US" sz="1200" b="0" i="0" kern="1200" dirty="0" err="1">
                <a:solidFill>
                  <a:schemeClr val="tx1"/>
                </a:solidFill>
                <a:effectLst/>
                <a:latin typeface="+mn-lt"/>
                <a:ea typeface="+mn-ea"/>
                <a:cs typeface="+mn-cs"/>
              </a:rPr>
              <a:t>แล้ว</a:t>
            </a:r>
            <a:r>
              <a:rPr lang="en-US" sz="1200" b="0" i="0" kern="1200" dirty="0">
                <a:solidFill>
                  <a:schemeClr val="tx1"/>
                </a:solidFill>
                <a:effectLst/>
                <a:latin typeface="+mn-lt"/>
                <a:ea typeface="+mn-ea"/>
                <a:cs typeface="+mn-cs"/>
              </a:rPr>
              <a:t> Error </a:t>
            </a:r>
            <a:r>
              <a:rPr lang="en-US" sz="1200" b="0" i="0" kern="1200" dirty="0" err="1">
                <a:solidFill>
                  <a:schemeClr val="tx1"/>
                </a:solidFill>
                <a:effectLst/>
                <a:latin typeface="+mn-lt"/>
                <a:ea typeface="+mn-ea"/>
                <a:cs typeface="+mn-cs"/>
              </a:rPr>
              <a:t>คำถามคือ</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เราจะไปดูที่ไหน</a:t>
            </a:r>
            <a:r>
              <a:rPr lang="en-US" sz="1200" b="0" i="0" kern="1200" dirty="0">
                <a:solidFill>
                  <a:schemeClr val="tx1"/>
                </a:solidFill>
                <a:effectLst/>
                <a:latin typeface="+mn-lt"/>
                <a:ea typeface="+mn-ea"/>
                <a:cs typeface="+mn-cs"/>
              </a:rPr>
              <a:t>?</a:t>
            </a:r>
          </a:p>
          <a:p>
            <a:pPr fontAlgn="t"/>
            <a:r>
              <a:rPr lang="en-US" sz="1200" b="0" i="0" kern="1200" dirty="0" err="1">
                <a:solidFill>
                  <a:schemeClr val="tx1"/>
                </a:solidFill>
                <a:effectLst/>
                <a:latin typeface="+mn-lt"/>
                <a:ea typeface="+mn-ea"/>
                <a:cs typeface="+mn-cs"/>
              </a:rPr>
              <a:t>ในภาพนี้</a:t>
            </a:r>
            <a:r>
              <a:rPr lang="en-US" sz="1200" b="0" i="0" kern="1200" dirty="0">
                <a:solidFill>
                  <a:schemeClr val="tx1"/>
                </a:solidFill>
                <a:effectLst/>
                <a:latin typeface="+mn-lt"/>
                <a:ea typeface="+mn-ea"/>
                <a:cs typeface="+mn-cs"/>
              </a:rPr>
              <a:t> Web App </a:t>
            </a:r>
            <a:r>
              <a:rPr lang="en-US" sz="1200" b="0" i="0" kern="1200" dirty="0" err="1">
                <a:solidFill>
                  <a:schemeClr val="tx1"/>
                </a:solidFill>
                <a:effectLst/>
                <a:latin typeface="+mn-lt"/>
                <a:ea typeface="+mn-ea"/>
                <a:cs typeface="+mn-cs"/>
              </a:rPr>
              <a:t>อยู่ตรงกลาง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และเรามีเครื่องมือหลัก</a:t>
            </a:r>
            <a:r>
              <a:rPr lang="en-US" sz="1200" b="0" i="0" kern="1200" dirty="0">
                <a:solidFill>
                  <a:schemeClr val="tx1"/>
                </a:solidFill>
                <a:effectLst/>
                <a:latin typeface="+mn-lt"/>
                <a:ea typeface="+mn-ea"/>
                <a:cs typeface="+mn-cs"/>
              </a:rPr>
              <a:t> ๆ 4 </a:t>
            </a:r>
            <a:r>
              <a:rPr lang="en-US" sz="1200" b="0" i="0" kern="1200" dirty="0" err="1">
                <a:solidFill>
                  <a:schemeClr val="tx1"/>
                </a:solidFill>
                <a:effectLst/>
                <a:latin typeface="+mn-lt"/>
                <a:ea typeface="+mn-ea"/>
                <a:cs typeface="+mn-cs"/>
              </a:rPr>
              <a:t>ส่วนที่จะช่วยตรวจสอบ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ได้แก่</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Container Logs, Log Stream, Kudu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Azure Monitor</a:t>
            </a:r>
            <a:r>
              <a:rPr lang="en-US" sz="1200" b="0" i="0" kern="1200" dirty="0">
                <a:solidFill>
                  <a:schemeClr val="tx1"/>
                </a:solidFill>
                <a:effectLst/>
                <a:latin typeface="+mn-lt"/>
                <a:ea typeface="+mn-ea"/>
                <a:cs typeface="+mn-cs"/>
              </a:rPr>
              <a:t>”</a:t>
            </a:r>
            <a:endParaRPr lang="th-TH"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Container Logs: “</a:t>
            </a:r>
            <a:r>
              <a:rPr lang="en-US" sz="1200" b="1" i="0" kern="1200" dirty="0" err="1">
                <a:solidFill>
                  <a:schemeClr val="tx1"/>
                </a:solidFill>
                <a:effectLst/>
                <a:latin typeface="+mn-lt"/>
                <a:ea typeface="+mn-ea"/>
                <a:cs typeface="+mn-cs"/>
              </a:rPr>
              <a:t>เกิดอะไรขึ้นใน</a:t>
            </a:r>
            <a:r>
              <a:rPr lang="en-US" sz="1200" b="1" i="0" kern="1200" dirty="0">
                <a:solidFill>
                  <a:schemeClr val="tx1"/>
                </a:solidFill>
                <a:effectLst/>
                <a:latin typeface="+mn-lt"/>
                <a:ea typeface="+mn-ea"/>
                <a:cs typeface="+mn-cs"/>
              </a:rPr>
              <a:t> Container?”</a:t>
            </a:r>
          </a:p>
          <a:p>
            <a:pPr fontAlgn="t"/>
            <a:r>
              <a:rPr lang="en-US" sz="1200" b="0" i="0" kern="1200" dirty="0" err="1">
                <a:solidFill>
                  <a:schemeClr val="tx1"/>
                </a:solidFill>
                <a:effectLst/>
                <a:latin typeface="+mn-lt"/>
                <a:ea typeface="+mn-ea"/>
                <a:cs typeface="+mn-cs"/>
              </a:rPr>
              <a:t>เริ่มจาก</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Container Logs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ก่อน</a:t>
            </a: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“Container Logs </a:t>
            </a:r>
            <a:r>
              <a:rPr lang="en-US" sz="1200" b="0" i="0" kern="1200" dirty="0" err="1">
                <a:solidFill>
                  <a:schemeClr val="tx1"/>
                </a:solidFill>
                <a:effectLst/>
                <a:latin typeface="+mn-lt"/>
                <a:ea typeface="+mn-ea"/>
                <a:cs typeface="+mn-cs"/>
              </a:rPr>
              <a:t>คือข้อมูล</a:t>
            </a:r>
            <a:r>
              <a:rPr lang="en-US" sz="1200" b="0" i="0" kern="1200" dirty="0">
                <a:solidFill>
                  <a:schemeClr val="tx1"/>
                </a:solidFill>
                <a:effectLst/>
                <a:latin typeface="+mn-lt"/>
                <a:ea typeface="+mn-ea"/>
                <a:cs typeface="+mn-cs"/>
              </a:rPr>
              <a:t> Log </a:t>
            </a:r>
            <a:r>
              <a:rPr lang="en-US" sz="1200" b="0" i="0" kern="1200" dirty="0" err="1">
                <a:solidFill>
                  <a:schemeClr val="tx1"/>
                </a:solidFill>
                <a:effectLst/>
                <a:latin typeface="+mn-lt"/>
                <a:ea typeface="+mn-ea"/>
                <a:cs typeface="+mn-cs"/>
              </a:rPr>
              <a:t>ที่ออกมาจาก</a:t>
            </a:r>
            <a:r>
              <a:rPr lang="en-US" sz="1200" b="0" i="0" kern="1200" dirty="0">
                <a:solidFill>
                  <a:schemeClr val="tx1"/>
                </a:solidFill>
                <a:effectLst/>
                <a:latin typeface="+mn-lt"/>
                <a:ea typeface="+mn-ea"/>
                <a:cs typeface="+mn-cs"/>
              </a:rPr>
              <a:t> Container </a:t>
            </a:r>
            <a:r>
              <a:rPr lang="en-US" sz="1200" b="0" i="0" kern="1200" dirty="0" err="1">
                <a:solidFill>
                  <a:schemeClr val="tx1"/>
                </a:solidFill>
                <a:effectLst/>
                <a:latin typeface="+mn-lt"/>
                <a:ea typeface="+mn-ea"/>
                <a:cs typeface="+mn-cs"/>
              </a:rPr>
              <a:t>โดยสไลด์ระบุว่าสามารถเก็บ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stdout</a:t>
            </a:r>
            <a:r>
              <a:rPr lang="en-US" sz="1200" b="0" i="0" kern="1200" dirty="0">
                <a:solidFill>
                  <a:schemeClr val="tx1"/>
                </a:solidFill>
                <a:effectLst/>
                <a:latin typeface="+mn-lt"/>
                <a:ea typeface="+mn-ea"/>
                <a:cs typeface="+mn-cs"/>
              </a:rPr>
              <a:t>, stderr </a:t>
            </a:r>
            <a:r>
              <a:rPr lang="en-US" sz="1200" b="0" i="0" kern="1200" dirty="0" err="1">
                <a:solidFill>
                  <a:schemeClr val="tx1"/>
                </a:solidFill>
                <a:effectLst/>
                <a:latin typeface="+mn-lt"/>
                <a:ea typeface="+mn-ea"/>
                <a:cs typeface="+mn-cs"/>
              </a:rPr>
              <a:t>รวมถึงเหตุการณ์ต่าง</a:t>
            </a:r>
            <a:r>
              <a:rPr lang="en-US" sz="1200" b="0" i="0" kern="1200" dirty="0">
                <a:solidFill>
                  <a:schemeClr val="tx1"/>
                </a:solidFill>
                <a:effectLst/>
                <a:latin typeface="+mn-lt"/>
                <a:ea typeface="+mn-ea"/>
                <a:cs typeface="+mn-cs"/>
              </a:rPr>
              <a:t> ๆ </a:t>
            </a:r>
            <a:r>
              <a:rPr lang="en-US" sz="1200" b="0" i="0" kern="1200" dirty="0" err="1">
                <a:solidFill>
                  <a:schemeClr val="tx1"/>
                </a:solidFill>
                <a:effectLst/>
                <a:latin typeface="+mn-lt"/>
                <a:ea typeface="+mn-ea"/>
                <a:cs typeface="+mn-cs"/>
              </a:rPr>
              <a:t>ใน</a:t>
            </a:r>
            <a:r>
              <a:rPr lang="en-US" sz="1200" b="0" i="0" kern="1200" dirty="0">
                <a:solidFill>
                  <a:schemeClr val="tx1"/>
                </a:solidFill>
                <a:effectLst/>
                <a:latin typeface="+mn-lt"/>
                <a:ea typeface="+mn-ea"/>
                <a:cs typeface="+mn-cs"/>
              </a:rPr>
              <a:t> lifecycle ของ platform </a:t>
            </a:r>
            <a:r>
              <a:rPr lang="en-US" sz="1200" b="0" i="0" kern="1200" dirty="0" err="1">
                <a:solidFill>
                  <a:schemeClr val="tx1"/>
                </a:solidFill>
                <a:effectLst/>
                <a:latin typeface="+mn-lt"/>
                <a:ea typeface="+mn-ea"/>
                <a:cs typeface="+mn-cs"/>
              </a:rPr>
              <a:t>ได้</a:t>
            </a:r>
            <a:r>
              <a:rPr lang="en-US" sz="1200" b="0" i="0" kern="1200" dirty="0">
                <a:solidFill>
                  <a:schemeClr val="tx1"/>
                </a:solidFill>
                <a:effectLst/>
                <a:latin typeface="+mn-lt"/>
                <a:ea typeface="+mn-ea"/>
                <a:cs typeface="+mn-cs"/>
              </a:rPr>
              <a:t>”</a:t>
            </a:r>
          </a:p>
          <a:p>
            <a:pPr fontAlgn="t"/>
            <a:r>
              <a:rPr lang="en-US" sz="1200" b="0" i="0" kern="1200" dirty="0" err="1">
                <a:solidFill>
                  <a:schemeClr val="tx1"/>
                </a:solidFill>
                <a:effectLst/>
                <a:latin typeface="+mn-lt"/>
                <a:ea typeface="+mn-ea"/>
                <a:cs typeface="+mn-cs"/>
              </a:rPr>
              <a:t>อธิบายศัพท์เพิ่ม</a:t>
            </a:r>
            <a:r>
              <a:rPr lang="en-US" sz="1200" b="0" i="0" kern="1200" dirty="0">
                <a:solidFill>
                  <a:schemeClr val="tx1"/>
                </a:solidFill>
                <a:effectLst/>
                <a:latin typeface="+mn-lt"/>
                <a:ea typeface="+mn-ea"/>
                <a:cs typeface="+mn-cs"/>
              </a:rPr>
              <a:t>:</a:t>
            </a:r>
          </a:p>
          <a:p>
            <a:pPr lvl="0" fontAlgn="t"/>
            <a:r>
              <a:rPr lang="en-US" sz="1200" b="0" i="0" kern="1200" dirty="0" err="1">
                <a:solidFill>
                  <a:schemeClr val="tx1"/>
                </a:solidFill>
                <a:effectLst/>
                <a:latin typeface="+mn-lt"/>
                <a:ea typeface="+mn-ea"/>
                <a:cs typeface="+mn-cs"/>
              </a:rPr>
              <a:t>stdout</a:t>
            </a:r>
            <a:r>
              <a:rPr lang="en-US" sz="1200" b="0" i="0" kern="1200" dirty="0">
                <a:solidFill>
                  <a:schemeClr val="tx1"/>
                </a:solidFill>
                <a:effectLst/>
                <a:latin typeface="+mn-lt"/>
                <a:ea typeface="+mn-ea"/>
                <a:cs typeface="+mn-cs"/>
              </a:rPr>
              <a:t> = Output </a:t>
            </a:r>
            <a:r>
              <a:rPr lang="en-US" sz="1200" b="0" i="0" kern="1200" dirty="0" err="1">
                <a:solidFill>
                  <a:schemeClr val="tx1"/>
                </a:solidFill>
                <a:effectLst/>
                <a:latin typeface="+mn-lt"/>
                <a:ea typeface="+mn-ea"/>
                <a:cs typeface="+mn-cs"/>
              </a:rPr>
              <a:t>ปกติที่</a:t>
            </a:r>
            <a:r>
              <a:rPr lang="en-US" sz="1200" b="0" i="0" kern="1200" dirty="0">
                <a:solidFill>
                  <a:schemeClr val="tx1"/>
                </a:solidFill>
                <a:effectLst/>
                <a:latin typeface="+mn-lt"/>
                <a:ea typeface="+mn-ea"/>
                <a:cs typeface="+mn-cs"/>
              </a:rPr>
              <a:t> Application </a:t>
            </a:r>
            <a:r>
              <a:rPr lang="en-US" sz="1200" b="0" i="0" kern="1200" dirty="0" err="1">
                <a:solidFill>
                  <a:schemeClr val="tx1"/>
                </a:solidFill>
                <a:effectLst/>
                <a:latin typeface="+mn-lt"/>
                <a:ea typeface="+mn-ea"/>
                <a:cs typeface="+mn-cs"/>
              </a:rPr>
              <a:t>ส่งออกมา</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stderr = Error output</a:t>
            </a:r>
          </a:p>
          <a:p>
            <a:pPr lvl="0" fontAlgn="t"/>
            <a:r>
              <a:rPr lang="en-US" sz="1200" b="0" i="0" kern="1200" dirty="0">
                <a:solidFill>
                  <a:schemeClr val="tx1"/>
                </a:solidFill>
                <a:effectLst/>
                <a:latin typeface="+mn-lt"/>
                <a:ea typeface="+mn-ea"/>
                <a:cs typeface="+mn-cs"/>
              </a:rPr>
              <a:t>Platform lifecycle events = </a:t>
            </a:r>
            <a:r>
              <a:rPr lang="en-US" sz="1200" b="0" i="0" kern="1200" dirty="0" err="1">
                <a:solidFill>
                  <a:schemeClr val="tx1"/>
                </a:solidFill>
                <a:effectLst/>
                <a:latin typeface="+mn-lt"/>
                <a:ea typeface="+mn-ea"/>
                <a:cs typeface="+mn-cs"/>
              </a:rPr>
              <a:t>เหตุการณ์เกี่ยวกับวงจรการทำงานของ</a:t>
            </a:r>
            <a:r>
              <a:rPr lang="en-US" sz="1200" b="0" i="0" kern="1200" dirty="0">
                <a:solidFill>
                  <a:schemeClr val="tx1"/>
                </a:solidFill>
                <a:effectLst/>
                <a:latin typeface="+mn-lt"/>
                <a:ea typeface="+mn-ea"/>
                <a:cs typeface="+mn-cs"/>
              </a:rPr>
              <a:t> Platform/Container</a:t>
            </a:r>
          </a:p>
          <a:p>
            <a:pPr fontAlgn="t"/>
            <a:r>
              <a:rPr lang="en-US" sz="1200" b="0" i="0" kern="1200" dirty="0" err="1">
                <a:solidFill>
                  <a:schemeClr val="tx1"/>
                </a:solidFill>
                <a:effectLst/>
                <a:latin typeface="+mn-lt"/>
                <a:ea typeface="+mn-ea"/>
                <a:cs typeface="+mn-cs"/>
              </a:rPr>
              <a:t>ให้ผู้เรียนจำว่า</a:t>
            </a:r>
            <a:r>
              <a:rPr lang="en-US" sz="1200" b="0" i="0" kern="1200" dirty="0">
                <a:solidFill>
                  <a:schemeClr val="tx1"/>
                </a:solidFill>
                <a:effectLst/>
                <a:latin typeface="+mn-lt"/>
                <a:ea typeface="+mn-ea"/>
                <a:cs typeface="+mn-cs"/>
              </a:rPr>
              <a:t>:</a:t>
            </a:r>
          </a:p>
          <a:p>
            <a:pPr fontAlgn="t"/>
            <a:r>
              <a:rPr lang="en-US" sz="1200" b="1" i="0" kern="1200" dirty="0">
                <a:solidFill>
                  <a:schemeClr val="tx1"/>
                </a:solidFill>
                <a:effectLst/>
                <a:latin typeface="+mn-lt"/>
                <a:ea typeface="+mn-ea"/>
                <a:cs typeface="+mn-cs"/>
              </a:rPr>
              <a:t>Container Logs = </a:t>
            </a:r>
            <a:r>
              <a:rPr lang="en-US" sz="1200" b="1" i="0" kern="1200" dirty="0" err="1">
                <a:solidFill>
                  <a:schemeClr val="tx1"/>
                </a:solidFill>
                <a:effectLst/>
                <a:latin typeface="+mn-lt"/>
                <a:ea typeface="+mn-ea"/>
                <a:cs typeface="+mn-cs"/>
              </a:rPr>
              <a:t>ดูว่า</a:t>
            </a:r>
            <a:r>
              <a:rPr lang="en-US" sz="1200" b="1" i="0" kern="1200" dirty="0">
                <a:solidFill>
                  <a:schemeClr val="tx1"/>
                </a:solidFill>
                <a:effectLst/>
                <a:latin typeface="+mn-lt"/>
                <a:ea typeface="+mn-ea"/>
                <a:cs typeface="+mn-cs"/>
              </a:rPr>
              <a:t> Container </a:t>
            </a:r>
            <a:r>
              <a:rPr lang="en-US" sz="1200" b="1" i="0" kern="1200" dirty="0" err="1">
                <a:solidFill>
                  <a:schemeClr val="tx1"/>
                </a:solidFill>
                <a:effectLst/>
                <a:latin typeface="+mn-lt"/>
                <a:ea typeface="+mn-ea"/>
                <a:cs typeface="+mn-cs"/>
              </a:rPr>
              <a:t>พูดอะไรออกมา</a:t>
            </a:r>
            <a:endParaRPr lang="en-US"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Log Stream: “</a:t>
            </a:r>
            <a:r>
              <a:rPr lang="en-US" sz="1200" b="1" i="0" kern="1200" dirty="0" err="1">
                <a:solidFill>
                  <a:schemeClr val="tx1"/>
                </a:solidFill>
                <a:effectLst/>
                <a:latin typeface="+mn-lt"/>
                <a:ea typeface="+mn-ea"/>
                <a:cs typeface="+mn-cs"/>
              </a:rPr>
              <a:t>ตอนนี้กำลังเกิดอะไรขึ้น</a:t>
            </a:r>
            <a:r>
              <a:rPr lang="en-US" sz="1200" b="1" i="0" kern="1200" dirty="0">
                <a:solidFill>
                  <a:schemeClr val="tx1"/>
                </a:solidFill>
                <a:effectLst/>
                <a:latin typeface="+mn-lt"/>
                <a:ea typeface="+mn-ea"/>
                <a:cs typeface="+mn-cs"/>
              </a:rPr>
              <a:t>?”</a:t>
            </a:r>
          </a:p>
          <a:p>
            <a:pPr fontAlgn="t"/>
            <a:r>
              <a:rPr lang="en-US" sz="1200" b="0" i="0" kern="1200" dirty="0" err="1">
                <a:solidFill>
                  <a:schemeClr val="tx1"/>
                </a:solidFill>
                <a:effectLst/>
                <a:latin typeface="+mn-lt"/>
                <a:ea typeface="+mn-ea"/>
                <a:cs typeface="+mn-cs"/>
              </a:rPr>
              <a:t>ต่อมาคือ</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Log Stream</a:t>
            </a: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ถ้า</a:t>
            </a:r>
            <a:r>
              <a:rPr lang="en-US" sz="1200" b="0" i="0" kern="1200" dirty="0">
                <a:solidFill>
                  <a:schemeClr val="tx1"/>
                </a:solidFill>
                <a:effectLst/>
                <a:latin typeface="+mn-lt"/>
                <a:ea typeface="+mn-ea"/>
                <a:cs typeface="+mn-cs"/>
              </a:rPr>
              <a:t> Container Logs </a:t>
            </a:r>
            <a:r>
              <a:rPr lang="en-US" sz="1200" b="0" i="0" kern="1200" dirty="0" err="1">
                <a:solidFill>
                  <a:schemeClr val="tx1"/>
                </a:solidFill>
                <a:effectLst/>
                <a:latin typeface="+mn-lt"/>
                <a:ea typeface="+mn-ea"/>
                <a:cs typeface="+mn-cs"/>
              </a:rPr>
              <a:t>คือการดู</a:t>
            </a:r>
            <a:r>
              <a:rPr lang="en-US" sz="1200" b="0" i="0" kern="1200" dirty="0">
                <a:solidFill>
                  <a:schemeClr val="tx1"/>
                </a:solidFill>
                <a:effectLst/>
                <a:latin typeface="+mn-lt"/>
                <a:ea typeface="+mn-ea"/>
                <a:cs typeface="+mn-cs"/>
              </a:rPr>
              <a:t> Log </a:t>
            </a:r>
            <a:r>
              <a:rPr lang="en-US" sz="1200" b="0" i="0" kern="1200" dirty="0" err="1">
                <a:solidFill>
                  <a:schemeClr val="tx1"/>
                </a:solidFill>
                <a:effectLst/>
                <a:latin typeface="+mn-lt"/>
                <a:ea typeface="+mn-ea"/>
                <a:cs typeface="+mn-cs"/>
              </a:rPr>
              <a:t>สิ่งที่</a:t>
            </a:r>
            <a:r>
              <a:rPr lang="en-US" sz="1200" b="0" i="0" kern="1200" dirty="0">
                <a:solidFill>
                  <a:schemeClr val="tx1"/>
                </a:solidFill>
                <a:effectLst/>
                <a:latin typeface="+mn-lt"/>
                <a:ea typeface="+mn-ea"/>
                <a:cs typeface="+mn-cs"/>
              </a:rPr>
              <a:t> Log Stream </a:t>
            </a:r>
            <a:r>
              <a:rPr lang="en-US" sz="1200" b="0" i="0" kern="1200" dirty="0" err="1">
                <a:solidFill>
                  <a:schemeClr val="tx1"/>
                </a:solidFill>
                <a:effectLst/>
                <a:latin typeface="+mn-lt"/>
                <a:ea typeface="+mn-ea"/>
                <a:cs typeface="+mn-cs"/>
              </a:rPr>
              <a:t>เพิ่มเข้ามาคือการดู</a:t>
            </a:r>
            <a:r>
              <a:rPr lang="en-US" sz="1200" b="0" i="0" kern="1200" dirty="0">
                <a:solidFill>
                  <a:schemeClr val="tx1"/>
                </a:solidFill>
                <a:effectLst/>
                <a:latin typeface="+mn-lt"/>
                <a:ea typeface="+mn-ea"/>
                <a:cs typeface="+mn-cs"/>
              </a:rPr>
              <a:t> Output </a:t>
            </a:r>
            <a:r>
              <a:rPr lang="en-US" sz="1200" b="0" i="0" kern="1200" dirty="0" err="1">
                <a:solidFill>
                  <a:schemeClr val="tx1"/>
                </a:solidFill>
                <a:effectLst/>
                <a:latin typeface="+mn-lt"/>
                <a:ea typeface="+mn-ea"/>
                <a:cs typeface="+mn-cs"/>
              </a:rPr>
              <a:t>แบบ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Real-time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เหมือนเรากำลังเฝ้าหน้าจอว่า</a:t>
            </a:r>
            <a:r>
              <a:rPr lang="en-US" sz="1200" b="0" i="0" kern="1200" dirty="0">
                <a:solidFill>
                  <a:schemeClr val="tx1"/>
                </a:solidFill>
                <a:effectLst/>
                <a:latin typeface="+mn-lt"/>
                <a:ea typeface="+mn-ea"/>
                <a:cs typeface="+mn-cs"/>
              </a:rPr>
              <a:t> Application </a:t>
            </a:r>
            <a:r>
              <a:rPr lang="en-US" sz="1200" b="0" i="0" kern="1200" dirty="0" err="1">
                <a:solidFill>
                  <a:schemeClr val="tx1"/>
                </a:solidFill>
                <a:effectLst/>
                <a:latin typeface="+mn-lt"/>
                <a:ea typeface="+mn-ea"/>
                <a:cs typeface="+mn-cs"/>
              </a:rPr>
              <a:t>กำลังทำอะไรอยู่</a:t>
            </a:r>
            <a:r>
              <a:rPr lang="en-US" sz="1200" b="0" i="0" kern="1200" dirty="0">
                <a:solidFill>
                  <a:schemeClr val="tx1"/>
                </a:solidFill>
                <a:effectLst/>
                <a:latin typeface="+mn-lt"/>
                <a:ea typeface="+mn-ea"/>
                <a:cs typeface="+mn-cs"/>
              </a:rPr>
              <a:t>”</a:t>
            </a: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หรือดูผ่าน</a:t>
            </a:r>
            <a:r>
              <a:rPr lang="en-US" sz="1200" b="0" i="0" kern="1200" dirty="0">
                <a:solidFill>
                  <a:schemeClr val="tx1"/>
                </a:solidFill>
                <a:effectLst/>
                <a:latin typeface="+mn-lt"/>
                <a:ea typeface="+mn-ea"/>
                <a:cs typeface="+mn-cs"/>
              </a:rPr>
              <a:t> Portal </a:t>
            </a:r>
            <a:r>
              <a:rPr lang="en-US" sz="1200" b="0" i="0" kern="1200" dirty="0" err="1">
                <a:solidFill>
                  <a:schemeClr val="tx1"/>
                </a:solidFill>
                <a:effectLst/>
                <a:latin typeface="+mn-lt"/>
                <a:ea typeface="+mn-ea"/>
                <a:cs typeface="+mn-cs"/>
              </a:rPr>
              <a:t>ก็ได้</a:t>
            </a:r>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th-TH"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3. Kudu: “</a:t>
            </a:r>
            <a:r>
              <a:rPr lang="en-US" sz="1200" b="1" i="0" kern="1200" dirty="0" err="1">
                <a:solidFill>
                  <a:schemeClr val="tx1"/>
                </a:solidFill>
                <a:effectLst/>
                <a:latin typeface="+mn-lt"/>
                <a:ea typeface="+mn-ea"/>
                <a:cs typeface="+mn-cs"/>
              </a:rPr>
              <a:t>ขอเข้าไปตรวจข้างในหน่อย</a:t>
            </a:r>
            <a:r>
              <a:rPr lang="en-US" sz="1200" b="1" i="0" kern="1200" dirty="0">
                <a:solidFill>
                  <a:schemeClr val="tx1"/>
                </a:solidFill>
                <a:effectLst/>
                <a:latin typeface="+mn-lt"/>
                <a:ea typeface="+mn-ea"/>
                <a:cs typeface="+mn-cs"/>
              </a:rPr>
              <a:t>”</a:t>
            </a:r>
          </a:p>
          <a:p>
            <a:pPr fontAlgn="t"/>
            <a:r>
              <a:rPr lang="en-US" sz="1200" b="0" i="0" kern="1200" dirty="0" err="1">
                <a:solidFill>
                  <a:schemeClr val="tx1"/>
                </a:solidFill>
                <a:effectLst/>
                <a:latin typeface="+mn-lt"/>
                <a:ea typeface="+mn-ea"/>
                <a:cs typeface="+mn-cs"/>
              </a:rPr>
              <a:t>ส่วนที่สามคือ</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Kudu </a:t>
            </a:r>
            <a:r>
              <a:rPr lang="en-US" sz="1200" b="1" i="0" kern="1200" dirty="0" err="1">
                <a:solidFill>
                  <a:schemeClr val="tx1"/>
                </a:solidFill>
                <a:effectLst/>
                <a:latin typeface="+mn-lt"/>
                <a:ea typeface="+mn-ea"/>
                <a:cs typeface="+mn-cs"/>
              </a:rPr>
              <a:t>หรือ</a:t>
            </a:r>
            <a:r>
              <a:rPr lang="en-US" sz="1200" b="1" i="0" kern="1200" dirty="0">
                <a:solidFill>
                  <a:schemeClr val="tx1"/>
                </a:solidFill>
                <a:effectLst/>
                <a:latin typeface="+mn-lt"/>
                <a:ea typeface="+mn-ea"/>
                <a:cs typeface="+mn-cs"/>
              </a:rPr>
              <a:t> SCM site</a:t>
            </a: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Instructor </a:t>
            </a:r>
            <a:r>
              <a:rPr lang="en-US" sz="1200" b="0" i="0" kern="1200" dirty="0" err="1">
                <a:solidFill>
                  <a:schemeClr val="tx1"/>
                </a:solidFill>
                <a:effectLst/>
                <a:latin typeface="+mn-lt"/>
                <a:ea typeface="+mn-ea"/>
                <a:cs typeface="+mn-cs"/>
              </a:rPr>
              <a:t>สามารถเปรียบเทียบแบบนี้</a:t>
            </a:r>
            <a:r>
              <a:rPr lang="en-US" sz="1200" b="0" i="0" kern="1200" dirty="0">
                <a:solidFill>
                  <a:schemeClr val="tx1"/>
                </a:solidFill>
                <a:effectLst/>
                <a:latin typeface="+mn-lt"/>
                <a:ea typeface="+mn-ea"/>
                <a:cs typeface="+mn-cs"/>
              </a:rPr>
              <a:t>:</a:t>
            </a:r>
          </a:p>
          <a:p>
            <a:pPr fontAlgn="t"/>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ถ้า</a:t>
            </a:r>
            <a:r>
              <a:rPr lang="en-US" sz="1200" b="0" i="0" kern="1200" dirty="0">
                <a:solidFill>
                  <a:schemeClr val="tx1"/>
                </a:solidFill>
                <a:effectLst/>
                <a:latin typeface="+mn-lt"/>
                <a:ea typeface="+mn-ea"/>
                <a:cs typeface="+mn-cs"/>
              </a:rPr>
              <a:t> Log </a:t>
            </a:r>
            <a:r>
              <a:rPr lang="en-US" sz="1200" b="0" i="0" kern="1200" dirty="0" err="1">
                <a:solidFill>
                  <a:schemeClr val="tx1"/>
                </a:solidFill>
                <a:effectLst/>
                <a:latin typeface="+mn-lt"/>
                <a:ea typeface="+mn-ea"/>
                <a:cs typeface="+mn-cs"/>
              </a:rPr>
              <a:t>บอกเราว่าเกิด</a:t>
            </a:r>
            <a:r>
              <a:rPr lang="en-US" sz="1200" b="0" i="0" kern="1200" dirty="0">
                <a:solidFill>
                  <a:schemeClr val="tx1"/>
                </a:solidFill>
                <a:effectLst/>
                <a:latin typeface="+mn-lt"/>
                <a:ea typeface="+mn-ea"/>
                <a:cs typeface="+mn-cs"/>
              </a:rPr>
              <a:t> Error </a:t>
            </a:r>
            <a:r>
              <a:rPr lang="en-US" sz="1200" b="0" i="0" kern="1200" dirty="0" err="1">
                <a:solidFill>
                  <a:schemeClr val="tx1"/>
                </a:solidFill>
                <a:effectLst/>
                <a:latin typeface="+mn-lt"/>
                <a:ea typeface="+mn-ea"/>
                <a:cs typeface="+mn-cs"/>
              </a:rPr>
              <a:t>แต่เรายังไม่รู้ว่าทำไม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เราอาจต้องตรวจละเอียดขึ้น</a:t>
            </a:r>
            <a:r>
              <a:rPr lang="en-US" sz="1200" b="0" i="0" kern="1200" dirty="0">
                <a:solidFill>
                  <a:schemeClr val="tx1"/>
                </a:solidFill>
                <a:effectLst/>
                <a:latin typeface="+mn-lt"/>
                <a:ea typeface="+mn-ea"/>
                <a:cs typeface="+mn-cs"/>
              </a:rPr>
              <a:t> Kudu </a:t>
            </a:r>
            <a:r>
              <a:rPr lang="en-US" sz="1200" b="0" i="0" kern="1200" dirty="0" err="1">
                <a:solidFill>
                  <a:schemeClr val="tx1"/>
                </a:solidFill>
                <a:effectLst/>
                <a:latin typeface="+mn-lt"/>
                <a:ea typeface="+mn-ea"/>
                <a:cs typeface="+mn-cs"/>
              </a:rPr>
              <a:t>เปรียบเหมือนพื้นที่สำหรับเข้าไปตรวจสอบสภาพแวดล้อมของ</a:t>
            </a:r>
            <a:r>
              <a:rPr lang="en-US" sz="1200" b="0" i="0" kern="1200" dirty="0">
                <a:solidFill>
                  <a:schemeClr val="tx1"/>
                </a:solidFill>
                <a:effectLst/>
                <a:latin typeface="+mn-lt"/>
                <a:ea typeface="+mn-ea"/>
                <a:cs typeface="+mn-cs"/>
              </a:rPr>
              <a:t> App”</a:t>
            </a:r>
          </a:p>
          <a:p>
            <a:pPr marL="0" marR="0" lvl="0" indent="0" algn="l" defTabSz="914400" rtl="0" eaLnBrk="1" fontAlgn="t" latinLnBrk="0" hangingPunct="1">
              <a:lnSpc>
                <a:spcPct val="100000"/>
              </a:lnSpc>
              <a:spcBef>
                <a:spcPts val="0"/>
              </a:spcBef>
              <a:spcAft>
                <a:spcPts val="0"/>
              </a:spcAft>
              <a:buClrTx/>
              <a:buSzTx/>
              <a:buFontTx/>
              <a:buNone/>
              <a:tabLst/>
              <a:defRPr/>
            </a:pPr>
            <a:endParaRPr lang="th-TH"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ตรวจสอบ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Environment Variables</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Browse File System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/home/</a:t>
            </a:r>
            <a:r>
              <a:rPr lang="en-US" sz="1200" b="0" i="0" kern="1200" dirty="0" err="1">
                <a:solidFill>
                  <a:schemeClr val="tx1"/>
                </a:solidFill>
                <a:effectLst/>
                <a:latin typeface="+mn-lt"/>
                <a:ea typeface="+mn-ea"/>
                <a:cs typeface="+mn-cs"/>
              </a:rPr>
              <a:t>LogFiles</a:t>
            </a:r>
            <a:r>
              <a:rPr lang="en-US" sz="1200" b="0" i="0" kern="1200" dirty="0">
                <a:solidFill>
                  <a:schemeClr val="tx1"/>
                </a:solidFill>
                <a:effectLst/>
                <a:latin typeface="+mn-lt"/>
                <a:ea typeface="+mn-ea"/>
                <a:cs typeface="+mn-cs"/>
              </a:rPr>
              <a:t>/</a:t>
            </a:r>
          </a:p>
          <a:p>
            <a:pPr lvl="0" fontAlgn="t"/>
            <a:r>
              <a:rPr lang="en-US" sz="1200" b="0" i="0" kern="1200" dirty="0">
                <a:solidFill>
                  <a:schemeClr val="tx1"/>
                </a:solidFill>
                <a:effectLst/>
                <a:latin typeface="+mn-lt"/>
                <a:ea typeface="+mn-ea"/>
                <a:cs typeface="+mn-cs"/>
              </a:rPr>
              <a:t>Download </a:t>
            </a:r>
            <a:r>
              <a:rPr lang="en-US" sz="1200" b="1" i="0" kern="1200" dirty="0">
                <a:solidFill>
                  <a:schemeClr val="tx1"/>
                </a:solidFill>
                <a:effectLst/>
                <a:latin typeface="+mn-lt"/>
                <a:ea typeface="+mn-ea"/>
                <a:cs typeface="+mn-cs"/>
              </a:rPr>
              <a:t>Diagnostic Dump</a:t>
            </a: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Kudu = </a:t>
            </a:r>
            <a:r>
              <a:rPr lang="en-US" sz="1200" b="1" i="0" kern="1200" dirty="0" err="1">
                <a:solidFill>
                  <a:schemeClr val="tx1"/>
                </a:solidFill>
                <a:effectLst/>
                <a:latin typeface="+mn-lt"/>
                <a:ea typeface="+mn-ea"/>
                <a:cs typeface="+mn-cs"/>
              </a:rPr>
              <a:t>เข้าไปตรวจ</a:t>
            </a:r>
            <a:r>
              <a:rPr lang="en-US" sz="1200" b="1" i="0" kern="1200" dirty="0">
                <a:solidFill>
                  <a:schemeClr val="tx1"/>
                </a:solidFill>
                <a:effectLst/>
                <a:latin typeface="+mn-lt"/>
                <a:ea typeface="+mn-ea"/>
                <a:cs typeface="+mn-cs"/>
              </a:rPr>
              <a:t> Environment, Files </a:t>
            </a:r>
            <a:r>
              <a:rPr lang="en-US" sz="1200" b="1" i="0" kern="1200" dirty="0" err="1">
                <a:solidFill>
                  <a:schemeClr val="tx1"/>
                </a:solidFill>
                <a:effectLst/>
                <a:latin typeface="+mn-lt"/>
                <a:ea typeface="+mn-ea"/>
                <a:cs typeface="+mn-cs"/>
              </a:rPr>
              <a:t>และข้อมูล</a:t>
            </a:r>
            <a:r>
              <a:rPr lang="en-US" sz="1200" b="1" i="0" kern="1200" dirty="0">
                <a:solidFill>
                  <a:schemeClr val="tx1"/>
                </a:solidFill>
                <a:effectLst/>
                <a:latin typeface="+mn-lt"/>
                <a:ea typeface="+mn-ea"/>
                <a:cs typeface="+mn-cs"/>
              </a:rPr>
              <a:t> Diagnostic</a:t>
            </a: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th-TH"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4. Azure Monitor: “</a:t>
            </a:r>
            <a:r>
              <a:rPr lang="en-US" sz="1200" b="1" i="0" kern="1200" dirty="0" err="1">
                <a:solidFill>
                  <a:schemeClr val="tx1"/>
                </a:solidFill>
                <a:effectLst/>
                <a:latin typeface="+mn-lt"/>
                <a:ea typeface="+mn-ea"/>
                <a:cs typeface="+mn-cs"/>
              </a:rPr>
              <a:t>ถ้าต้องการวิเคราะห์ภาพใหญ่ล่ะ</a:t>
            </a:r>
            <a:r>
              <a:rPr lang="en-US" sz="1200" b="1" i="0" kern="1200" dirty="0">
                <a:solidFill>
                  <a:schemeClr val="tx1"/>
                </a:solidFill>
                <a:effectLst/>
                <a:latin typeface="+mn-lt"/>
                <a:ea typeface="+mn-ea"/>
                <a:cs typeface="+mn-cs"/>
              </a:rPr>
              <a:t>?”</a:t>
            </a:r>
          </a:p>
          <a:p>
            <a:pPr fontAlgn="t"/>
            <a:r>
              <a:rPr lang="en-US" sz="1200" b="0" i="0" kern="1200" dirty="0" err="1">
                <a:solidFill>
                  <a:schemeClr val="tx1"/>
                </a:solidFill>
                <a:effectLst/>
                <a:latin typeface="+mn-lt"/>
                <a:ea typeface="+mn-ea"/>
                <a:cs typeface="+mn-cs"/>
              </a:rPr>
              <a:t>สุดท้ายคือ</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Azure Monitor integration</a:t>
            </a: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เมื่อระบบเข้าสู่</a:t>
            </a:r>
            <a:r>
              <a:rPr lang="en-US" sz="1200" b="0" i="0" kern="1200" dirty="0">
                <a:solidFill>
                  <a:schemeClr val="tx1"/>
                </a:solidFill>
                <a:effectLst/>
                <a:latin typeface="+mn-lt"/>
                <a:ea typeface="+mn-ea"/>
                <a:cs typeface="+mn-cs"/>
              </a:rPr>
              <a:t> Production </a:t>
            </a:r>
            <a:r>
              <a:rPr lang="en-US" sz="1200" b="0" i="0" kern="1200" dirty="0" err="1">
                <a:solidFill>
                  <a:schemeClr val="tx1"/>
                </a:solidFill>
                <a:effectLst/>
                <a:latin typeface="+mn-lt"/>
                <a:ea typeface="+mn-ea"/>
                <a:cs typeface="+mn-cs"/>
              </a:rPr>
              <a:t>เราไม่ได้ต้องการแค่ดู</a:t>
            </a:r>
            <a:r>
              <a:rPr lang="en-US" sz="1200" b="0" i="0" kern="1200" dirty="0">
                <a:solidFill>
                  <a:schemeClr val="tx1"/>
                </a:solidFill>
                <a:effectLst/>
                <a:latin typeface="+mn-lt"/>
                <a:ea typeface="+mn-ea"/>
                <a:cs typeface="+mn-cs"/>
              </a:rPr>
              <a:t> Error </a:t>
            </a:r>
            <a:r>
              <a:rPr lang="en-US" sz="1200" b="0" i="0" kern="1200" dirty="0" err="1">
                <a:solidFill>
                  <a:schemeClr val="tx1"/>
                </a:solidFill>
                <a:effectLst/>
                <a:latin typeface="+mn-lt"/>
                <a:ea typeface="+mn-ea"/>
                <a:cs typeface="+mn-cs"/>
              </a:rPr>
              <a:t>ทีละบรรทัด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แต่ต้องการรวบรวม</a:t>
            </a:r>
            <a:r>
              <a:rPr lang="en-US" sz="1200" b="0" i="0" kern="1200" dirty="0">
                <a:solidFill>
                  <a:schemeClr val="tx1"/>
                </a:solidFill>
                <a:effectLst/>
                <a:latin typeface="+mn-lt"/>
                <a:ea typeface="+mn-ea"/>
                <a:cs typeface="+mn-cs"/>
              </a:rPr>
              <a:t> Logs </a:t>
            </a:r>
            <a:r>
              <a:rPr lang="en-US" sz="1200" b="0" i="0" kern="1200" dirty="0" err="1">
                <a:solidFill>
                  <a:schemeClr val="tx1"/>
                </a:solidFill>
                <a:effectLst/>
                <a:latin typeface="+mn-lt"/>
                <a:ea typeface="+mn-ea"/>
                <a:cs typeface="+mn-cs"/>
              </a:rPr>
              <a:t>เพื่อนำไปค้นหา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วิเคราะห์</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และสร้าง</a:t>
            </a:r>
            <a:r>
              <a:rPr lang="en-US" sz="1200" b="0" i="0" kern="1200" dirty="0">
                <a:solidFill>
                  <a:schemeClr val="tx1"/>
                </a:solidFill>
                <a:effectLst/>
                <a:latin typeface="+mn-lt"/>
                <a:ea typeface="+mn-ea"/>
                <a:cs typeface="+mn-cs"/>
              </a:rPr>
              <a:t> Alert”</a:t>
            </a:r>
          </a:p>
          <a:p>
            <a:pPr fontAlgn="t"/>
            <a:r>
              <a:rPr lang="en-US" sz="1200" b="0" i="0" kern="1200" dirty="0" err="1">
                <a:solidFill>
                  <a:schemeClr val="tx1"/>
                </a:solidFill>
                <a:effectLst/>
                <a:latin typeface="+mn-lt"/>
                <a:ea typeface="+mn-ea"/>
                <a:cs typeface="+mn-cs"/>
              </a:rPr>
              <a:t>ตามภาพ</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สามารถส่ง</a:t>
            </a:r>
            <a:r>
              <a:rPr lang="en-US" sz="1200" b="0" i="0" kern="1200" dirty="0">
                <a:solidFill>
                  <a:schemeClr val="tx1"/>
                </a:solidFill>
                <a:effectLst/>
                <a:latin typeface="+mn-lt"/>
                <a:ea typeface="+mn-ea"/>
                <a:cs typeface="+mn-cs"/>
              </a:rPr>
              <a:t> Logs </a:t>
            </a:r>
            <a:r>
              <a:rPr lang="en-US" sz="1200" b="0" i="0" kern="1200" dirty="0" err="1">
                <a:solidFill>
                  <a:schemeClr val="tx1"/>
                </a:solidFill>
                <a:effectLst/>
                <a:latin typeface="+mn-lt"/>
                <a:ea typeface="+mn-ea"/>
                <a:cs typeface="+mn-cs"/>
              </a:rPr>
              <a:t>ไปยัง</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Log Analytics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a:t>
            </a:r>
            <a:r>
              <a:rPr lang="en-US" sz="1200" b="0" i="0" kern="1200" dirty="0">
                <a:solidFill>
                  <a:schemeClr val="tx1"/>
                </a:solidFill>
                <a:effectLst/>
                <a:latin typeface="+mn-lt"/>
                <a:ea typeface="+mn-ea"/>
                <a:cs typeface="+mn-cs"/>
              </a:rPr>
              <a:t>:</a:t>
            </a:r>
          </a:p>
          <a:p>
            <a:pPr lvl="0" fontAlgn="t"/>
            <a:r>
              <a:rPr lang="en-US" sz="1200" b="0" i="0" kern="1200" dirty="0">
                <a:solidFill>
                  <a:schemeClr val="tx1"/>
                </a:solidFill>
                <a:effectLst/>
                <a:latin typeface="+mn-lt"/>
                <a:ea typeface="+mn-ea"/>
                <a:cs typeface="+mn-cs"/>
              </a:rPr>
              <a:t>Query </a:t>
            </a:r>
            <a:r>
              <a:rPr lang="en-US" sz="1200" b="0" i="0" kern="1200" dirty="0" err="1">
                <a:solidFill>
                  <a:schemeClr val="tx1"/>
                </a:solidFill>
                <a:effectLst/>
                <a:latin typeface="+mn-lt"/>
                <a:ea typeface="+mn-ea"/>
                <a:cs typeface="+mn-cs"/>
              </a:rPr>
              <a:t>ด้วย</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KQL</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ทำ</a:t>
            </a:r>
            <a:r>
              <a:rPr lang="en-US" sz="1200" b="0" i="0" kern="1200" dirty="0">
                <a:solidFill>
                  <a:schemeClr val="tx1"/>
                </a:solidFill>
                <a:effectLst/>
                <a:latin typeface="+mn-lt"/>
                <a:ea typeface="+mn-ea"/>
                <a:cs typeface="+mn-cs"/>
              </a:rPr>
              <a:t> Alerting</a:t>
            </a:r>
          </a:p>
          <a:p>
            <a:pPr marL="0" marR="0" lvl="0" indent="0" algn="l" defTabSz="914400" rtl="0" eaLnBrk="1" fontAlgn="t" latinLnBrk="0" hangingPunct="1">
              <a:lnSpc>
                <a:spcPct val="100000"/>
              </a:lnSpc>
              <a:spcBef>
                <a:spcPts val="0"/>
              </a:spcBef>
              <a:spcAft>
                <a:spcPts val="0"/>
              </a:spcAft>
              <a:buClrTx/>
              <a:buSzTx/>
              <a:buFontTx/>
              <a:buNone/>
              <a:tabLst/>
              <a:defRPr/>
            </a:pPr>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Azure Monitor = </a:t>
            </a:r>
            <a:r>
              <a:rPr lang="en-US" sz="1200" b="0" i="0" kern="1200" dirty="0" err="1">
                <a:solidFill>
                  <a:schemeClr val="tx1"/>
                </a:solidFill>
                <a:effectLst/>
                <a:latin typeface="+mn-lt"/>
                <a:ea typeface="+mn-ea"/>
                <a:cs typeface="+mn-cs"/>
              </a:rPr>
              <a:t>นำ</a:t>
            </a:r>
            <a:r>
              <a:rPr lang="en-US" sz="1200" b="0" i="0" kern="1200" dirty="0">
                <a:solidFill>
                  <a:schemeClr val="tx1"/>
                </a:solidFill>
                <a:effectLst/>
                <a:latin typeface="+mn-lt"/>
                <a:ea typeface="+mn-ea"/>
                <a:cs typeface="+mn-cs"/>
              </a:rPr>
              <a:t> Logs </a:t>
            </a:r>
            <a:r>
              <a:rPr lang="en-US" sz="1200" b="0" i="0" kern="1200" dirty="0" err="1">
                <a:solidFill>
                  <a:schemeClr val="tx1"/>
                </a:solidFill>
                <a:effectLst/>
                <a:latin typeface="+mn-lt"/>
                <a:ea typeface="+mn-ea"/>
                <a:cs typeface="+mn-cs"/>
              </a:rPr>
              <a:t>ไปวิเคราะห์และ</a:t>
            </a:r>
            <a:r>
              <a:rPr lang="en-US" sz="1200" b="0" i="0" kern="1200" dirty="0">
                <a:solidFill>
                  <a:schemeClr val="tx1"/>
                </a:solidFill>
                <a:effectLst/>
                <a:latin typeface="+mn-lt"/>
                <a:ea typeface="+mn-ea"/>
                <a:cs typeface="+mn-cs"/>
              </a:rPr>
              <a:t> Monitoring </a:t>
            </a:r>
            <a:r>
              <a:rPr lang="en-US" sz="1200" b="0" i="0" kern="1200" dirty="0" err="1">
                <a:solidFill>
                  <a:schemeClr val="tx1"/>
                </a:solidFill>
                <a:effectLst/>
                <a:latin typeface="+mn-lt"/>
                <a:ea typeface="+mn-ea"/>
                <a:cs typeface="+mn-cs"/>
              </a:rPr>
              <a:t>ในภาพรวม</a:t>
            </a: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p:txBody>
      </p:sp>
      <p:sp>
        <p:nvSpPr>
          <p:cNvPr id="377019626"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0E970F-FA54-F7ED-2DFB-9A4A7B344C10}"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90825954" name="Slide Image Placeholder 1"/>
          <p:cNvSpPr>
            <a:spLocks noGrp="1" noRot="1" noChangeAspect="1"/>
          </p:cNvSpPr>
          <p:nvPr>
            <p:ph type="sldImg"/>
          </p:nvPr>
        </p:nvSpPr>
        <p:spPr bwMode="auto">
          <a:xfrm>
            <a:off x="217488" y="812800"/>
            <a:ext cx="7124700" cy="4008438"/>
          </a:xfrm>
        </p:spPr>
      </p:sp>
      <p:sp>
        <p:nvSpPr>
          <p:cNvPr id="1748989477" name="Notes Placeholder 2"/>
          <p:cNvSpPr>
            <a:spLocks noGrp="1"/>
          </p:cNvSpPr>
          <p:nvPr>
            <p:ph type="body" idx="1"/>
          </p:nvPr>
        </p:nvSpPr>
        <p:spPr bwMode="auto"/>
        <p:txBody>
          <a:bodyPr/>
          <a:lstStyle/>
          <a:p>
            <a:pPr>
              <a:lnSpc>
                <a:spcPct val="90000"/>
              </a:lnSpc>
              <a:spcAft>
                <a:spcPts val="332"/>
              </a:spcAft>
              <a:defRPr/>
            </a:pPr>
            <a:r>
              <a:rPr lang="en-US"/>
              <a:t>This exercise requires an Azure subscription, which should be provided by the lab hoster supporting your delivery of this course.</a:t>
            </a:r>
            <a:endParaRPr lang="en-US">
              <a:solidFill>
                <a:srgbClr val="444444"/>
              </a:solidFill>
            </a:endParaRPr>
          </a:p>
          <a:p>
            <a:pPr>
              <a:lnSpc>
                <a:spcPct val="90000"/>
              </a:lnSpc>
              <a:spcAft>
                <a:spcPts val="332"/>
              </a:spcAft>
              <a:defRPr/>
            </a:pPr>
            <a:r>
              <a:rPr lang="en-US"/>
              <a:t>If you are not able to provide students with Azure subscriptions, you can demonstrate the lab using your own subscription (if you have one available).</a:t>
            </a:r>
            <a:endParaRPr/>
          </a:p>
        </p:txBody>
      </p:sp>
      <p:sp>
        <p:nvSpPr>
          <p:cNvPr id="1068358361" name="Header Placeholder 3"/>
          <p:cNvSpPr>
            <a:spLocks noGrp="1"/>
          </p:cNvSpPr>
          <p:nvPr>
            <p:ph type="hdr" sz="quarter"/>
          </p:nvPr>
        </p:nvSpPr>
        <p:spPr bwMode="auto"/>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1919110207" name="Footer Placeholder 4"/>
          <p:cNvSpPr>
            <a:spLocks noGrp="1"/>
          </p:cNvSpPr>
          <p:nvPr>
            <p:ph type="ftr" sz="quarter" idx="4"/>
          </p:nvPr>
        </p:nvSpPr>
        <p:spPr bwMode="auto"/>
        <p:txBody>
          <a:bodyPr/>
          <a:lstStyle/>
          <a:p>
            <a:pPr marL="0" marR="0" lvl="0" indent="0" algn="l" defTabSz="914098" rtl="0" eaLnBrk="1" fontAlgn="auto" latinLnBrk="0" hangingPunct="1">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a:ea typeface="Segoe UI"/>
                <a:cs typeface="Segoe UI"/>
              </a:rPr>
              <a:t>© Microsoft Corporation. All rights reserved. MICROSOFT MAKES NO WARRANTIES, EXPRESS, IMPLIED OR STATUTORY, AS TO THE INFORMATION IN THIS PRESENTATION.</a:t>
            </a:r>
            <a:endParaRPr kumimoji="0" sz="1200" b="0" i="0" u="none" strike="noStrike" kern="0" cap="none" spc="0" normalizeH="0" baseline="0" noProof="0">
              <a:ln>
                <a:noFill/>
              </a:ln>
              <a:solidFill>
                <a:prstClr val="black"/>
              </a:solidFill>
              <a:effectLst/>
              <a:uLnTx/>
              <a:uFillTx/>
              <a:latin typeface="Aptos"/>
              <a:cs typeface="Arial"/>
            </a:endParaRPr>
          </a:p>
        </p:txBody>
      </p:sp>
      <p:sp>
        <p:nvSpPr>
          <p:cNvPr id="1119264772" name="Date Placeholder 5"/>
          <p:cNvSpPr>
            <a:spLocks noGrp="1"/>
          </p:cNvSpPr>
          <p:nvPr>
            <p:ph type="dt" idx="1"/>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FD8069-D363-B1FD-C85A-30544EF19ECA}" type="datetime8">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10/27/2026 8:46 AM</a:t>
            </a:fld>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290717661" name="Slide Number Placeholder 6"/>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32D111-37E3-EE75-0870-1F0A4C533A8B}"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31759104" name="Slide Image Placeholder 1"/>
          <p:cNvSpPr>
            <a:spLocks noGrp="1" noRot="1" noChangeAspect="1"/>
          </p:cNvSpPr>
          <p:nvPr>
            <p:ph type="sldImg"/>
          </p:nvPr>
        </p:nvSpPr>
        <p:spPr bwMode="auto">
          <a:xfrm>
            <a:off x="217488" y="812800"/>
            <a:ext cx="7124700" cy="4008438"/>
          </a:xfrm>
        </p:spPr>
      </p:sp>
      <p:sp>
        <p:nvSpPr>
          <p:cNvPr id="44840900" name="Notes Placeholder 2"/>
          <p:cNvSpPr>
            <a:spLocks noGrp="1"/>
          </p:cNvSpPr>
          <p:nvPr>
            <p:ph type="body" idx="1"/>
          </p:nvPr>
        </p:nvSpPr>
        <p:spPr bwMode="auto"/>
        <p:txBody>
          <a:bodyPr/>
          <a:lstStyle/>
          <a:p>
            <a:pPr marL="0" marR="0" lvl="0" indent="0" algn="l" defTabSz="914400" rtl="0">
              <a:lnSpc>
                <a:spcPct val="100000"/>
              </a:lnSpc>
              <a:spcBef>
                <a:spcPts val="0"/>
              </a:spcBef>
              <a:spcAft>
                <a:spcPts val="0"/>
              </a:spcAft>
              <a:buClrTx/>
              <a:buSzTx/>
              <a:buFontTx/>
              <a:buNone/>
              <a:defRPr/>
            </a:pPr>
            <a:r>
              <a:rPr lang="en-US" sz="1200" b="1" u="none" strike="noStrike" kern="1200" dirty="0">
                <a:solidFill>
                  <a:schemeClr val="tx1"/>
                </a:solidFill>
                <a:effectLst/>
                <a:latin typeface="+mn-lt"/>
                <a:ea typeface="+mn-ea"/>
                <a:cs typeface="+mn-cs"/>
              </a:rPr>
              <a:t>Azure Container Apps</a:t>
            </a:r>
            <a:r>
              <a:rPr lang="en-US" dirty="0"/>
              <a:t> </a:t>
            </a:r>
            <a:r>
              <a:rPr lang="en-US" dirty="0" err="1"/>
              <a:t>คือ</a:t>
            </a:r>
            <a:r>
              <a:rPr lang="en-US" dirty="0"/>
              <a:t> </a:t>
            </a:r>
            <a:r>
              <a:rPr lang="en-US" dirty="0" err="1"/>
              <a:t>บริการของ</a:t>
            </a:r>
            <a:r>
              <a:rPr lang="en-US" dirty="0"/>
              <a:t> Microsoft Azure </a:t>
            </a:r>
            <a:r>
              <a:rPr lang="en-US" dirty="0" err="1"/>
              <a:t>ที่ช่วยให้คุณสามารถรันแอปพลิเคชันที่อยู่ในรูปแบบคอนเทนเนอร์</a:t>
            </a:r>
            <a:r>
              <a:rPr lang="en-US" dirty="0"/>
              <a:t> (Containerized Applications) </a:t>
            </a:r>
            <a:r>
              <a:rPr lang="en-US" dirty="0" err="1"/>
              <a:t>ได้ทันที</a:t>
            </a:r>
            <a:r>
              <a:rPr lang="en-US" dirty="0"/>
              <a:t> </a:t>
            </a:r>
            <a:r>
              <a:rPr lang="en-US" dirty="0" err="1"/>
              <a:t>โดยไม่ต้องคอยบริหารจัดการโครงสร้างพื้นฐาน</a:t>
            </a:r>
            <a:r>
              <a:rPr lang="en-US" dirty="0"/>
              <a:t> (Infrastructure) </a:t>
            </a:r>
            <a:r>
              <a:rPr lang="en-US" dirty="0" err="1"/>
              <a:t>หรือระบบจัดการคอนเทนเนอร์</a:t>
            </a:r>
            <a:r>
              <a:rPr lang="en-US" dirty="0"/>
              <a:t> (Orchestration) </a:t>
            </a:r>
            <a:r>
              <a:rPr lang="en-US" dirty="0" err="1"/>
              <a:t>เช่น</a:t>
            </a:r>
            <a:r>
              <a:rPr lang="en-US" dirty="0"/>
              <a:t> Kubernetes </a:t>
            </a:r>
            <a:r>
              <a:rPr lang="en-US" dirty="0" err="1"/>
              <a:t>ด้วยตัวเอง</a:t>
            </a:r>
            <a:endParaRPr lang="en-US" dirty="0"/>
          </a:p>
          <a:p>
            <a:pPr marL="0" marR="0" lvl="0" indent="0" algn="l" defTabSz="914400" rtl="0">
              <a:lnSpc>
                <a:spcPct val="100000"/>
              </a:lnSpc>
              <a:spcBef>
                <a:spcPts val="0"/>
              </a:spcBef>
              <a:spcAft>
                <a:spcPts val="0"/>
              </a:spcAft>
              <a:buClrTx/>
              <a:buSzTx/>
              <a:buFontTx/>
              <a:buNone/>
              <a:defRPr/>
            </a:pPr>
            <a:endParaRPr lang="en-US" dirty="0"/>
          </a:p>
          <a:p>
            <a:r>
              <a:rPr lang="en-US" sz="1200" b="1" u="none" strike="noStrike" kern="1200" dirty="0" err="1">
                <a:solidFill>
                  <a:schemeClr val="tx1"/>
                </a:solidFill>
                <a:effectLst/>
                <a:latin typeface="+mn-lt"/>
                <a:ea typeface="+mn-ea"/>
                <a:cs typeface="+mn-cs"/>
              </a:rPr>
              <a:t>จุดเด่นและความสามารถหลัก</a:t>
            </a:r>
            <a:endParaRPr lang="en-US" sz="1200" b="1" u="none" strike="noStrike" kern="1200" dirty="0">
              <a:solidFill>
                <a:schemeClr val="tx1"/>
              </a:solidFill>
              <a:effectLst/>
              <a:latin typeface="+mn-lt"/>
              <a:ea typeface="+mn-ea"/>
              <a:cs typeface="+mn-cs"/>
            </a:endParaRPr>
          </a:p>
          <a:p>
            <a:pPr lvl="0"/>
            <a:r>
              <a:rPr lang="en-US" sz="1200" b="1" u="none" strike="noStrike" kern="1200" dirty="0">
                <a:solidFill>
                  <a:schemeClr val="tx1"/>
                </a:solidFill>
                <a:effectLst/>
                <a:latin typeface="+mn-lt"/>
                <a:ea typeface="+mn-ea"/>
                <a:cs typeface="+mn-cs"/>
              </a:rPr>
              <a:t>Serverless &amp; Auto-scaling:</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ขยายขนาด</a:t>
            </a:r>
            <a:r>
              <a:rPr lang="en-US" sz="1200" b="0" u="none" strike="noStrike" kern="1200" dirty="0">
                <a:solidFill>
                  <a:schemeClr val="tx1"/>
                </a:solidFill>
                <a:effectLst/>
                <a:latin typeface="+mn-lt"/>
                <a:ea typeface="+mn-ea"/>
                <a:cs typeface="+mn-cs"/>
              </a:rPr>
              <a:t> (Scale-up / Scale-down) </a:t>
            </a:r>
            <a:r>
              <a:rPr lang="en-US" sz="1200" b="0" u="none" strike="noStrike" kern="1200" dirty="0" err="1">
                <a:solidFill>
                  <a:schemeClr val="tx1"/>
                </a:solidFill>
                <a:effectLst/>
                <a:latin typeface="+mn-lt"/>
                <a:ea typeface="+mn-ea"/>
                <a:cs typeface="+mn-cs"/>
              </a:rPr>
              <a:t>อัตโนมัติ</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หรือจะปรับลดลงจนเหลือ</a:t>
            </a:r>
            <a:r>
              <a:rPr lang="en-US" sz="1200" b="0" u="none" strike="noStrike" kern="1200" dirty="0">
                <a:solidFill>
                  <a:schemeClr val="tx1"/>
                </a:solidFill>
                <a:effectLst/>
                <a:latin typeface="+mn-lt"/>
                <a:ea typeface="+mn-ea"/>
                <a:cs typeface="+mn-cs"/>
              </a:rPr>
              <a:t> 0 (Scale to zero) </a:t>
            </a:r>
            <a:r>
              <a:rPr lang="en-US" sz="1200" b="0" u="none" strike="noStrike" kern="1200" dirty="0" err="1">
                <a:solidFill>
                  <a:schemeClr val="tx1"/>
                </a:solidFill>
                <a:effectLst/>
                <a:latin typeface="+mn-lt"/>
                <a:ea typeface="+mn-ea"/>
                <a:cs typeface="+mn-cs"/>
              </a:rPr>
              <a:t>ได้ตามปริมาณการใช้งานจริง</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ช่วยประหยัดค่าใช้จ่าย</a:t>
            </a:r>
            <a:endParaRPr lang="en-US" sz="1200" b="0" u="none" strike="noStrike" kern="1200" dirty="0">
              <a:solidFill>
                <a:schemeClr val="tx1"/>
              </a:solidFill>
              <a:effectLst/>
              <a:latin typeface="+mn-lt"/>
              <a:ea typeface="+mn-ea"/>
              <a:cs typeface="+mn-cs"/>
            </a:endParaRPr>
          </a:p>
          <a:p>
            <a:pPr lvl="0"/>
            <a:r>
              <a:rPr lang="en-US" sz="1200" b="1" u="none" strike="noStrike" kern="1200" dirty="0" err="1">
                <a:solidFill>
                  <a:schemeClr val="tx1"/>
                </a:solidFill>
                <a:effectLst/>
                <a:latin typeface="+mn-lt"/>
                <a:ea typeface="+mn-ea"/>
                <a:cs typeface="+mn-cs"/>
              </a:rPr>
              <a:t>ไม่ต้องจัดการ</a:t>
            </a:r>
            <a:r>
              <a:rPr lang="en-US" sz="1200" b="1" u="none" strike="noStrike" kern="1200" dirty="0">
                <a:solidFill>
                  <a:schemeClr val="tx1"/>
                </a:solidFill>
                <a:effectLst/>
                <a:latin typeface="+mn-lt"/>
                <a:ea typeface="+mn-ea"/>
                <a:cs typeface="+mn-cs"/>
              </a:rPr>
              <a:t> Cluster:</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ไม่ต้องปวดหัวกับการอัปเดต</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จัดการ</a:t>
            </a:r>
            <a:r>
              <a:rPr lang="en-US" sz="1200" b="0" u="none" strike="noStrike" kern="1200" dirty="0">
                <a:solidFill>
                  <a:schemeClr val="tx1"/>
                </a:solidFill>
                <a:effectLst/>
                <a:latin typeface="+mn-lt"/>
                <a:ea typeface="+mn-ea"/>
                <a:cs typeface="+mn-cs"/>
              </a:rPr>
              <a:t> Node </a:t>
            </a:r>
            <a:r>
              <a:rPr lang="en-US" sz="1200" b="0" u="none" strike="noStrike" kern="1200" dirty="0" err="1">
                <a:solidFill>
                  <a:schemeClr val="tx1"/>
                </a:solidFill>
                <a:effectLst/>
                <a:latin typeface="+mn-lt"/>
                <a:ea typeface="+mn-ea"/>
                <a:cs typeface="+mn-cs"/>
              </a:rPr>
              <a:t>หรือตั้งค่า</a:t>
            </a:r>
            <a:r>
              <a:rPr lang="en-US" sz="1200" b="0" u="none" strike="noStrike" kern="1200" dirty="0">
                <a:solidFill>
                  <a:schemeClr val="tx1"/>
                </a:solidFill>
                <a:effectLst/>
                <a:latin typeface="+mn-lt"/>
                <a:ea typeface="+mn-ea"/>
                <a:cs typeface="+mn-cs"/>
              </a:rPr>
              <a:t> Kubernetes </a:t>
            </a:r>
            <a:r>
              <a:rPr lang="en-US" sz="1200" b="0" u="none" strike="noStrike" kern="1200" dirty="0" err="1">
                <a:solidFill>
                  <a:schemeClr val="tx1"/>
                </a:solidFill>
                <a:effectLst/>
                <a:latin typeface="+mn-lt"/>
                <a:ea typeface="+mn-ea"/>
                <a:cs typeface="+mn-cs"/>
              </a:rPr>
              <a:t>เพราะ</a:t>
            </a:r>
            <a:r>
              <a:rPr lang="en-US" sz="1200" b="0" u="none" strike="noStrike" kern="1200" dirty="0">
                <a:solidFill>
                  <a:schemeClr val="tx1"/>
                </a:solidFill>
                <a:effectLst/>
                <a:latin typeface="+mn-lt"/>
                <a:ea typeface="+mn-ea"/>
                <a:cs typeface="+mn-cs"/>
              </a:rPr>
              <a:t> Microsoft Azure </a:t>
            </a:r>
            <a:r>
              <a:rPr lang="en-US" sz="1200" b="0" u="none" strike="noStrike" kern="1200" dirty="0" err="1">
                <a:solidFill>
                  <a:schemeClr val="tx1"/>
                </a:solidFill>
                <a:effectLst/>
                <a:latin typeface="+mn-lt"/>
                <a:ea typeface="+mn-ea"/>
                <a:cs typeface="+mn-cs"/>
              </a:rPr>
              <a:t>ดูแลเบื้องหลังให้ทั้งหมด</a:t>
            </a:r>
            <a:endParaRPr lang="en-US" sz="1200" b="0" u="none" strike="noStrike" kern="1200" dirty="0">
              <a:solidFill>
                <a:schemeClr val="tx1"/>
              </a:solidFill>
              <a:effectLst/>
              <a:latin typeface="+mn-lt"/>
              <a:ea typeface="+mn-ea"/>
              <a:cs typeface="+mn-cs"/>
            </a:endParaRPr>
          </a:p>
          <a:p>
            <a:pPr lvl="0"/>
            <a:r>
              <a:rPr lang="en-US" sz="1200" b="1" u="none" strike="noStrike" kern="1200" dirty="0" err="1">
                <a:solidFill>
                  <a:schemeClr val="tx1"/>
                </a:solidFill>
                <a:effectLst/>
                <a:latin typeface="+mn-lt"/>
                <a:ea typeface="+mn-ea"/>
                <a:cs typeface="+mn-cs"/>
              </a:rPr>
              <a:t>รองรับ</a:t>
            </a:r>
            <a:r>
              <a:rPr lang="en-US" sz="1200" b="1" u="none" strike="noStrike" kern="1200" dirty="0">
                <a:solidFill>
                  <a:schemeClr val="tx1"/>
                </a:solidFill>
                <a:effectLst/>
                <a:latin typeface="+mn-lt"/>
                <a:ea typeface="+mn-ea"/>
                <a:cs typeface="+mn-cs"/>
              </a:rPr>
              <a:t> Microservices:</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ออกแบบมาเพื่อรองรับสถาปัตยกรรมแบบ</a:t>
            </a:r>
            <a:r>
              <a:rPr lang="en-US" sz="1200" b="0" u="none" strike="noStrike" kern="1200" dirty="0">
                <a:solidFill>
                  <a:schemeClr val="tx1"/>
                </a:solidFill>
                <a:effectLst/>
                <a:latin typeface="+mn-lt"/>
                <a:ea typeface="+mn-ea"/>
                <a:cs typeface="+mn-cs"/>
              </a:rPr>
              <a:t> Microservices, API, Background Workers </a:t>
            </a:r>
            <a:r>
              <a:rPr lang="en-US" sz="1200" b="0" u="none" strike="noStrike" kern="1200" dirty="0" err="1">
                <a:solidFill>
                  <a:schemeClr val="tx1"/>
                </a:solidFill>
                <a:effectLst/>
                <a:latin typeface="+mn-lt"/>
                <a:ea typeface="+mn-ea"/>
                <a:cs typeface="+mn-cs"/>
              </a:rPr>
              <a:t>และ</a:t>
            </a:r>
            <a:r>
              <a:rPr lang="en-US" sz="1200" b="0" u="none" strike="noStrike" kern="1200" dirty="0">
                <a:solidFill>
                  <a:schemeClr val="tx1"/>
                </a:solidFill>
                <a:effectLst/>
                <a:latin typeface="+mn-lt"/>
                <a:ea typeface="+mn-ea"/>
                <a:cs typeface="+mn-cs"/>
              </a:rPr>
              <a:t> Event-driven Apps</a:t>
            </a:r>
          </a:p>
          <a:p>
            <a:pPr lvl="0"/>
            <a:r>
              <a:rPr lang="en-US" sz="1200" b="1" u="none" strike="noStrike" kern="1200" dirty="0">
                <a:solidFill>
                  <a:schemeClr val="tx1"/>
                </a:solidFill>
                <a:effectLst/>
                <a:latin typeface="+mn-lt"/>
                <a:ea typeface="+mn-ea"/>
                <a:cs typeface="+mn-cs"/>
              </a:rPr>
              <a:t>Built-in </a:t>
            </a:r>
            <a:r>
              <a:rPr lang="en-US" sz="1200" b="1" u="none" strike="noStrike" kern="1200" dirty="0" err="1">
                <a:solidFill>
                  <a:schemeClr val="tx1"/>
                </a:solidFill>
                <a:effectLst/>
                <a:latin typeface="+mn-lt"/>
                <a:ea typeface="+mn-ea"/>
                <a:cs typeface="+mn-cs"/>
              </a:rPr>
              <a:t>Dapr</a:t>
            </a:r>
            <a:r>
              <a:rPr lang="en-US" sz="1200" b="1" u="none" strike="noStrike" kern="1200" dirty="0">
                <a:solidFill>
                  <a:schemeClr val="tx1"/>
                </a:solidFill>
                <a:effectLst/>
                <a:latin typeface="+mn-lt"/>
                <a:ea typeface="+mn-ea"/>
                <a:cs typeface="+mn-cs"/>
              </a:rPr>
              <a:t> &amp; KEDA:</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รองรับการทำ</a:t>
            </a:r>
            <a:r>
              <a:rPr lang="en-US" sz="1200" b="0" u="none" strike="noStrike" kern="1200" dirty="0">
                <a:solidFill>
                  <a:schemeClr val="tx1"/>
                </a:solidFill>
                <a:effectLst/>
                <a:latin typeface="+mn-lt"/>
                <a:ea typeface="+mn-ea"/>
                <a:cs typeface="+mn-cs"/>
              </a:rPr>
              <a:t> Distributed Application Runtime (</a:t>
            </a:r>
            <a:r>
              <a:rPr lang="en-US" sz="1200" b="0" u="none" strike="noStrike" kern="1200" dirty="0" err="1">
                <a:solidFill>
                  <a:schemeClr val="tx1"/>
                </a:solidFill>
                <a:effectLst/>
                <a:latin typeface="+mn-lt"/>
                <a:ea typeface="+mn-ea"/>
                <a:cs typeface="+mn-cs"/>
              </a:rPr>
              <a:t>Dapr</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และ</a:t>
            </a:r>
            <a:r>
              <a:rPr lang="en-US" sz="1200" b="0" u="none" strike="noStrike" kern="1200" dirty="0">
                <a:solidFill>
                  <a:schemeClr val="tx1"/>
                </a:solidFill>
                <a:effectLst/>
                <a:latin typeface="+mn-lt"/>
                <a:ea typeface="+mn-ea"/>
                <a:cs typeface="+mn-cs"/>
              </a:rPr>
              <a:t> Kubernetes Event-driven Autoscaling (KEDA) </a:t>
            </a:r>
            <a:r>
              <a:rPr lang="en-US" sz="1200" b="0" u="none" strike="noStrike" kern="1200" dirty="0" err="1">
                <a:solidFill>
                  <a:schemeClr val="tx1"/>
                </a:solidFill>
                <a:effectLst/>
                <a:latin typeface="+mn-lt"/>
                <a:ea typeface="+mn-ea"/>
                <a:cs typeface="+mn-cs"/>
              </a:rPr>
              <a:t>มาให้อยoในตัว</a:t>
            </a:r>
            <a:endParaRPr lang="en-US" sz="1200" b="0" u="none" strike="noStrike" kern="1200" dirty="0">
              <a:solidFill>
                <a:schemeClr val="tx1"/>
              </a:solidFill>
              <a:effectLst/>
              <a:latin typeface="+mn-lt"/>
              <a:ea typeface="+mn-ea"/>
              <a:cs typeface="+mn-cs"/>
            </a:endParaRPr>
          </a:p>
          <a:p>
            <a:pPr lvl="0"/>
            <a:r>
              <a:rPr lang="en-US" sz="1200" b="1" u="none" strike="noStrike" kern="1200" dirty="0" err="1">
                <a:solidFill>
                  <a:schemeClr val="tx1"/>
                </a:solidFill>
                <a:effectLst/>
                <a:latin typeface="+mn-lt"/>
                <a:ea typeface="+mn-ea"/>
                <a:cs typeface="+mn-cs"/>
              </a:rPr>
              <a:t>เชื่อมต่อ</a:t>
            </a:r>
            <a:r>
              <a:rPr lang="en-US" sz="1200" b="1" u="none" strike="noStrike" kern="1200" dirty="0">
                <a:solidFill>
                  <a:schemeClr val="tx1"/>
                </a:solidFill>
                <a:effectLst/>
                <a:latin typeface="+mn-lt"/>
                <a:ea typeface="+mn-ea"/>
                <a:cs typeface="+mn-cs"/>
              </a:rPr>
              <a:t> Service </a:t>
            </a:r>
            <a:r>
              <a:rPr lang="en-US" sz="1200" b="1" u="none" strike="noStrike" kern="1200" dirty="0" err="1">
                <a:solidFill>
                  <a:schemeClr val="tx1"/>
                </a:solidFill>
                <a:effectLst/>
                <a:latin typeface="+mn-lt"/>
                <a:ea typeface="+mn-ea"/>
                <a:cs typeface="+mn-cs"/>
              </a:rPr>
              <a:t>อื่นๆ</a:t>
            </a:r>
            <a:r>
              <a:rPr lang="en-US" sz="1200" b="1" u="none" strike="noStrike" kern="1200" dirty="0">
                <a:solidFill>
                  <a:schemeClr val="tx1"/>
                </a:solidFill>
                <a:effectLst/>
                <a:latin typeface="+mn-lt"/>
                <a:ea typeface="+mn-ea"/>
                <a:cs typeface="+mn-cs"/>
              </a:rPr>
              <a:t> </a:t>
            </a:r>
            <a:r>
              <a:rPr lang="en-US" sz="1200" b="1" u="none" strike="noStrike" kern="1200" dirty="0" err="1">
                <a:solidFill>
                  <a:schemeClr val="tx1"/>
                </a:solidFill>
                <a:effectLst/>
                <a:latin typeface="+mn-lt"/>
                <a:ea typeface="+mn-ea"/>
                <a:cs typeface="+mn-cs"/>
              </a:rPr>
              <a:t>ง่าย</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สามารถเชื่อมต่อกับฐานข้อมูล</a:t>
            </a:r>
            <a:r>
              <a:rPr lang="en-US" sz="1200" b="0" u="none" strike="noStrike" kern="1200" dirty="0">
                <a:solidFill>
                  <a:schemeClr val="tx1"/>
                </a:solidFill>
                <a:effectLst/>
                <a:latin typeface="+mn-lt"/>
                <a:ea typeface="+mn-ea"/>
                <a:cs typeface="+mn-cs"/>
              </a:rPr>
              <a:t>, Azure Blob Storage </a:t>
            </a:r>
            <a:r>
              <a:rPr lang="en-US" sz="1200" b="0" u="none" strike="noStrike" kern="1200" dirty="0" err="1">
                <a:solidFill>
                  <a:schemeClr val="tx1"/>
                </a:solidFill>
                <a:effectLst/>
                <a:latin typeface="+mn-lt"/>
                <a:ea typeface="+mn-ea"/>
                <a:cs typeface="+mn-cs"/>
              </a:rPr>
              <a:t>หรือเครื่องมือ</a:t>
            </a:r>
            <a:r>
              <a:rPr lang="en-US" sz="1200" b="0" u="none" strike="noStrike" kern="1200" dirty="0">
                <a:solidFill>
                  <a:schemeClr val="tx1"/>
                </a:solidFill>
                <a:effectLst/>
                <a:latin typeface="+mn-lt"/>
                <a:ea typeface="+mn-ea"/>
                <a:cs typeface="+mn-cs"/>
              </a:rPr>
              <a:t> CI/CD </a:t>
            </a:r>
            <a:r>
              <a:rPr lang="en-US" sz="1200" b="0" u="none" strike="noStrike" kern="1200" dirty="0" err="1">
                <a:solidFill>
                  <a:schemeClr val="tx1"/>
                </a:solidFill>
                <a:effectLst/>
                <a:latin typeface="+mn-lt"/>
                <a:ea typeface="+mn-ea"/>
                <a:cs typeface="+mn-cs"/>
              </a:rPr>
              <a:t>ได้อย่างสะดวกรวดเร็ว</a:t>
            </a:r>
            <a:endParaRPr lang="en-US" sz="1200" b="0" u="none" strike="noStrike" kern="1200" dirty="0">
              <a:solidFill>
                <a:schemeClr val="tx1"/>
              </a:solidFill>
              <a:effectLst/>
              <a:latin typeface="+mn-lt"/>
              <a:ea typeface="+mn-ea"/>
              <a:cs typeface="+mn-cs"/>
            </a:endParaRPr>
          </a:p>
          <a:p>
            <a:pPr marL="0" marR="0" lvl="0" indent="0" algn="l" defTabSz="914400" rtl="0">
              <a:lnSpc>
                <a:spcPct val="100000"/>
              </a:lnSpc>
              <a:spcBef>
                <a:spcPts val="0"/>
              </a:spcBef>
              <a:spcAft>
                <a:spcPts val="0"/>
              </a:spcAft>
              <a:buClrTx/>
              <a:buSzTx/>
              <a:buFontTx/>
              <a:buNone/>
              <a:defRPr/>
            </a:pPr>
            <a:endParaRPr lang="en-US" dirty="0"/>
          </a:p>
        </p:txBody>
      </p:sp>
      <p:sp>
        <p:nvSpPr>
          <p:cNvPr id="1671070248"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pPr lvl="0"/>
            <a:r>
              <a:rPr lang="en-US" sz="1200" b="1" u="none" strike="noStrike" kern="1200" dirty="0" err="1">
                <a:solidFill>
                  <a:schemeClr val="tx1"/>
                </a:solidFill>
                <a:effectLst/>
                <a:latin typeface="+mn-lt"/>
                <a:ea typeface="+mn-ea"/>
                <a:cs typeface="+mn-cs"/>
              </a:rPr>
              <a:t>เลือก</a:t>
            </a:r>
            <a:r>
              <a:rPr lang="en-US" sz="1200" b="1" u="none" strike="noStrike" kern="1200" dirty="0">
                <a:solidFill>
                  <a:schemeClr val="tx1"/>
                </a:solidFill>
                <a:effectLst/>
                <a:latin typeface="+mn-lt"/>
                <a:ea typeface="+mn-ea"/>
                <a:cs typeface="+mn-cs"/>
              </a:rPr>
              <a:t> Azure Container Registry (ACR)</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เมื่อ</a:t>
            </a:r>
            <a:r>
              <a:rPr lang="en-US" sz="1200" b="0" u="none" strike="noStrike" kern="1200" dirty="0">
                <a:solidFill>
                  <a:schemeClr val="tx1"/>
                </a:solidFill>
                <a:effectLst/>
                <a:latin typeface="+mn-lt"/>
                <a:ea typeface="+mn-ea"/>
                <a:cs typeface="+mn-cs"/>
              </a:rPr>
              <a:t>:</a:t>
            </a:r>
          </a:p>
          <a:p>
            <a:pPr lvl="1"/>
            <a:r>
              <a:rPr lang="en-US" sz="1200" b="0" u="none" strike="noStrike" kern="1200" dirty="0" err="1">
                <a:solidFill>
                  <a:schemeClr val="tx1"/>
                </a:solidFill>
                <a:effectLst/>
                <a:latin typeface="+mn-lt"/>
                <a:ea typeface="+mn-ea"/>
                <a:cs typeface="+mn-cs"/>
              </a:rPr>
              <a:t>คุณกำลังพัฒนาแอปที่ใช้</a:t>
            </a:r>
            <a:r>
              <a:rPr lang="en-US" sz="1200" b="0" u="none" strike="noStrike" kern="1200" dirty="0">
                <a:solidFill>
                  <a:schemeClr val="tx1"/>
                </a:solidFill>
                <a:effectLst/>
                <a:latin typeface="+mn-lt"/>
                <a:ea typeface="+mn-ea"/>
                <a:cs typeface="+mn-cs"/>
              </a:rPr>
              <a:t> Container </a:t>
            </a:r>
            <a:r>
              <a:rPr lang="en-US" sz="1200" b="0" u="none" strike="noStrike" kern="1200" dirty="0" err="1">
                <a:solidFill>
                  <a:schemeClr val="tx1"/>
                </a:solidFill>
                <a:effectLst/>
                <a:latin typeface="+mn-lt"/>
                <a:ea typeface="+mn-ea"/>
                <a:cs typeface="+mn-cs"/>
              </a:rPr>
              <a:t>และต้องการที่เก็บ</a:t>
            </a:r>
            <a:r>
              <a:rPr lang="en-US" sz="1200" b="0" u="none" strike="noStrike" kern="1200" dirty="0">
                <a:solidFill>
                  <a:schemeClr val="tx1"/>
                </a:solidFill>
                <a:effectLst/>
                <a:latin typeface="+mn-lt"/>
                <a:ea typeface="+mn-ea"/>
                <a:cs typeface="+mn-cs"/>
              </a:rPr>
              <a:t> Image </a:t>
            </a:r>
            <a:r>
              <a:rPr lang="en-US" sz="1200" b="0" u="none" strike="noStrike" kern="1200" dirty="0" err="1">
                <a:solidFill>
                  <a:schemeClr val="tx1"/>
                </a:solidFill>
                <a:effectLst/>
                <a:latin typeface="+mn-lt"/>
                <a:ea typeface="+mn-ea"/>
                <a:cs typeface="+mn-cs"/>
              </a:rPr>
              <a:t>แบบปลอดภัย</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เป็นส่วนตัว</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และเชื่อมต่อกับ</a:t>
            </a:r>
            <a:r>
              <a:rPr lang="en-US" sz="1200" b="0" u="none" strike="noStrike" kern="1200" dirty="0">
                <a:solidFill>
                  <a:schemeClr val="tx1"/>
                </a:solidFill>
                <a:effectLst/>
                <a:latin typeface="+mn-lt"/>
                <a:ea typeface="+mn-ea"/>
                <a:cs typeface="+mn-cs"/>
              </a:rPr>
              <a:t> Azure Service </a:t>
            </a:r>
            <a:r>
              <a:rPr lang="en-US" sz="1200" b="0" u="none" strike="noStrike" kern="1200" dirty="0" err="1">
                <a:solidFill>
                  <a:schemeClr val="tx1"/>
                </a:solidFill>
                <a:effectLst/>
                <a:latin typeface="+mn-lt"/>
                <a:ea typeface="+mn-ea"/>
                <a:cs typeface="+mn-cs"/>
              </a:rPr>
              <a:t>อื่น</a:t>
            </a:r>
            <a:r>
              <a:rPr lang="en-US" sz="1200" b="0" u="none" strike="noStrike" kern="1200" dirty="0">
                <a:solidFill>
                  <a:schemeClr val="tx1"/>
                </a:solidFill>
                <a:effectLst/>
                <a:latin typeface="+mn-lt"/>
                <a:ea typeface="+mn-ea"/>
                <a:cs typeface="+mn-cs"/>
              </a:rPr>
              <a:t> ๆ </a:t>
            </a:r>
            <a:r>
              <a:rPr lang="en-US" sz="1200" b="0" u="none" strike="noStrike" kern="1200" dirty="0" err="1">
                <a:solidFill>
                  <a:schemeClr val="tx1"/>
                </a:solidFill>
                <a:effectLst/>
                <a:latin typeface="+mn-lt"/>
                <a:ea typeface="+mn-ea"/>
                <a:cs typeface="+mn-cs"/>
              </a:rPr>
              <a:t>ได้อย่างไร้รอยต่อ</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3"/>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a:t>
            </a:r>
          </a:p>
          <a:p>
            <a:pPr lvl="0"/>
            <a:r>
              <a:rPr lang="en-US" sz="1200" b="1" u="none" strike="noStrike" kern="1200" dirty="0" err="1">
                <a:solidFill>
                  <a:schemeClr val="tx1"/>
                </a:solidFill>
                <a:effectLst/>
                <a:latin typeface="+mn-lt"/>
                <a:ea typeface="+mn-ea"/>
                <a:cs typeface="+mn-cs"/>
              </a:rPr>
              <a:t>เลือก</a:t>
            </a:r>
            <a:r>
              <a:rPr lang="en-US" sz="1200" b="1" u="none" strike="noStrike" kern="1200" dirty="0">
                <a:solidFill>
                  <a:schemeClr val="tx1"/>
                </a:solidFill>
                <a:effectLst/>
                <a:latin typeface="+mn-lt"/>
                <a:ea typeface="+mn-ea"/>
                <a:cs typeface="+mn-cs"/>
              </a:rPr>
              <a:t> Azure App Service</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เมื่อ</a:t>
            </a:r>
            <a:r>
              <a:rPr lang="en-US" sz="1200" b="0" u="none" strike="noStrike" kern="1200" dirty="0">
                <a:solidFill>
                  <a:schemeClr val="tx1"/>
                </a:solidFill>
                <a:effectLst/>
                <a:latin typeface="+mn-lt"/>
                <a:ea typeface="+mn-ea"/>
                <a:cs typeface="+mn-cs"/>
              </a:rPr>
              <a:t>:</a:t>
            </a:r>
          </a:p>
          <a:p>
            <a:pPr lvl="1"/>
            <a:r>
              <a:rPr lang="en-US" sz="1200" b="0" u="none" strike="noStrike" kern="1200" dirty="0" err="1">
                <a:solidFill>
                  <a:schemeClr val="tx1"/>
                </a:solidFill>
                <a:effectLst/>
                <a:latin typeface="+mn-lt"/>
                <a:ea typeface="+mn-ea"/>
                <a:cs typeface="+mn-cs"/>
              </a:rPr>
              <a:t>คุณทำ</a:t>
            </a:r>
            <a:r>
              <a:rPr lang="en-US" sz="1200" b="0" u="none" strike="noStrike" kern="1200" dirty="0">
                <a:solidFill>
                  <a:schemeClr val="tx1"/>
                </a:solidFill>
                <a:effectLst/>
                <a:latin typeface="+mn-lt"/>
                <a:ea typeface="+mn-ea"/>
                <a:cs typeface="+mn-cs"/>
              </a:rPr>
              <a:t> </a:t>
            </a:r>
            <a:r>
              <a:rPr lang="en-US" sz="1200" b="1" u="none" strike="noStrike" kern="1200" dirty="0">
                <a:solidFill>
                  <a:schemeClr val="tx1"/>
                </a:solidFill>
                <a:effectLst/>
                <a:latin typeface="+mn-lt"/>
                <a:ea typeface="+mn-ea"/>
                <a:cs typeface="+mn-cs"/>
              </a:rPr>
              <a:t>Web App </a:t>
            </a:r>
            <a:r>
              <a:rPr lang="en-US" sz="1200" b="1" u="none" strike="noStrike" kern="1200" dirty="0" err="1">
                <a:solidFill>
                  <a:schemeClr val="tx1"/>
                </a:solidFill>
                <a:effectLst/>
                <a:latin typeface="+mn-lt"/>
                <a:ea typeface="+mn-ea"/>
                <a:cs typeface="+mn-cs"/>
              </a:rPr>
              <a:t>หรือ</a:t>
            </a:r>
            <a:r>
              <a:rPr lang="en-US" sz="1200" b="1" u="none" strike="noStrike" kern="1200" dirty="0">
                <a:solidFill>
                  <a:schemeClr val="tx1"/>
                </a:solidFill>
                <a:effectLst/>
                <a:latin typeface="+mn-lt"/>
                <a:ea typeface="+mn-ea"/>
                <a:cs typeface="+mn-cs"/>
              </a:rPr>
              <a:t> API</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ทั่วไป</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ต้องการความรวดเร็วในการตั้งค่า</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มีฟีเจอร์สำเร็จรูป</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เช่น</a:t>
            </a:r>
            <a:r>
              <a:rPr lang="en-US" sz="1200" b="0" u="none" strike="noStrike" kern="1200" dirty="0">
                <a:solidFill>
                  <a:schemeClr val="tx1"/>
                </a:solidFill>
                <a:effectLst/>
                <a:latin typeface="+mn-lt"/>
                <a:ea typeface="+mn-ea"/>
                <a:cs typeface="+mn-cs"/>
              </a:rPr>
              <a:t> Custom Domain, SSL, Authentication) </a:t>
            </a:r>
            <a:r>
              <a:rPr lang="en-US" sz="1200" b="0" u="none" strike="noStrike" kern="1200" dirty="0" err="1">
                <a:solidFill>
                  <a:schemeClr val="tx1"/>
                </a:solidFill>
                <a:effectLst/>
                <a:latin typeface="+mn-lt"/>
                <a:ea typeface="+mn-ea"/>
                <a:cs typeface="+mn-cs"/>
              </a:rPr>
              <a:t>และต้องการประสบการณ์การใช้งาน</a:t>
            </a:r>
            <a:r>
              <a:rPr lang="en-US" sz="1200" b="0" u="none" strike="noStrike" kern="1200" dirty="0">
                <a:solidFill>
                  <a:schemeClr val="tx1"/>
                </a:solidFill>
                <a:effectLst/>
                <a:latin typeface="+mn-lt"/>
                <a:ea typeface="+mn-ea"/>
                <a:cs typeface="+mn-cs"/>
              </a:rPr>
              <a:t> PaaS </a:t>
            </a:r>
            <a:r>
              <a:rPr lang="en-US" sz="1200" b="0" u="none" strike="noStrike" kern="1200" dirty="0" err="1">
                <a:solidFill>
                  <a:schemeClr val="tx1"/>
                </a:solidFill>
                <a:effectLst/>
                <a:latin typeface="+mn-lt"/>
                <a:ea typeface="+mn-ea"/>
                <a:cs typeface="+mn-cs"/>
              </a:rPr>
              <a:t>ที่ตรงไปตรงมา</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ไม่ซับซ้อน</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6"/>
              </a:rPr>
              <a:t>2</a:t>
            </a:r>
            <a:r>
              <a:rPr lang="en-US" sz="1200" b="0" u="none" strike="noStrike" kern="1200" dirty="0">
                <a:solidFill>
                  <a:schemeClr val="tx1"/>
                </a:solidFill>
                <a:effectLst/>
                <a:latin typeface="+mn-lt"/>
                <a:ea typeface="+mn-ea"/>
                <a:cs typeface="+mn-cs"/>
              </a:rPr>
              <a:t>]</a:t>
            </a:r>
          </a:p>
          <a:p>
            <a:pPr lvl="0"/>
            <a:r>
              <a:rPr lang="en-US" sz="1200" b="1" u="none" strike="noStrike" kern="1200" dirty="0" err="1">
                <a:solidFill>
                  <a:schemeClr val="tx1"/>
                </a:solidFill>
                <a:effectLst/>
                <a:latin typeface="+mn-lt"/>
                <a:ea typeface="+mn-ea"/>
                <a:cs typeface="+mn-cs"/>
              </a:rPr>
              <a:t>เลือก</a:t>
            </a:r>
            <a:r>
              <a:rPr lang="en-US" sz="1200" b="1" u="none" strike="noStrike" kern="1200" dirty="0">
                <a:solidFill>
                  <a:schemeClr val="tx1"/>
                </a:solidFill>
                <a:effectLst/>
                <a:latin typeface="+mn-lt"/>
                <a:ea typeface="+mn-ea"/>
                <a:cs typeface="+mn-cs"/>
              </a:rPr>
              <a:t> Azure Container Apps (ACA)</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เมื่อ</a:t>
            </a:r>
            <a:r>
              <a:rPr lang="en-US" sz="1200" b="0" u="none" strike="noStrike" kern="1200" dirty="0">
                <a:solidFill>
                  <a:schemeClr val="tx1"/>
                </a:solidFill>
                <a:effectLst/>
                <a:latin typeface="+mn-lt"/>
                <a:ea typeface="+mn-ea"/>
                <a:cs typeface="+mn-cs"/>
              </a:rPr>
              <a:t>:</a:t>
            </a:r>
          </a:p>
          <a:p>
            <a:pPr lvl="1"/>
            <a:r>
              <a:rPr lang="en-US" sz="1200" b="0" u="none" strike="noStrike" kern="1200" dirty="0" err="1">
                <a:solidFill>
                  <a:schemeClr val="tx1"/>
                </a:solidFill>
                <a:effectLst/>
                <a:latin typeface="+mn-lt"/>
                <a:ea typeface="+mn-ea"/>
                <a:cs typeface="+mn-cs"/>
              </a:rPr>
              <a:t>คุณกำลังสร้างระบบแบบ</a:t>
            </a:r>
            <a:r>
              <a:rPr lang="en-US" sz="1200" b="0" u="none" strike="noStrike" kern="1200" dirty="0">
                <a:solidFill>
                  <a:schemeClr val="tx1"/>
                </a:solidFill>
                <a:effectLst/>
                <a:latin typeface="+mn-lt"/>
                <a:ea typeface="+mn-ea"/>
                <a:cs typeface="+mn-cs"/>
              </a:rPr>
              <a:t> </a:t>
            </a:r>
            <a:r>
              <a:rPr lang="en-US" sz="1200" b="1" u="none" strike="noStrike" kern="1200" dirty="0">
                <a:solidFill>
                  <a:schemeClr val="tx1"/>
                </a:solidFill>
                <a:effectLst/>
                <a:latin typeface="+mn-lt"/>
                <a:ea typeface="+mn-ea"/>
                <a:cs typeface="+mn-cs"/>
              </a:rPr>
              <a:t>Microservices</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ที่ต้องการแยกย่อยหลาย</a:t>
            </a:r>
            <a:r>
              <a:rPr lang="en-US" sz="1200" b="0" u="none" strike="noStrike" kern="1200" dirty="0">
                <a:solidFill>
                  <a:schemeClr val="tx1"/>
                </a:solidFill>
                <a:effectLst/>
                <a:latin typeface="+mn-lt"/>
                <a:ea typeface="+mn-ea"/>
                <a:cs typeface="+mn-cs"/>
              </a:rPr>
              <a:t> ๆ Service, </a:t>
            </a:r>
            <a:r>
              <a:rPr lang="en-US" sz="1200" b="0" u="none" strike="noStrike" kern="1200" dirty="0" err="1">
                <a:solidFill>
                  <a:schemeClr val="tx1"/>
                </a:solidFill>
                <a:effectLst/>
                <a:latin typeface="+mn-lt"/>
                <a:ea typeface="+mn-ea"/>
                <a:cs typeface="+mn-cs"/>
              </a:rPr>
              <a:t>ต้องการทำ</a:t>
            </a:r>
            <a:r>
              <a:rPr lang="en-US" sz="1200" b="0" u="none" strike="noStrike" kern="1200" dirty="0">
                <a:solidFill>
                  <a:schemeClr val="tx1"/>
                </a:solidFill>
                <a:effectLst/>
                <a:latin typeface="+mn-lt"/>
                <a:ea typeface="+mn-ea"/>
                <a:cs typeface="+mn-cs"/>
              </a:rPr>
              <a:t> A/B Testing / Traffic Splitting </a:t>
            </a:r>
            <a:r>
              <a:rPr lang="en-US" sz="1200" b="0" u="none" strike="noStrike" kern="1200" dirty="0" err="1">
                <a:solidFill>
                  <a:schemeClr val="tx1"/>
                </a:solidFill>
                <a:effectLst/>
                <a:latin typeface="+mn-lt"/>
                <a:ea typeface="+mn-ea"/>
                <a:cs typeface="+mn-cs"/>
              </a:rPr>
              <a:t>ระหว่าง</a:t>
            </a:r>
            <a:r>
              <a:rPr lang="en-US" sz="1200" b="0" u="none" strike="noStrike" kern="1200" dirty="0">
                <a:solidFill>
                  <a:schemeClr val="tx1"/>
                </a:solidFill>
                <a:effectLst/>
                <a:latin typeface="+mn-lt"/>
                <a:ea typeface="+mn-ea"/>
                <a:cs typeface="+mn-cs"/>
              </a:rPr>
              <a:t> Revisions, </a:t>
            </a:r>
            <a:r>
              <a:rPr lang="en-US" sz="1200" b="0" u="none" strike="noStrike" kern="1200" dirty="0" err="1">
                <a:solidFill>
                  <a:schemeClr val="tx1"/>
                </a:solidFill>
                <a:effectLst/>
                <a:latin typeface="+mn-lt"/>
                <a:ea typeface="+mn-ea"/>
                <a:cs typeface="+mn-cs"/>
              </a:rPr>
              <a:t>หรือต้องการระบบที่</a:t>
            </a:r>
            <a:r>
              <a:rPr lang="en-US" sz="1200" b="0" u="none" strike="noStrike" kern="1200" dirty="0">
                <a:solidFill>
                  <a:schemeClr val="tx1"/>
                </a:solidFill>
                <a:effectLst/>
                <a:latin typeface="+mn-lt"/>
                <a:ea typeface="+mn-ea"/>
                <a:cs typeface="+mn-cs"/>
              </a:rPr>
              <a:t> Scale </a:t>
            </a:r>
            <a:r>
              <a:rPr lang="en-US" sz="1200" b="0" u="none" strike="noStrike" kern="1200" dirty="0" err="1">
                <a:solidFill>
                  <a:schemeClr val="tx1"/>
                </a:solidFill>
                <a:effectLst/>
                <a:latin typeface="+mn-lt"/>
                <a:ea typeface="+mn-ea"/>
                <a:cs typeface="+mn-cs"/>
              </a:rPr>
              <a:t>ขึ้นลงตาม</a:t>
            </a:r>
            <a:r>
              <a:rPr lang="en-US" sz="1200" b="0" u="none" strike="noStrike" kern="1200" dirty="0">
                <a:solidFill>
                  <a:schemeClr val="tx1"/>
                </a:solidFill>
                <a:effectLst/>
                <a:latin typeface="+mn-lt"/>
                <a:ea typeface="+mn-ea"/>
                <a:cs typeface="+mn-cs"/>
              </a:rPr>
              <a:t> Event </a:t>
            </a:r>
            <a:r>
              <a:rPr lang="en-US" sz="1200" b="0" u="none" strike="noStrike" kern="1200" dirty="0" err="1">
                <a:solidFill>
                  <a:schemeClr val="tx1"/>
                </a:solidFill>
                <a:effectLst/>
                <a:latin typeface="+mn-lt"/>
                <a:ea typeface="+mn-ea"/>
                <a:cs typeface="+mn-cs"/>
              </a:rPr>
              <a:t>และประหยัดค่าใช้จ่ายเมื่อไม่มีคนใช้งาน</a:t>
            </a:r>
            <a:r>
              <a:rPr lang="en-US" sz="1200" b="0" u="none" strike="noStrike" kern="1200" dirty="0">
                <a:solidFill>
                  <a:schemeClr val="tx1"/>
                </a:solidFill>
                <a:effectLst/>
                <a:latin typeface="+mn-lt"/>
                <a:ea typeface="+mn-ea"/>
                <a:cs typeface="+mn-cs"/>
              </a:rPr>
              <a:t> (Scale to zero) [</a:t>
            </a:r>
            <a:r>
              <a:rPr lang="en-US" sz="1200" b="0" u="none" strike="noStrike" kern="1200" dirty="0">
                <a:solidFill>
                  <a:schemeClr val="tx1"/>
                </a:solidFill>
                <a:effectLst/>
                <a:latin typeface="+mn-lt"/>
                <a:ea typeface="+mn-ea"/>
                <a:cs typeface="+mn-cs"/>
                <a:hlinkClick r:id="rId7"/>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2</a:t>
            </a:r>
            <a:r>
              <a:rPr lang="en-US" sz="1200" b="0" u="none" strike="noStrike"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idx="6"/>
          </p:nvPr>
        </p:nvSpPr>
        <p:spPr/>
        <p:txBody>
          <a:bodyPr/>
          <a:lstStyle/>
          <a:p>
            <a:pPr indent="0" algn="r">
              <a:buNone/>
              <a:defRPr/>
            </a:pPr>
            <a:fld id="{7D8C57B6-9E44-4422-BEAE-5E0937692A63}" type="slidenum">
              <a:rPr lang="en-US" sz="1400" b="0" u="none" strike="noStrike" smtClean="0">
                <a:solidFill>
                  <a:srgbClr val="000000"/>
                </a:solidFill>
                <a:latin typeface="Times New Roman"/>
              </a:rPr>
              <a:t>25</a:t>
            </a:fld>
            <a:endParaRPr lang="en-US" sz="1400" b="0" u="none" strike="noStrike">
              <a:solidFill>
                <a:srgbClr val="000000"/>
              </a:solidFill>
              <a:latin typeface="Times New Roman"/>
            </a:endParaRPr>
          </a:p>
        </p:txBody>
      </p:sp>
    </p:spTree>
    <p:extLst>
      <p:ext uri="{BB962C8B-B14F-4D97-AF65-F5344CB8AC3E}">
        <p14:creationId xmlns:p14="http://schemas.microsoft.com/office/powerpoint/2010/main" val="18039398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65609401" name="Slide Image Placeholder 1"/>
          <p:cNvSpPr>
            <a:spLocks noGrp="1" noRot="1" noChangeAspect="1"/>
          </p:cNvSpPr>
          <p:nvPr>
            <p:ph type="sldImg"/>
          </p:nvPr>
        </p:nvSpPr>
        <p:spPr bwMode="auto">
          <a:xfrm>
            <a:off x="217488" y="812800"/>
            <a:ext cx="7124700" cy="4008438"/>
          </a:xfrm>
        </p:spPr>
      </p:sp>
      <p:sp>
        <p:nvSpPr>
          <p:cNvPr id="166238299" name="Notes Placeholder 2"/>
          <p:cNvSpPr>
            <a:spLocks noGrp="1"/>
          </p:cNvSpPr>
          <p:nvPr>
            <p:ph type="body" idx="1"/>
          </p:nvPr>
        </p:nvSpPr>
        <p:spPr bwMode="auto"/>
        <p:txBody>
          <a:bodyPr/>
          <a:lstStyle/>
          <a:p>
            <a:pPr lvl="0">
              <a:defRPr/>
            </a:pPr>
            <a:r>
              <a:rPr lang="en-US" sz="1200" b="0" i="0" u="none" strike="noStrike" cap="none" spc="0">
                <a:solidFill>
                  <a:schemeClr val="tx1"/>
                </a:solidFill>
                <a:latin typeface="Aptos"/>
                <a:ea typeface="Aptos"/>
                <a:cs typeface="Aptos"/>
              </a:rPr>
              <a:t>This module covers deploying containerized applications to Azure Container Apps, including environments, CLI and YAML workflows, runtime configuration, registry authentication, and deployment verification</a:t>
            </a:r>
            <a:endParaRPr sz="1200"/>
          </a:p>
          <a:p>
            <a:pPr>
              <a:defRPr/>
            </a:pPr>
            <a:endParaRPr/>
          </a:p>
          <a:p>
            <a:pPr>
              <a:defRPr/>
            </a:pPr>
            <a:r>
              <a:rPr lang="en-US"/>
              <a:t>Link to module: </a:t>
            </a:r>
            <a:r>
              <a:rPr lang="en-US" u="sng">
                <a:solidFill>
                  <a:schemeClr val="hlink"/>
                </a:solidFill>
                <a:hlinkClick r:id="rId3"/>
              </a:rPr>
              <a:t>https://learn.microsoft.com/training/modules/deploy-containers-azure-container-apps/</a:t>
            </a:r>
            <a:endParaRPr/>
          </a:p>
        </p:txBody>
      </p:sp>
      <p:sp>
        <p:nvSpPr>
          <p:cNvPr id="423840446"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77348479" name="Slide Image Placeholder 1"/>
          <p:cNvSpPr>
            <a:spLocks noGrp="1" noRot="1" noChangeAspect="1"/>
          </p:cNvSpPr>
          <p:nvPr>
            <p:ph type="sldImg"/>
          </p:nvPr>
        </p:nvSpPr>
        <p:spPr bwMode="auto">
          <a:xfrm>
            <a:off x="217488" y="812800"/>
            <a:ext cx="7124700" cy="4008438"/>
          </a:xfrm>
        </p:spPr>
      </p:sp>
      <p:sp>
        <p:nvSpPr>
          <p:cNvPr id="1730543342" name="Notes Placeholder 2"/>
          <p:cNvSpPr>
            <a:spLocks noGrp="1"/>
          </p:cNvSpPr>
          <p:nvPr>
            <p:ph type="body" idx="1"/>
          </p:nvPr>
        </p:nvSpPr>
        <p:spPr bwMode="auto"/>
        <p:txBody>
          <a:bodyPr/>
          <a:lstStyle/>
          <a:p>
            <a:pPr fontAlgn="t"/>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จากภาพ</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เราจะเห็นกรอบเส้นประที่เรียกว่า</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Environment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และภายในมี</a:t>
            </a:r>
            <a:r>
              <a:rPr lang="en-US" sz="1200" b="0" i="0" kern="1200" dirty="0">
                <a:solidFill>
                  <a:schemeClr val="tx1"/>
                </a:solidFill>
                <a:effectLst/>
                <a:latin typeface="+mn-lt"/>
                <a:ea typeface="+mn-ea"/>
                <a:cs typeface="+mn-cs"/>
              </a:rPr>
              <a:t> Container Apps </a:t>
            </a:r>
            <a:r>
              <a:rPr lang="en-US" sz="1200" b="0" i="0" kern="1200" dirty="0" err="1">
                <a:solidFill>
                  <a:schemeClr val="tx1"/>
                </a:solidFill>
                <a:effectLst/>
                <a:latin typeface="+mn-lt"/>
                <a:ea typeface="+mn-ea"/>
                <a:cs typeface="+mn-cs"/>
              </a:rPr>
              <a:t>สองตัว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คือ</a:t>
            </a:r>
            <a:r>
              <a:rPr lang="en-US" sz="1200" b="0" i="0" kern="1200" dirty="0">
                <a:solidFill>
                  <a:schemeClr val="tx1"/>
                </a:solidFill>
                <a:effectLst/>
                <a:latin typeface="+mn-lt"/>
                <a:ea typeface="+mn-ea"/>
                <a:cs typeface="+mn-cs"/>
              </a:rPr>
              <a:t> API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Worker</a:t>
            </a:r>
          </a:p>
          <a:p>
            <a:pPr fontAlgn="t"/>
            <a:r>
              <a:rPr lang="en-US" sz="1200" b="0" i="0" kern="1200" dirty="0" err="1">
                <a:solidFill>
                  <a:schemeClr val="tx1"/>
                </a:solidFill>
                <a:effectLst/>
                <a:latin typeface="+mn-lt"/>
                <a:ea typeface="+mn-ea"/>
                <a:cs typeface="+mn-cs"/>
              </a:rPr>
              <a:t>ให้คิดง่าย</a:t>
            </a:r>
            <a:r>
              <a:rPr lang="en-US" sz="1200" b="0" i="0" kern="1200" dirty="0">
                <a:solidFill>
                  <a:schemeClr val="tx1"/>
                </a:solidFill>
                <a:effectLst/>
                <a:latin typeface="+mn-lt"/>
                <a:ea typeface="+mn-ea"/>
                <a:cs typeface="+mn-cs"/>
              </a:rPr>
              <a:t> ๆ </a:t>
            </a:r>
            <a:r>
              <a:rPr lang="en-US" sz="1200" b="0" i="0" kern="1200" dirty="0" err="1">
                <a:solidFill>
                  <a:schemeClr val="tx1"/>
                </a:solidFill>
                <a:effectLst/>
                <a:latin typeface="+mn-lt"/>
                <a:ea typeface="+mn-ea"/>
                <a:cs typeface="+mn-cs"/>
              </a:rPr>
              <a:t>ว่า</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Environment </a:t>
            </a:r>
            <a:r>
              <a:rPr lang="en-US" sz="1200" b="1" i="0" kern="1200" dirty="0" err="1">
                <a:solidFill>
                  <a:schemeClr val="tx1"/>
                </a:solidFill>
                <a:effectLst/>
                <a:latin typeface="+mn-lt"/>
                <a:ea typeface="+mn-ea"/>
                <a:cs typeface="+mn-cs"/>
              </a:rPr>
              <a:t>คือขอบเขตที่ใช้จัดกลุ่ม</a:t>
            </a:r>
            <a:r>
              <a:rPr lang="en-US" sz="1200" b="1" i="0" kern="1200" dirty="0">
                <a:solidFill>
                  <a:schemeClr val="tx1"/>
                </a:solidFill>
                <a:effectLst/>
                <a:latin typeface="+mn-lt"/>
                <a:ea typeface="+mn-ea"/>
                <a:cs typeface="+mn-cs"/>
              </a:rPr>
              <a:t> Container Apps </a:t>
            </a:r>
            <a:r>
              <a:rPr lang="en-US" sz="1200" b="1" i="0" kern="1200" dirty="0" err="1">
                <a:solidFill>
                  <a:schemeClr val="tx1"/>
                </a:solidFill>
                <a:effectLst/>
                <a:latin typeface="+mn-lt"/>
                <a:ea typeface="+mn-ea"/>
                <a:cs typeface="+mn-cs"/>
              </a:rPr>
              <a:t>ที่ต้องการใช้โครงสร้างพื้นฐานบางอย่างร่วมกัน</a:t>
            </a:r>
            <a:r>
              <a:rPr lang="en-US" sz="1200" b="0" i="0" kern="1200" dirty="0">
                <a:solidFill>
                  <a:schemeClr val="tx1"/>
                </a:solidFill>
                <a:effectLst/>
                <a:latin typeface="+mn-lt"/>
                <a:ea typeface="+mn-ea"/>
                <a:cs typeface="+mn-cs"/>
              </a:rPr>
              <a:t>”</a:t>
            </a:r>
          </a:p>
          <a:p>
            <a:pPr fontAlgn="t"/>
            <a:r>
              <a:rPr lang="en-US" sz="1200" b="0" i="0" kern="1200" dirty="0" err="1">
                <a:solidFill>
                  <a:schemeClr val="tx1"/>
                </a:solidFill>
                <a:effectLst/>
                <a:latin typeface="+mn-lt"/>
                <a:ea typeface="+mn-ea"/>
                <a:cs typeface="+mn-cs"/>
              </a:rPr>
              <a:t>จากภาพ</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สิ่งที่</a:t>
            </a:r>
            <a:r>
              <a:rPr lang="en-US" sz="1200" b="0" i="0" kern="1200" dirty="0">
                <a:solidFill>
                  <a:schemeClr val="tx1"/>
                </a:solidFill>
                <a:effectLst/>
                <a:latin typeface="+mn-lt"/>
                <a:ea typeface="+mn-ea"/>
                <a:cs typeface="+mn-cs"/>
              </a:rPr>
              <a:t> Environment </a:t>
            </a:r>
            <a:r>
              <a:rPr lang="en-US" sz="1200" b="0" i="0" kern="1200" dirty="0" err="1">
                <a:solidFill>
                  <a:schemeClr val="tx1"/>
                </a:solidFill>
                <a:effectLst/>
                <a:latin typeface="+mn-lt"/>
                <a:ea typeface="+mn-ea"/>
                <a:cs typeface="+mn-cs"/>
              </a:rPr>
              <a:t>จัดเตรียมร่วมกันมี</a:t>
            </a:r>
            <a:r>
              <a:rPr lang="en-US" sz="1200" b="0" i="0" kern="1200" dirty="0">
                <a:solidFill>
                  <a:schemeClr val="tx1"/>
                </a:solidFill>
                <a:effectLst/>
                <a:latin typeface="+mn-lt"/>
                <a:ea typeface="+mn-ea"/>
                <a:cs typeface="+mn-cs"/>
              </a:rPr>
              <a:t> 3 </a:t>
            </a:r>
            <a:r>
              <a:rPr lang="en-US" sz="1200" b="0" i="0" kern="1200" dirty="0" err="1">
                <a:solidFill>
                  <a:schemeClr val="tx1"/>
                </a:solidFill>
                <a:effectLst/>
                <a:latin typeface="+mn-lt"/>
                <a:ea typeface="+mn-ea"/>
                <a:cs typeface="+mn-cs"/>
              </a:rPr>
              <a:t>เรื่องหลัก</a:t>
            </a:r>
            <a:r>
              <a:rPr lang="en-US" sz="1200" b="0" i="0" kern="1200" dirty="0">
                <a:solidFill>
                  <a:schemeClr val="tx1"/>
                </a:solidFill>
                <a:effectLst/>
                <a:latin typeface="+mn-lt"/>
                <a:ea typeface="+mn-ea"/>
                <a:cs typeface="+mn-cs"/>
              </a:rPr>
              <a:t>:</a:t>
            </a:r>
          </a:p>
          <a:p>
            <a:pPr lvl="0" fontAlgn="t"/>
            <a:r>
              <a:rPr lang="en-US" sz="1200" b="1" i="0" kern="1200" dirty="0">
                <a:solidFill>
                  <a:schemeClr val="tx1"/>
                </a:solidFill>
                <a:effectLst/>
                <a:latin typeface="+mn-lt"/>
                <a:ea typeface="+mn-ea"/>
                <a:cs typeface="+mn-cs"/>
              </a:rPr>
              <a:t>Networking</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DNS </a:t>
            </a:r>
            <a:r>
              <a:rPr lang="en-US" sz="1200" b="1" i="0" kern="1200" dirty="0" err="1">
                <a:solidFill>
                  <a:schemeClr val="tx1"/>
                </a:solidFill>
                <a:effectLst/>
                <a:latin typeface="+mn-lt"/>
                <a:ea typeface="+mn-ea"/>
                <a:cs typeface="+mn-cs"/>
              </a:rPr>
              <a:t>สำหรับการสื่อสารระหว่าง</a:t>
            </a:r>
            <a:r>
              <a:rPr lang="en-US" sz="1200" b="1" i="0" kern="1200" dirty="0">
                <a:solidFill>
                  <a:schemeClr val="tx1"/>
                </a:solidFill>
                <a:effectLst/>
                <a:latin typeface="+mn-lt"/>
                <a:ea typeface="+mn-ea"/>
                <a:cs typeface="+mn-cs"/>
              </a:rPr>
              <a:t> Apps</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Logging integration</a:t>
            </a:r>
            <a:endParaRPr lang="en-US" sz="1200" b="0" i="0" kern="1200" dirty="0">
              <a:solidFill>
                <a:schemeClr val="tx1"/>
              </a:solidFill>
              <a:effectLst/>
              <a:latin typeface="+mn-lt"/>
              <a:ea typeface="+mn-ea"/>
              <a:cs typeface="+mn-cs"/>
            </a:endParaRPr>
          </a:p>
        </p:txBody>
      </p:sp>
      <p:sp>
        <p:nvSpPr>
          <p:cNvPr id="1831209121"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28E26C-F9C7-A99A-F8D9-A2B511D66EC9}"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15832921" name="Slide Image Placeholder 1"/>
          <p:cNvSpPr>
            <a:spLocks noGrp="1" noRot="1" noChangeAspect="1"/>
          </p:cNvSpPr>
          <p:nvPr>
            <p:ph type="sldImg"/>
          </p:nvPr>
        </p:nvSpPr>
        <p:spPr bwMode="auto">
          <a:xfrm>
            <a:off x="217488" y="812800"/>
            <a:ext cx="7124700" cy="4008438"/>
          </a:xfrm>
        </p:spPr>
      </p:sp>
      <p:sp>
        <p:nvSpPr>
          <p:cNvPr id="539449171"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วิธีในการ</a:t>
            </a:r>
            <a:r>
              <a:rPr lang="en-US" sz="1200" b="1" i="0" kern="1200" dirty="0">
                <a:solidFill>
                  <a:schemeClr val="tx1"/>
                </a:solidFill>
                <a:effectLst/>
                <a:latin typeface="+mn-lt"/>
                <a:ea typeface="+mn-ea"/>
                <a:cs typeface="+mn-cs"/>
              </a:rPr>
              <a:t> Deploy</a:t>
            </a:r>
          </a:p>
          <a:p>
            <a:pPr lvl="0" fontAlgn="t"/>
            <a:r>
              <a:rPr lang="en-US" sz="1200" b="1" i="0" kern="1200" dirty="0" err="1">
                <a:solidFill>
                  <a:schemeClr val="tx1"/>
                </a:solidFill>
                <a:effectLst/>
                <a:latin typeface="+mn-lt"/>
                <a:ea typeface="+mn-ea"/>
                <a:cs typeface="+mn-cs"/>
              </a:rPr>
              <a:t>containerapp</a:t>
            </a:r>
            <a:r>
              <a:rPr lang="en-US" sz="1200" b="1" i="0" kern="1200" dirty="0">
                <a:solidFill>
                  <a:schemeClr val="tx1"/>
                </a:solidFill>
                <a:effectLst/>
                <a:latin typeface="+mn-lt"/>
                <a:ea typeface="+mn-ea"/>
                <a:cs typeface="+mn-cs"/>
              </a:rPr>
              <a:t> up</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วิธีเร็วและง่ายที่สุด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ระบบช่วยสร้าง</a:t>
            </a:r>
            <a:r>
              <a:rPr lang="en-US" sz="1200" b="0" i="0" kern="1200" dirty="0">
                <a:solidFill>
                  <a:schemeClr val="tx1"/>
                </a:solidFill>
                <a:effectLst/>
                <a:latin typeface="+mn-lt"/>
                <a:ea typeface="+mn-ea"/>
                <a:cs typeface="+mn-cs"/>
              </a:rPr>
              <a:t> Environment </a:t>
            </a:r>
            <a:r>
              <a:rPr lang="en-US" sz="1200" b="0" i="0" kern="1200" dirty="0" err="1">
                <a:solidFill>
                  <a:schemeClr val="tx1"/>
                </a:solidFill>
                <a:effectLst/>
                <a:latin typeface="+mn-lt"/>
                <a:ea typeface="+mn-ea"/>
                <a:cs typeface="+mn-cs"/>
              </a:rPr>
              <a:t>ให้อัตโนมัติ</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เหมาะกับการเริ่มต้นหรือทดลอง</a:t>
            </a:r>
            <a:endParaRPr lang="en-US" sz="1200" b="0" i="0" kern="1200" dirty="0">
              <a:solidFill>
                <a:schemeClr val="tx1"/>
              </a:solidFill>
              <a:effectLst/>
              <a:latin typeface="+mn-lt"/>
              <a:ea typeface="+mn-ea"/>
              <a:cs typeface="+mn-cs"/>
            </a:endParaRPr>
          </a:p>
          <a:p>
            <a:pPr lvl="0" fontAlgn="t"/>
            <a:r>
              <a:rPr lang="en-US" sz="1200" b="1" i="0" kern="1200" dirty="0" err="1">
                <a:solidFill>
                  <a:schemeClr val="tx1"/>
                </a:solidFill>
                <a:effectLst/>
                <a:latin typeface="+mn-lt"/>
                <a:ea typeface="+mn-ea"/>
                <a:cs typeface="+mn-cs"/>
              </a:rPr>
              <a:t>containerapp</a:t>
            </a:r>
            <a:r>
              <a:rPr lang="en-US" sz="1200" b="1" i="0" kern="1200" dirty="0">
                <a:solidFill>
                  <a:schemeClr val="tx1"/>
                </a:solidFill>
                <a:effectLst/>
                <a:latin typeface="+mn-lt"/>
                <a:ea typeface="+mn-ea"/>
                <a:cs typeface="+mn-cs"/>
              </a:rPr>
              <a:t> create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ควบคุมรายละเอียดได้มากกว่า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และใช้กับ</a:t>
            </a:r>
            <a:r>
              <a:rPr lang="en-US" sz="1200" b="0" i="0" kern="1200" dirty="0">
                <a:solidFill>
                  <a:schemeClr val="tx1"/>
                </a:solidFill>
                <a:effectLst/>
                <a:latin typeface="+mn-lt"/>
                <a:ea typeface="+mn-ea"/>
                <a:cs typeface="+mn-cs"/>
              </a:rPr>
              <a:t> Environment </a:t>
            </a:r>
            <a:r>
              <a:rPr lang="en-US" sz="1200" b="0" i="0" kern="1200" dirty="0" err="1">
                <a:solidFill>
                  <a:schemeClr val="tx1"/>
                </a:solidFill>
                <a:effectLst/>
                <a:latin typeface="+mn-lt"/>
                <a:ea typeface="+mn-ea"/>
                <a:cs typeface="+mn-cs"/>
              </a:rPr>
              <a:t>ที่มีอยู่แล้ว</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a:t>
            </a:r>
            <a:r>
              <a:rPr lang="en-US" sz="1200" b="1" i="0" kern="1200" dirty="0" err="1">
                <a:solidFill>
                  <a:schemeClr val="tx1"/>
                </a:solidFill>
                <a:effectLst/>
                <a:latin typeface="+mn-lt"/>
                <a:ea typeface="+mn-ea"/>
                <a:cs typeface="+mn-cs"/>
              </a:rPr>
              <a:t>yaml</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กำหนด</a:t>
            </a:r>
            <a:r>
              <a:rPr lang="en-US" sz="1200" b="0" i="0" kern="1200" dirty="0">
                <a:solidFill>
                  <a:schemeClr val="tx1"/>
                </a:solidFill>
                <a:effectLst/>
                <a:latin typeface="+mn-lt"/>
                <a:ea typeface="+mn-ea"/>
                <a:cs typeface="+mn-cs"/>
              </a:rPr>
              <a:t> Configuration </a:t>
            </a:r>
            <a:r>
              <a:rPr lang="en-US" sz="1200" b="0" i="0" kern="1200" dirty="0" err="1">
                <a:solidFill>
                  <a:schemeClr val="tx1"/>
                </a:solidFill>
                <a:effectLst/>
                <a:latin typeface="+mn-lt"/>
                <a:ea typeface="+mn-ea"/>
                <a:cs typeface="+mn-cs"/>
              </a:rPr>
              <a:t>ไว้ในไฟล์</a:t>
            </a:r>
            <a:r>
              <a:rPr lang="en-US" sz="1200" b="0" i="0" kern="1200" dirty="0">
                <a:solidFill>
                  <a:schemeClr val="tx1"/>
                </a:solidFill>
                <a:effectLst/>
                <a:latin typeface="+mn-lt"/>
                <a:ea typeface="+mn-ea"/>
                <a:cs typeface="+mn-cs"/>
              </a:rPr>
              <a:t> YAML </a:t>
            </a:r>
            <a:r>
              <a:rPr lang="en-US" sz="1200" b="0" i="0" kern="1200" dirty="0" err="1">
                <a:solidFill>
                  <a:schemeClr val="tx1"/>
                </a:solidFill>
                <a:effectLst/>
                <a:latin typeface="+mn-lt"/>
                <a:ea typeface="+mn-ea"/>
                <a:cs typeface="+mn-cs"/>
              </a:rPr>
              <a:t>เหมาะกับงานที่ต้องการเก็บ</a:t>
            </a:r>
            <a:r>
              <a:rPr lang="en-US" sz="1200" b="0" i="0" kern="1200" dirty="0">
                <a:solidFill>
                  <a:schemeClr val="tx1"/>
                </a:solidFill>
                <a:effectLst/>
                <a:latin typeface="+mn-lt"/>
                <a:ea typeface="+mn-ea"/>
                <a:cs typeface="+mn-cs"/>
              </a:rPr>
              <a:t> Config </a:t>
            </a:r>
            <a:r>
              <a:rPr lang="en-US" sz="1200" b="0" i="0" kern="1200" dirty="0" err="1">
                <a:solidFill>
                  <a:schemeClr val="tx1"/>
                </a:solidFill>
                <a:effectLst/>
                <a:latin typeface="+mn-lt"/>
                <a:ea typeface="+mn-ea"/>
                <a:cs typeface="+mn-cs"/>
              </a:rPr>
              <a:t>ใน</a:t>
            </a:r>
            <a:r>
              <a:rPr lang="en-US" sz="1200" b="0" i="0" kern="1200" dirty="0">
                <a:solidFill>
                  <a:schemeClr val="tx1"/>
                </a:solidFill>
                <a:effectLst/>
                <a:latin typeface="+mn-lt"/>
                <a:ea typeface="+mn-ea"/>
                <a:cs typeface="+mn-cs"/>
              </a:rPr>
              <a:t> Source Control </a:t>
            </a:r>
            <a:r>
              <a:rPr lang="en-US" sz="1200" b="0" i="0" kern="1200" dirty="0" err="1">
                <a:solidFill>
                  <a:schemeClr val="tx1"/>
                </a:solidFill>
                <a:effectLst/>
                <a:latin typeface="+mn-lt"/>
                <a:ea typeface="+mn-ea"/>
                <a:cs typeface="+mn-cs"/>
              </a:rPr>
              <a:t>และทำ</a:t>
            </a:r>
            <a:r>
              <a:rPr lang="en-US" sz="1200" b="0" i="0" kern="1200" dirty="0">
                <a:solidFill>
                  <a:schemeClr val="tx1"/>
                </a:solidFill>
                <a:effectLst/>
                <a:latin typeface="+mn-lt"/>
                <a:ea typeface="+mn-ea"/>
                <a:cs typeface="+mn-cs"/>
              </a:rPr>
              <a:t> Code Review</a:t>
            </a:r>
            <a:endParaRPr lang="th-TH" sz="1200" b="0" i="0" kern="1200" dirty="0">
              <a:solidFill>
                <a:schemeClr val="tx1"/>
              </a:solidFill>
              <a:effectLst/>
              <a:latin typeface="+mn-lt"/>
              <a:ea typeface="+mn-ea"/>
              <a:cs typeface="+mn-cs"/>
            </a:endParaRPr>
          </a:p>
          <a:p>
            <a:pPr lvl="0" fontAlgn="t"/>
            <a:endParaRPr lang="th-TH"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Revision </a:t>
            </a:r>
            <a:r>
              <a:rPr lang="en-US" sz="1200" b="1" i="0" kern="1200" dirty="0" err="1">
                <a:solidFill>
                  <a:schemeClr val="tx1"/>
                </a:solidFill>
                <a:effectLst/>
                <a:latin typeface="+mn-lt"/>
                <a:ea typeface="+mn-ea"/>
                <a:cs typeface="+mn-cs"/>
              </a:rPr>
              <a:t>คืออะไร</a:t>
            </a:r>
            <a:r>
              <a:rPr lang="en-US" sz="1200" b="1" i="0" kern="1200" dirty="0">
                <a:solidFill>
                  <a:schemeClr val="tx1"/>
                </a:solidFill>
                <a:effectLst/>
                <a:latin typeface="+mn-lt"/>
                <a:ea typeface="+mn-ea"/>
                <a:cs typeface="+mn-cs"/>
              </a:rPr>
              <a:t>?</a:t>
            </a:r>
          </a:p>
          <a:p>
            <a:pPr fontAlgn="t"/>
            <a:r>
              <a:rPr lang="en-US" sz="1200" b="0" i="0" kern="1200" dirty="0" err="1">
                <a:solidFill>
                  <a:schemeClr val="tx1"/>
                </a:solidFill>
                <a:effectLst/>
                <a:latin typeface="+mn-lt"/>
                <a:ea typeface="+mn-ea"/>
                <a:cs typeface="+mn-cs"/>
              </a:rPr>
              <a:t>ให้คิดว่า</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Revision = </a:t>
            </a:r>
            <a:r>
              <a:rPr lang="en-US" sz="1200" b="1" i="0" kern="1200" dirty="0" err="1">
                <a:solidFill>
                  <a:schemeClr val="tx1"/>
                </a:solidFill>
                <a:effectLst/>
                <a:latin typeface="+mn-lt"/>
                <a:ea typeface="+mn-ea"/>
                <a:cs typeface="+mn-cs"/>
              </a:rPr>
              <a:t>เวอร์ชันของ</a:t>
            </a:r>
            <a:r>
              <a:rPr lang="en-US" sz="1200" b="1" i="0" kern="1200" dirty="0">
                <a:solidFill>
                  <a:schemeClr val="tx1"/>
                </a:solidFill>
                <a:effectLst/>
                <a:latin typeface="+mn-lt"/>
                <a:ea typeface="+mn-ea"/>
                <a:cs typeface="+mn-cs"/>
              </a:rPr>
              <a:t> Container App</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ทุกครั้งที่มีการ</a:t>
            </a:r>
            <a:r>
              <a:rPr lang="en-US" sz="1200" b="0" i="0" kern="1200" dirty="0">
                <a:solidFill>
                  <a:schemeClr val="tx1"/>
                </a:solidFill>
                <a:effectLst/>
                <a:latin typeface="+mn-lt"/>
                <a:ea typeface="+mn-ea"/>
                <a:cs typeface="+mn-cs"/>
              </a:rPr>
              <a:t> Update </a:t>
            </a:r>
            <a:r>
              <a:rPr lang="en-US" sz="1200" b="0" i="0" kern="1200" dirty="0" err="1">
                <a:solidFill>
                  <a:schemeClr val="tx1"/>
                </a:solidFill>
                <a:effectLst/>
                <a:latin typeface="+mn-lt"/>
                <a:ea typeface="+mn-ea"/>
                <a:cs typeface="+mn-cs"/>
              </a:rPr>
              <a:t>ระบบจะสร้าง</a:t>
            </a:r>
            <a:r>
              <a:rPr lang="en-US" sz="1200" b="0" i="0" kern="1200" dirty="0">
                <a:solidFill>
                  <a:schemeClr val="tx1"/>
                </a:solidFill>
                <a:effectLst/>
                <a:latin typeface="+mn-lt"/>
                <a:ea typeface="+mn-ea"/>
                <a:cs typeface="+mn-cs"/>
              </a:rPr>
              <a:t> Revision </a:t>
            </a:r>
            <a:r>
              <a:rPr lang="en-US" sz="1200" b="0" i="0" kern="1200" dirty="0" err="1">
                <a:solidFill>
                  <a:schemeClr val="tx1"/>
                </a:solidFill>
                <a:effectLst/>
                <a:latin typeface="+mn-lt"/>
                <a:ea typeface="+mn-ea"/>
                <a:cs typeface="+mn-cs"/>
              </a:rPr>
              <a:t>ใหม่ขึ้นมาเป็น</a:t>
            </a:r>
            <a:r>
              <a:rPr lang="en-US" sz="1200" b="0" i="0" kern="1200" dirty="0">
                <a:solidFill>
                  <a:schemeClr val="tx1"/>
                </a:solidFill>
                <a:effectLst/>
                <a:latin typeface="+mn-lt"/>
                <a:ea typeface="+mn-ea"/>
                <a:cs typeface="+mn-cs"/>
              </a:rPr>
              <a:t> snapshot </a:t>
            </a:r>
            <a:r>
              <a:rPr lang="en-US" sz="1200" b="0" i="0" kern="1200" dirty="0" err="1">
                <a:solidFill>
                  <a:schemeClr val="tx1"/>
                </a:solidFill>
                <a:effectLst/>
                <a:latin typeface="+mn-lt"/>
                <a:ea typeface="+mn-ea"/>
                <a:cs typeface="+mn-cs"/>
              </a:rPr>
              <a:t>ของเวอร์ชันนั้น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ทำให้สามารถ</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ตรวจสอบเวอร์ชันใหม่ก่อนย้าย</a:t>
            </a:r>
            <a:r>
              <a:rPr lang="en-US" sz="1200" b="1" i="0" kern="1200" dirty="0">
                <a:solidFill>
                  <a:schemeClr val="tx1"/>
                </a:solidFill>
                <a:effectLst/>
                <a:latin typeface="+mn-lt"/>
                <a:ea typeface="+mn-ea"/>
                <a:cs typeface="+mn-cs"/>
              </a:rPr>
              <a:t> Traffic </a:t>
            </a:r>
            <a:r>
              <a:rPr lang="en-US" sz="1200" b="1" i="0" kern="1200" dirty="0" err="1">
                <a:solidFill>
                  <a:schemeClr val="tx1"/>
                </a:solidFill>
                <a:effectLst/>
                <a:latin typeface="+mn-lt"/>
                <a:ea typeface="+mn-ea"/>
                <a:cs typeface="+mn-cs"/>
              </a:rPr>
              <a:t>ของผู้ใช้มาใช้งาน</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หากต้องการเปลี่ยน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Container Image </a:t>
            </a:r>
            <a:r>
              <a:rPr lang="en-US" sz="1200" b="1" i="0" kern="1200" dirty="0" err="1">
                <a:solidFill>
                  <a:schemeClr val="tx1"/>
                </a:solidFill>
                <a:effectLst/>
                <a:latin typeface="+mn-lt"/>
                <a:ea typeface="+mn-ea"/>
                <a:cs typeface="+mn-cs"/>
              </a:rPr>
              <a:t>หรือ</a:t>
            </a:r>
            <a:r>
              <a:rPr lang="en-US" sz="1200" b="1" i="0" kern="1200" dirty="0">
                <a:solidFill>
                  <a:schemeClr val="tx1"/>
                </a:solidFill>
                <a:effectLst/>
                <a:latin typeface="+mn-lt"/>
                <a:ea typeface="+mn-ea"/>
                <a:cs typeface="+mn-cs"/>
              </a:rPr>
              <a:t> Configuration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สามารถใช้</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containerapp</a:t>
            </a:r>
            <a:r>
              <a:rPr lang="en-US" sz="1200" b="0" i="0" kern="1200" dirty="0">
                <a:solidFill>
                  <a:schemeClr val="tx1"/>
                </a:solidFill>
                <a:effectLst/>
                <a:latin typeface="+mn-lt"/>
                <a:ea typeface="+mn-ea"/>
                <a:cs typeface="+mn-cs"/>
              </a:rPr>
              <a:t> update</a:t>
            </a:r>
          </a:p>
          <a:p>
            <a:pPr lvl="0" fontAlgn="t"/>
            <a:endParaRPr lang="en-US" sz="1200" b="0" i="0" kern="1200" dirty="0">
              <a:solidFill>
                <a:schemeClr val="tx1"/>
              </a:solidFill>
              <a:effectLst/>
              <a:latin typeface="+mn-lt"/>
              <a:ea typeface="+mn-ea"/>
              <a:cs typeface="+mn-cs"/>
            </a:endParaRPr>
          </a:p>
        </p:txBody>
      </p:sp>
      <p:sp>
        <p:nvSpPr>
          <p:cNvPr id="1889384069"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1C9CAB2-F6D1-5DF8-53D6-33F8B28B7A84}"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6663668" name="Slide Image Placeholder 1"/>
          <p:cNvSpPr>
            <a:spLocks noGrp="1" noRot="1" noChangeAspect="1"/>
          </p:cNvSpPr>
          <p:nvPr>
            <p:ph type="sldImg"/>
          </p:nvPr>
        </p:nvSpPr>
        <p:spPr bwMode="auto">
          <a:xfrm>
            <a:off x="217488" y="812800"/>
            <a:ext cx="7124700" cy="4008438"/>
          </a:xfrm>
        </p:spPr>
      </p:sp>
      <p:sp>
        <p:nvSpPr>
          <p:cNvPr id="1478623254"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ตั้งค่า</a:t>
            </a:r>
            <a:r>
              <a:rPr lang="en-US" sz="1200" b="1" i="0" kern="1200" dirty="0">
                <a:solidFill>
                  <a:schemeClr val="tx1"/>
                </a:solidFill>
                <a:effectLst/>
                <a:latin typeface="+mn-lt"/>
                <a:ea typeface="+mn-ea"/>
                <a:cs typeface="+mn-cs"/>
              </a:rPr>
              <a:t> Container </a:t>
            </a:r>
            <a:r>
              <a:rPr lang="en-US" sz="1200" b="1" i="0" kern="1200" dirty="0" err="1">
                <a:solidFill>
                  <a:schemeClr val="tx1"/>
                </a:solidFill>
                <a:effectLst/>
                <a:latin typeface="+mn-lt"/>
                <a:ea typeface="+mn-ea"/>
                <a:cs typeface="+mn-cs"/>
              </a:rPr>
              <a:t>ตอนทำงาน</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โดยแยกค่าทั่วไปออกจากข้อมูลลับ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เพื่อให้ปลอดภัยและจัดการง่าย</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Environment Variables = </a:t>
            </a:r>
            <a:r>
              <a:rPr lang="en-US" sz="1200" b="1" i="0" kern="1200" dirty="0" err="1">
                <a:solidFill>
                  <a:schemeClr val="tx1"/>
                </a:solidFill>
                <a:effectLst/>
                <a:latin typeface="+mn-lt"/>
                <a:ea typeface="+mn-ea"/>
                <a:cs typeface="+mn-cs"/>
              </a:rPr>
              <a:t>ค่าทั่วไป</a:t>
            </a:r>
            <a:endParaRPr lang="en-US" sz="1200" b="1"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ใช้เก็บค่าที่</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ไม่ใช่ความลับ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LOG_LEVEL</a:t>
            </a:r>
          </a:p>
          <a:p>
            <a:pPr lvl="0" fontAlgn="t"/>
            <a:r>
              <a:rPr lang="en-US" sz="1200" b="0" i="0" kern="1200" dirty="0">
                <a:solidFill>
                  <a:schemeClr val="tx1"/>
                </a:solidFill>
                <a:effectLst/>
                <a:latin typeface="+mn-lt"/>
                <a:ea typeface="+mn-ea"/>
                <a:cs typeface="+mn-cs"/>
              </a:rPr>
              <a:t>Feature flags</a:t>
            </a:r>
          </a:p>
          <a:p>
            <a:pPr lvl="0" fontAlgn="t"/>
            <a:r>
              <a:rPr lang="en-US" sz="1200" b="0" i="0" kern="1200" dirty="0">
                <a:solidFill>
                  <a:schemeClr val="tx1"/>
                </a:solidFill>
                <a:effectLst/>
                <a:latin typeface="+mn-lt"/>
                <a:ea typeface="+mn-ea"/>
                <a:cs typeface="+mn-cs"/>
              </a:rPr>
              <a:t>URL ของ service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dependency</a:t>
            </a:r>
          </a:p>
          <a:p>
            <a:pPr fontAlgn="t"/>
            <a:r>
              <a:rPr lang="en-US" sz="1200" b="0" i="0" kern="1200" dirty="0" err="1">
                <a:solidFill>
                  <a:schemeClr val="tx1"/>
                </a:solidFill>
                <a:effectLst/>
                <a:latin typeface="+mn-lt"/>
                <a:ea typeface="+mn-ea"/>
                <a:cs typeface="+mn-cs"/>
              </a:rPr>
              <a:t>ข้อดีคือ</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Container Image </a:t>
            </a:r>
            <a:r>
              <a:rPr lang="en-US" sz="1200" b="1" i="0" kern="1200" dirty="0" err="1">
                <a:solidFill>
                  <a:schemeClr val="tx1"/>
                </a:solidFill>
                <a:effectLst/>
                <a:latin typeface="+mn-lt"/>
                <a:ea typeface="+mn-ea"/>
                <a:cs typeface="+mn-cs"/>
              </a:rPr>
              <a:t>เดียวกัน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สามารถใช้กับ</a:t>
            </a:r>
            <a:r>
              <a:rPr lang="en-US" sz="1200" b="0" i="0" kern="1200" dirty="0">
                <a:solidFill>
                  <a:schemeClr val="tx1"/>
                </a:solidFill>
                <a:effectLst/>
                <a:latin typeface="+mn-lt"/>
                <a:ea typeface="+mn-ea"/>
                <a:cs typeface="+mn-cs"/>
              </a:rPr>
              <a:t> Dev, Staging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Production </a:t>
            </a:r>
            <a:r>
              <a:rPr lang="en-US" sz="1200" b="0" i="0" kern="1200" dirty="0" err="1">
                <a:solidFill>
                  <a:schemeClr val="tx1"/>
                </a:solidFill>
                <a:effectLst/>
                <a:latin typeface="+mn-lt"/>
                <a:ea typeface="+mn-ea"/>
                <a:cs typeface="+mn-cs"/>
              </a:rPr>
              <a:t>ได้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เพียงเปลี่ยนค่า</a:t>
            </a:r>
            <a:r>
              <a:rPr lang="en-US" sz="1200" b="0" i="0" kern="1200" dirty="0">
                <a:solidFill>
                  <a:schemeClr val="tx1"/>
                </a:solidFill>
                <a:effectLst/>
                <a:latin typeface="+mn-lt"/>
                <a:ea typeface="+mn-ea"/>
                <a:cs typeface="+mn-cs"/>
              </a:rPr>
              <a:t> Environment Variable</a:t>
            </a:r>
          </a:p>
          <a:p>
            <a:pPr fontAlgn="t"/>
            <a:r>
              <a:rPr lang="en-US" sz="1200" b="1" i="0" kern="1200" dirty="0">
                <a:solidFill>
                  <a:schemeClr val="tx1"/>
                </a:solidFill>
                <a:effectLst/>
                <a:latin typeface="+mn-lt"/>
                <a:ea typeface="+mn-ea"/>
                <a:cs typeface="+mn-cs"/>
              </a:rPr>
              <a:t>2. Secrets = </a:t>
            </a:r>
            <a:r>
              <a:rPr lang="en-US" sz="1200" b="1" i="0" kern="1200" dirty="0" err="1">
                <a:solidFill>
                  <a:schemeClr val="tx1"/>
                </a:solidFill>
                <a:effectLst/>
                <a:latin typeface="+mn-lt"/>
                <a:ea typeface="+mn-ea"/>
                <a:cs typeface="+mn-cs"/>
              </a:rPr>
              <a:t>ข้อมูลสำคัญที่ต้องปกป้อง</a:t>
            </a:r>
            <a:endParaRPr lang="en-US" sz="1200" b="1"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ใช้เก็บข้อมูล</a:t>
            </a:r>
            <a:r>
              <a:rPr lang="en-US" sz="1200" b="0" i="0" kern="1200" dirty="0">
                <a:solidFill>
                  <a:schemeClr val="tx1"/>
                </a:solidFill>
                <a:effectLst/>
                <a:latin typeface="+mn-lt"/>
                <a:ea typeface="+mn-ea"/>
                <a:cs typeface="+mn-cs"/>
              </a:rPr>
              <a:t> Sensitive </a:t>
            </a:r>
            <a:r>
              <a:rPr lang="en-US" sz="1200" b="0" i="0" kern="1200" dirty="0" err="1">
                <a:solidFill>
                  <a:schemeClr val="tx1"/>
                </a:solidFill>
                <a:effectLst/>
                <a:latin typeface="+mn-lt"/>
                <a:ea typeface="+mn-ea"/>
                <a:cs typeface="+mn-cs"/>
              </a:rPr>
              <a:t>เช่น</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API Key</a:t>
            </a:r>
          </a:p>
          <a:p>
            <a:pPr lvl="0" fontAlgn="t"/>
            <a:r>
              <a:rPr lang="en-US" sz="1200" b="0" i="0" kern="1200" dirty="0">
                <a:solidFill>
                  <a:schemeClr val="tx1"/>
                </a:solidFill>
                <a:effectLst/>
                <a:latin typeface="+mn-lt"/>
                <a:ea typeface="+mn-ea"/>
                <a:cs typeface="+mn-cs"/>
              </a:rPr>
              <a:t>Credentials</a:t>
            </a:r>
          </a:p>
          <a:p>
            <a:pPr lvl="0" fontAlgn="t"/>
            <a:r>
              <a:rPr lang="en-US" sz="1200" b="0" i="0" kern="1200" dirty="0">
                <a:solidFill>
                  <a:schemeClr val="tx1"/>
                </a:solidFill>
                <a:effectLst/>
                <a:latin typeface="+mn-lt"/>
                <a:ea typeface="+mn-ea"/>
                <a:cs typeface="+mn-cs"/>
              </a:rPr>
              <a:t>Signing Key</a:t>
            </a:r>
          </a:p>
          <a:p>
            <a:pPr fontAlgn="t"/>
            <a:r>
              <a:rPr lang="en-US" sz="1200" b="0" i="0" kern="1200" dirty="0" err="1">
                <a:solidFill>
                  <a:schemeClr val="tx1"/>
                </a:solidFill>
                <a:effectLst/>
                <a:latin typeface="+mn-lt"/>
                <a:ea typeface="+mn-ea"/>
                <a:cs typeface="+mn-cs"/>
              </a:rPr>
              <a:t>เก็บแยกจาก</a:t>
            </a:r>
            <a:r>
              <a:rPr lang="en-US" sz="1200" b="0" i="0" kern="1200" dirty="0">
                <a:solidFill>
                  <a:schemeClr val="tx1"/>
                </a:solidFill>
                <a:effectLst/>
                <a:latin typeface="+mn-lt"/>
                <a:ea typeface="+mn-ea"/>
                <a:cs typeface="+mn-cs"/>
              </a:rPr>
              <a:t> Container Image </a:t>
            </a:r>
            <a:r>
              <a:rPr lang="en-US" sz="1200" b="0" i="0" kern="1200" dirty="0" err="1">
                <a:solidFill>
                  <a:schemeClr val="tx1"/>
                </a:solidFill>
                <a:effectLst/>
                <a:latin typeface="+mn-lt"/>
                <a:ea typeface="+mn-ea"/>
                <a:cs typeface="+mn-cs"/>
              </a:rPr>
              <a:t>และสามารถเปลี่ยน</a:t>
            </a:r>
            <a:r>
              <a:rPr lang="en-US" sz="1200" b="0" i="0" kern="1200" dirty="0">
                <a:solidFill>
                  <a:schemeClr val="tx1"/>
                </a:solidFill>
                <a:effectLst/>
                <a:latin typeface="+mn-lt"/>
                <a:ea typeface="+mn-ea"/>
                <a:cs typeface="+mn-cs"/>
              </a:rPr>
              <a:t> Secret </a:t>
            </a:r>
            <a:r>
              <a:rPr lang="en-US" sz="1200" b="0" i="0" kern="1200" dirty="0" err="1">
                <a:solidFill>
                  <a:schemeClr val="tx1"/>
                </a:solidFill>
                <a:effectLst/>
                <a:latin typeface="+mn-lt"/>
                <a:ea typeface="+mn-ea"/>
                <a:cs typeface="+mn-cs"/>
              </a:rPr>
              <a:t>ได้โดยไม่ต้องสร้าง</a:t>
            </a:r>
            <a:r>
              <a:rPr lang="en-US" sz="1200" b="0" i="0" kern="1200" dirty="0">
                <a:solidFill>
                  <a:schemeClr val="tx1"/>
                </a:solidFill>
                <a:effectLst/>
                <a:latin typeface="+mn-lt"/>
                <a:ea typeface="+mn-ea"/>
                <a:cs typeface="+mn-cs"/>
              </a:rPr>
              <a:t> Image </a:t>
            </a:r>
            <a:r>
              <a:rPr lang="en-US" sz="1200" b="0" i="0" kern="1200" dirty="0" err="1">
                <a:solidFill>
                  <a:schemeClr val="tx1"/>
                </a:solidFill>
                <a:effectLst/>
                <a:latin typeface="+mn-lt"/>
                <a:ea typeface="+mn-ea"/>
                <a:cs typeface="+mn-cs"/>
              </a:rPr>
              <a:t>ใหม่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นอกจากนี้ยังรองรับการอ้างอิงจาก</a:t>
            </a:r>
            <a:r>
              <a:rPr lang="en-US" sz="1200" b="0" i="0" kern="1200" dirty="0">
                <a:solidFill>
                  <a:schemeClr val="tx1"/>
                </a:solidFill>
                <a:effectLst/>
                <a:latin typeface="+mn-lt"/>
                <a:ea typeface="+mn-ea"/>
                <a:cs typeface="+mn-cs"/>
              </a:rPr>
              <a:t> Key Vault</a:t>
            </a:r>
          </a:p>
          <a:p>
            <a:pPr fontAlgn="t"/>
            <a:r>
              <a:rPr lang="en-US" sz="1200" b="1" i="0" kern="1200" dirty="0">
                <a:solidFill>
                  <a:schemeClr val="tx1"/>
                </a:solidFill>
                <a:effectLst/>
                <a:latin typeface="+mn-lt"/>
                <a:ea typeface="+mn-ea"/>
                <a:cs typeface="+mn-cs"/>
              </a:rPr>
              <a:t>3. Secret Reference = </a:t>
            </a:r>
            <a:r>
              <a:rPr lang="en-US" sz="1200" b="1" i="0" kern="1200" dirty="0" err="1">
                <a:solidFill>
                  <a:schemeClr val="tx1"/>
                </a:solidFill>
                <a:effectLst/>
                <a:latin typeface="+mn-lt"/>
                <a:ea typeface="+mn-ea"/>
                <a:cs typeface="+mn-cs"/>
              </a:rPr>
              <a:t>ตัวเชื่อม</a:t>
            </a:r>
            <a:endParaRPr lang="en-US" sz="1200" b="1"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แทนที่จะเขียน</a:t>
            </a:r>
            <a:r>
              <a:rPr lang="en-US" sz="1200" b="0" i="0" kern="1200" dirty="0">
                <a:solidFill>
                  <a:schemeClr val="tx1"/>
                </a:solidFill>
                <a:effectLst/>
                <a:latin typeface="+mn-lt"/>
                <a:ea typeface="+mn-ea"/>
                <a:cs typeface="+mn-cs"/>
              </a:rPr>
              <a:t> Secret </a:t>
            </a:r>
            <a:r>
              <a:rPr lang="en-US" sz="1200" b="0" i="0" kern="1200" dirty="0" err="1">
                <a:solidFill>
                  <a:schemeClr val="tx1"/>
                </a:solidFill>
                <a:effectLst/>
                <a:latin typeface="+mn-lt"/>
                <a:ea typeface="+mn-ea"/>
                <a:cs typeface="+mn-cs"/>
              </a:rPr>
              <a:t>ลงใน</a:t>
            </a:r>
            <a:r>
              <a:rPr lang="en-US" sz="1200" b="0" i="0" kern="1200" dirty="0">
                <a:solidFill>
                  <a:schemeClr val="tx1"/>
                </a:solidFill>
                <a:effectLst/>
                <a:latin typeface="+mn-lt"/>
                <a:ea typeface="+mn-ea"/>
                <a:cs typeface="+mn-cs"/>
              </a:rPr>
              <a:t> Environment Variable </a:t>
            </a:r>
            <a:r>
              <a:rPr lang="en-US" sz="1200" b="0" i="0" kern="1200" dirty="0" err="1">
                <a:solidFill>
                  <a:schemeClr val="tx1"/>
                </a:solidFill>
                <a:effectLst/>
                <a:latin typeface="+mn-lt"/>
                <a:ea typeface="+mn-ea"/>
                <a:cs typeface="+mn-cs"/>
              </a:rPr>
              <a:t>โดยตรง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เราใช้</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secretRef</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อ้างอิง</a:t>
            </a:r>
            <a:r>
              <a:rPr lang="en-US" sz="1200" b="1" i="0" kern="1200" dirty="0">
                <a:solidFill>
                  <a:schemeClr val="tx1"/>
                </a:solidFill>
                <a:effectLst/>
                <a:latin typeface="+mn-lt"/>
                <a:ea typeface="+mn-ea"/>
                <a:cs typeface="+mn-cs"/>
              </a:rPr>
              <a:t> Secret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แล้วให้</a:t>
            </a:r>
            <a:r>
              <a:rPr lang="en-US" sz="1200" b="0" i="0" kern="1200" dirty="0">
                <a:solidFill>
                  <a:schemeClr val="tx1"/>
                </a:solidFill>
                <a:effectLst/>
                <a:latin typeface="+mn-lt"/>
                <a:ea typeface="+mn-ea"/>
                <a:cs typeface="+mn-cs"/>
              </a:rPr>
              <a:t> Container </a:t>
            </a:r>
            <a:r>
              <a:rPr lang="en-US" sz="1200" b="0" i="0" kern="1200" dirty="0" err="1">
                <a:solidFill>
                  <a:schemeClr val="tx1"/>
                </a:solidFill>
                <a:effectLst/>
                <a:latin typeface="+mn-lt"/>
                <a:ea typeface="+mn-ea"/>
                <a:cs typeface="+mn-cs"/>
              </a:rPr>
              <a:t>อ่านค่าไปใช้งาน</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จึงช่วยหลีกเลี่ยงการใส่ค่าความลับลงในไฟล์</a:t>
            </a:r>
            <a:r>
              <a:rPr lang="en-US" sz="1200" b="0" i="0" kern="1200" dirty="0">
                <a:solidFill>
                  <a:schemeClr val="tx1"/>
                </a:solidFill>
                <a:effectLst/>
                <a:latin typeface="+mn-lt"/>
                <a:ea typeface="+mn-ea"/>
                <a:cs typeface="+mn-cs"/>
              </a:rPr>
              <a:t> YAML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command history</a:t>
            </a:r>
          </a:p>
          <a:p>
            <a:pPr fontAlgn="t"/>
            <a:r>
              <a:rPr lang="en-US" sz="1200" b="1" i="0" kern="1200" dirty="0" err="1">
                <a:solidFill>
                  <a:schemeClr val="tx1"/>
                </a:solidFill>
                <a:effectLst/>
                <a:latin typeface="+mn-lt"/>
                <a:ea typeface="+mn-ea"/>
                <a:cs typeface="+mn-cs"/>
              </a:rPr>
              <a:t>สรุปง่าย</a:t>
            </a:r>
            <a:r>
              <a:rPr lang="en-US" sz="1200" b="1" i="0" kern="1200" dirty="0">
                <a:solidFill>
                  <a:schemeClr val="tx1"/>
                </a:solidFill>
                <a:effectLst/>
                <a:latin typeface="+mn-lt"/>
                <a:ea typeface="+mn-ea"/>
                <a:cs typeface="+mn-cs"/>
              </a:rPr>
              <a:t> ๆ:</a:t>
            </a: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ค่าทั่วไป</a:t>
            </a:r>
            <a:r>
              <a:rPr lang="en-US" sz="1200" b="1" i="0" kern="1200" dirty="0">
                <a:solidFill>
                  <a:schemeClr val="tx1"/>
                </a:solidFill>
                <a:effectLst/>
                <a:latin typeface="+mn-lt"/>
                <a:ea typeface="+mn-ea"/>
                <a:cs typeface="+mn-cs"/>
              </a:rPr>
              <a:t> → Environment Variables</a:t>
            </a:r>
            <a:br>
              <a:rPr lang="en-US" sz="1200" b="0" i="0" kern="1200" dirty="0">
                <a:solidFill>
                  <a:schemeClr val="tx1"/>
                </a:solidFill>
                <a:effectLst/>
                <a:latin typeface="+mn-lt"/>
                <a:ea typeface="+mn-ea"/>
                <a:cs typeface="+mn-cs"/>
              </a:rPr>
            </a:br>
            <a:r>
              <a:rPr lang="en-US" sz="1200" b="1" i="0" kern="1200" dirty="0" err="1">
                <a:solidFill>
                  <a:schemeClr val="tx1"/>
                </a:solidFill>
                <a:effectLst/>
                <a:latin typeface="+mn-lt"/>
                <a:ea typeface="+mn-ea"/>
                <a:cs typeface="+mn-cs"/>
              </a:rPr>
              <a:t>ค่าความลับ</a:t>
            </a:r>
            <a:r>
              <a:rPr lang="en-US" sz="1200" b="1" i="0" kern="1200" dirty="0">
                <a:solidFill>
                  <a:schemeClr val="tx1"/>
                </a:solidFill>
                <a:effectLst/>
                <a:latin typeface="+mn-lt"/>
                <a:ea typeface="+mn-ea"/>
                <a:cs typeface="+mn-cs"/>
              </a:rPr>
              <a:t> → Secrets</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Secret Reference → </a:t>
            </a:r>
            <a:r>
              <a:rPr lang="en-US" sz="1200" b="1" i="0" kern="1200" dirty="0" err="1">
                <a:solidFill>
                  <a:schemeClr val="tx1"/>
                </a:solidFill>
                <a:effectLst/>
                <a:latin typeface="+mn-lt"/>
                <a:ea typeface="+mn-ea"/>
                <a:cs typeface="+mn-cs"/>
              </a:rPr>
              <a:t>เชื่อม</a:t>
            </a:r>
            <a:r>
              <a:rPr lang="en-US" sz="1200" b="1" i="0" kern="1200" dirty="0">
                <a:solidFill>
                  <a:schemeClr val="tx1"/>
                </a:solidFill>
                <a:effectLst/>
                <a:latin typeface="+mn-lt"/>
                <a:ea typeface="+mn-ea"/>
                <a:cs typeface="+mn-cs"/>
              </a:rPr>
              <a:t> Secret </a:t>
            </a:r>
            <a:r>
              <a:rPr lang="en-US" sz="1200" b="1" i="0" kern="1200" dirty="0" err="1">
                <a:solidFill>
                  <a:schemeClr val="tx1"/>
                </a:solidFill>
                <a:effectLst/>
                <a:latin typeface="+mn-lt"/>
                <a:ea typeface="+mn-ea"/>
                <a:cs typeface="+mn-cs"/>
              </a:rPr>
              <a:t>ให้</a:t>
            </a:r>
            <a:r>
              <a:rPr lang="en-US" sz="1200" b="1" i="0" kern="1200" dirty="0">
                <a:solidFill>
                  <a:schemeClr val="tx1"/>
                </a:solidFill>
                <a:effectLst/>
                <a:latin typeface="+mn-lt"/>
                <a:ea typeface="+mn-ea"/>
                <a:cs typeface="+mn-cs"/>
              </a:rPr>
              <a:t> Application </a:t>
            </a:r>
            <a:r>
              <a:rPr lang="en-US" sz="1200" b="1" i="0" kern="1200" dirty="0" err="1">
                <a:solidFill>
                  <a:schemeClr val="tx1"/>
                </a:solidFill>
                <a:effectLst/>
                <a:latin typeface="+mn-lt"/>
                <a:ea typeface="+mn-ea"/>
                <a:cs typeface="+mn-cs"/>
              </a:rPr>
              <a:t>นำไปใช้</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แนวคิดสำคัญคือ</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Container Image </a:t>
            </a:r>
            <a:r>
              <a:rPr lang="en-US" sz="1200" b="1" i="0" kern="1200" dirty="0" err="1">
                <a:solidFill>
                  <a:schemeClr val="tx1"/>
                </a:solidFill>
                <a:effectLst/>
                <a:latin typeface="+mn-lt"/>
                <a:ea typeface="+mn-ea"/>
                <a:cs typeface="+mn-cs"/>
              </a:rPr>
              <a:t>เหมือนเดิม</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แต่เปลี่ยน</a:t>
            </a:r>
            <a:r>
              <a:rPr lang="en-US" sz="1200" b="1" i="0" kern="1200" dirty="0">
                <a:solidFill>
                  <a:schemeClr val="tx1"/>
                </a:solidFill>
                <a:effectLst/>
                <a:latin typeface="+mn-lt"/>
                <a:ea typeface="+mn-ea"/>
                <a:cs typeface="+mn-cs"/>
              </a:rPr>
              <a:t> Configuration </a:t>
            </a:r>
            <a:r>
              <a:rPr lang="en-US" sz="1200" b="1" i="0" kern="1200" dirty="0" err="1">
                <a:solidFill>
                  <a:schemeClr val="tx1"/>
                </a:solidFill>
                <a:effectLst/>
                <a:latin typeface="+mn-lt"/>
                <a:ea typeface="+mn-ea"/>
                <a:cs typeface="+mn-cs"/>
              </a:rPr>
              <a:t>ตาม</a:t>
            </a:r>
            <a:r>
              <a:rPr lang="en-US" sz="1200" b="1" i="0" kern="1200" dirty="0">
                <a:solidFill>
                  <a:schemeClr val="tx1"/>
                </a:solidFill>
                <a:effectLst/>
                <a:latin typeface="+mn-lt"/>
                <a:ea typeface="+mn-ea"/>
                <a:cs typeface="+mn-cs"/>
              </a:rPr>
              <a:t> Environment </a:t>
            </a:r>
            <a:r>
              <a:rPr lang="en-US" sz="1200" b="1" i="0" kern="1200" dirty="0" err="1">
                <a:solidFill>
                  <a:schemeClr val="tx1"/>
                </a:solidFill>
                <a:effectLst/>
                <a:latin typeface="+mn-lt"/>
                <a:ea typeface="+mn-ea"/>
                <a:cs typeface="+mn-cs"/>
              </a:rPr>
              <a:t>ได้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ทำให้</a:t>
            </a:r>
            <a:r>
              <a:rPr lang="en-US" sz="1200" b="0" i="0" kern="1200" dirty="0">
                <a:solidFill>
                  <a:schemeClr val="tx1"/>
                </a:solidFill>
                <a:effectLst/>
                <a:latin typeface="+mn-lt"/>
                <a:ea typeface="+mn-ea"/>
                <a:cs typeface="+mn-cs"/>
              </a:rPr>
              <a:t> Dev → Staging → Production </a:t>
            </a:r>
            <a:r>
              <a:rPr lang="en-US" sz="1200" b="0" i="0" kern="1200" dirty="0" err="1">
                <a:solidFill>
                  <a:schemeClr val="tx1"/>
                </a:solidFill>
                <a:effectLst/>
                <a:latin typeface="+mn-lt"/>
                <a:ea typeface="+mn-ea"/>
                <a:cs typeface="+mn-cs"/>
              </a:rPr>
              <a:t>จัดการได้เป็นระบบและปลอดภัยขึ้นครับ</a:t>
            </a:r>
            <a:endParaRPr lang="en-US" sz="1200" b="0" i="0" kern="1200" dirty="0">
              <a:solidFill>
                <a:schemeClr val="tx1"/>
              </a:solidFill>
              <a:effectLst/>
              <a:latin typeface="+mn-lt"/>
              <a:ea typeface="+mn-ea"/>
              <a:cs typeface="+mn-cs"/>
            </a:endParaRPr>
          </a:p>
        </p:txBody>
      </p:sp>
      <p:sp>
        <p:nvSpPr>
          <p:cNvPr id="160036834"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5725CAB-E4F3-6D0E-0C48-729327C3C83C}"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47294135" name="Slide Image Placeholder 1"/>
          <p:cNvSpPr>
            <a:spLocks noGrp="1" noRot="1" noChangeAspect="1"/>
          </p:cNvSpPr>
          <p:nvPr>
            <p:ph type="sldImg"/>
          </p:nvPr>
        </p:nvSpPr>
        <p:spPr bwMode="auto">
          <a:xfrm>
            <a:off x="217488" y="812800"/>
            <a:ext cx="7124700" cy="4008438"/>
          </a:xfrm>
        </p:spPr>
      </p:sp>
      <p:sp>
        <p:nvSpPr>
          <p:cNvPr id="1552660626" name="Notes Placeholder 2"/>
          <p:cNvSpPr>
            <a:spLocks noGrp="1"/>
          </p:cNvSpPr>
          <p:nvPr>
            <p:ph type="body" idx="1"/>
          </p:nvPr>
        </p:nvSpPr>
        <p:spPr bwMode="auto"/>
        <p:txBody>
          <a:bodyPr/>
          <a:lstStyle/>
          <a:p>
            <a:pPr fontAlgn="t"/>
            <a:r>
              <a:rPr lang="en-US" sz="1200" b="1" i="0" kern="1200" dirty="0">
                <a:solidFill>
                  <a:schemeClr val="tx1"/>
                </a:solidFill>
                <a:effectLst/>
                <a:latin typeface="+mn-lt"/>
                <a:ea typeface="+mn-ea"/>
                <a:cs typeface="+mn-cs"/>
              </a:rPr>
              <a:t>Azure Container App </a:t>
            </a:r>
            <a:r>
              <a:rPr lang="en-US" sz="1200" b="1" i="0" kern="1200" dirty="0" err="1">
                <a:solidFill>
                  <a:schemeClr val="tx1"/>
                </a:solidFill>
                <a:effectLst/>
                <a:latin typeface="+mn-lt"/>
                <a:ea typeface="+mn-ea"/>
                <a:cs typeface="+mn-cs"/>
              </a:rPr>
              <a:t>ดึง</a:t>
            </a:r>
            <a:r>
              <a:rPr lang="en-US" sz="1200" b="1" i="0" kern="1200" dirty="0">
                <a:solidFill>
                  <a:schemeClr val="tx1"/>
                </a:solidFill>
                <a:effectLst/>
                <a:latin typeface="+mn-lt"/>
                <a:ea typeface="+mn-ea"/>
                <a:cs typeface="+mn-cs"/>
              </a:rPr>
              <a:t> Container Image </a:t>
            </a:r>
            <a:r>
              <a:rPr lang="en-US" sz="1200" b="1" i="0" kern="1200" dirty="0" err="1">
                <a:solidFill>
                  <a:schemeClr val="tx1"/>
                </a:solidFill>
                <a:effectLst/>
                <a:latin typeface="+mn-lt"/>
                <a:ea typeface="+mn-ea"/>
                <a:cs typeface="+mn-cs"/>
              </a:rPr>
              <a:t>จาก</a:t>
            </a:r>
            <a:r>
              <a:rPr lang="en-US" sz="1200" b="1" i="0" kern="1200" dirty="0">
                <a:solidFill>
                  <a:schemeClr val="tx1"/>
                </a:solidFill>
                <a:effectLst/>
                <a:latin typeface="+mn-lt"/>
                <a:ea typeface="+mn-ea"/>
                <a:cs typeface="+mn-cs"/>
              </a:rPr>
              <a:t> Private Registry </a:t>
            </a:r>
            <a:r>
              <a:rPr lang="en-US" sz="1200" b="1" i="0" kern="1200" dirty="0" err="1">
                <a:solidFill>
                  <a:schemeClr val="tx1"/>
                </a:solidFill>
                <a:effectLst/>
                <a:latin typeface="+mn-lt"/>
                <a:ea typeface="+mn-ea"/>
                <a:cs typeface="+mn-cs"/>
              </a:rPr>
              <a:t>อย่างปลอดภัย</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โดยมี</a:t>
            </a:r>
            <a:r>
              <a:rPr lang="en-US" sz="1200" b="0" i="0" kern="1200" dirty="0">
                <a:solidFill>
                  <a:schemeClr val="tx1"/>
                </a:solidFill>
                <a:effectLst/>
                <a:latin typeface="+mn-lt"/>
                <a:ea typeface="+mn-ea"/>
                <a:cs typeface="+mn-cs"/>
              </a:rPr>
              <a:t> 2 </a:t>
            </a:r>
            <a:r>
              <a:rPr lang="en-US" sz="1200" b="0" i="0" kern="1200" dirty="0" err="1">
                <a:solidFill>
                  <a:schemeClr val="tx1"/>
                </a:solidFill>
                <a:effectLst/>
                <a:latin typeface="+mn-lt"/>
                <a:ea typeface="+mn-ea"/>
                <a:cs typeface="+mn-cs"/>
              </a:rPr>
              <a:t>วิธีหลัก</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Username / Password</a:t>
            </a:r>
          </a:p>
          <a:p>
            <a:pPr fontAlgn="t"/>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Username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Password </a:t>
            </a:r>
            <a:r>
              <a:rPr lang="en-US" sz="1200" b="0" i="0" kern="1200" dirty="0" err="1">
                <a:solidFill>
                  <a:schemeClr val="tx1"/>
                </a:solidFill>
                <a:effectLst/>
                <a:latin typeface="+mn-lt"/>
                <a:ea typeface="+mn-ea"/>
                <a:cs typeface="+mn-cs"/>
              </a:rPr>
              <a:t>ในการยืนยันตัวตน</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ใช้ได้กับ</a:t>
            </a:r>
            <a:r>
              <a:rPr lang="en-US" sz="1200" b="0" i="0" kern="1200" dirty="0">
                <a:solidFill>
                  <a:schemeClr val="tx1"/>
                </a:solidFill>
                <a:effectLst/>
                <a:latin typeface="+mn-lt"/>
                <a:ea typeface="+mn-ea"/>
                <a:cs typeface="+mn-cs"/>
              </a:rPr>
              <a:t> Registry </a:t>
            </a:r>
            <a:r>
              <a:rPr lang="en-US" sz="1200" b="0" i="0" kern="1200" dirty="0" err="1">
                <a:solidFill>
                  <a:schemeClr val="tx1"/>
                </a:solidFill>
                <a:effectLst/>
                <a:latin typeface="+mn-lt"/>
                <a:ea typeface="+mn-ea"/>
                <a:cs typeface="+mn-cs"/>
              </a:rPr>
              <a:t>หลายแบบ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ACR, Docker Hub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GHCR</a:t>
            </a:r>
          </a:p>
          <a:p>
            <a:pPr lvl="0" fontAlgn="t"/>
            <a:r>
              <a:rPr lang="en-US" sz="1200" b="0" i="0" kern="1200" dirty="0" err="1">
                <a:solidFill>
                  <a:schemeClr val="tx1"/>
                </a:solidFill>
                <a:effectLst/>
                <a:latin typeface="+mn-lt"/>
                <a:ea typeface="+mn-ea"/>
                <a:cs typeface="+mn-cs"/>
              </a:rPr>
              <a:t>ตั้งค่าง่าย</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เหมาะกับการทดลองหรือ</a:t>
            </a:r>
            <a:r>
              <a:rPr lang="en-US" sz="1200" b="0" i="0" kern="1200" dirty="0">
                <a:solidFill>
                  <a:schemeClr val="tx1"/>
                </a:solidFill>
                <a:effectLst/>
                <a:latin typeface="+mn-lt"/>
                <a:ea typeface="+mn-ea"/>
                <a:cs typeface="+mn-cs"/>
              </a:rPr>
              <a:t> Prototype</a:t>
            </a:r>
          </a:p>
          <a:p>
            <a:pPr lvl="0" fontAlgn="t"/>
            <a:r>
              <a:rPr lang="en-US" sz="1200" b="0" i="0" kern="1200" dirty="0" err="1">
                <a:solidFill>
                  <a:schemeClr val="tx1"/>
                </a:solidFill>
                <a:effectLst/>
                <a:latin typeface="+mn-lt"/>
                <a:ea typeface="+mn-ea"/>
                <a:cs typeface="+mn-cs"/>
              </a:rPr>
              <a:t>ข้อเสียคือ</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ต้องดูแลและเปลี่ยน</a:t>
            </a:r>
            <a:r>
              <a:rPr lang="en-US" sz="1200" b="0" i="0" kern="1200" dirty="0">
                <a:solidFill>
                  <a:schemeClr val="tx1"/>
                </a:solidFill>
                <a:effectLst/>
                <a:latin typeface="+mn-lt"/>
                <a:ea typeface="+mn-ea"/>
                <a:cs typeface="+mn-cs"/>
              </a:rPr>
              <a:t> Credentials/Secrets </a:t>
            </a:r>
            <a:r>
              <a:rPr lang="en-US" sz="1200" b="0" i="0" kern="1200" dirty="0" err="1">
                <a:solidFill>
                  <a:schemeClr val="tx1"/>
                </a:solidFill>
                <a:effectLst/>
                <a:latin typeface="+mn-lt"/>
                <a:ea typeface="+mn-ea"/>
                <a:cs typeface="+mn-cs"/>
              </a:rPr>
              <a:t>อยู่เสมอ</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Managed Identity ⭐ </a:t>
            </a:r>
            <a:r>
              <a:rPr lang="en-US" sz="1200" b="1" i="0" kern="1200" dirty="0" err="1">
                <a:solidFill>
                  <a:schemeClr val="tx1"/>
                </a:solidFill>
                <a:effectLst/>
                <a:latin typeface="+mn-lt"/>
                <a:ea typeface="+mn-ea"/>
                <a:cs typeface="+mn-cs"/>
              </a:rPr>
              <a:t>แนะนำสำหรับ</a:t>
            </a:r>
            <a:r>
              <a:rPr lang="en-US" sz="1200" b="1" i="0" kern="1200" dirty="0">
                <a:solidFill>
                  <a:schemeClr val="tx1"/>
                </a:solidFill>
                <a:effectLst/>
                <a:latin typeface="+mn-lt"/>
                <a:ea typeface="+mn-ea"/>
                <a:cs typeface="+mn-cs"/>
              </a:rPr>
              <a:t> ACR</a:t>
            </a:r>
          </a:p>
          <a:p>
            <a:pPr fontAlgn="t"/>
            <a:r>
              <a:rPr lang="en-US" sz="1200" b="0" i="0" kern="1200" dirty="0" err="1">
                <a:solidFill>
                  <a:schemeClr val="tx1"/>
                </a:solidFill>
                <a:effectLst/>
                <a:latin typeface="+mn-lt"/>
                <a:ea typeface="+mn-ea"/>
                <a:cs typeface="+mn-cs"/>
              </a:rPr>
              <a:t>ให้</a:t>
            </a:r>
            <a:r>
              <a:rPr lang="en-US" sz="1200" b="0" i="0" kern="1200" dirty="0">
                <a:solidFill>
                  <a:schemeClr val="tx1"/>
                </a:solidFill>
                <a:effectLst/>
                <a:latin typeface="+mn-lt"/>
                <a:ea typeface="+mn-ea"/>
                <a:cs typeface="+mn-cs"/>
              </a:rPr>
              <a:t> Azure </a:t>
            </a:r>
            <a:r>
              <a:rPr lang="en-US" sz="1200" b="0" i="0" kern="1200" dirty="0" err="1">
                <a:solidFill>
                  <a:schemeClr val="tx1"/>
                </a:solidFill>
                <a:effectLst/>
                <a:latin typeface="+mn-lt"/>
                <a:ea typeface="+mn-ea"/>
                <a:cs typeface="+mn-cs"/>
              </a:rPr>
              <a:t>จัดการ</a:t>
            </a:r>
            <a:r>
              <a:rPr lang="en-US" sz="1200" b="0" i="0" kern="1200" dirty="0">
                <a:solidFill>
                  <a:schemeClr val="tx1"/>
                </a:solidFill>
                <a:effectLst/>
                <a:latin typeface="+mn-lt"/>
                <a:ea typeface="+mn-ea"/>
                <a:cs typeface="+mn-cs"/>
              </a:rPr>
              <a:t> Identity </a:t>
            </a:r>
            <a:r>
              <a:rPr lang="en-US" sz="1200" b="0" i="0" kern="1200" dirty="0" err="1">
                <a:solidFill>
                  <a:schemeClr val="tx1"/>
                </a:solidFill>
                <a:effectLst/>
                <a:latin typeface="+mn-lt"/>
                <a:ea typeface="+mn-ea"/>
                <a:cs typeface="+mn-cs"/>
              </a:rPr>
              <a:t>แทนการเก็บ</a:t>
            </a:r>
            <a:r>
              <a:rPr lang="en-US" sz="1200" b="0" i="0" kern="1200" dirty="0">
                <a:solidFill>
                  <a:schemeClr val="tx1"/>
                </a:solidFill>
                <a:effectLst/>
                <a:latin typeface="+mn-lt"/>
                <a:ea typeface="+mn-ea"/>
                <a:cs typeface="+mn-cs"/>
              </a:rPr>
              <a:t> Username/Password</a:t>
            </a:r>
          </a:p>
          <a:p>
            <a:pPr lvl="0" fontAlgn="t"/>
            <a:r>
              <a:rPr lang="en-US" sz="1200" b="0" i="0" kern="1200" dirty="0" err="1">
                <a:solidFill>
                  <a:schemeClr val="tx1"/>
                </a:solidFill>
                <a:effectLst/>
                <a:latin typeface="+mn-lt"/>
                <a:ea typeface="+mn-ea"/>
                <a:cs typeface="+mn-cs"/>
              </a:rPr>
              <a:t>ไม่ต้องเก็บหรือหมุนเวียน</a:t>
            </a:r>
            <a:r>
              <a:rPr lang="en-US" sz="1200" b="0" i="0" kern="1200" dirty="0">
                <a:solidFill>
                  <a:schemeClr val="tx1"/>
                </a:solidFill>
                <a:effectLst/>
                <a:latin typeface="+mn-lt"/>
                <a:ea typeface="+mn-ea"/>
                <a:cs typeface="+mn-cs"/>
              </a:rPr>
              <a:t> Credentials</a:t>
            </a:r>
          </a:p>
          <a:p>
            <a:pPr lvl="0" fontAlgn="t"/>
            <a:r>
              <a:rPr lang="en-US" sz="1200" b="0" i="0" kern="1200" dirty="0" err="1">
                <a:solidFill>
                  <a:schemeClr val="tx1"/>
                </a:solidFill>
                <a:effectLst/>
                <a:latin typeface="+mn-lt"/>
                <a:ea typeface="+mn-ea"/>
                <a:cs typeface="+mn-cs"/>
              </a:rPr>
              <a:t>สามารถให้สิทธิ์เฉพาะ</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AcrPull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เพื่อดึง</a:t>
            </a:r>
            <a:r>
              <a:rPr lang="en-US" sz="1200" b="0" i="0" kern="1200" dirty="0">
                <a:solidFill>
                  <a:schemeClr val="tx1"/>
                </a:solidFill>
                <a:effectLst/>
                <a:latin typeface="+mn-lt"/>
                <a:ea typeface="+mn-ea"/>
                <a:cs typeface="+mn-cs"/>
              </a:rPr>
              <a:t> Image </a:t>
            </a:r>
            <a:r>
              <a:rPr lang="en-US" sz="1200" b="0" i="0" kern="1200" dirty="0" err="1">
                <a:solidFill>
                  <a:schemeClr val="tx1"/>
                </a:solidFill>
                <a:effectLst/>
                <a:latin typeface="+mn-lt"/>
                <a:ea typeface="+mn-ea"/>
                <a:cs typeface="+mn-cs"/>
              </a:rPr>
              <a:t>เท่าที่จำเป็น</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เหมาะกับ</a:t>
            </a:r>
            <a:r>
              <a:rPr lang="en-US" sz="1200" b="0" i="0" kern="1200" dirty="0">
                <a:solidFill>
                  <a:schemeClr val="tx1"/>
                </a:solidFill>
                <a:effectLst/>
                <a:latin typeface="+mn-lt"/>
                <a:ea typeface="+mn-ea"/>
                <a:cs typeface="+mn-cs"/>
              </a:rPr>
              <a:t> Production</a:t>
            </a:r>
          </a:p>
          <a:p>
            <a:pPr lvl="0" fontAlgn="t"/>
            <a:r>
              <a:rPr lang="en-US" sz="1200" b="0" i="0" kern="1200" dirty="0" err="1">
                <a:solidFill>
                  <a:schemeClr val="tx1"/>
                </a:solidFill>
                <a:effectLst/>
                <a:latin typeface="+mn-lt"/>
                <a:ea typeface="+mn-ea"/>
                <a:cs typeface="+mn-cs"/>
              </a:rPr>
              <a:t>สำหรับ</a:t>
            </a:r>
            <a:r>
              <a:rPr lang="en-US" sz="1200" b="0" i="0" kern="1200" dirty="0">
                <a:solidFill>
                  <a:schemeClr val="tx1"/>
                </a:solidFill>
                <a:effectLst/>
                <a:latin typeface="+mn-lt"/>
                <a:ea typeface="+mn-ea"/>
                <a:cs typeface="+mn-cs"/>
              </a:rPr>
              <a:t> ACR </a:t>
            </a:r>
            <a:r>
              <a:rPr lang="en-US" sz="1200" b="0" i="0" kern="1200" dirty="0" err="1">
                <a:solidFill>
                  <a:schemeClr val="tx1"/>
                </a:solidFill>
                <a:effectLst/>
                <a:latin typeface="+mn-lt"/>
                <a:ea typeface="+mn-ea"/>
                <a:cs typeface="+mn-cs"/>
              </a:rPr>
              <a:t>สามารถใช้</a:t>
            </a:r>
            <a:r>
              <a:rPr lang="en-US" sz="1200" b="0" i="0" kern="1200" dirty="0">
                <a:solidFill>
                  <a:schemeClr val="tx1"/>
                </a:solidFill>
                <a:effectLst/>
                <a:latin typeface="+mn-lt"/>
                <a:ea typeface="+mn-ea"/>
                <a:cs typeface="+mn-cs"/>
              </a:rPr>
              <a:t> --identity system</a:t>
            </a:r>
          </a:p>
          <a:p>
            <a:pPr fontAlgn="t"/>
            <a:r>
              <a:rPr lang="en-US" sz="1200" b="1" i="0" kern="1200" dirty="0" err="1">
                <a:solidFill>
                  <a:schemeClr val="tx1"/>
                </a:solidFill>
                <a:effectLst/>
                <a:latin typeface="+mn-lt"/>
                <a:ea typeface="+mn-ea"/>
                <a:cs typeface="+mn-cs"/>
              </a:rPr>
              <a:t>จุดสำคัญ</a:t>
            </a:r>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Registry Configuration </a:t>
            </a:r>
            <a:r>
              <a:rPr lang="en-US" sz="1200" b="1" i="0" kern="1200" dirty="0" err="1">
                <a:solidFill>
                  <a:schemeClr val="tx1"/>
                </a:solidFill>
                <a:effectLst/>
                <a:latin typeface="+mn-lt"/>
                <a:ea typeface="+mn-ea"/>
                <a:cs typeface="+mn-cs"/>
              </a:rPr>
              <a:t>แยกจาก</a:t>
            </a:r>
            <a:r>
              <a:rPr lang="en-US" sz="1200" b="1" i="0" kern="1200" dirty="0">
                <a:solidFill>
                  <a:schemeClr val="tx1"/>
                </a:solidFill>
                <a:effectLst/>
                <a:latin typeface="+mn-lt"/>
                <a:ea typeface="+mn-ea"/>
                <a:cs typeface="+mn-cs"/>
              </a:rPr>
              <a:t> Application Configuration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ดังนั้นหาก</a:t>
            </a:r>
            <a:r>
              <a:rPr lang="en-US" sz="1200" b="0" i="0" kern="1200" dirty="0">
                <a:solidFill>
                  <a:schemeClr val="tx1"/>
                </a:solidFill>
                <a:effectLst/>
                <a:latin typeface="+mn-lt"/>
                <a:ea typeface="+mn-ea"/>
                <a:cs typeface="+mn-cs"/>
              </a:rPr>
              <a:t> Container </a:t>
            </a:r>
            <a:r>
              <a:rPr lang="en-US" sz="1200" b="0" i="0" kern="1200" dirty="0" err="1">
                <a:solidFill>
                  <a:schemeClr val="tx1"/>
                </a:solidFill>
                <a:effectLst/>
                <a:latin typeface="+mn-lt"/>
                <a:ea typeface="+mn-ea"/>
                <a:cs typeface="+mn-cs"/>
              </a:rPr>
              <a:t>ดึง</a:t>
            </a:r>
            <a:r>
              <a:rPr lang="en-US" sz="1200" b="0" i="0" kern="1200" dirty="0">
                <a:solidFill>
                  <a:schemeClr val="tx1"/>
                </a:solidFill>
                <a:effectLst/>
                <a:latin typeface="+mn-lt"/>
                <a:ea typeface="+mn-ea"/>
                <a:cs typeface="+mn-cs"/>
              </a:rPr>
              <a:t> Image </a:t>
            </a:r>
            <a:r>
              <a:rPr lang="en-US" sz="1200" b="0" i="0" kern="1200" dirty="0" err="1">
                <a:solidFill>
                  <a:schemeClr val="tx1"/>
                </a:solidFill>
                <a:effectLst/>
                <a:latin typeface="+mn-lt"/>
                <a:ea typeface="+mn-ea"/>
                <a:cs typeface="+mn-cs"/>
              </a:rPr>
              <a:t>ไม่ได้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ปัญหาอาจอยู่ที่การตั้งค่า</a:t>
            </a:r>
            <a:r>
              <a:rPr lang="en-US" sz="1200" b="0" i="0" kern="1200" dirty="0">
                <a:solidFill>
                  <a:schemeClr val="tx1"/>
                </a:solidFill>
                <a:effectLst/>
                <a:latin typeface="+mn-lt"/>
                <a:ea typeface="+mn-ea"/>
                <a:cs typeface="+mn-cs"/>
              </a:rPr>
              <a:t> Registry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Authentication </a:t>
            </a:r>
            <a:r>
              <a:rPr lang="en-US" sz="1200" b="0" i="0" kern="1200" dirty="0" err="1">
                <a:solidFill>
                  <a:schemeClr val="tx1"/>
                </a:solidFill>
                <a:effectLst/>
                <a:latin typeface="+mn-lt"/>
                <a:ea typeface="+mn-ea"/>
                <a:cs typeface="+mn-cs"/>
              </a:rPr>
              <a:t>ไม่ใช่ตัว</a:t>
            </a:r>
            <a:r>
              <a:rPr lang="en-US" sz="1200" b="0" i="0" kern="1200" dirty="0">
                <a:solidFill>
                  <a:schemeClr val="tx1"/>
                </a:solidFill>
                <a:effectLst/>
                <a:latin typeface="+mn-lt"/>
                <a:ea typeface="+mn-ea"/>
                <a:cs typeface="+mn-cs"/>
              </a:rPr>
              <a:t> Application</a:t>
            </a:r>
          </a:p>
          <a:p>
            <a:pPr fontAlgn="t"/>
            <a:r>
              <a:rPr lang="en-US" sz="1200" b="1" i="0" kern="1200" dirty="0" err="1">
                <a:solidFill>
                  <a:schemeClr val="tx1"/>
                </a:solidFill>
                <a:effectLst/>
                <a:latin typeface="+mn-lt"/>
                <a:ea typeface="+mn-ea"/>
                <a:cs typeface="+mn-cs"/>
              </a:rPr>
              <a:t>สรุปง่าย</a:t>
            </a:r>
            <a:r>
              <a:rPr lang="en-US" sz="1200" b="1" i="0" kern="1200" dirty="0">
                <a:solidFill>
                  <a:schemeClr val="tx1"/>
                </a:solidFill>
                <a:effectLst/>
                <a:latin typeface="+mn-lt"/>
                <a:ea typeface="+mn-ea"/>
                <a:cs typeface="+mn-cs"/>
              </a:rPr>
              <a:t> ๆ:</a:t>
            </a: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Prototype → </a:t>
            </a:r>
            <a:r>
              <a:rPr lang="en-US" sz="1200" b="1" i="0" kern="1200" dirty="0">
                <a:solidFill>
                  <a:schemeClr val="tx1"/>
                </a:solidFill>
                <a:effectLst/>
                <a:latin typeface="+mn-lt"/>
                <a:ea typeface="+mn-ea"/>
                <a:cs typeface="+mn-cs"/>
              </a:rPr>
              <a:t>Username/Password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ตั้งค่าง่าย</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Production + ACR → </a:t>
            </a:r>
            <a:r>
              <a:rPr lang="en-US" sz="1200" b="1" i="0" kern="1200" dirty="0">
                <a:solidFill>
                  <a:schemeClr val="tx1"/>
                </a:solidFill>
                <a:effectLst/>
                <a:latin typeface="+mn-lt"/>
                <a:ea typeface="+mn-ea"/>
                <a:cs typeface="+mn-cs"/>
              </a:rPr>
              <a:t>Managed Identity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เหมาะกว่า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เพราะไม่ต้องจัดการ</a:t>
            </a:r>
            <a:r>
              <a:rPr lang="en-US" sz="1200" b="0" i="0" kern="1200" dirty="0">
                <a:solidFill>
                  <a:schemeClr val="tx1"/>
                </a:solidFill>
                <a:effectLst/>
                <a:latin typeface="+mn-lt"/>
                <a:ea typeface="+mn-ea"/>
                <a:cs typeface="+mn-cs"/>
              </a:rPr>
              <a:t> Password/Secret </a:t>
            </a:r>
            <a:r>
              <a:rPr lang="en-US" sz="1200" b="0" i="0" kern="1200" dirty="0" err="1">
                <a:solidFill>
                  <a:schemeClr val="tx1"/>
                </a:solidFill>
                <a:effectLst/>
                <a:latin typeface="+mn-lt"/>
                <a:ea typeface="+mn-ea"/>
                <a:cs typeface="+mn-cs"/>
              </a:rPr>
              <a:t>เอง</a:t>
            </a:r>
            <a:endParaRPr lang="en-US" sz="1200" b="0" i="0" kern="1200" dirty="0">
              <a:solidFill>
                <a:schemeClr val="tx1"/>
              </a:solidFill>
              <a:effectLst/>
              <a:latin typeface="+mn-lt"/>
              <a:ea typeface="+mn-ea"/>
              <a:cs typeface="+mn-cs"/>
            </a:endParaRPr>
          </a:p>
        </p:txBody>
      </p:sp>
      <p:sp>
        <p:nvSpPr>
          <p:cNvPr id="1605884484"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D3D470-B456-7C01-680E-788832F774F2}"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25824162" name="Slide Image Placeholder 1"/>
          <p:cNvSpPr>
            <a:spLocks noGrp="1" noRot="1" noChangeAspect="1"/>
          </p:cNvSpPr>
          <p:nvPr>
            <p:ph type="sldImg"/>
          </p:nvPr>
        </p:nvSpPr>
        <p:spPr bwMode="auto">
          <a:xfrm>
            <a:off x="217488" y="812800"/>
            <a:ext cx="7124700" cy="4008438"/>
          </a:xfrm>
        </p:spPr>
      </p:sp>
      <p:sp>
        <p:nvSpPr>
          <p:cNvPr id="1938300546"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ตรวจสอบว่า</a:t>
            </a:r>
            <a:r>
              <a:rPr lang="en-US" sz="1200" b="1" i="0" kern="1200" dirty="0">
                <a:solidFill>
                  <a:schemeClr val="tx1"/>
                </a:solidFill>
                <a:effectLst/>
                <a:latin typeface="+mn-lt"/>
                <a:ea typeface="+mn-ea"/>
                <a:cs typeface="+mn-cs"/>
              </a:rPr>
              <a:t> Azure Container App </a:t>
            </a:r>
            <a:r>
              <a:rPr lang="en-US" sz="1200" b="1" i="0" kern="1200" dirty="0" err="1">
                <a:solidFill>
                  <a:schemeClr val="tx1"/>
                </a:solidFill>
                <a:effectLst/>
                <a:latin typeface="+mn-lt"/>
                <a:ea typeface="+mn-ea"/>
                <a:cs typeface="+mn-cs"/>
              </a:rPr>
              <a:t>ที่</a:t>
            </a:r>
            <a:r>
              <a:rPr lang="en-US" sz="1200" b="1" i="0" kern="1200" dirty="0">
                <a:solidFill>
                  <a:schemeClr val="tx1"/>
                </a:solidFill>
                <a:effectLst/>
                <a:latin typeface="+mn-lt"/>
                <a:ea typeface="+mn-ea"/>
                <a:cs typeface="+mn-cs"/>
              </a:rPr>
              <a:t> Deploy </a:t>
            </a:r>
            <a:r>
              <a:rPr lang="en-US" sz="1200" b="1" i="0" kern="1200" dirty="0" err="1">
                <a:solidFill>
                  <a:schemeClr val="tx1"/>
                </a:solidFill>
                <a:effectLst/>
                <a:latin typeface="+mn-lt"/>
                <a:ea typeface="+mn-ea"/>
                <a:cs typeface="+mn-cs"/>
              </a:rPr>
              <a:t>ไปแล้วทำงานปกติหรือไม่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โดยเช็ก</a:t>
            </a:r>
            <a:r>
              <a:rPr lang="en-US" sz="1200" b="0" i="0" kern="1200" dirty="0">
                <a:solidFill>
                  <a:schemeClr val="tx1"/>
                </a:solidFill>
                <a:effectLst/>
                <a:latin typeface="+mn-lt"/>
                <a:ea typeface="+mn-ea"/>
                <a:cs typeface="+mn-cs"/>
              </a:rPr>
              <a:t> 3 </a:t>
            </a:r>
            <a:r>
              <a:rPr lang="en-US" sz="1200" b="0" i="0" kern="1200" dirty="0" err="1">
                <a:solidFill>
                  <a:schemeClr val="tx1"/>
                </a:solidFill>
                <a:effectLst/>
                <a:latin typeface="+mn-lt"/>
                <a:ea typeface="+mn-ea"/>
                <a:cs typeface="+mn-cs"/>
              </a:rPr>
              <a:t>จุดตามลำดับ</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Check Logs</a:t>
            </a:r>
          </a:p>
          <a:p>
            <a:pPr fontAlgn="t"/>
            <a:r>
              <a:rPr lang="en-US" sz="1200" b="0" i="0" kern="1200" dirty="0" err="1">
                <a:solidFill>
                  <a:schemeClr val="tx1"/>
                </a:solidFill>
                <a:effectLst/>
                <a:latin typeface="+mn-lt"/>
                <a:ea typeface="+mn-ea"/>
                <a:cs typeface="+mn-cs"/>
              </a:rPr>
              <a:t>ดู</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Logs </a:t>
            </a:r>
            <a:r>
              <a:rPr lang="en-US" sz="1200" b="1" i="0" kern="1200" dirty="0" err="1">
                <a:solidFill>
                  <a:schemeClr val="tx1"/>
                </a:solidFill>
                <a:effectLst/>
                <a:latin typeface="+mn-lt"/>
                <a:ea typeface="+mn-ea"/>
                <a:cs typeface="+mn-cs"/>
              </a:rPr>
              <a:t>ก่อน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เพราะช่วยเห็นปัญหาได้เร็วที่สุด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Application </a:t>
            </a:r>
            <a:r>
              <a:rPr lang="en-US" sz="1200" b="0" i="0" kern="1200" dirty="0" err="1">
                <a:solidFill>
                  <a:schemeClr val="tx1"/>
                </a:solidFill>
                <a:effectLst/>
                <a:latin typeface="+mn-lt"/>
                <a:ea typeface="+mn-ea"/>
                <a:cs typeface="+mn-cs"/>
              </a:rPr>
              <a:t>เริ่มทำงานไม่สำเร็จ</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Environment Variable </a:t>
            </a:r>
            <a:r>
              <a:rPr lang="en-US" sz="1200" b="0" i="0" kern="1200" dirty="0" err="1">
                <a:solidFill>
                  <a:schemeClr val="tx1"/>
                </a:solidFill>
                <a:effectLst/>
                <a:latin typeface="+mn-lt"/>
                <a:ea typeface="+mn-ea"/>
                <a:cs typeface="+mn-cs"/>
              </a:rPr>
              <a:t>หาย</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เชื่อมต่อระบบอื่นไม่ได้</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ปัญหาการ</a:t>
            </a:r>
            <a:r>
              <a:rPr lang="en-US" sz="1200" b="0" i="0" kern="1200" dirty="0">
                <a:solidFill>
                  <a:schemeClr val="tx1"/>
                </a:solidFill>
                <a:effectLst/>
                <a:latin typeface="+mn-lt"/>
                <a:ea typeface="+mn-ea"/>
                <a:cs typeface="+mn-cs"/>
              </a:rPr>
              <a:t> Pull Image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Scaling</a:t>
            </a:r>
          </a:p>
          <a:p>
            <a:pPr fontAlgn="t"/>
            <a:r>
              <a:rPr lang="en-US" sz="1200" b="1" i="0" kern="1200" dirty="0">
                <a:solidFill>
                  <a:schemeClr val="tx1"/>
                </a:solidFill>
                <a:effectLst/>
                <a:latin typeface="+mn-lt"/>
                <a:ea typeface="+mn-ea"/>
                <a:cs typeface="+mn-cs"/>
              </a:rPr>
              <a:t>2. Check Revisions</a:t>
            </a:r>
          </a:p>
          <a:p>
            <a:pPr fontAlgn="t"/>
            <a:r>
              <a:rPr lang="en-US" sz="1200" b="0" i="0" kern="1200" dirty="0" err="1">
                <a:solidFill>
                  <a:schemeClr val="tx1"/>
                </a:solidFill>
                <a:effectLst/>
                <a:latin typeface="+mn-lt"/>
                <a:ea typeface="+mn-ea"/>
                <a:cs typeface="+mn-cs"/>
              </a:rPr>
              <a:t>ตรวจสอบ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Revision </a:t>
            </a:r>
            <a:r>
              <a:rPr lang="en-US" sz="1200" b="1" i="0" kern="1200" dirty="0" err="1">
                <a:solidFill>
                  <a:schemeClr val="tx1"/>
                </a:solidFill>
                <a:effectLst/>
                <a:latin typeface="+mn-lt"/>
                <a:ea typeface="+mn-ea"/>
                <a:cs typeface="+mn-cs"/>
              </a:rPr>
              <a:t>หรือเวอร์ชันล่าสุดของ</a:t>
            </a:r>
            <a:r>
              <a:rPr lang="en-US" sz="1200" b="1" i="0" kern="1200" dirty="0">
                <a:solidFill>
                  <a:schemeClr val="tx1"/>
                </a:solidFill>
                <a:effectLst/>
                <a:latin typeface="+mn-lt"/>
                <a:ea typeface="+mn-ea"/>
                <a:cs typeface="+mn-cs"/>
              </a:rPr>
              <a:t> App</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หลัง</a:t>
            </a:r>
            <a:r>
              <a:rPr lang="en-US" sz="1200" b="0" i="0" kern="1200" dirty="0">
                <a:solidFill>
                  <a:schemeClr val="tx1"/>
                </a:solidFill>
                <a:effectLst/>
                <a:latin typeface="+mn-lt"/>
                <a:ea typeface="+mn-ea"/>
                <a:cs typeface="+mn-cs"/>
              </a:rPr>
              <a:t> Update </a:t>
            </a:r>
            <a:r>
              <a:rPr lang="en-US" sz="1200" b="0" i="0" kern="1200" dirty="0" err="1">
                <a:solidFill>
                  <a:schemeClr val="tx1"/>
                </a:solidFill>
                <a:effectLst/>
                <a:latin typeface="+mn-lt"/>
                <a:ea typeface="+mn-ea"/>
                <a:cs typeface="+mn-cs"/>
              </a:rPr>
              <a:t>ควรมี</a:t>
            </a:r>
            <a:r>
              <a:rPr lang="en-US" sz="1200" b="0" i="0" kern="1200" dirty="0">
                <a:solidFill>
                  <a:schemeClr val="tx1"/>
                </a:solidFill>
                <a:effectLst/>
                <a:latin typeface="+mn-lt"/>
                <a:ea typeface="+mn-ea"/>
                <a:cs typeface="+mn-cs"/>
              </a:rPr>
              <a:t> Revision </a:t>
            </a:r>
            <a:r>
              <a:rPr lang="en-US" sz="1200" b="0" i="0" kern="1200" dirty="0" err="1">
                <a:solidFill>
                  <a:schemeClr val="tx1"/>
                </a:solidFill>
                <a:effectLst/>
                <a:latin typeface="+mn-lt"/>
                <a:ea typeface="+mn-ea"/>
                <a:cs typeface="+mn-cs"/>
              </a:rPr>
              <a:t>ใหม่</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ตรวจสอบว่า</a:t>
            </a:r>
            <a:r>
              <a:rPr lang="en-US" sz="1200" b="0" i="0" kern="1200" dirty="0">
                <a:solidFill>
                  <a:schemeClr val="tx1"/>
                </a:solidFill>
                <a:effectLst/>
                <a:latin typeface="+mn-lt"/>
                <a:ea typeface="+mn-ea"/>
                <a:cs typeface="+mn-cs"/>
              </a:rPr>
              <a:t> Revision </a:t>
            </a:r>
            <a:r>
              <a:rPr lang="en-US" sz="1200" b="0" i="0" kern="1200" dirty="0" err="1">
                <a:solidFill>
                  <a:schemeClr val="tx1"/>
                </a:solidFill>
                <a:effectLst/>
                <a:latin typeface="+mn-lt"/>
                <a:ea typeface="+mn-ea"/>
                <a:cs typeface="+mn-cs"/>
              </a:rPr>
              <a:t>ใหม่อยู่ในสถานะ</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Healthy / Active</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หากมีปัญหา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สามารถตรวจสอบ</a:t>
            </a:r>
            <a:r>
              <a:rPr lang="en-US" sz="1200" b="0" i="0" kern="1200" dirty="0">
                <a:solidFill>
                  <a:schemeClr val="tx1"/>
                </a:solidFill>
                <a:effectLst/>
                <a:latin typeface="+mn-lt"/>
                <a:ea typeface="+mn-ea"/>
                <a:cs typeface="+mn-cs"/>
              </a:rPr>
              <a:t> Revision </a:t>
            </a:r>
            <a:r>
              <a:rPr lang="en-US" sz="1200" b="0" i="0" kern="1200" dirty="0" err="1">
                <a:solidFill>
                  <a:schemeClr val="tx1"/>
                </a:solidFill>
                <a:effectLst/>
                <a:latin typeface="+mn-lt"/>
                <a:ea typeface="+mn-ea"/>
                <a:cs typeface="+mn-cs"/>
              </a:rPr>
              <a:t>เก่าเพิ่มเติมได้</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3. Check Replicas</a:t>
            </a:r>
          </a:p>
          <a:p>
            <a:pPr fontAlgn="t"/>
            <a:r>
              <a:rPr lang="en-US" sz="1200" b="0" i="0" kern="1200" dirty="0" err="1">
                <a:solidFill>
                  <a:schemeClr val="tx1"/>
                </a:solidFill>
                <a:effectLst/>
                <a:latin typeface="+mn-lt"/>
                <a:ea typeface="+mn-ea"/>
                <a:cs typeface="+mn-cs"/>
              </a:rPr>
              <a:t>ตรวจสอบ</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จำนวน</a:t>
            </a:r>
            <a:r>
              <a:rPr lang="en-US" sz="1200" b="1" i="0" kern="1200" dirty="0">
                <a:solidFill>
                  <a:schemeClr val="tx1"/>
                </a:solidFill>
                <a:effectLst/>
                <a:latin typeface="+mn-lt"/>
                <a:ea typeface="+mn-ea"/>
                <a:cs typeface="+mn-cs"/>
              </a:rPr>
              <a:t> Instance ของ Container </a:t>
            </a:r>
            <a:r>
              <a:rPr lang="en-US" sz="1200" b="1" i="0" kern="1200" dirty="0" err="1">
                <a:solidFill>
                  <a:schemeClr val="tx1"/>
                </a:solidFill>
                <a:effectLst/>
                <a:latin typeface="+mn-lt"/>
                <a:ea typeface="+mn-ea"/>
                <a:cs typeface="+mn-cs"/>
              </a:rPr>
              <a:t>ที่กำลังทำงาน</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ดูปัญหา</a:t>
            </a:r>
            <a:r>
              <a:rPr lang="en-US" sz="1200" b="0" i="0" kern="1200" dirty="0">
                <a:solidFill>
                  <a:schemeClr val="tx1"/>
                </a:solidFill>
                <a:effectLst/>
                <a:latin typeface="+mn-lt"/>
                <a:ea typeface="+mn-ea"/>
                <a:cs typeface="+mn-cs"/>
              </a:rPr>
              <a:t> Scale-to-zero</a:t>
            </a:r>
          </a:p>
          <a:p>
            <a:pPr lvl="0" fontAlgn="t"/>
            <a:r>
              <a:rPr lang="en-US" sz="1200" b="0" i="0" kern="1200" dirty="0">
                <a:solidFill>
                  <a:schemeClr val="tx1"/>
                </a:solidFill>
                <a:effectLst/>
                <a:latin typeface="+mn-lt"/>
                <a:ea typeface="+mn-ea"/>
                <a:cs typeface="+mn-cs"/>
              </a:rPr>
              <a:t>Crash loop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Container </a:t>
            </a:r>
            <a:r>
              <a:rPr lang="en-US" sz="1200" b="0" i="0" kern="1200" dirty="0" err="1">
                <a:solidFill>
                  <a:schemeClr val="tx1"/>
                </a:solidFill>
                <a:effectLst/>
                <a:latin typeface="+mn-lt"/>
                <a:ea typeface="+mn-ea"/>
                <a:cs typeface="+mn-cs"/>
              </a:rPr>
              <a:t>หยุดแล้วเริ่มใหม่ซ้ำ</a:t>
            </a:r>
            <a:r>
              <a:rPr lang="en-US" sz="1200" b="0" i="0" kern="1200" dirty="0">
                <a:solidFill>
                  <a:schemeClr val="tx1"/>
                </a:solidFill>
                <a:effectLst/>
                <a:latin typeface="+mn-lt"/>
                <a:ea typeface="+mn-ea"/>
                <a:cs typeface="+mn-cs"/>
              </a:rPr>
              <a:t> ๆ</a:t>
            </a:r>
          </a:p>
          <a:p>
            <a:pPr lvl="0" fontAlgn="t"/>
            <a:r>
              <a:rPr lang="en-US" sz="1200" b="0" i="0" kern="1200" dirty="0">
                <a:solidFill>
                  <a:schemeClr val="tx1"/>
                </a:solidFill>
                <a:effectLst/>
                <a:latin typeface="+mn-lt"/>
                <a:ea typeface="+mn-ea"/>
                <a:cs typeface="+mn-cs"/>
              </a:rPr>
              <a:t>Cold start</a:t>
            </a:r>
          </a:p>
          <a:p>
            <a:pPr lvl="0" fontAlgn="t"/>
            <a:r>
              <a:rPr lang="en-US" sz="1200" b="0" i="0" kern="1200" dirty="0" err="1">
                <a:solidFill>
                  <a:schemeClr val="tx1"/>
                </a:solidFill>
                <a:effectLst/>
                <a:latin typeface="+mn-lt"/>
                <a:ea typeface="+mn-ea"/>
                <a:cs typeface="+mn-cs"/>
              </a:rPr>
              <a:t>ตรวจสอบว่ามี</a:t>
            </a:r>
            <a:r>
              <a:rPr lang="en-US" sz="1200" b="0" i="0" kern="1200" dirty="0">
                <a:solidFill>
                  <a:schemeClr val="tx1"/>
                </a:solidFill>
                <a:effectLst/>
                <a:latin typeface="+mn-lt"/>
                <a:ea typeface="+mn-ea"/>
                <a:cs typeface="+mn-cs"/>
              </a:rPr>
              <a:t> Instance </a:t>
            </a:r>
            <a:r>
              <a:rPr lang="en-US" sz="1200" b="0" i="0" kern="1200" dirty="0" err="1">
                <a:solidFill>
                  <a:schemeClr val="tx1"/>
                </a:solidFill>
                <a:effectLst/>
                <a:latin typeface="+mn-lt"/>
                <a:ea typeface="+mn-ea"/>
                <a:cs typeface="+mn-cs"/>
              </a:rPr>
              <a:t>เพียงพอเมื่อมี</a:t>
            </a:r>
            <a:r>
              <a:rPr lang="en-US" sz="1200" b="0" i="0" kern="1200" dirty="0">
                <a:solidFill>
                  <a:schemeClr val="tx1"/>
                </a:solidFill>
                <a:effectLst/>
                <a:latin typeface="+mn-lt"/>
                <a:ea typeface="+mn-ea"/>
                <a:cs typeface="+mn-cs"/>
              </a:rPr>
              <a:t> Load</a:t>
            </a:r>
            <a:endParaRPr lang="th-TH" sz="1200" b="0" i="0" kern="1200" dirty="0">
              <a:solidFill>
                <a:schemeClr val="tx1"/>
              </a:solidFill>
              <a:effectLst/>
              <a:latin typeface="+mn-lt"/>
              <a:ea typeface="+mn-ea"/>
              <a:cs typeface="+mn-cs"/>
            </a:endParaRPr>
          </a:p>
          <a:p>
            <a:pPr lvl="0" fontAlgn="t"/>
            <a:endParaRPr lang="th-TH"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p:txBody>
      </p:sp>
      <p:sp>
        <p:nvSpPr>
          <p:cNvPr id="917311708"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5175C0-E7B4-78E6-B58C-02BCABFE3134}"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4628468" name="Slide Image Placeholder 1"/>
          <p:cNvSpPr>
            <a:spLocks noGrp="1" noRot="1" noChangeAspect="1"/>
          </p:cNvSpPr>
          <p:nvPr>
            <p:ph type="sldImg"/>
          </p:nvPr>
        </p:nvSpPr>
        <p:spPr bwMode="auto">
          <a:xfrm>
            <a:off x="217488" y="812800"/>
            <a:ext cx="7124700" cy="4008438"/>
          </a:xfrm>
        </p:spPr>
      </p:sp>
      <p:sp>
        <p:nvSpPr>
          <p:cNvPr id="1077392205" name="Notes Placeholder 2"/>
          <p:cNvSpPr>
            <a:spLocks noGrp="1"/>
          </p:cNvSpPr>
          <p:nvPr>
            <p:ph type="body" idx="1"/>
          </p:nvPr>
        </p:nvSpPr>
        <p:spPr bwMode="auto"/>
        <p:txBody>
          <a:bodyPr/>
          <a:lstStyle/>
          <a:p>
            <a:pPr>
              <a:lnSpc>
                <a:spcPct val="90000"/>
              </a:lnSpc>
              <a:spcAft>
                <a:spcPts val="333"/>
              </a:spcAft>
              <a:defRPr/>
            </a:pPr>
            <a:r>
              <a:rPr lang="en-US"/>
              <a:t>This exercise requires an Azure subscription, which should be provided by the lab hoster supporting your delivery of this course.</a:t>
            </a:r>
            <a:endParaRPr lang="en-US">
              <a:solidFill>
                <a:srgbClr val="444444"/>
              </a:solidFill>
            </a:endParaRPr>
          </a:p>
          <a:p>
            <a:pPr>
              <a:lnSpc>
                <a:spcPct val="90000"/>
              </a:lnSpc>
              <a:spcAft>
                <a:spcPts val="333"/>
              </a:spcAft>
              <a:defRPr/>
            </a:pPr>
            <a:r>
              <a:rPr lang="en-US"/>
              <a:t>If you are not able to provide students with Azure subscriptions, you can demonstrate the lab using your own subscription (if you have one available).</a:t>
            </a:r>
            <a:endParaRPr/>
          </a:p>
        </p:txBody>
      </p:sp>
      <p:sp>
        <p:nvSpPr>
          <p:cNvPr id="1787028694" name="Header Placeholder 3"/>
          <p:cNvSpPr>
            <a:spLocks noGrp="1"/>
          </p:cNvSpPr>
          <p:nvPr>
            <p:ph type="hdr" sz="quarter"/>
          </p:nvPr>
        </p:nvSpPr>
        <p:spPr bwMode="auto"/>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90141107" name="Footer Placeholder 4"/>
          <p:cNvSpPr>
            <a:spLocks noGrp="1"/>
          </p:cNvSpPr>
          <p:nvPr>
            <p:ph type="ftr" sz="quarter" idx="4"/>
          </p:nvPr>
        </p:nvSpPr>
        <p:spPr bwMode="auto"/>
        <p:txBody>
          <a:bodyPr/>
          <a:lstStyle/>
          <a:p>
            <a:pPr marL="0" marR="0" lvl="0" indent="0" algn="l" defTabSz="914099" rtl="0" eaLnBrk="1" fontAlgn="auto" latinLnBrk="0" hangingPunct="1">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a:ea typeface="Segoe UI"/>
                <a:cs typeface="Segoe UI"/>
              </a:rPr>
              <a:t>© Microsoft Corporation. All rights reserved. MICROSOFT MAKES NO WARRANTIES, EXPRESS, IMPLIED OR STATUTORY, AS TO THE INFORMATION IN THIS PRESENTATION.</a:t>
            </a:r>
            <a:endParaRPr kumimoji="0" sz="1200" b="0" i="0" u="none" strike="noStrike" kern="0" cap="none" spc="0" normalizeH="0" baseline="0" noProof="0">
              <a:ln>
                <a:noFill/>
              </a:ln>
              <a:solidFill>
                <a:prstClr val="black"/>
              </a:solidFill>
              <a:effectLst/>
              <a:uLnTx/>
              <a:uFillTx/>
              <a:latin typeface="Aptos"/>
              <a:cs typeface="Arial"/>
            </a:endParaRPr>
          </a:p>
        </p:txBody>
      </p:sp>
      <p:sp>
        <p:nvSpPr>
          <p:cNvPr id="1540021976" name="Date Placeholder 5"/>
          <p:cNvSpPr>
            <a:spLocks noGrp="1"/>
          </p:cNvSpPr>
          <p:nvPr>
            <p:ph type="dt" idx="1"/>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A51BF8-686D-4FC0-9A39-E85C36FAB20B}" type="datetime8">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10/27/2026 8:46 AM</a:t>
            </a:fld>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787387606" name="Slide Number Placeholder 6"/>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58471066" name="Slide Image Placeholder 1"/>
          <p:cNvSpPr>
            <a:spLocks noGrp="1" noRot="1" noChangeAspect="1"/>
          </p:cNvSpPr>
          <p:nvPr>
            <p:ph type="sldImg"/>
          </p:nvPr>
        </p:nvSpPr>
        <p:spPr bwMode="auto">
          <a:xfrm>
            <a:off x="217488" y="812800"/>
            <a:ext cx="7124700" cy="4008438"/>
          </a:xfrm>
        </p:spPr>
      </p:sp>
      <p:sp>
        <p:nvSpPr>
          <p:cNvPr id="92742913" name="Notes Placeholder 2"/>
          <p:cNvSpPr>
            <a:spLocks noGrp="1"/>
          </p:cNvSpPr>
          <p:nvPr>
            <p:ph type="body" idx="1"/>
          </p:nvPr>
        </p:nvSpPr>
        <p:spPr bwMode="auto"/>
        <p:txBody>
          <a:bodyPr/>
          <a:lstStyle/>
          <a:p>
            <a:pPr>
              <a:defRPr/>
            </a:pPr>
            <a:r>
              <a:rPr lang="en-US"/>
              <a:t>Link to module: </a:t>
            </a:r>
            <a:r>
              <a:rPr lang="en-US" u="sng">
                <a:solidFill>
                  <a:schemeClr val="hlink"/>
                </a:solidFill>
                <a:hlinkClick r:id="rId3"/>
              </a:rPr>
              <a:t>https://learn.microsoft.com/training/modules/manage-containers-azure-container-apps/</a:t>
            </a:r>
            <a:endParaRPr lang="en-US"/>
          </a:p>
          <a:p>
            <a:pPr>
              <a:defRPr/>
            </a:pPr>
            <a:endParaRPr lang="en-US"/>
          </a:p>
        </p:txBody>
      </p:sp>
      <p:sp>
        <p:nvSpPr>
          <p:cNvPr id="1117030524"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81682760" name="Slide Image Placeholder 1"/>
          <p:cNvSpPr>
            <a:spLocks noGrp="1" noRot="1" noChangeAspect="1"/>
          </p:cNvSpPr>
          <p:nvPr>
            <p:ph type="sldImg"/>
          </p:nvPr>
        </p:nvSpPr>
        <p:spPr bwMode="auto">
          <a:xfrm>
            <a:off x="217488" y="812800"/>
            <a:ext cx="7124700" cy="4008438"/>
          </a:xfrm>
        </p:spPr>
      </p:sp>
      <p:sp>
        <p:nvSpPr>
          <p:cNvPr id="2057571968" name="Notes Placeholder 2"/>
          <p:cNvSpPr>
            <a:spLocks noGrp="1"/>
          </p:cNvSpPr>
          <p:nvPr>
            <p:ph type="body" idx="1"/>
          </p:nvPr>
        </p:nvSpPr>
        <p:spPr bwMode="auto"/>
        <p:txBody>
          <a:bodyPr/>
          <a:lstStyle/>
          <a:p>
            <a:pPr lvl="0" fontAlgn="t"/>
            <a:r>
              <a:rPr lang="en-US" sz="1200" b="1" i="0" kern="1200" dirty="0">
                <a:solidFill>
                  <a:schemeClr val="tx1"/>
                </a:solidFill>
                <a:effectLst/>
                <a:latin typeface="+mn-lt"/>
                <a:ea typeface="+mn-ea"/>
                <a:cs typeface="+mn-cs"/>
              </a:rPr>
              <a:t>Revision control</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ทุกครั้งที่</a:t>
            </a:r>
            <a:r>
              <a:rPr lang="en-US" sz="1200" b="0" i="0" kern="1200" dirty="0">
                <a:solidFill>
                  <a:schemeClr val="tx1"/>
                </a:solidFill>
                <a:effectLst/>
                <a:latin typeface="+mn-lt"/>
                <a:ea typeface="+mn-ea"/>
                <a:cs typeface="+mn-cs"/>
              </a:rPr>
              <a:t> Update </a:t>
            </a:r>
            <a:r>
              <a:rPr lang="en-US" sz="1200" b="0" i="0" kern="1200" dirty="0" err="1">
                <a:solidFill>
                  <a:schemeClr val="tx1"/>
                </a:solidFill>
                <a:effectLst/>
                <a:latin typeface="+mn-lt"/>
                <a:ea typeface="+mn-ea"/>
                <a:cs typeface="+mn-cs"/>
              </a:rPr>
              <a:t>จะมีเวอร์ชันหรือ</a:t>
            </a:r>
            <a:r>
              <a:rPr lang="en-US" sz="1200" b="0" i="0" kern="1200" dirty="0">
                <a:solidFill>
                  <a:schemeClr val="tx1"/>
                </a:solidFill>
                <a:effectLst/>
                <a:latin typeface="+mn-lt"/>
                <a:ea typeface="+mn-ea"/>
                <a:cs typeface="+mn-cs"/>
              </a:rPr>
              <a:t> Snapshot </a:t>
            </a:r>
            <a:r>
              <a:rPr lang="en-US" sz="1200" b="0" i="0" kern="1200" dirty="0" err="1">
                <a:solidFill>
                  <a:schemeClr val="tx1"/>
                </a:solidFill>
                <a:effectLst/>
                <a:latin typeface="+mn-lt"/>
                <a:ea typeface="+mn-ea"/>
                <a:cs typeface="+mn-cs"/>
              </a:rPr>
              <a:t>ใหม่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ช่วยติดตามแต่ละเวอร์ชัน</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Lifecycle actions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มีคำสั่งจัดการวงจรการทำงาน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เพื่อช่วยรับมือเมื่อเกิด</a:t>
            </a:r>
            <a:r>
              <a:rPr lang="en-US" sz="1200" b="0" i="0" kern="1200" dirty="0">
                <a:solidFill>
                  <a:schemeClr val="tx1"/>
                </a:solidFill>
                <a:effectLst/>
                <a:latin typeface="+mn-lt"/>
                <a:ea typeface="+mn-ea"/>
                <a:cs typeface="+mn-cs"/>
              </a:rPr>
              <a:t> Incident</a:t>
            </a:r>
          </a:p>
          <a:p>
            <a:pPr lvl="0" fontAlgn="t"/>
            <a:r>
              <a:rPr lang="en-US" sz="1200" b="1" i="0" kern="1200" dirty="0">
                <a:solidFill>
                  <a:schemeClr val="tx1"/>
                </a:solidFill>
                <a:effectLst/>
                <a:latin typeface="+mn-lt"/>
                <a:ea typeface="+mn-ea"/>
                <a:cs typeface="+mn-cs"/>
              </a:rPr>
              <a:t>Log diagnostics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Logging </a:t>
            </a:r>
            <a:r>
              <a:rPr lang="en-US" sz="1200" b="0" i="0" kern="1200" dirty="0" err="1">
                <a:solidFill>
                  <a:schemeClr val="tx1"/>
                </a:solidFill>
                <a:effectLst/>
                <a:latin typeface="+mn-lt"/>
                <a:ea typeface="+mn-ea"/>
                <a:cs typeface="+mn-cs"/>
              </a:rPr>
              <a:t>ที่เชื่อมกับ</a:t>
            </a:r>
            <a:r>
              <a:rPr lang="en-US" sz="1200" b="0" i="0" kern="1200" dirty="0">
                <a:solidFill>
                  <a:schemeClr val="tx1"/>
                </a:solidFill>
                <a:effectLst/>
                <a:latin typeface="+mn-lt"/>
                <a:ea typeface="+mn-ea"/>
                <a:cs typeface="+mn-cs"/>
              </a:rPr>
              <a:t> Azure Monitor </a:t>
            </a:r>
            <a:r>
              <a:rPr lang="en-US" sz="1200" b="0" i="0" kern="1200" dirty="0" err="1">
                <a:solidFill>
                  <a:schemeClr val="tx1"/>
                </a:solidFill>
                <a:effectLst/>
                <a:latin typeface="+mn-lt"/>
                <a:ea typeface="+mn-ea"/>
                <a:cs typeface="+mn-cs"/>
              </a:rPr>
              <a:t>เพื่อช่วยตรวจสอบปัญหา</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Health probes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ตรวจสุขภาพของ</a:t>
            </a:r>
            <a:r>
              <a:rPr lang="en-US" sz="1200" b="0" i="0" kern="1200" dirty="0">
                <a:solidFill>
                  <a:schemeClr val="tx1"/>
                </a:solidFill>
                <a:effectLst/>
                <a:latin typeface="+mn-lt"/>
                <a:ea typeface="+mn-ea"/>
                <a:cs typeface="+mn-cs"/>
              </a:rPr>
              <a:t> Replica </a:t>
            </a:r>
            <a:r>
              <a:rPr lang="en-US" sz="1200" b="0" i="0" kern="1200" dirty="0" err="1">
                <a:solidFill>
                  <a:schemeClr val="tx1"/>
                </a:solidFill>
                <a:effectLst/>
                <a:latin typeface="+mn-lt"/>
                <a:ea typeface="+mn-ea"/>
                <a:cs typeface="+mn-cs"/>
              </a:rPr>
              <a:t>และให้</a:t>
            </a:r>
            <a:r>
              <a:rPr lang="en-US" sz="1200" b="0" i="0" kern="1200" dirty="0">
                <a:solidFill>
                  <a:schemeClr val="tx1"/>
                </a:solidFill>
                <a:effectLst/>
                <a:latin typeface="+mn-lt"/>
                <a:ea typeface="+mn-ea"/>
                <a:cs typeface="+mn-cs"/>
              </a:rPr>
              <a:t> Traffic </a:t>
            </a:r>
            <a:r>
              <a:rPr lang="en-US" sz="1200" b="0" i="0" kern="1200" dirty="0" err="1">
                <a:solidFill>
                  <a:schemeClr val="tx1"/>
                </a:solidFill>
                <a:effectLst/>
                <a:latin typeface="+mn-lt"/>
                <a:ea typeface="+mn-ea"/>
                <a:cs typeface="+mn-cs"/>
              </a:rPr>
              <a:t>ไปยัง</a:t>
            </a:r>
            <a:r>
              <a:rPr lang="en-US" sz="1200" b="0" i="0" kern="1200" dirty="0">
                <a:solidFill>
                  <a:schemeClr val="tx1"/>
                </a:solidFill>
                <a:effectLst/>
                <a:latin typeface="+mn-lt"/>
                <a:ea typeface="+mn-ea"/>
                <a:cs typeface="+mn-cs"/>
              </a:rPr>
              <a:t> Replica </a:t>
            </a:r>
            <a:r>
              <a:rPr lang="en-US" sz="1200" b="0" i="0" kern="1200" dirty="0" err="1">
                <a:solidFill>
                  <a:schemeClr val="tx1"/>
                </a:solidFill>
                <a:effectLst/>
                <a:latin typeface="+mn-lt"/>
                <a:ea typeface="+mn-ea"/>
                <a:cs typeface="+mn-cs"/>
              </a:rPr>
              <a:t>ที่</a:t>
            </a:r>
            <a:r>
              <a:rPr lang="en-US" sz="1200" b="0" i="0" kern="1200" dirty="0">
                <a:solidFill>
                  <a:schemeClr val="tx1"/>
                </a:solidFill>
                <a:effectLst/>
                <a:latin typeface="+mn-lt"/>
                <a:ea typeface="+mn-ea"/>
                <a:cs typeface="+mn-cs"/>
              </a:rPr>
              <a:t> Healthy</a:t>
            </a:r>
          </a:p>
          <a:p>
            <a:pPr lvl="0" fontAlgn="t"/>
            <a:r>
              <a:rPr lang="en-US" sz="1200" b="1" i="0" kern="1200" dirty="0">
                <a:solidFill>
                  <a:schemeClr val="tx1"/>
                </a:solidFill>
                <a:effectLst/>
                <a:latin typeface="+mn-lt"/>
                <a:ea typeface="+mn-ea"/>
                <a:cs typeface="+mn-cs"/>
              </a:rPr>
              <a:t>Resource sizing + Autoscaling</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กำหนดทรัพยากรต่อ</a:t>
            </a:r>
            <a:r>
              <a:rPr lang="en-US" sz="1200" b="0" i="0" kern="1200" dirty="0">
                <a:solidFill>
                  <a:schemeClr val="tx1"/>
                </a:solidFill>
                <a:effectLst/>
                <a:latin typeface="+mn-lt"/>
                <a:ea typeface="+mn-ea"/>
                <a:cs typeface="+mn-cs"/>
              </a:rPr>
              <a:t> Replica </a:t>
            </a:r>
            <a:r>
              <a:rPr lang="en-US" sz="1200" b="0" i="0" kern="1200" dirty="0" err="1">
                <a:solidFill>
                  <a:schemeClr val="tx1"/>
                </a:solidFill>
                <a:effectLst/>
                <a:latin typeface="+mn-lt"/>
                <a:ea typeface="+mn-ea"/>
                <a:cs typeface="+mn-cs"/>
              </a:rPr>
              <a:t>และปรับจำนวน</a:t>
            </a:r>
            <a:r>
              <a:rPr lang="en-US" sz="1200" b="0" i="0" kern="1200" dirty="0">
                <a:solidFill>
                  <a:schemeClr val="tx1"/>
                </a:solidFill>
                <a:effectLst/>
                <a:latin typeface="+mn-lt"/>
                <a:ea typeface="+mn-ea"/>
                <a:cs typeface="+mn-cs"/>
              </a:rPr>
              <a:t> Replica </a:t>
            </a:r>
            <a:r>
              <a:rPr lang="en-US" sz="1200" b="0" i="0" kern="1200" dirty="0" err="1">
                <a:solidFill>
                  <a:schemeClr val="tx1"/>
                </a:solidFill>
                <a:effectLst/>
                <a:latin typeface="+mn-lt"/>
                <a:ea typeface="+mn-ea"/>
                <a:cs typeface="+mn-cs"/>
              </a:rPr>
              <a:t>อัตโนมัติ</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เพื่อช่วยควบคุมต้นทุน</a:t>
            </a:r>
            <a:endParaRPr lang="th-TH" sz="1200" b="0" i="0" kern="1200" dirty="0">
              <a:solidFill>
                <a:schemeClr val="tx1"/>
              </a:solidFill>
              <a:effectLst/>
              <a:latin typeface="+mn-lt"/>
              <a:ea typeface="+mn-ea"/>
              <a:cs typeface="+mn-cs"/>
            </a:endParaRPr>
          </a:p>
          <a:p>
            <a:pPr lvl="0" fontAlgn="t"/>
            <a:endParaRPr lang="th-TH"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Incident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คือ</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เหตุการณ์ผิดปกติหรือปัญหาที่เกิดขึ้นกับระบบ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จนทำให้บริการทำงานผิดปกติ</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ช้าลง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หรือใช้งานไม่ได้</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ในบริบทของ</a:t>
            </a:r>
            <a:r>
              <a:rPr lang="en-US" sz="1200" b="0" i="0" kern="1200" dirty="0">
                <a:solidFill>
                  <a:schemeClr val="tx1"/>
                </a:solidFill>
                <a:effectLst/>
                <a:latin typeface="+mn-lt"/>
                <a:ea typeface="+mn-ea"/>
                <a:cs typeface="+mn-cs"/>
              </a:rPr>
              <a:t> Azure Container Apps </a:t>
            </a:r>
            <a:r>
              <a:rPr lang="en-US" sz="1200" b="0" i="0" kern="1200" dirty="0" err="1">
                <a:solidFill>
                  <a:schemeClr val="tx1"/>
                </a:solidFill>
                <a:effectLst/>
                <a:latin typeface="+mn-lt"/>
                <a:ea typeface="+mn-ea"/>
                <a:cs typeface="+mn-cs"/>
              </a:rPr>
              <a:t>ตัวอย่างเช่น</a:t>
            </a:r>
            <a:r>
              <a:rPr lang="en-US" sz="1200" b="0" i="0" kern="1200" dirty="0">
                <a:solidFill>
                  <a:schemeClr val="tx1"/>
                </a:solidFill>
                <a:effectLst/>
                <a:latin typeface="+mn-lt"/>
                <a:ea typeface="+mn-ea"/>
                <a:cs typeface="+mn-cs"/>
              </a:rPr>
              <a:t>:</a:t>
            </a:r>
          </a:p>
          <a:p>
            <a:pPr lvl="0" fontAlgn="t"/>
            <a:r>
              <a:rPr lang="en-US" sz="1200" b="0" i="0" kern="1200" dirty="0">
                <a:solidFill>
                  <a:schemeClr val="tx1"/>
                </a:solidFill>
                <a:effectLst/>
                <a:latin typeface="+mn-lt"/>
                <a:ea typeface="+mn-ea"/>
                <a:cs typeface="+mn-cs"/>
              </a:rPr>
              <a:t>Container </a:t>
            </a:r>
            <a:r>
              <a:rPr lang="en-US" sz="1200" b="1" i="0" kern="1200" dirty="0">
                <a:solidFill>
                  <a:schemeClr val="tx1"/>
                </a:solidFill>
                <a:effectLst/>
                <a:latin typeface="+mn-lt"/>
                <a:ea typeface="+mn-ea"/>
                <a:cs typeface="+mn-cs"/>
              </a:rPr>
              <a:t>Crash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หรือเปิดไม่ขึ้น</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Revision </a:t>
            </a:r>
            <a:r>
              <a:rPr lang="en-US" sz="1200" b="0" i="0" kern="1200" dirty="0" err="1">
                <a:solidFill>
                  <a:schemeClr val="tx1"/>
                </a:solidFill>
                <a:effectLst/>
                <a:latin typeface="+mn-lt"/>
                <a:ea typeface="+mn-ea"/>
                <a:cs typeface="+mn-cs"/>
              </a:rPr>
              <a:t>ใหม่มีปัญหา</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ดึง</a:t>
            </a:r>
            <a:r>
              <a:rPr lang="en-US" sz="1200" b="0" i="0" kern="1200" dirty="0">
                <a:solidFill>
                  <a:schemeClr val="tx1"/>
                </a:solidFill>
                <a:effectLst/>
                <a:latin typeface="+mn-lt"/>
                <a:ea typeface="+mn-ea"/>
                <a:cs typeface="+mn-cs"/>
              </a:rPr>
              <a:t> Container Image </a:t>
            </a:r>
            <a:r>
              <a:rPr lang="en-US" sz="1200" b="0" i="0" kern="1200" dirty="0" err="1">
                <a:solidFill>
                  <a:schemeClr val="tx1"/>
                </a:solidFill>
                <a:effectLst/>
                <a:latin typeface="+mn-lt"/>
                <a:ea typeface="+mn-ea"/>
                <a:cs typeface="+mn-cs"/>
              </a:rPr>
              <a:t>ไม่สำเร็จ</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Application </a:t>
            </a:r>
            <a:r>
              <a:rPr lang="en-US" sz="1200" b="0" i="0" kern="1200" dirty="0" err="1">
                <a:solidFill>
                  <a:schemeClr val="tx1"/>
                </a:solidFill>
                <a:effectLst/>
                <a:latin typeface="+mn-lt"/>
                <a:ea typeface="+mn-ea"/>
                <a:cs typeface="+mn-cs"/>
              </a:rPr>
              <a:t>ตอบสนองช้า</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Replica </a:t>
            </a:r>
            <a:r>
              <a:rPr lang="en-US" sz="1200" b="0" i="0" kern="1200" dirty="0" err="1">
                <a:solidFill>
                  <a:schemeClr val="tx1"/>
                </a:solidFill>
                <a:effectLst/>
                <a:latin typeface="+mn-lt"/>
                <a:ea typeface="+mn-ea"/>
                <a:cs typeface="+mn-cs"/>
              </a:rPr>
              <a:t>ไม่</a:t>
            </a:r>
            <a:r>
              <a:rPr lang="en-US" sz="1200" b="0" i="0" kern="1200" dirty="0">
                <a:solidFill>
                  <a:schemeClr val="tx1"/>
                </a:solidFill>
                <a:effectLst/>
                <a:latin typeface="+mn-lt"/>
                <a:ea typeface="+mn-ea"/>
                <a:cs typeface="+mn-cs"/>
              </a:rPr>
              <a:t> Healthy</a:t>
            </a:r>
          </a:p>
          <a:p>
            <a:pPr lvl="0" fontAlgn="t"/>
            <a:r>
              <a:rPr lang="en-US" sz="1200" b="0" i="0" kern="1200" dirty="0" err="1">
                <a:solidFill>
                  <a:schemeClr val="tx1"/>
                </a:solidFill>
                <a:effectLst/>
                <a:latin typeface="+mn-lt"/>
                <a:ea typeface="+mn-ea"/>
                <a:cs typeface="+mn-cs"/>
              </a:rPr>
              <a:t>ผู้ใช้เข้าใช้งานบริการไม่ได้</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Incident Response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จึงหมายถึง</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กระบวนการตรวจสอบและแก้ไขปัญหาเพื่อให้ระบบกลับมาทำงานปกติเร็วที่สุด</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จำง่าย</a:t>
            </a:r>
            <a:r>
              <a:rPr lang="en-US" sz="1200" b="0" i="0" kern="1200" dirty="0">
                <a:solidFill>
                  <a:schemeClr val="tx1"/>
                </a:solidFill>
                <a:effectLst/>
                <a:latin typeface="+mn-lt"/>
                <a:ea typeface="+mn-ea"/>
                <a:cs typeface="+mn-cs"/>
              </a:rPr>
              <a:t> ๆ: </a:t>
            </a:r>
            <a:r>
              <a:rPr lang="en-US" sz="1200" b="1" i="0" kern="1200" dirty="0">
                <a:solidFill>
                  <a:schemeClr val="tx1"/>
                </a:solidFill>
                <a:effectLst/>
                <a:latin typeface="+mn-lt"/>
                <a:ea typeface="+mn-ea"/>
                <a:cs typeface="+mn-cs"/>
              </a:rPr>
              <a:t>Incident = </a:t>
            </a:r>
            <a:r>
              <a:rPr lang="en-US" sz="1200" b="1" i="0" kern="1200" dirty="0" err="1">
                <a:solidFill>
                  <a:schemeClr val="tx1"/>
                </a:solidFill>
                <a:effectLst/>
                <a:latin typeface="+mn-lt"/>
                <a:ea typeface="+mn-ea"/>
                <a:cs typeface="+mn-cs"/>
              </a:rPr>
              <a:t>เหตุขัดข้อง</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Incident Response = </a:t>
            </a:r>
            <a:r>
              <a:rPr lang="en-US" sz="1200" b="1" i="0" kern="1200" dirty="0" err="1">
                <a:solidFill>
                  <a:schemeClr val="tx1"/>
                </a:solidFill>
                <a:effectLst/>
                <a:latin typeface="+mn-lt"/>
                <a:ea typeface="+mn-ea"/>
                <a:cs typeface="+mn-cs"/>
              </a:rPr>
              <a:t>การรับมือและแก้ไขเหตุขัดข้อง</a:t>
            </a:r>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p:txBody>
      </p:sp>
      <p:sp>
        <p:nvSpPr>
          <p:cNvPr id="2026508646"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EF9690-F434-6C3D-1486-B2EDE16BD272}"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06237478" name="Slide Image Placeholder 1"/>
          <p:cNvSpPr>
            <a:spLocks noGrp="1" noRot="1" noChangeAspect="1"/>
          </p:cNvSpPr>
          <p:nvPr>
            <p:ph type="sldImg"/>
          </p:nvPr>
        </p:nvSpPr>
        <p:spPr bwMode="auto">
          <a:xfrm>
            <a:off x="217488" y="812800"/>
            <a:ext cx="7124700" cy="4008438"/>
          </a:xfrm>
        </p:spPr>
      </p:sp>
      <p:sp>
        <p:nvSpPr>
          <p:cNvPr id="887060865" name="Notes Placeholder 2"/>
          <p:cNvSpPr>
            <a:spLocks noGrp="1"/>
          </p:cNvSpPr>
          <p:nvPr>
            <p:ph type="body" idx="1"/>
          </p:nvPr>
        </p:nvSpPr>
        <p:spPr bwMode="auto"/>
        <p:txBody>
          <a:bodyPr/>
          <a:lstStyle/>
          <a:p>
            <a:pPr fontAlgn="t"/>
            <a:r>
              <a:rPr lang="en-US" sz="1200" b="0" i="0" kern="1200" dirty="0" err="1">
                <a:solidFill>
                  <a:schemeClr val="tx1"/>
                </a:solidFill>
                <a:effectLst/>
                <a:latin typeface="+mn-lt"/>
                <a:ea typeface="+mn-ea"/>
                <a:cs typeface="+mn-cs"/>
              </a:rPr>
              <a:t>วิธี</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อัปเดต</a:t>
            </a:r>
            <a:r>
              <a:rPr lang="en-US" sz="1200" b="1" i="0" kern="1200" dirty="0">
                <a:solidFill>
                  <a:schemeClr val="tx1"/>
                </a:solidFill>
                <a:effectLst/>
                <a:latin typeface="+mn-lt"/>
                <a:ea typeface="+mn-ea"/>
                <a:cs typeface="+mn-cs"/>
              </a:rPr>
              <a:t> Container Image </a:t>
            </a:r>
            <a:r>
              <a:rPr lang="en-US" sz="1200" b="1" i="0" kern="1200" dirty="0" err="1">
                <a:solidFill>
                  <a:schemeClr val="tx1"/>
                </a:solidFill>
                <a:effectLst/>
                <a:latin typeface="+mn-lt"/>
                <a:ea typeface="+mn-ea"/>
                <a:cs typeface="+mn-cs"/>
              </a:rPr>
              <a:t>และจัดการ</a:t>
            </a:r>
            <a:r>
              <a:rPr lang="en-US" sz="1200" b="1" i="0" kern="1200" dirty="0">
                <a:solidFill>
                  <a:schemeClr val="tx1"/>
                </a:solidFill>
                <a:effectLst/>
                <a:latin typeface="+mn-lt"/>
                <a:ea typeface="+mn-ea"/>
                <a:cs typeface="+mn-cs"/>
              </a:rPr>
              <a:t> Revision </a:t>
            </a:r>
            <a:r>
              <a:rPr lang="en-US" sz="1200" b="1" i="0" kern="1200" dirty="0" err="1">
                <a:solidFill>
                  <a:schemeClr val="tx1"/>
                </a:solidFill>
                <a:effectLst/>
                <a:latin typeface="+mn-lt"/>
                <a:ea typeface="+mn-ea"/>
                <a:cs typeface="+mn-cs"/>
              </a:rPr>
              <a:t>อย่างปลอดภัย</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เพื่อให้เวอร์ชันใหม่ได้รับการตรวจสอบก่อนให้ผู้ใช้จริงใช้งาน</a:t>
            </a:r>
            <a:endParaRPr lang="en-US" sz="1200" b="0" i="0" kern="1200" dirty="0">
              <a:solidFill>
                <a:schemeClr val="tx1"/>
              </a:solidFill>
              <a:effectLst/>
              <a:latin typeface="+mn-lt"/>
              <a:ea typeface="+mn-ea"/>
              <a:cs typeface="+mn-cs"/>
            </a:endParaRPr>
          </a:p>
          <a:p>
            <a:pPr fontAlgn="t"/>
            <a:endParaRPr lang="th-TH"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a:t>
            </a:r>
            <a:r>
              <a:rPr lang="en-US" sz="1200" b="1" i="0" kern="1200" dirty="0" err="1">
                <a:solidFill>
                  <a:schemeClr val="tx1"/>
                </a:solidFill>
                <a:effectLst/>
                <a:latin typeface="+mn-lt"/>
                <a:ea typeface="+mn-ea"/>
                <a:cs typeface="+mn-cs"/>
              </a:rPr>
              <a:t>ระบุ</a:t>
            </a:r>
            <a:r>
              <a:rPr lang="en-US" sz="1200" b="1" i="0" kern="1200" dirty="0">
                <a:solidFill>
                  <a:schemeClr val="tx1"/>
                </a:solidFill>
                <a:effectLst/>
                <a:latin typeface="+mn-lt"/>
                <a:ea typeface="+mn-ea"/>
                <a:cs typeface="+mn-cs"/>
              </a:rPr>
              <a:t> Image </a:t>
            </a:r>
            <a:r>
              <a:rPr lang="en-US" sz="1200" b="1" i="0" kern="1200" dirty="0" err="1">
                <a:solidFill>
                  <a:schemeClr val="tx1"/>
                </a:solidFill>
                <a:effectLst/>
                <a:latin typeface="+mn-lt"/>
                <a:ea typeface="+mn-ea"/>
                <a:cs typeface="+mn-cs"/>
              </a:rPr>
              <a:t>ให้ชัดเจน</a:t>
            </a:r>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Tag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v1, latest </a:t>
            </a:r>
            <a:r>
              <a:rPr lang="en-US" sz="1200" b="0" i="0" kern="1200" dirty="0" err="1">
                <a:solidFill>
                  <a:schemeClr val="tx1"/>
                </a:solidFill>
                <a:effectLst/>
                <a:latin typeface="+mn-lt"/>
                <a:ea typeface="+mn-ea"/>
                <a:cs typeface="+mn-cs"/>
              </a:rPr>
              <a:t>ใช้ง่าย</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แต่สามารถถูกเปลี่ยนให้ชี้ไป</a:t>
            </a:r>
            <a:r>
              <a:rPr lang="en-US" sz="1200" b="0" i="0" kern="1200" dirty="0">
                <a:solidFill>
                  <a:schemeClr val="tx1"/>
                </a:solidFill>
                <a:effectLst/>
                <a:latin typeface="+mn-lt"/>
                <a:ea typeface="+mn-ea"/>
                <a:cs typeface="+mn-cs"/>
              </a:rPr>
              <a:t> Image </a:t>
            </a:r>
            <a:r>
              <a:rPr lang="en-US" sz="1200" b="0" i="0" kern="1200" dirty="0" err="1">
                <a:solidFill>
                  <a:schemeClr val="tx1"/>
                </a:solidFill>
                <a:effectLst/>
                <a:latin typeface="+mn-lt"/>
                <a:ea typeface="+mn-ea"/>
                <a:cs typeface="+mn-cs"/>
              </a:rPr>
              <a:t>อื่นได้</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Digest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ระบุ</a:t>
            </a:r>
            <a:r>
              <a:rPr lang="en-US" sz="1200" b="0" i="0" kern="1200" dirty="0">
                <a:solidFill>
                  <a:schemeClr val="tx1"/>
                </a:solidFill>
                <a:effectLst/>
                <a:latin typeface="+mn-lt"/>
                <a:ea typeface="+mn-ea"/>
                <a:cs typeface="+mn-cs"/>
              </a:rPr>
              <a:t> Image </a:t>
            </a:r>
            <a:r>
              <a:rPr lang="en-US" sz="1200" b="0" i="0" kern="1200" dirty="0" err="1">
                <a:solidFill>
                  <a:schemeClr val="tx1"/>
                </a:solidFill>
                <a:effectLst/>
                <a:latin typeface="+mn-lt"/>
                <a:ea typeface="+mn-ea"/>
                <a:cs typeface="+mn-cs"/>
              </a:rPr>
              <a:t>แบบเฉพาะเจาะจงและเปลี่ยนไม่ได้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จึงเหมาะกับ</a:t>
            </a:r>
            <a:r>
              <a:rPr lang="en-US" sz="1200" b="0" i="0" kern="1200" dirty="0">
                <a:solidFill>
                  <a:schemeClr val="tx1"/>
                </a:solidFill>
                <a:effectLst/>
                <a:latin typeface="+mn-lt"/>
                <a:ea typeface="+mn-ea"/>
                <a:cs typeface="+mn-cs"/>
              </a:rPr>
              <a:t> Production </a:t>
            </a:r>
            <a:r>
              <a:rPr lang="en-US" sz="1200" b="0" i="0" kern="1200" dirty="0" err="1">
                <a:solidFill>
                  <a:schemeClr val="tx1"/>
                </a:solidFill>
                <a:effectLst/>
                <a:latin typeface="+mn-lt"/>
                <a:ea typeface="+mn-ea"/>
                <a:cs typeface="+mn-cs"/>
              </a:rPr>
              <a:t>และช่วยตรวจสอบย้อนหลังเวลาเกิด</a:t>
            </a:r>
            <a:r>
              <a:rPr lang="en-US" sz="1200" b="0" i="0" kern="1200" dirty="0">
                <a:solidFill>
                  <a:schemeClr val="tx1"/>
                </a:solidFill>
                <a:effectLst/>
                <a:latin typeface="+mn-lt"/>
                <a:ea typeface="+mn-ea"/>
                <a:cs typeface="+mn-cs"/>
              </a:rPr>
              <a:t> Incident</a:t>
            </a:r>
          </a:p>
          <a:p>
            <a:pPr fontAlgn="t"/>
            <a:endParaRPr lang="th-TH"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a:t>
            </a:r>
            <a:r>
              <a:rPr lang="en-US" sz="1200" b="1" i="0" kern="1200" dirty="0" err="1">
                <a:solidFill>
                  <a:schemeClr val="tx1"/>
                </a:solidFill>
                <a:effectLst/>
                <a:latin typeface="+mn-lt"/>
                <a:ea typeface="+mn-ea"/>
                <a:cs typeface="+mn-cs"/>
              </a:rPr>
              <a:t>เมื่ออัปเดต</a:t>
            </a:r>
            <a:r>
              <a:rPr lang="en-US" sz="1200" b="1" i="0" kern="1200" dirty="0">
                <a:solidFill>
                  <a:schemeClr val="tx1"/>
                </a:solidFill>
                <a:effectLst/>
                <a:latin typeface="+mn-lt"/>
                <a:ea typeface="+mn-ea"/>
                <a:cs typeface="+mn-cs"/>
              </a:rPr>
              <a:t> Image </a:t>
            </a:r>
            <a:r>
              <a:rPr lang="en-US" sz="1200" b="1" i="0" kern="1200" dirty="0" err="1">
                <a:solidFill>
                  <a:schemeClr val="tx1"/>
                </a:solidFill>
                <a:effectLst/>
                <a:latin typeface="+mn-lt"/>
                <a:ea typeface="+mn-ea"/>
                <a:cs typeface="+mn-cs"/>
              </a:rPr>
              <a:t>จะเกิด</a:t>
            </a:r>
            <a:r>
              <a:rPr lang="en-US" sz="1200" b="1" i="0" kern="1200" dirty="0">
                <a:solidFill>
                  <a:schemeClr val="tx1"/>
                </a:solidFill>
                <a:effectLst/>
                <a:latin typeface="+mn-lt"/>
                <a:ea typeface="+mn-ea"/>
                <a:cs typeface="+mn-cs"/>
              </a:rPr>
              <a:t> Revision </a:t>
            </a:r>
            <a:r>
              <a:rPr lang="en-US" sz="1200" b="1" i="0" kern="1200" dirty="0" err="1">
                <a:solidFill>
                  <a:schemeClr val="tx1"/>
                </a:solidFill>
                <a:effectLst/>
                <a:latin typeface="+mn-lt"/>
                <a:ea typeface="+mn-ea"/>
                <a:cs typeface="+mn-cs"/>
              </a:rPr>
              <a:t>ใหม่</a:t>
            </a:r>
            <a:endParaRPr lang="en-US" sz="1200" b="1"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ทุกครั้งที่เปลี่ยน</a:t>
            </a:r>
            <a:r>
              <a:rPr lang="en-US" sz="1200" b="0" i="0" kern="1200" dirty="0">
                <a:solidFill>
                  <a:schemeClr val="tx1"/>
                </a:solidFill>
                <a:effectLst/>
                <a:latin typeface="+mn-lt"/>
                <a:ea typeface="+mn-ea"/>
                <a:cs typeface="+mn-cs"/>
              </a:rPr>
              <a:t> Image </a:t>
            </a:r>
            <a:r>
              <a:rPr lang="en-US" sz="1200" b="0" i="0" kern="1200" dirty="0" err="1">
                <a:solidFill>
                  <a:schemeClr val="tx1"/>
                </a:solidFill>
                <a:effectLst/>
                <a:latin typeface="+mn-lt"/>
                <a:ea typeface="+mn-ea"/>
                <a:cs typeface="+mn-cs"/>
              </a:rPr>
              <a:t>ระบบจะสร้าง</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Revision </a:t>
            </a:r>
            <a:r>
              <a:rPr lang="en-US" sz="1200" b="1" i="0" kern="1200" dirty="0" err="1">
                <a:solidFill>
                  <a:schemeClr val="tx1"/>
                </a:solidFill>
                <a:effectLst/>
                <a:latin typeface="+mn-lt"/>
                <a:ea typeface="+mn-ea"/>
                <a:cs typeface="+mn-cs"/>
              </a:rPr>
              <a:t>ใหม่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ซึ่งเปรียบเสมือน</a:t>
            </a:r>
            <a:r>
              <a:rPr lang="en-US" sz="1200" b="0" i="0" kern="1200" dirty="0">
                <a:solidFill>
                  <a:schemeClr val="tx1"/>
                </a:solidFill>
                <a:effectLst/>
                <a:latin typeface="+mn-lt"/>
                <a:ea typeface="+mn-ea"/>
                <a:cs typeface="+mn-cs"/>
              </a:rPr>
              <a:t> Snapshot ของ Application </a:t>
            </a:r>
            <a:r>
              <a:rPr lang="en-US" sz="1200" b="0" i="0" kern="1200" dirty="0" err="1">
                <a:solidFill>
                  <a:schemeClr val="tx1"/>
                </a:solidFill>
                <a:effectLst/>
                <a:latin typeface="+mn-lt"/>
                <a:ea typeface="+mn-ea"/>
                <a:cs typeface="+mn-cs"/>
              </a:rPr>
              <a:t>เวอร์ชันนั้น</a:t>
            </a:r>
            <a:endParaRPr lang="en-US" sz="1200" b="0" i="0" kern="1200" dirty="0">
              <a:solidFill>
                <a:schemeClr val="tx1"/>
              </a:solidFill>
              <a:effectLst/>
              <a:latin typeface="+mn-lt"/>
              <a:ea typeface="+mn-ea"/>
              <a:cs typeface="+mn-cs"/>
            </a:endParaRPr>
          </a:p>
          <a:p>
            <a:pPr fontAlgn="t"/>
            <a:endParaRPr lang="th-TH"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3. </a:t>
            </a:r>
            <a:r>
              <a:rPr lang="en-US" sz="1200" b="1" i="0" kern="1200" dirty="0" err="1">
                <a:solidFill>
                  <a:schemeClr val="tx1"/>
                </a:solidFill>
                <a:effectLst/>
                <a:latin typeface="+mn-lt"/>
                <a:ea typeface="+mn-ea"/>
                <a:cs typeface="+mn-cs"/>
              </a:rPr>
              <a:t>ตรวจสุขภาพก่อนส่ง</a:t>
            </a:r>
            <a:r>
              <a:rPr lang="en-US" sz="1200" b="1" i="0" kern="1200" dirty="0">
                <a:solidFill>
                  <a:schemeClr val="tx1"/>
                </a:solidFill>
                <a:effectLst/>
                <a:latin typeface="+mn-lt"/>
                <a:ea typeface="+mn-ea"/>
                <a:cs typeface="+mn-cs"/>
              </a:rPr>
              <a:t> Traffic</a:t>
            </a:r>
          </a:p>
          <a:p>
            <a:pPr fontAlgn="t"/>
            <a:r>
              <a:rPr lang="en-US" sz="1200" b="0" i="0" kern="1200" dirty="0">
                <a:solidFill>
                  <a:schemeClr val="tx1"/>
                </a:solidFill>
                <a:effectLst/>
                <a:latin typeface="+mn-lt"/>
                <a:ea typeface="+mn-ea"/>
                <a:cs typeface="+mn-cs"/>
              </a:rPr>
              <a:t>Revision </a:t>
            </a:r>
            <a:r>
              <a:rPr lang="en-US" sz="1200" b="0" i="0" kern="1200" dirty="0" err="1">
                <a:solidFill>
                  <a:schemeClr val="tx1"/>
                </a:solidFill>
                <a:effectLst/>
                <a:latin typeface="+mn-lt"/>
                <a:ea typeface="+mn-ea"/>
                <a:cs typeface="+mn-cs"/>
              </a:rPr>
              <a:t>ใหม่ต้องผ่านการตรวจสอบ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Health probes</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Logs</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Status</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จากนั้นจึงค่อยย้าย</a:t>
            </a:r>
            <a:r>
              <a:rPr lang="en-US" sz="1200" b="0" i="0" kern="1200" dirty="0">
                <a:solidFill>
                  <a:schemeClr val="tx1"/>
                </a:solidFill>
                <a:effectLst/>
                <a:latin typeface="+mn-lt"/>
                <a:ea typeface="+mn-ea"/>
                <a:cs typeface="+mn-cs"/>
              </a:rPr>
              <a:t> Traffic </a:t>
            </a:r>
            <a:r>
              <a:rPr lang="en-US" sz="1200" b="0" i="0" kern="1200" dirty="0" err="1">
                <a:solidFill>
                  <a:schemeClr val="tx1"/>
                </a:solidFill>
                <a:effectLst/>
                <a:latin typeface="+mn-lt"/>
                <a:ea typeface="+mn-ea"/>
                <a:cs typeface="+mn-cs"/>
              </a:rPr>
              <a:t>ไปยัง</a:t>
            </a:r>
            <a:r>
              <a:rPr lang="en-US" sz="1200" b="0" i="0" kern="1200" dirty="0">
                <a:solidFill>
                  <a:schemeClr val="tx1"/>
                </a:solidFill>
                <a:effectLst/>
                <a:latin typeface="+mn-lt"/>
                <a:ea typeface="+mn-ea"/>
                <a:cs typeface="+mn-cs"/>
              </a:rPr>
              <a:t> Revision </a:t>
            </a:r>
            <a:r>
              <a:rPr lang="en-US" sz="1200" b="0" i="0" kern="1200" dirty="0" err="1">
                <a:solidFill>
                  <a:schemeClr val="tx1"/>
                </a:solidFill>
                <a:effectLst/>
                <a:latin typeface="+mn-lt"/>
                <a:ea typeface="+mn-ea"/>
                <a:cs typeface="+mn-cs"/>
              </a:rPr>
              <a:t>ใหม่</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4. </a:t>
            </a:r>
            <a:r>
              <a:rPr lang="en-US" sz="1200" b="1" i="0" kern="1200" dirty="0" err="1">
                <a:solidFill>
                  <a:schemeClr val="tx1"/>
                </a:solidFill>
                <a:effectLst/>
                <a:latin typeface="+mn-lt"/>
                <a:ea typeface="+mn-ea"/>
                <a:cs typeface="+mn-cs"/>
              </a:rPr>
              <a:t>ถ้ามีปัญหาให้</a:t>
            </a:r>
            <a:r>
              <a:rPr lang="en-US" sz="1200" b="1" i="0" kern="1200" dirty="0">
                <a:solidFill>
                  <a:schemeClr val="tx1"/>
                </a:solidFill>
                <a:effectLst/>
                <a:latin typeface="+mn-lt"/>
                <a:ea typeface="+mn-ea"/>
                <a:cs typeface="+mn-cs"/>
              </a:rPr>
              <a:t> Deactivate / Rollback</a:t>
            </a:r>
          </a:p>
          <a:p>
            <a:pPr fontAlgn="t"/>
            <a:r>
              <a:rPr lang="en-US" sz="1200" b="0" i="0" kern="1200" dirty="0" err="1">
                <a:solidFill>
                  <a:schemeClr val="tx1"/>
                </a:solidFill>
                <a:effectLst/>
                <a:latin typeface="+mn-lt"/>
                <a:ea typeface="+mn-ea"/>
                <a:cs typeface="+mn-cs"/>
              </a:rPr>
              <a:t>ถ้า</a:t>
            </a:r>
            <a:r>
              <a:rPr lang="en-US" sz="1200" b="0" i="0" kern="1200" dirty="0">
                <a:solidFill>
                  <a:schemeClr val="tx1"/>
                </a:solidFill>
                <a:effectLst/>
                <a:latin typeface="+mn-lt"/>
                <a:ea typeface="+mn-ea"/>
                <a:cs typeface="+mn-cs"/>
              </a:rPr>
              <a:t> Revision </a:t>
            </a:r>
            <a:r>
              <a:rPr lang="en-US" sz="1200" b="0" i="0" kern="1200" dirty="0" err="1">
                <a:solidFill>
                  <a:schemeClr val="tx1"/>
                </a:solidFill>
                <a:effectLst/>
                <a:latin typeface="+mn-lt"/>
                <a:ea typeface="+mn-ea"/>
                <a:cs typeface="+mn-cs"/>
              </a:rPr>
              <a:t>ใหม่ตรวจสอบแล้ว</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Fail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สามารถปิด</a:t>
            </a:r>
            <a:r>
              <a:rPr lang="en-US" sz="1200" b="0" i="0" kern="1200" dirty="0">
                <a:solidFill>
                  <a:schemeClr val="tx1"/>
                </a:solidFill>
                <a:effectLst/>
                <a:latin typeface="+mn-lt"/>
                <a:ea typeface="+mn-ea"/>
                <a:cs typeface="+mn-cs"/>
              </a:rPr>
              <a:t> Revision </a:t>
            </a:r>
            <a:r>
              <a:rPr lang="en-US" sz="1200" b="0" i="0" kern="1200" dirty="0" err="1">
                <a:solidFill>
                  <a:schemeClr val="tx1"/>
                </a:solidFill>
                <a:effectLst/>
                <a:latin typeface="+mn-lt"/>
                <a:ea typeface="+mn-ea"/>
                <a:cs typeface="+mn-cs"/>
              </a:rPr>
              <a:t>นั้นหรือ</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Rollback </a:t>
            </a:r>
            <a:r>
              <a:rPr lang="en-US" sz="1200" b="1" i="0" kern="1200" dirty="0" err="1">
                <a:solidFill>
                  <a:schemeClr val="tx1"/>
                </a:solidFill>
                <a:effectLst/>
                <a:latin typeface="+mn-lt"/>
                <a:ea typeface="+mn-ea"/>
                <a:cs typeface="+mn-cs"/>
              </a:rPr>
              <a:t>กลับไปใช้เวอร์ชันเดิม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และเก็บ</a:t>
            </a:r>
            <a:r>
              <a:rPr lang="en-US" sz="1200" b="0" i="0" kern="1200" dirty="0">
                <a:solidFill>
                  <a:schemeClr val="tx1"/>
                </a:solidFill>
                <a:effectLst/>
                <a:latin typeface="+mn-lt"/>
                <a:ea typeface="+mn-ea"/>
                <a:cs typeface="+mn-cs"/>
              </a:rPr>
              <a:t> Revision </a:t>
            </a:r>
            <a:r>
              <a:rPr lang="en-US" sz="1200" b="0" i="0" kern="1200" dirty="0" err="1">
                <a:solidFill>
                  <a:schemeClr val="tx1"/>
                </a:solidFill>
                <a:effectLst/>
                <a:latin typeface="+mn-lt"/>
                <a:ea typeface="+mn-ea"/>
                <a:cs typeface="+mn-cs"/>
              </a:rPr>
              <a:t>ที่มีปัญหาไว้เพื่อวิเคราะห์ภายหลัง</a:t>
            </a:r>
            <a:endParaRPr lang="en-US" sz="1200" b="0" i="0" kern="1200" dirty="0">
              <a:solidFill>
                <a:schemeClr val="tx1"/>
              </a:solidFill>
              <a:effectLst/>
              <a:latin typeface="+mn-lt"/>
              <a:ea typeface="+mn-ea"/>
              <a:cs typeface="+mn-cs"/>
            </a:endParaRPr>
          </a:p>
        </p:txBody>
      </p:sp>
      <p:sp>
        <p:nvSpPr>
          <p:cNvPr id="592366078"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99334038" name="Slide Image Placeholder 1"/>
          <p:cNvSpPr>
            <a:spLocks noGrp="1" noRot="1" noChangeAspect="1"/>
          </p:cNvSpPr>
          <p:nvPr>
            <p:ph type="sldImg"/>
          </p:nvPr>
        </p:nvSpPr>
        <p:spPr bwMode="auto">
          <a:xfrm>
            <a:off x="217488" y="812800"/>
            <a:ext cx="7124700" cy="4008438"/>
          </a:xfrm>
        </p:spPr>
      </p:sp>
      <p:sp>
        <p:nvSpPr>
          <p:cNvPr id="944680821" name="Notes Placeholder 2"/>
          <p:cNvSpPr>
            <a:spLocks noGrp="1"/>
          </p:cNvSpPr>
          <p:nvPr>
            <p:ph type="body" idx="1"/>
          </p:nvPr>
        </p:nvSpPr>
        <p:spPr bwMode="auto"/>
        <p:txBody>
          <a:bodyPr/>
          <a:lstStyle/>
          <a:p>
            <a:pPr fontAlgn="t"/>
            <a:r>
              <a:rPr lang="en-US" sz="1200" b="0" i="0" kern="1200" dirty="0" err="1">
                <a:solidFill>
                  <a:schemeClr val="tx1"/>
                </a:solidFill>
                <a:effectLst/>
                <a:latin typeface="+mn-lt"/>
                <a:ea typeface="+mn-ea"/>
                <a:cs typeface="+mn-cs"/>
              </a:rPr>
              <a:t>การ</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จัดการวงจรการทำงานของ</a:t>
            </a:r>
            <a:r>
              <a:rPr lang="en-US" sz="1200" b="1" i="0" kern="1200" dirty="0">
                <a:solidFill>
                  <a:schemeClr val="tx1"/>
                </a:solidFill>
                <a:effectLst/>
                <a:latin typeface="+mn-lt"/>
                <a:ea typeface="+mn-ea"/>
                <a:cs typeface="+mn-cs"/>
              </a:rPr>
              <a:t> Container App </a:t>
            </a:r>
            <a:r>
              <a:rPr lang="en-US" sz="1200" b="1" i="0" kern="1200" dirty="0" err="1">
                <a:solidFill>
                  <a:schemeClr val="tx1"/>
                </a:solidFill>
                <a:effectLst/>
                <a:latin typeface="+mn-lt"/>
                <a:ea typeface="+mn-ea"/>
                <a:cs typeface="+mn-cs"/>
              </a:rPr>
              <a:t>เมื่อระบบมีปัญหา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โดยเลือกวิธีแก้ให้เหมาะกับสถานการณ์</a:t>
            </a: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เลือก</a:t>
            </a:r>
            <a:r>
              <a:rPr lang="en-US" sz="1200" b="1" i="0" kern="1200" dirty="0">
                <a:solidFill>
                  <a:schemeClr val="tx1"/>
                </a:solidFill>
                <a:effectLst/>
                <a:latin typeface="+mn-lt"/>
                <a:ea typeface="+mn-ea"/>
                <a:cs typeface="+mn-cs"/>
              </a:rPr>
              <a:t> Action </a:t>
            </a:r>
            <a:r>
              <a:rPr lang="en-US" sz="1200" b="1" i="0" kern="1200" dirty="0" err="1">
                <a:solidFill>
                  <a:schemeClr val="tx1"/>
                </a:solidFill>
                <a:effectLst/>
                <a:latin typeface="+mn-lt"/>
                <a:ea typeface="+mn-ea"/>
                <a:cs typeface="+mn-cs"/>
              </a:rPr>
              <a:t>ให้เหมาะกับปัญหา</a:t>
            </a:r>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Stop</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หยุด</a:t>
            </a:r>
            <a:r>
              <a:rPr lang="en-US" sz="1200" b="0" i="0" kern="1200" dirty="0">
                <a:solidFill>
                  <a:schemeClr val="tx1"/>
                </a:solidFill>
                <a:effectLst/>
                <a:latin typeface="+mn-lt"/>
                <a:ea typeface="+mn-ea"/>
                <a:cs typeface="+mn-cs"/>
              </a:rPr>
              <a:t> App </a:t>
            </a:r>
            <a:r>
              <a:rPr lang="en-US" sz="1200" b="0" i="0" kern="1200" dirty="0" err="1">
                <a:solidFill>
                  <a:schemeClr val="tx1"/>
                </a:solidFill>
                <a:effectLst/>
                <a:latin typeface="+mn-lt"/>
                <a:ea typeface="+mn-ea"/>
                <a:cs typeface="+mn-cs"/>
              </a:rPr>
              <a:t>ทั้งหมด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ทำให้</a:t>
            </a:r>
            <a:r>
              <a:rPr lang="en-US" sz="1200" b="0" i="0" kern="1200" dirty="0">
                <a:solidFill>
                  <a:schemeClr val="tx1"/>
                </a:solidFill>
                <a:effectLst/>
                <a:latin typeface="+mn-lt"/>
                <a:ea typeface="+mn-ea"/>
                <a:cs typeface="+mn-cs"/>
              </a:rPr>
              <a:t> Traffic </a:t>
            </a:r>
            <a:r>
              <a:rPr lang="en-US" sz="1200" b="0" i="0" kern="1200" dirty="0" err="1">
                <a:solidFill>
                  <a:schemeClr val="tx1"/>
                </a:solidFill>
                <a:effectLst/>
                <a:latin typeface="+mn-lt"/>
                <a:ea typeface="+mn-ea"/>
                <a:cs typeface="+mn-cs"/>
              </a:rPr>
              <a:t>เป็นศูนย์</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เหมาะเมื่อเกิด</a:t>
            </a:r>
            <a:r>
              <a:rPr lang="en-US" sz="1200" b="0" i="0" kern="1200" dirty="0">
                <a:solidFill>
                  <a:schemeClr val="tx1"/>
                </a:solidFill>
                <a:effectLst/>
                <a:latin typeface="+mn-lt"/>
                <a:ea typeface="+mn-ea"/>
                <a:cs typeface="+mn-cs"/>
              </a:rPr>
              <a:t> Incident </a:t>
            </a:r>
            <a:r>
              <a:rPr lang="en-US" sz="1200" b="0" i="0" kern="1200" dirty="0" err="1">
                <a:solidFill>
                  <a:schemeClr val="tx1"/>
                </a:solidFill>
                <a:effectLst/>
                <a:latin typeface="+mn-lt"/>
                <a:ea typeface="+mn-ea"/>
                <a:cs typeface="+mn-cs"/>
              </a:rPr>
              <a:t>ที่ต้องหยุดระบบ</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Restart</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เริ่มการทำงานใหม่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เพื่อแก้ปัญหาชั่วคราว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Process </a:t>
            </a:r>
            <a:r>
              <a:rPr lang="en-US" sz="1200" b="0" i="0" kern="1200" dirty="0" err="1">
                <a:solidFill>
                  <a:schemeClr val="tx1"/>
                </a:solidFill>
                <a:effectLst/>
                <a:latin typeface="+mn-lt"/>
                <a:ea typeface="+mn-ea"/>
                <a:cs typeface="+mn-cs"/>
              </a:rPr>
              <a:t>ค้าง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Deadlock</a:t>
            </a:r>
          </a:p>
          <a:p>
            <a:pPr lvl="0" fontAlgn="t"/>
            <a:r>
              <a:rPr lang="en-US" sz="1200" b="1" i="0" kern="1200" dirty="0">
                <a:solidFill>
                  <a:schemeClr val="tx1"/>
                </a:solidFill>
                <a:effectLst/>
                <a:latin typeface="+mn-lt"/>
                <a:ea typeface="+mn-ea"/>
                <a:cs typeface="+mn-cs"/>
              </a:rPr>
              <a:t>Deactivate Revision</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ปิดเฉพาะ</a:t>
            </a:r>
            <a:r>
              <a:rPr lang="en-US" sz="1200" b="0" i="0" kern="1200" dirty="0">
                <a:solidFill>
                  <a:schemeClr val="tx1"/>
                </a:solidFill>
                <a:effectLst/>
                <a:latin typeface="+mn-lt"/>
                <a:ea typeface="+mn-ea"/>
                <a:cs typeface="+mn-cs"/>
              </a:rPr>
              <a:t> Revision </a:t>
            </a:r>
            <a:r>
              <a:rPr lang="en-US" sz="1200" b="0" i="0" kern="1200" dirty="0" err="1">
                <a:solidFill>
                  <a:schemeClr val="tx1"/>
                </a:solidFill>
                <a:effectLst/>
                <a:latin typeface="+mn-lt"/>
                <a:ea typeface="+mn-ea"/>
                <a:cs typeface="+mn-cs"/>
              </a:rPr>
              <a:t>ที่มีปัญหา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โดยไม่กระทบทุกเวอร์ชัน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เป็นทางเลือกแรกที่ปลอดภัยกว่า</a:t>
            </a:r>
            <a:endParaRPr lang="en-US" sz="1200" b="0" i="0" kern="1200" dirty="0">
              <a:solidFill>
                <a:schemeClr val="tx1"/>
              </a:solidFill>
              <a:effectLst/>
              <a:latin typeface="+mn-lt"/>
              <a:ea typeface="+mn-ea"/>
              <a:cs typeface="+mn-cs"/>
            </a:endParaRPr>
          </a:p>
          <a:p>
            <a:pPr fontAlgn="t"/>
            <a:endParaRPr lang="th-TH" sz="1200" b="1"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ปัญหาที่ควรตรวจสอบบ่อย</a:t>
            </a:r>
            <a:r>
              <a:rPr lang="en-US" sz="1200" b="1" i="0" kern="1200" dirty="0">
                <a:solidFill>
                  <a:schemeClr val="tx1"/>
                </a:solidFill>
                <a:effectLst/>
                <a:latin typeface="+mn-lt"/>
                <a:ea typeface="+mn-ea"/>
                <a:cs typeface="+mn-cs"/>
              </a:rPr>
              <a:t> ๆ</a:t>
            </a:r>
          </a:p>
          <a:p>
            <a:pPr fontAlgn="t"/>
            <a:r>
              <a:rPr lang="en-US" sz="1200" b="0" i="0" kern="1200" dirty="0" err="1">
                <a:solidFill>
                  <a:schemeClr val="tx1"/>
                </a:solidFill>
                <a:effectLst/>
                <a:latin typeface="+mn-lt"/>
                <a:ea typeface="+mn-ea"/>
                <a:cs typeface="+mn-cs"/>
              </a:rPr>
              <a:t>เมื่อ</a:t>
            </a:r>
            <a:r>
              <a:rPr lang="en-US" sz="1200" b="0" i="0" kern="1200" dirty="0">
                <a:solidFill>
                  <a:schemeClr val="tx1"/>
                </a:solidFill>
                <a:effectLst/>
                <a:latin typeface="+mn-lt"/>
                <a:ea typeface="+mn-ea"/>
                <a:cs typeface="+mn-cs"/>
              </a:rPr>
              <a:t> Container App </a:t>
            </a:r>
            <a:r>
              <a:rPr lang="en-US" sz="1200" b="0" i="0" kern="1200" dirty="0" err="1">
                <a:solidFill>
                  <a:schemeClr val="tx1"/>
                </a:solidFill>
                <a:effectLst/>
                <a:latin typeface="+mn-lt"/>
                <a:ea typeface="+mn-ea"/>
                <a:cs typeface="+mn-cs"/>
              </a:rPr>
              <a:t>มีปัญหา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ให้ตรวจดู</a:t>
            </a:r>
            <a:r>
              <a:rPr lang="en-US" sz="1200" b="0" i="0" kern="1200" dirty="0">
                <a:solidFill>
                  <a:schemeClr val="tx1"/>
                </a:solidFill>
                <a:effectLst/>
                <a:latin typeface="+mn-lt"/>
                <a:ea typeface="+mn-ea"/>
                <a:cs typeface="+mn-cs"/>
              </a:rPr>
              <a:t>:</a:t>
            </a:r>
          </a:p>
          <a:p>
            <a:pPr lvl="0" fontAlgn="t"/>
            <a:r>
              <a:rPr lang="en-US" sz="1200" b="1" i="0" kern="1200" dirty="0">
                <a:solidFill>
                  <a:schemeClr val="tx1"/>
                </a:solidFill>
                <a:effectLst/>
                <a:latin typeface="+mn-lt"/>
                <a:ea typeface="+mn-ea"/>
                <a:cs typeface="+mn-cs"/>
              </a:rPr>
              <a:t>Image pull failure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ดึง</a:t>
            </a:r>
            <a:r>
              <a:rPr lang="en-US" sz="1200" b="0" i="0" kern="1200" dirty="0">
                <a:solidFill>
                  <a:schemeClr val="tx1"/>
                </a:solidFill>
                <a:effectLst/>
                <a:latin typeface="+mn-lt"/>
                <a:ea typeface="+mn-ea"/>
                <a:cs typeface="+mn-cs"/>
              </a:rPr>
              <a:t> Image </a:t>
            </a:r>
            <a:r>
              <a:rPr lang="en-US" sz="1200" b="0" i="0" kern="1200" dirty="0" err="1">
                <a:solidFill>
                  <a:schemeClr val="tx1"/>
                </a:solidFill>
                <a:effectLst/>
                <a:latin typeface="+mn-lt"/>
                <a:ea typeface="+mn-ea"/>
                <a:cs typeface="+mn-cs"/>
              </a:rPr>
              <a:t>ไม่สำเร็จ</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ปัญหา</a:t>
            </a:r>
            <a:r>
              <a:rPr lang="en-US" sz="1200" b="0" i="0" kern="1200" dirty="0">
                <a:solidFill>
                  <a:schemeClr val="tx1"/>
                </a:solidFill>
                <a:effectLst/>
                <a:latin typeface="+mn-lt"/>
                <a:ea typeface="+mn-ea"/>
                <a:cs typeface="+mn-cs"/>
              </a:rPr>
              <a:t> Registry Credential</a:t>
            </a:r>
          </a:p>
          <a:p>
            <a:pPr lvl="0" fontAlgn="t"/>
            <a:r>
              <a:rPr lang="en-US" sz="1200" b="1" i="0" kern="1200" dirty="0">
                <a:solidFill>
                  <a:schemeClr val="tx1"/>
                </a:solidFill>
                <a:effectLst/>
                <a:latin typeface="+mn-lt"/>
                <a:ea typeface="+mn-ea"/>
                <a:cs typeface="+mn-cs"/>
              </a:rPr>
              <a:t>Port mismatch</a:t>
            </a:r>
            <a:r>
              <a:rPr lang="en-US" sz="1200" b="0" i="0" kern="1200" dirty="0">
                <a:solidFill>
                  <a:schemeClr val="tx1"/>
                </a:solidFill>
                <a:effectLst/>
                <a:latin typeface="+mn-lt"/>
                <a:ea typeface="+mn-ea"/>
                <a:cs typeface="+mn-cs"/>
              </a:rPr>
              <a:t> → Port ของ Container </a:t>
            </a:r>
            <a:r>
              <a:rPr lang="en-US" sz="1200" b="0" i="0" kern="1200" dirty="0" err="1">
                <a:solidFill>
                  <a:schemeClr val="tx1"/>
                </a:solidFill>
                <a:effectLst/>
                <a:latin typeface="+mn-lt"/>
                <a:ea typeface="+mn-ea"/>
                <a:cs typeface="+mn-cs"/>
              </a:rPr>
              <a:t>กับ</a:t>
            </a:r>
            <a:r>
              <a:rPr lang="en-US" sz="1200" b="0" i="0" kern="1200" dirty="0">
                <a:solidFill>
                  <a:schemeClr val="tx1"/>
                </a:solidFill>
                <a:effectLst/>
                <a:latin typeface="+mn-lt"/>
                <a:ea typeface="+mn-ea"/>
                <a:cs typeface="+mn-cs"/>
              </a:rPr>
              <a:t> Ingress </a:t>
            </a:r>
            <a:r>
              <a:rPr lang="en-US" sz="1200" b="0" i="0" kern="1200" dirty="0" err="1">
                <a:solidFill>
                  <a:schemeClr val="tx1"/>
                </a:solidFill>
                <a:effectLst/>
                <a:latin typeface="+mn-lt"/>
                <a:ea typeface="+mn-ea"/>
                <a:cs typeface="+mn-cs"/>
              </a:rPr>
              <a:t>ไม่ตรงกัน</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Missing Env/Secrets</a:t>
            </a:r>
            <a:r>
              <a:rPr lang="en-US" sz="1200" b="0" i="0" kern="1200" dirty="0">
                <a:solidFill>
                  <a:schemeClr val="tx1"/>
                </a:solidFill>
                <a:effectLst/>
                <a:latin typeface="+mn-lt"/>
                <a:ea typeface="+mn-ea"/>
                <a:cs typeface="+mn-cs"/>
              </a:rPr>
              <a:t> → Environment Variables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Secrets </a:t>
            </a:r>
            <a:r>
              <a:rPr lang="en-US" sz="1200" b="0" i="0" kern="1200" dirty="0" err="1">
                <a:solidFill>
                  <a:schemeClr val="tx1"/>
                </a:solidFill>
                <a:effectLst/>
                <a:latin typeface="+mn-lt"/>
                <a:ea typeface="+mn-ea"/>
                <a:cs typeface="+mn-cs"/>
              </a:rPr>
              <a:t>ไม่ครบ</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Probe failure</a:t>
            </a:r>
            <a:r>
              <a:rPr lang="en-US" sz="1200" b="0" i="0" kern="1200" dirty="0">
                <a:solidFill>
                  <a:schemeClr val="tx1"/>
                </a:solidFill>
                <a:effectLst/>
                <a:latin typeface="+mn-lt"/>
                <a:ea typeface="+mn-ea"/>
                <a:cs typeface="+mn-cs"/>
              </a:rPr>
              <a:t> → Health Probe </a:t>
            </a:r>
            <a:r>
              <a:rPr lang="en-US" sz="1200" b="0" i="0" kern="1200" dirty="0" err="1">
                <a:solidFill>
                  <a:schemeClr val="tx1"/>
                </a:solidFill>
                <a:effectLst/>
                <a:latin typeface="+mn-lt"/>
                <a:ea typeface="+mn-ea"/>
                <a:cs typeface="+mn-cs"/>
              </a:rPr>
              <a:t>ตั้งค่า</a:t>
            </a:r>
            <a:r>
              <a:rPr lang="en-US" sz="1200" b="0" i="0" kern="1200" dirty="0">
                <a:solidFill>
                  <a:schemeClr val="tx1"/>
                </a:solidFill>
                <a:effectLst/>
                <a:latin typeface="+mn-lt"/>
                <a:ea typeface="+mn-ea"/>
                <a:cs typeface="+mn-cs"/>
              </a:rPr>
              <a:t> Path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Timeout </a:t>
            </a:r>
            <a:r>
              <a:rPr lang="en-US" sz="1200" b="0" i="0" kern="1200" dirty="0" err="1">
                <a:solidFill>
                  <a:schemeClr val="tx1"/>
                </a:solidFill>
                <a:effectLst/>
                <a:latin typeface="+mn-lt"/>
                <a:ea typeface="+mn-ea"/>
                <a:cs typeface="+mn-cs"/>
              </a:rPr>
              <a:t>ไม่เหมาะสม</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Resource pressure</a:t>
            </a:r>
            <a:r>
              <a:rPr lang="en-US" sz="1200" b="0" i="0" kern="1200" dirty="0">
                <a:solidFill>
                  <a:schemeClr val="tx1"/>
                </a:solidFill>
                <a:effectLst/>
                <a:latin typeface="+mn-lt"/>
                <a:ea typeface="+mn-ea"/>
                <a:cs typeface="+mn-cs"/>
              </a:rPr>
              <a:t> → CPU </a:t>
            </a:r>
            <a:r>
              <a:rPr lang="en-US" sz="1200" b="0" i="0" kern="1200" dirty="0" err="1">
                <a:solidFill>
                  <a:schemeClr val="tx1"/>
                </a:solidFill>
                <a:effectLst/>
                <a:latin typeface="+mn-lt"/>
                <a:ea typeface="+mn-ea"/>
                <a:cs typeface="+mn-cs"/>
              </a:rPr>
              <a:t>ไม่พอ</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Memory </a:t>
            </a:r>
            <a:r>
              <a:rPr lang="en-US" sz="1200" b="0" i="0" kern="1200" dirty="0" err="1">
                <a:solidFill>
                  <a:schemeClr val="tx1"/>
                </a:solidFill>
                <a:effectLst/>
                <a:latin typeface="+mn-lt"/>
                <a:ea typeface="+mn-ea"/>
                <a:cs typeface="+mn-cs"/>
              </a:rPr>
              <a:t>หมดจนเกิด</a:t>
            </a:r>
            <a:r>
              <a:rPr lang="en-US" sz="1200" b="0" i="0" kern="1200" dirty="0">
                <a:solidFill>
                  <a:schemeClr val="tx1"/>
                </a:solidFill>
                <a:effectLst/>
                <a:latin typeface="+mn-lt"/>
                <a:ea typeface="+mn-ea"/>
                <a:cs typeface="+mn-cs"/>
              </a:rPr>
              <a:t> OOM Restart</a:t>
            </a:r>
          </a:p>
        </p:txBody>
      </p:sp>
      <p:sp>
        <p:nvSpPr>
          <p:cNvPr id="781433471"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52757948" name="Slide Image Placeholder 1"/>
          <p:cNvSpPr>
            <a:spLocks noGrp="1" noRot="1" noChangeAspect="1"/>
          </p:cNvSpPr>
          <p:nvPr>
            <p:ph type="sldImg"/>
          </p:nvPr>
        </p:nvSpPr>
        <p:spPr bwMode="auto">
          <a:xfrm>
            <a:off x="217488" y="812800"/>
            <a:ext cx="7124700" cy="4008438"/>
          </a:xfrm>
        </p:spPr>
      </p:sp>
      <p:sp>
        <p:nvSpPr>
          <p:cNvPr id="362543203" name="Notes Placeholder 2"/>
          <p:cNvSpPr>
            <a:spLocks noGrp="1"/>
          </p:cNvSpPr>
          <p:nvPr>
            <p:ph type="body" idx="1"/>
          </p:nvPr>
        </p:nvSpPr>
        <p:spPr bwMode="auto"/>
        <p:txBody>
          <a:bodyPr/>
          <a:lstStyle/>
          <a:p>
            <a:pPr fontAlgn="t"/>
            <a:r>
              <a:rPr lang="en-US" sz="1200" b="0" i="0" kern="1200" dirty="0" err="1">
                <a:solidFill>
                  <a:schemeClr val="tx1"/>
                </a:solidFill>
                <a:effectLst/>
                <a:latin typeface="+mn-lt"/>
                <a:ea typeface="+mn-ea"/>
                <a:cs typeface="+mn-cs"/>
              </a:rPr>
              <a:t>วิธี</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ใช้</a:t>
            </a:r>
            <a:r>
              <a:rPr lang="en-US" sz="1200" b="1" i="0" kern="1200" dirty="0">
                <a:solidFill>
                  <a:schemeClr val="tx1"/>
                </a:solidFill>
                <a:effectLst/>
                <a:latin typeface="+mn-lt"/>
                <a:ea typeface="+mn-ea"/>
                <a:cs typeface="+mn-cs"/>
              </a:rPr>
              <a:t> Logs </a:t>
            </a:r>
            <a:r>
              <a:rPr lang="en-US" sz="1200" b="1" i="0" kern="1200" dirty="0" err="1">
                <a:solidFill>
                  <a:schemeClr val="tx1"/>
                </a:solidFill>
                <a:effectLst/>
                <a:latin typeface="+mn-lt"/>
                <a:ea typeface="+mn-ea"/>
                <a:cs typeface="+mn-cs"/>
              </a:rPr>
              <a:t>เพื่อตรวจสอบและแก้ปัญหา</a:t>
            </a:r>
            <a:r>
              <a:rPr lang="en-US" sz="1200" b="1" i="0" kern="1200" dirty="0">
                <a:solidFill>
                  <a:schemeClr val="tx1"/>
                </a:solidFill>
                <a:effectLst/>
                <a:latin typeface="+mn-lt"/>
                <a:ea typeface="+mn-ea"/>
                <a:cs typeface="+mn-cs"/>
              </a:rPr>
              <a:t> Container App </a:t>
            </a:r>
            <a:r>
              <a:rPr lang="en-US" sz="1200" b="1" i="0" kern="1200" dirty="0" err="1">
                <a:solidFill>
                  <a:schemeClr val="tx1"/>
                </a:solidFill>
                <a:effectLst/>
                <a:latin typeface="+mn-lt"/>
                <a:ea typeface="+mn-ea"/>
                <a:cs typeface="+mn-cs"/>
              </a:rPr>
              <a:t>อย่างเป็นขั้นตอน</a:t>
            </a:r>
            <a:endParaRPr lang="th-TH" sz="1200" b="1"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Logs </a:t>
            </a:r>
            <a:r>
              <a:rPr lang="en-US" sz="1200" b="1" i="0" kern="1200" dirty="0" err="1">
                <a:solidFill>
                  <a:schemeClr val="tx1"/>
                </a:solidFill>
                <a:effectLst/>
                <a:latin typeface="+mn-lt"/>
                <a:ea typeface="+mn-ea"/>
                <a:cs typeface="+mn-cs"/>
              </a:rPr>
              <a:t>มี</a:t>
            </a:r>
            <a:r>
              <a:rPr lang="en-US" sz="1200" b="1" i="0" kern="1200" dirty="0">
                <a:solidFill>
                  <a:schemeClr val="tx1"/>
                </a:solidFill>
                <a:effectLst/>
                <a:latin typeface="+mn-lt"/>
                <a:ea typeface="+mn-ea"/>
                <a:cs typeface="+mn-cs"/>
              </a:rPr>
              <a:t> 2 </a:t>
            </a:r>
            <a:r>
              <a:rPr lang="en-US" sz="1200" b="1" i="0" kern="1200" dirty="0" err="1">
                <a:solidFill>
                  <a:schemeClr val="tx1"/>
                </a:solidFill>
                <a:effectLst/>
                <a:latin typeface="+mn-lt"/>
                <a:ea typeface="+mn-ea"/>
                <a:cs typeface="+mn-cs"/>
              </a:rPr>
              <a:t>ประเภทหลัก</a:t>
            </a:r>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Console Logs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ดูสิ่งที่เกิดจากตัว</a:t>
            </a:r>
            <a:r>
              <a:rPr lang="en-US" sz="1200" b="0" i="0" kern="1200" dirty="0">
                <a:solidFill>
                  <a:schemeClr val="tx1"/>
                </a:solidFill>
                <a:effectLst/>
                <a:latin typeface="+mn-lt"/>
                <a:ea typeface="+mn-ea"/>
                <a:cs typeface="+mn-cs"/>
              </a:rPr>
              <a:t> Application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Error </a:t>
            </a:r>
            <a:r>
              <a:rPr lang="en-US" sz="1200" b="0" i="0" kern="1200" dirty="0" err="1">
                <a:solidFill>
                  <a:schemeClr val="tx1"/>
                </a:solidFill>
                <a:effectLst/>
                <a:latin typeface="+mn-lt"/>
                <a:ea typeface="+mn-ea"/>
                <a:cs typeface="+mn-cs"/>
              </a:rPr>
              <a:t>และข้อความตอนเริ่มระบบ</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System Logs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ดูปัญหาระดับ</a:t>
            </a:r>
            <a:r>
              <a:rPr lang="en-US" sz="1200" b="0" i="0" kern="1200" dirty="0">
                <a:solidFill>
                  <a:schemeClr val="tx1"/>
                </a:solidFill>
                <a:effectLst/>
                <a:latin typeface="+mn-lt"/>
                <a:ea typeface="+mn-ea"/>
                <a:cs typeface="+mn-cs"/>
              </a:rPr>
              <a:t> Platform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Image Pull, Scaling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Health Probe</a:t>
            </a:r>
            <a:endParaRPr lang="th-TH" sz="1200" b="1"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วิธี</a:t>
            </a:r>
            <a:r>
              <a:rPr lang="en-US" sz="1200" b="1" i="0" kern="1200" dirty="0">
                <a:solidFill>
                  <a:schemeClr val="tx1"/>
                </a:solidFill>
                <a:effectLst/>
                <a:latin typeface="+mn-lt"/>
                <a:ea typeface="+mn-ea"/>
                <a:cs typeface="+mn-cs"/>
              </a:rPr>
              <a:t> Troubleshoot </a:t>
            </a:r>
            <a:r>
              <a:rPr lang="en-US" sz="1200" b="1" i="0" kern="1200" dirty="0" err="1">
                <a:solidFill>
                  <a:schemeClr val="tx1"/>
                </a:solidFill>
                <a:effectLst/>
                <a:latin typeface="+mn-lt"/>
                <a:ea typeface="+mn-ea"/>
                <a:cs typeface="+mn-cs"/>
              </a:rPr>
              <a:t>แบบจำง่าย</a:t>
            </a:r>
            <a:r>
              <a:rPr lang="en-US" sz="1200" b="1" i="0" kern="1200" dirty="0">
                <a:solidFill>
                  <a:schemeClr val="tx1"/>
                </a:solidFill>
                <a:effectLst/>
                <a:latin typeface="+mn-lt"/>
                <a:ea typeface="+mn-ea"/>
                <a:cs typeface="+mn-cs"/>
              </a:rPr>
              <a:t> 4 </a:t>
            </a:r>
            <a:r>
              <a:rPr lang="en-US" sz="1200" b="1" i="0" kern="1200" dirty="0" err="1">
                <a:solidFill>
                  <a:schemeClr val="tx1"/>
                </a:solidFill>
                <a:effectLst/>
                <a:latin typeface="+mn-lt"/>
                <a:ea typeface="+mn-ea"/>
                <a:cs typeface="+mn-cs"/>
              </a:rPr>
              <a:t>ขั้นตอน</a:t>
            </a:r>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Identify</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หาให้เจอว่า</a:t>
            </a:r>
            <a:r>
              <a:rPr lang="en-US" sz="1200" b="0" i="0" kern="1200" dirty="0">
                <a:solidFill>
                  <a:schemeClr val="tx1"/>
                </a:solidFill>
                <a:effectLst/>
                <a:latin typeface="+mn-lt"/>
                <a:ea typeface="+mn-ea"/>
                <a:cs typeface="+mn-cs"/>
              </a:rPr>
              <a:t> Revision </a:t>
            </a:r>
            <a:r>
              <a:rPr lang="en-US" sz="1200" b="0" i="0" kern="1200" dirty="0" err="1">
                <a:solidFill>
                  <a:schemeClr val="tx1"/>
                </a:solidFill>
                <a:effectLst/>
                <a:latin typeface="+mn-lt"/>
                <a:ea typeface="+mn-ea"/>
                <a:cs typeface="+mn-cs"/>
              </a:rPr>
              <a:t>ไหนมีปัญหา</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Stream Logs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ดู</a:t>
            </a:r>
            <a:r>
              <a:rPr lang="en-US" sz="1200" b="0" i="0" kern="1200" dirty="0">
                <a:solidFill>
                  <a:schemeClr val="tx1"/>
                </a:solidFill>
                <a:effectLst/>
                <a:latin typeface="+mn-lt"/>
                <a:ea typeface="+mn-ea"/>
                <a:cs typeface="+mn-cs"/>
              </a:rPr>
              <a:t> Logs </a:t>
            </a:r>
            <a:r>
              <a:rPr lang="en-US" sz="1200" b="0" i="0" kern="1200" dirty="0" err="1">
                <a:solidFill>
                  <a:schemeClr val="tx1"/>
                </a:solidFill>
                <a:effectLst/>
                <a:latin typeface="+mn-lt"/>
                <a:ea typeface="+mn-ea"/>
                <a:cs typeface="+mn-cs"/>
              </a:rPr>
              <a:t>แบบต่อเนื่องขณะจำลองปัญหา</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Compare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เปรียบเทียบ</a:t>
            </a:r>
            <a:r>
              <a:rPr lang="en-US" sz="1200" b="0" i="0" kern="1200" dirty="0">
                <a:solidFill>
                  <a:schemeClr val="tx1"/>
                </a:solidFill>
                <a:effectLst/>
                <a:latin typeface="+mn-lt"/>
                <a:ea typeface="+mn-ea"/>
                <a:cs typeface="+mn-cs"/>
              </a:rPr>
              <a:t> Configuration ของ Revision </a:t>
            </a:r>
            <a:r>
              <a:rPr lang="en-US" sz="1200" b="0" i="0" kern="1200" dirty="0" err="1">
                <a:solidFill>
                  <a:schemeClr val="tx1"/>
                </a:solidFill>
                <a:effectLst/>
                <a:latin typeface="+mn-lt"/>
                <a:ea typeface="+mn-ea"/>
                <a:cs typeface="+mn-cs"/>
              </a:rPr>
              <a:t>ที่ทำงานได้กับ</a:t>
            </a:r>
            <a:r>
              <a:rPr lang="en-US" sz="1200" b="0" i="0" kern="1200" dirty="0">
                <a:solidFill>
                  <a:schemeClr val="tx1"/>
                </a:solidFill>
                <a:effectLst/>
                <a:latin typeface="+mn-lt"/>
                <a:ea typeface="+mn-ea"/>
                <a:cs typeface="+mn-cs"/>
              </a:rPr>
              <a:t> Revision </a:t>
            </a:r>
            <a:r>
              <a:rPr lang="en-US" sz="1200" b="0" i="0" kern="1200" dirty="0" err="1">
                <a:solidFill>
                  <a:schemeClr val="tx1"/>
                </a:solidFill>
                <a:effectLst/>
                <a:latin typeface="+mn-lt"/>
                <a:ea typeface="+mn-ea"/>
                <a:cs typeface="+mn-cs"/>
              </a:rPr>
              <a:t>ที่มีปัญหา</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Fix &amp; Verify</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แก้เฉพาะจุด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แล้วตรวจสอบว่า</a:t>
            </a:r>
            <a:r>
              <a:rPr lang="en-US" sz="1200" b="0" i="0" kern="1200" dirty="0">
                <a:solidFill>
                  <a:schemeClr val="tx1"/>
                </a:solidFill>
                <a:effectLst/>
                <a:latin typeface="+mn-lt"/>
                <a:ea typeface="+mn-ea"/>
                <a:cs typeface="+mn-cs"/>
              </a:rPr>
              <a:t> Revision </a:t>
            </a:r>
            <a:r>
              <a:rPr lang="en-US" sz="1200" b="0" i="0" kern="1200" dirty="0" err="1">
                <a:solidFill>
                  <a:schemeClr val="tx1"/>
                </a:solidFill>
                <a:effectLst/>
                <a:latin typeface="+mn-lt"/>
                <a:ea typeface="+mn-ea"/>
                <a:cs typeface="+mn-cs"/>
              </a:rPr>
              <a:t>ใหม่ทำงานปกติ</a:t>
            </a:r>
            <a:endParaRPr lang="en-US" sz="1200" b="0" i="0" kern="1200" dirty="0">
              <a:solidFill>
                <a:schemeClr val="tx1"/>
              </a:solidFill>
              <a:effectLst/>
              <a:latin typeface="+mn-lt"/>
              <a:ea typeface="+mn-ea"/>
              <a:cs typeface="+mn-cs"/>
            </a:endParaRPr>
          </a:p>
          <a:p>
            <a:pPr fontAlgn="t"/>
            <a:endParaRPr lang="th-TH" sz="1200" b="1"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การทำ</a:t>
            </a:r>
            <a:r>
              <a:rPr lang="en-US" sz="1200" b="1" i="0" kern="1200" dirty="0">
                <a:solidFill>
                  <a:schemeClr val="tx1"/>
                </a:solidFill>
                <a:effectLst/>
                <a:latin typeface="+mn-lt"/>
                <a:ea typeface="+mn-ea"/>
                <a:cs typeface="+mn-cs"/>
              </a:rPr>
              <a:t> Logs </a:t>
            </a:r>
            <a:r>
              <a:rPr lang="en-US" sz="1200" b="1" i="0" kern="1200" dirty="0" err="1">
                <a:solidFill>
                  <a:schemeClr val="tx1"/>
                </a:solidFill>
                <a:effectLst/>
                <a:latin typeface="+mn-lt"/>
                <a:ea typeface="+mn-ea"/>
                <a:cs typeface="+mn-cs"/>
              </a:rPr>
              <a:t>ที่ดี</a:t>
            </a:r>
            <a:endParaRPr lang="en-US" sz="1200" b="1"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ควรเก็บข้อมูลที่ช่วยติดตามปัญหา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Request ID, Revision ID, Model Version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Latency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แต่ควรหลีกเลี่ยงการบันทึกข้อมูล</a:t>
            </a:r>
            <a:r>
              <a:rPr lang="en-US" sz="1200" b="0" i="0" kern="1200" dirty="0">
                <a:solidFill>
                  <a:schemeClr val="tx1"/>
                </a:solidFill>
                <a:effectLst/>
                <a:latin typeface="+mn-lt"/>
                <a:ea typeface="+mn-ea"/>
                <a:cs typeface="+mn-cs"/>
              </a:rPr>
              <a:t> Sensitive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Prompt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Document</a:t>
            </a:r>
            <a:endParaRPr lang="th-TH"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หา</a:t>
            </a:r>
            <a:r>
              <a:rPr lang="en-US" sz="1200" b="0" i="0" kern="1200" dirty="0">
                <a:solidFill>
                  <a:schemeClr val="tx1"/>
                </a:solidFill>
                <a:effectLst/>
                <a:latin typeface="+mn-lt"/>
                <a:ea typeface="+mn-ea"/>
                <a:cs typeface="+mn-cs"/>
              </a:rPr>
              <a:t> Revision </a:t>
            </a:r>
            <a:r>
              <a:rPr lang="en-US" sz="1200" b="0" i="0" kern="1200" dirty="0" err="1">
                <a:solidFill>
                  <a:schemeClr val="tx1"/>
                </a:solidFill>
                <a:effectLst/>
                <a:latin typeface="+mn-lt"/>
                <a:ea typeface="+mn-ea"/>
                <a:cs typeface="+mn-cs"/>
              </a:rPr>
              <a:t>ที่เสีย</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ดู</a:t>
            </a:r>
            <a:r>
              <a:rPr lang="en-US" sz="1200" b="0" i="0" kern="1200" dirty="0">
                <a:solidFill>
                  <a:schemeClr val="tx1"/>
                </a:solidFill>
                <a:effectLst/>
                <a:latin typeface="+mn-lt"/>
                <a:ea typeface="+mn-ea"/>
                <a:cs typeface="+mn-cs"/>
              </a:rPr>
              <a:t> Logs → </a:t>
            </a:r>
            <a:r>
              <a:rPr lang="en-US" sz="1200" b="0" i="0" kern="1200" dirty="0" err="1">
                <a:solidFill>
                  <a:schemeClr val="tx1"/>
                </a:solidFill>
                <a:effectLst/>
                <a:latin typeface="+mn-lt"/>
                <a:ea typeface="+mn-ea"/>
                <a:cs typeface="+mn-cs"/>
              </a:rPr>
              <a:t>เทียบกับ</a:t>
            </a:r>
            <a:r>
              <a:rPr lang="en-US" sz="1200" b="0" i="0" kern="1200" dirty="0">
                <a:solidFill>
                  <a:schemeClr val="tx1"/>
                </a:solidFill>
                <a:effectLst/>
                <a:latin typeface="+mn-lt"/>
                <a:ea typeface="+mn-ea"/>
                <a:cs typeface="+mn-cs"/>
              </a:rPr>
              <a:t> Revision </a:t>
            </a:r>
            <a:r>
              <a:rPr lang="en-US" sz="1200" b="0" i="0" kern="1200" dirty="0" err="1">
                <a:solidFill>
                  <a:schemeClr val="tx1"/>
                </a:solidFill>
                <a:effectLst/>
                <a:latin typeface="+mn-lt"/>
                <a:ea typeface="+mn-ea"/>
                <a:cs typeface="+mn-cs"/>
              </a:rPr>
              <a:t>ที่ดี</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แก้และตรวจสอบอีกครั้ง</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p:txBody>
      </p:sp>
      <p:sp>
        <p:nvSpPr>
          <p:cNvPr id="1416815645"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85B264-E53A-7301-379E-73E6A5CA84A9}"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13853191" name="Slide Image Placeholder 1"/>
          <p:cNvSpPr>
            <a:spLocks noGrp="1" noRot="1" noChangeAspect="1"/>
          </p:cNvSpPr>
          <p:nvPr>
            <p:ph type="sldImg"/>
          </p:nvPr>
        </p:nvSpPr>
        <p:spPr bwMode="auto">
          <a:xfrm>
            <a:off x="217488" y="812800"/>
            <a:ext cx="7124700" cy="4008438"/>
          </a:xfrm>
        </p:spPr>
      </p:sp>
      <p:sp>
        <p:nvSpPr>
          <p:cNvPr id="345294753" name="Notes Placeholder 2"/>
          <p:cNvSpPr>
            <a:spLocks noGrp="1"/>
          </p:cNvSpPr>
          <p:nvPr>
            <p:ph type="body" idx="1"/>
          </p:nvPr>
        </p:nvSpPr>
        <p:spPr bwMode="auto"/>
        <p:txBody>
          <a:bodyPr/>
          <a:lstStyle/>
          <a:p>
            <a:pPr fontAlgn="t"/>
            <a:r>
              <a:rPr lang="en-US" sz="1200" b="0" i="0" kern="1200" dirty="0" err="1">
                <a:solidFill>
                  <a:schemeClr val="tx1"/>
                </a:solidFill>
                <a:effectLst/>
                <a:latin typeface="+mn-lt"/>
                <a:ea typeface="+mn-ea"/>
                <a:cs typeface="+mn-cs"/>
              </a:rPr>
              <a:t>การตั้งค่า</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Health Probes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เพื่อให้ระบบรู้ว่า</a:t>
            </a:r>
            <a:r>
              <a:rPr lang="en-US" sz="1200" b="0" i="0" kern="1200" dirty="0">
                <a:solidFill>
                  <a:schemeClr val="tx1"/>
                </a:solidFill>
                <a:effectLst/>
                <a:latin typeface="+mn-lt"/>
                <a:ea typeface="+mn-ea"/>
                <a:cs typeface="+mn-cs"/>
              </a:rPr>
              <a:t> Container </a:t>
            </a:r>
            <a:r>
              <a:rPr lang="en-US" sz="1200" b="0" i="0" kern="1200" dirty="0" err="1">
                <a:solidFill>
                  <a:schemeClr val="tx1"/>
                </a:solidFill>
                <a:effectLst/>
                <a:latin typeface="+mn-lt"/>
                <a:ea typeface="+mn-ea"/>
                <a:cs typeface="+mn-cs"/>
              </a:rPr>
              <a:t>พร้อมรับงานและยังทำงานปกติหรือไม่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โดยเฉพาะ</a:t>
            </a:r>
            <a:r>
              <a:rPr lang="en-US" sz="1200" b="0" i="0" kern="1200" dirty="0">
                <a:solidFill>
                  <a:schemeClr val="tx1"/>
                </a:solidFill>
                <a:effectLst/>
                <a:latin typeface="+mn-lt"/>
                <a:ea typeface="+mn-ea"/>
                <a:cs typeface="+mn-cs"/>
              </a:rPr>
              <a:t> AI Service </a:t>
            </a:r>
            <a:r>
              <a:rPr lang="en-US" sz="1200" b="0" i="0" kern="1200" dirty="0" err="1">
                <a:solidFill>
                  <a:schemeClr val="tx1"/>
                </a:solidFill>
                <a:effectLst/>
                <a:latin typeface="+mn-lt"/>
                <a:ea typeface="+mn-ea"/>
                <a:cs typeface="+mn-cs"/>
              </a:rPr>
              <a:t>ที่อาจใช้เวลาโหลด</a:t>
            </a:r>
            <a:r>
              <a:rPr lang="en-US" sz="1200" b="0" i="0" kern="1200" dirty="0">
                <a:solidFill>
                  <a:schemeClr val="tx1"/>
                </a:solidFill>
                <a:effectLst/>
                <a:latin typeface="+mn-lt"/>
                <a:ea typeface="+mn-ea"/>
                <a:cs typeface="+mn-cs"/>
              </a:rPr>
              <a:t> Model </a:t>
            </a:r>
            <a:r>
              <a:rPr lang="en-US" sz="1200" b="0" i="0" kern="1200" dirty="0" err="1">
                <a:solidFill>
                  <a:schemeClr val="tx1"/>
                </a:solidFill>
                <a:effectLst/>
                <a:latin typeface="+mn-lt"/>
                <a:ea typeface="+mn-ea"/>
                <a:cs typeface="+mn-cs"/>
              </a:rPr>
              <a:t>นาน</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Health Probe </a:t>
            </a:r>
            <a:r>
              <a:rPr lang="en-US" sz="1200" b="1" i="0" kern="1200" dirty="0" err="1">
                <a:solidFill>
                  <a:schemeClr val="tx1"/>
                </a:solidFill>
                <a:effectLst/>
                <a:latin typeface="+mn-lt"/>
                <a:ea typeface="+mn-ea"/>
                <a:cs typeface="+mn-cs"/>
              </a:rPr>
              <a:t>หลัก</a:t>
            </a:r>
            <a:r>
              <a:rPr lang="en-US" sz="1200" b="1" i="0" kern="1200" dirty="0">
                <a:solidFill>
                  <a:schemeClr val="tx1"/>
                </a:solidFill>
                <a:effectLst/>
                <a:latin typeface="+mn-lt"/>
                <a:ea typeface="+mn-ea"/>
                <a:cs typeface="+mn-cs"/>
              </a:rPr>
              <a:t> ๆ </a:t>
            </a:r>
            <a:r>
              <a:rPr lang="en-US" sz="1200" b="1" i="0" kern="1200" dirty="0" err="1">
                <a:solidFill>
                  <a:schemeClr val="tx1"/>
                </a:solidFill>
                <a:effectLst/>
                <a:latin typeface="+mn-lt"/>
                <a:ea typeface="+mn-ea"/>
                <a:cs typeface="+mn-cs"/>
              </a:rPr>
              <a:t>มี</a:t>
            </a:r>
            <a:r>
              <a:rPr lang="en-US" sz="1200" b="1" i="0" kern="1200" dirty="0">
                <a:solidFill>
                  <a:schemeClr val="tx1"/>
                </a:solidFill>
                <a:effectLst/>
                <a:latin typeface="+mn-lt"/>
                <a:ea typeface="+mn-ea"/>
                <a:cs typeface="+mn-cs"/>
              </a:rPr>
              <a:t> 2 </a:t>
            </a:r>
            <a:r>
              <a:rPr lang="en-US" sz="1200" b="1" i="0" kern="1200" dirty="0" err="1">
                <a:solidFill>
                  <a:schemeClr val="tx1"/>
                </a:solidFill>
                <a:effectLst/>
                <a:latin typeface="+mn-lt"/>
                <a:ea typeface="+mn-ea"/>
                <a:cs typeface="+mn-cs"/>
              </a:rPr>
              <a:t>แบบ</a:t>
            </a:r>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Readiness Probe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เช็กว่า</a:t>
            </a:r>
            <a:r>
              <a:rPr lang="en-US" sz="1200" b="0" i="0" kern="1200" dirty="0">
                <a:solidFill>
                  <a:schemeClr val="tx1"/>
                </a:solidFill>
                <a:effectLst/>
                <a:latin typeface="+mn-lt"/>
                <a:ea typeface="+mn-ea"/>
                <a:cs typeface="+mn-cs"/>
              </a:rPr>
              <a:t> Container </a:t>
            </a:r>
            <a:r>
              <a:rPr lang="en-US" sz="1200" b="1" i="0" kern="1200" dirty="0" err="1">
                <a:solidFill>
                  <a:schemeClr val="tx1"/>
                </a:solidFill>
                <a:effectLst/>
                <a:latin typeface="+mn-lt"/>
                <a:ea typeface="+mn-ea"/>
                <a:cs typeface="+mn-cs"/>
              </a:rPr>
              <a:t>พร้อมรับ</a:t>
            </a:r>
            <a:r>
              <a:rPr lang="en-US" sz="1200" b="1" i="0" kern="1200" dirty="0">
                <a:solidFill>
                  <a:schemeClr val="tx1"/>
                </a:solidFill>
                <a:effectLst/>
                <a:latin typeface="+mn-lt"/>
                <a:ea typeface="+mn-ea"/>
                <a:cs typeface="+mn-cs"/>
              </a:rPr>
              <a:t> Traffic </a:t>
            </a:r>
            <a:r>
              <a:rPr lang="en-US" sz="1200" b="1" i="0" kern="1200" dirty="0" err="1">
                <a:solidFill>
                  <a:schemeClr val="tx1"/>
                </a:solidFill>
                <a:effectLst/>
                <a:latin typeface="+mn-lt"/>
                <a:ea typeface="+mn-ea"/>
                <a:cs typeface="+mn-cs"/>
              </a:rPr>
              <a:t>แล้วหรือยัง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รอให้</a:t>
            </a:r>
            <a:r>
              <a:rPr lang="en-US" sz="1200" b="0" i="0" kern="1200" dirty="0">
                <a:solidFill>
                  <a:schemeClr val="tx1"/>
                </a:solidFill>
                <a:effectLst/>
                <a:latin typeface="+mn-lt"/>
                <a:ea typeface="+mn-ea"/>
                <a:cs typeface="+mn-cs"/>
              </a:rPr>
              <a:t> Model </a:t>
            </a:r>
            <a:r>
              <a:rPr lang="en-US" sz="1200" b="0" i="0" kern="1200" dirty="0" err="1">
                <a:solidFill>
                  <a:schemeClr val="tx1"/>
                </a:solidFill>
                <a:effectLst/>
                <a:latin typeface="+mn-lt"/>
                <a:ea typeface="+mn-ea"/>
                <a:cs typeface="+mn-cs"/>
              </a:rPr>
              <a:t>โหลดเสร็จก่อน</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Liveness Probe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เช็กว่า</a:t>
            </a:r>
            <a:r>
              <a:rPr lang="en-US" sz="1200" b="0" i="0" kern="1200" dirty="0">
                <a:solidFill>
                  <a:schemeClr val="tx1"/>
                </a:solidFill>
                <a:effectLst/>
                <a:latin typeface="+mn-lt"/>
                <a:ea typeface="+mn-ea"/>
                <a:cs typeface="+mn-cs"/>
              </a:rPr>
              <a:t> Container </a:t>
            </a:r>
            <a:r>
              <a:rPr lang="en-US" sz="1200" b="1" i="0" kern="1200" dirty="0" err="1">
                <a:solidFill>
                  <a:schemeClr val="tx1"/>
                </a:solidFill>
                <a:effectLst/>
                <a:latin typeface="+mn-lt"/>
                <a:ea typeface="+mn-ea"/>
                <a:cs typeface="+mn-cs"/>
              </a:rPr>
              <a:t>ยังทำงานปกติหรือไม่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หากค้างหรือเกิด</a:t>
            </a:r>
            <a:r>
              <a:rPr lang="en-US" sz="1200" b="0" i="0" kern="1200" dirty="0">
                <a:solidFill>
                  <a:schemeClr val="tx1"/>
                </a:solidFill>
                <a:effectLst/>
                <a:latin typeface="+mn-lt"/>
                <a:ea typeface="+mn-ea"/>
                <a:cs typeface="+mn-cs"/>
              </a:rPr>
              <a:t> Deadlock </a:t>
            </a:r>
            <a:r>
              <a:rPr lang="en-US" sz="1200" b="0" i="0" kern="1200" dirty="0" err="1">
                <a:solidFill>
                  <a:schemeClr val="tx1"/>
                </a:solidFill>
                <a:effectLst/>
                <a:latin typeface="+mn-lt"/>
                <a:ea typeface="+mn-ea"/>
                <a:cs typeface="+mn-cs"/>
              </a:rPr>
              <a:t>อาจนำไปสู่การ</a:t>
            </a:r>
            <a:r>
              <a:rPr lang="en-US" sz="1200" b="0" i="0" kern="1200" dirty="0">
                <a:solidFill>
                  <a:schemeClr val="tx1"/>
                </a:solidFill>
                <a:effectLst/>
                <a:latin typeface="+mn-lt"/>
                <a:ea typeface="+mn-ea"/>
                <a:cs typeface="+mn-cs"/>
              </a:rPr>
              <a:t> Restart</a:t>
            </a:r>
          </a:p>
          <a:p>
            <a:pPr fontAlgn="t"/>
            <a:r>
              <a:rPr lang="en-US" sz="1200" b="1" i="0" kern="1200" dirty="0" err="1">
                <a:solidFill>
                  <a:schemeClr val="tx1"/>
                </a:solidFill>
                <a:effectLst/>
                <a:latin typeface="+mn-lt"/>
                <a:ea typeface="+mn-ea"/>
                <a:cs typeface="+mn-cs"/>
              </a:rPr>
              <a:t>สำหรับ</a:t>
            </a:r>
            <a:r>
              <a:rPr lang="en-US" sz="1200" b="1" i="0" kern="1200" dirty="0">
                <a:solidFill>
                  <a:schemeClr val="tx1"/>
                </a:solidFill>
                <a:effectLst/>
                <a:latin typeface="+mn-lt"/>
                <a:ea typeface="+mn-ea"/>
                <a:cs typeface="+mn-cs"/>
              </a:rPr>
              <a:t> AI Service </a:t>
            </a:r>
            <a:r>
              <a:rPr lang="en-US" sz="1200" b="1" i="0" kern="1200" dirty="0" err="1">
                <a:solidFill>
                  <a:schemeClr val="tx1"/>
                </a:solidFill>
                <a:effectLst/>
                <a:latin typeface="+mn-lt"/>
                <a:ea typeface="+mn-ea"/>
                <a:cs typeface="+mn-cs"/>
              </a:rPr>
              <a:t>ต้องระวัง</a:t>
            </a:r>
            <a:endParaRPr lang="en-US" sz="1200" b="1"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AI Model </a:t>
            </a:r>
            <a:r>
              <a:rPr lang="en-US" sz="1200" b="0" i="0" kern="1200" dirty="0" err="1">
                <a:solidFill>
                  <a:schemeClr val="tx1"/>
                </a:solidFill>
                <a:effectLst/>
                <a:latin typeface="+mn-lt"/>
                <a:ea typeface="+mn-ea"/>
                <a:cs typeface="+mn-cs"/>
              </a:rPr>
              <a:t>อาจใช้เวลาเริ่มต้นนาน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จึงควร</a:t>
            </a:r>
            <a:r>
              <a:rPr lang="en-US" sz="1200" b="0" i="0" kern="1200" dirty="0">
                <a:solidFill>
                  <a:schemeClr val="tx1"/>
                </a:solidFill>
                <a:effectLst/>
                <a:latin typeface="+mn-lt"/>
                <a:ea typeface="+mn-ea"/>
                <a:cs typeface="+mn-cs"/>
              </a:rPr>
              <a:t>:</a:t>
            </a:r>
          </a:p>
          <a:p>
            <a:pPr lvl="0" fontAlgn="t"/>
            <a:r>
              <a:rPr lang="en-US" sz="1200" b="0" i="0" kern="1200" dirty="0" err="1">
                <a:solidFill>
                  <a:schemeClr val="tx1"/>
                </a:solidFill>
                <a:effectLst/>
                <a:latin typeface="+mn-lt"/>
                <a:ea typeface="+mn-ea"/>
                <a:cs typeface="+mn-cs"/>
              </a:rPr>
              <a:t>ตั้ง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initialDelaySeconds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ให้เพียงพอกับเวลาโหลด</a:t>
            </a:r>
            <a:r>
              <a:rPr lang="en-US" sz="1200" b="0" i="0" kern="1200" dirty="0">
                <a:solidFill>
                  <a:schemeClr val="tx1"/>
                </a:solidFill>
                <a:effectLst/>
                <a:latin typeface="+mn-lt"/>
                <a:ea typeface="+mn-ea"/>
                <a:cs typeface="+mn-cs"/>
              </a:rPr>
              <a:t> Model</a:t>
            </a:r>
          </a:p>
          <a:p>
            <a:pPr lvl="0" fontAlgn="t"/>
            <a:r>
              <a:rPr lang="en-US" sz="1200" b="0" i="0" kern="1200" dirty="0" err="1">
                <a:solidFill>
                  <a:schemeClr val="tx1"/>
                </a:solidFill>
                <a:effectLst/>
                <a:latin typeface="+mn-lt"/>
                <a:ea typeface="+mn-ea"/>
                <a:cs typeface="+mn-cs"/>
              </a:rPr>
              <a:t>ตั้ง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failureThreshold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ให้เหมาะสม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ไม่ตัดสินว่า</a:t>
            </a:r>
            <a:r>
              <a:rPr lang="en-US" sz="1200" b="0" i="0" kern="1200" dirty="0">
                <a:solidFill>
                  <a:schemeClr val="tx1"/>
                </a:solidFill>
                <a:effectLst/>
                <a:latin typeface="+mn-lt"/>
                <a:ea typeface="+mn-ea"/>
                <a:cs typeface="+mn-cs"/>
              </a:rPr>
              <a:t> Fail </a:t>
            </a:r>
            <a:r>
              <a:rPr lang="en-US" sz="1200" b="0" i="0" kern="1200" dirty="0" err="1">
                <a:solidFill>
                  <a:schemeClr val="tx1"/>
                </a:solidFill>
                <a:effectLst/>
                <a:latin typeface="+mn-lt"/>
                <a:ea typeface="+mn-ea"/>
                <a:cs typeface="+mn-cs"/>
              </a:rPr>
              <a:t>เร็วเกินไป</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ไม่ควรให้</a:t>
            </a:r>
            <a:r>
              <a:rPr lang="en-US" sz="1200" b="0" i="0" kern="1200" dirty="0">
                <a:solidFill>
                  <a:schemeClr val="tx1"/>
                </a:solidFill>
                <a:effectLst/>
                <a:latin typeface="+mn-lt"/>
                <a:ea typeface="+mn-ea"/>
                <a:cs typeface="+mn-cs"/>
              </a:rPr>
              <a:t> Liveness </a:t>
            </a:r>
            <a:r>
              <a:rPr lang="en-US" sz="1200" b="0" i="0" kern="1200" dirty="0" err="1">
                <a:solidFill>
                  <a:schemeClr val="tx1"/>
                </a:solidFill>
                <a:effectLst/>
                <a:latin typeface="+mn-lt"/>
                <a:ea typeface="+mn-ea"/>
                <a:cs typeface="+mn-cs"/>
              </a:rPr>
              <a:t>ตรวจเร็วเกินไปในช่วง</a:t>
            </a:r>
            <a:r>
              <a:rPr lang="en-US" sz="1200" b="0" i="0" kern="1200" dirty="0">
                <a:solidFill>
                  <a:schemeClr val="tx1"/>
                </a:solidFill>
                <a:effectLst/>
                <a:latin typeface="+mn-lt"/>
                <a:ea typeface="+mn-ea"/>
                <a:cs typeface="+mn-cs"/>
              </a:rPr>
              <a:t> Startup</a:t>
            </a:r>
          </a:p>
          <a:p>
            <a:pPr lvl="0" fontAlgn="t"/>
            <a:r>
              <a:rPr lang="en-US" sz="1200" b="0" i="0" kern="1200" dirty="0">
                <a:solidFill>
                  <a:schemeClr val="tx1"/>
                </a:solidFill>
                <a:effectLst/>
                <a:latin typeface="+mn-lt"/>
                <a:ea typeface="+mn-ea"/>
                <a:cs typeface="+mn-cs"/>
              </a:rPr>
              <a:t>Health Probe </a:t>
            </a:r>
            <a:r>
              <a:rPr lang="en-US" sz="1200" b="0" i="0" kern="1200" dirty="0" err="1">
                <a:solidFill>
                  <a:schemeClr val="tx1"/>
                </a:solidFill>
                <a:effectLst/>
                <a:latin typeface="+mn-lt"/>
                <a:ea typeface="+mn-ea"/>
                <a:cs typeface="+mn-cs"/>
              </a:rPr>
              <a:t>ไม่ควรพึ่งพา</a:t>
            </a:r>
            <a:r>
              <a:rPr lang="en-US" sz="1200" b="0" i="0" kern="1200" dirty="0">
                <a:solidFill>
                  <a:schemeClr val="tx1"/>
                </a:solidFill>
                <a:effectLst/>
                <a:latin typeface="+mn-lt"/>
                <a:ea typeface="+mn-ea"/>
                <a:cs typeface="+mn-cs"/>
              </a:rPr>
              <a:t> External Service</a:t>
            </a:r>
          </a:p>
          <a:p>
            <a:pPr fontAlgn="t"/>
            <a:r>
              <a:rPr lang="en-US" sz="1200" b="1" i="0" kern="1200" dirty="0" err="1">
                <a:solidFill>
                  <a:schemeClr val="tx1"/>
                </a:solidFill>
                <a:effectLst/>
                <a:latin typeface="+mn-lt"/>
                <a:ea typeface="+mn-ea"/>
                <a:cs typeface="+mn-cs"/>
              </a:rPr>
              <a:t>ถ้า</a:t>
            </a:r>
            <a:r>
              <a:rPr lang="en-US" sz="1200" b="1" i="0" kern="1200" dirty="0">
                <a:solidFill>
                  <a:schemeClr val="tx1"/>
                </a:solidFill>
                <a:effectLst/>
                <a:latin typeface="+mn-lt"/>
                <a:ea typeface="+mn-ea"/>
                <a:cs typeface="+mn-cs"/>
              </a:rPr>
              <a:t> Deploy </a:t>
            </a:r>
            <a:r>
              <a:rPr lang="en-US" sz="1200" b="1" i="0" kern="1200" dirty="0" err="1">
                <a:solidFill>
                  <a:schemeClr val="tx1"/>
                </a:solidFill>
                <a:effectLst/>
                <a:latin typeface="+mn-lt"/>
                <a:ea typeface="+mn-ea"/>
                <a:cs typeface="+mn-cs"/>
              </a:rPr>
              <a:t>แล้ว</a:t>
            </a:r>
            <a:r>
              <a:rPr lang="en-US" sz="1200" b="1" i="0" kern="1200" dirty="0">
                <a:solidFill>
                  <a:schemeClr val="tx1"/>
                </a:solidFill>
                <a:effectLst/>
                <a:latin typeface="+mn-lt"/>
                <a:ea typeface="+mn-ea"/>
                <a:cs typeface="+mn-cs"/>
              </a:rPr>
              <a:t> Probe Fail </a:t>
            </a:r>
            <a:r>
              <a:rPr lang="en-US" sz="1200" b="1" i="0" kern="1200" dirty="0" err="1">
                <a:solidFill>
                  <a:schemeClr val="tx1"/>
                </a:solidFill>
                <a:effectLst/>
                <a:latin typeface="+mn-lt"/>
                <a:ea typeface="+mn-ea"/>
                <a:cs typeface="+mn-cs"/>
              </a:rPr>
              <a:t>ทันที</a:t>
            </a:r>
            <a:endParaRPr lang="en-US" sz="1200" b="1"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ให้ตรวจ</a:t>
            </a:r>
            <a:r>
              <a:rPr lang="en-US" sz="1200" b="0" i="0" kern="1200" dirty="0">
                <a:solidFill>
                  <a:schemeClr val="tx1"/>
                </a:solidFill>
                <a:effectLst/>
                <a:latin typeface="+mn-lt"/>
                <a:ea typeface="+mn-ea"/>
                <a:cs typeface="+mn-cs"/>
              </a:rPr>
              <a:t> 2 </a:t>
            </a:r>
            <a:r>
              <a:rPr lang="en-US" sz="1200" b="0" i="0" kern="1200" dirty="0" err="1">
                <a:solidFill>
                  <a:schemeClr val="tx1"/>
                </a:solidFill>
                <a:effectLst/>
                <a:latin typeface="+mn-lt"/>
                <a:ea typeface="+mn-ea"/>
                <a:cs typeface="+mn-cs"/>
              </a:rPr>
              <a:t>จุดสำคัญ</a:t>
            </a:r>
            <a:r>
              <a:rPr lang="en-US" sz="1200" b="0" i="0" kern="1200" dirty="0">
                <a:solidFill>
                  <a:schemeClr val="tx1"/>
                </a:solidFill>
                <a:effectLst/>
                <a:latin typeface="+mn-lt"/>
                <a:ea typeface="+mn-ea"/>
                <a:cs typeface="+mn-cs"/>
              </a:rPr>
              <a:t>:</a:t>
            </a:r>
          </a:p>
          <a:p>
            <a:pPr lvl="0" fontAlgn="t"/>
            <a:r>
              <a:rPr lang="en-US" sz="1200" b="1" i="0" kern="1200" dirty="0">
                <a:solidFill>
                  <a:schemeClr val="tx1"/>
                </a:solidFill>
                <a:effectLst/>
                <a:latin typeface="+mn-lt"/>
                <a:ea typeface="+mn-ea"/>
                <a:cs typeface="+mn-cs"/>
              </a:rPr>
              <a:t>Port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Path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ตรงกับ</a:t>
            </a:r>
            <a:r>
              <a:rPr lang="en-US" sz="1200" b="0" i="0" kern="1200" dirty="0">
                <a:solidFill>
                  <a:schemeClr val="tx1"/>
                </a:solidFill>
                <a:effectLst/>
                <a:latin typeface="+mn-lt"/>
                <a:ea typeface="+mn-ea"/>
                <a:cs typeface="+mn-cs"/>
              </a:rPr>
              <a:t> HTTP Server ของ Container </a:t>
            </a:r>
            <a:r>
              <a:rPr lang="en-US" sz="1200" b="0" i="0" kern="1200" dirty="0" err="1">
                <a:solidFill>
                  <a:schemeClr val="tx1"/>
                </a:solidFill>
                <a:effectLst/>
                <a:latin typeface="+mn-lt"/>
                <a:ea typeface="+mn-ea"/>
                <a:cs typeface="+mn-cs"/>
              </a:rPr>
              <a:t>หรือไม่</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Timeout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สั้นเกินไปจน</a:t>
            </a:r>
            <a:r>
              <a:rPr lang="en-US" sz="1200" b="0" i="0" kern="1200" dirty="0">
                <a:solidFill>
                  <a:schemeClr val="tx1"/>
                </a:solidFill>
                <a:effectLst/>
                <a:latin typeface="+mn-lt"/>
                <a:ea typeface="+mn-ea"/>
                <a:cs typeface="+mn-cs"/>
              </a:rPr>
              <a:t> Application </a:t>
            </a:r>
            <a:r>
              <a:rPr lang="en-US" sz="1200" b="0" i="0" kern="1200" dirty="0" err="1">
                <a:solidFill>
                  <a:schemeClr val="tx1"/>
                </a:solidFill>
                <a:effectLst/>
                <a:latin typeface="+mn-lt"/>
                <a:ea typeface="+mn-ea"/>
                <a:cs typeface="+mn-cs"/>
              </a:rPr>
              <a:t>ตอบกลับไม่ทันหรือไม่</a:t>
            </a: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สรุปจำง่าย</a:t>
            </a:r>
            <a:r>
              <a:rPr lang="en-US" sz="1200" b="1" i="0"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Readiness = </a:t>
            </a:r>
            <a:r>
              <a:rPr lang="en-US" sz="1200" b="1" i="0" kern="1200" dirty="0" err="1">
                <a:solidFill>
                  <a:schemeClr val="tx1"/>
                </a:solidFill>
                <a:effectLst/>
                <a:latin typeface="+mn-lt"/>
                <a:ea typeface="+mn-ea"/>
                <a:cs typeface="+mn-cs"/>
              </a:rPr>
              <a:t>พร้อมรับงานไหม</a:t>
            </a:r>
            <a:r>
              <a:rPr lang="en-US" sz="1200" b="1"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Liveness = </a:t>
            </a:r>
            <a:r>
              <a:rPr lang="en-US" sz="1200" b="1" i="0" kern="1200" dirty="0" err="1">
                <a:solidFill>
                  <a:schemeClr val="tx1"/>
                </a:solidFill>
                <a:effectLst/>
                <a:latin typeface="+mn-lt"/>
                <a:ea typeface="+mn-ea"/>
                <a:cs typeface="+mn-cs"/>
              </a:rPr>
              <a:t>ยังทำงานปกติไหม</a:t>
            </a:r>
            <a:r>
              <a:rPr lang="en-US" sz="1200" b="1"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สำหรับ</a:t>
            </a:r>
            <a:r>
              <a:rPr lang="en-US" sz="1200" b="0" i="0" kern="1200" dirty="0">
                <a:solidFill>
                  <a:schemeClr val="tx1"/>
                </a:solidFill>
                <a:effectLst/>
                <a:latin typeface="+mn-lt"/>
                <a:ea typeface="+mn-ea"/>
                <a:cs typeface="+mn-cs"/>
              </a:rPr>
              <a:t> AI App </a:t>
            </a:r>
            <a:r>
              <a:rPr lang="en-US" sz="1200" b="0" i="0" kern="1200" dirty="0" err="1">
                <a:solidFill>
                  <a:schemeClr val="tx1"/>
                </a:solidFill>
                <a:effectLst/>
                <a:latin typeface="+mn-lt"/>
                <a:ea typeface="+mn-ea"/>
                <a:cs typeface="+mn-cs"/>
              </a:rPr>
              <a:t>ต้องเผื่อเวลา</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โหลด</a:t>
            </a:r>
            <a:r>
              <a:rPr lang="en-US" sz="1200" b="1" i="0" kern="1200" dirty="0">
                <a:solidFill>
                  <a:schemeClr val="tx1"/>
                </a:solidFill>
                <a:effectLst/>
                <a:latin typeface="+mn-lt"/>
                <a:ea typeface="+mn-ea"/>
                <a:cs typeface="+mn-cs"/>
              </a:rPr>
              <a:t> Model / Warm-up</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ก่อนเริ่มตรวจ</a:t>
            </a:r>
            <a:r>
              <a:rPr lang="en-US" sz="1200" b="0" i="0" kern="1200" dirty="0">
                <a:solidFill>
                  <a:schemeClr val="tx1"/>
                </a:solidFill>
                <a:effectLst/>
                <a:latin typeface="+mn-lt"/>
                <a:ea typeface="+mn-ea"/>
                <a:cs typeface="+mn-cs"/>
              </a:rPr>
              <a:t> Health </a:t>
            </a:r>
            <a:r>
              <a:rPr lang="en-US" sz="1200" b="0" i="0" kern="1200" dirty="0" err="1">
                <a:solidFill>
                  <a:schemeClr val="tx1"/>
                </a:solidFill>
                <a:effectLst/>
                <a:latin typeface="+mn-lt"/>
                <a:ea typeface="+mn-ea"/>
                <a:cs typeface="+mn-cs"/>
              </a:rPr>
              <a:t>ครับ</a:t>
            </a:r>
            <a:endParaRPr lang="en-US" sz="1200" b="0" i="0" kern="1200" dirty="0">
              <a:solidFill>
                <a:schemeClr val="tx1"/>
              </a:solidFill>
              <a:effectLst/>
              <a:latin typeface="+mn-lt"/>
              <a:ea typeface="+mn-ea"/>
              <a:cs typeface="+mn-cs"/>
            </a:endParaRPr>
          </a:p>
        </p:txBody>
      </p:sp>
      <p:sp>
        <p:nvSpPr>
          <p:cNvPr id="1667493812"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BC796B-60B1-EC1A-87B6-BA28E3526489}"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12435099" name="Slide Image Placeholder 1"/>
          <p:cNvSpPr>
            <a:spLocks noGrp="1" noRot="1" noChangeAspect="1"/>
          </p:cNvSpPr>
          <p:nvPr>
            <p:ph type="sldImg"/>
          </p:nvPr>
        </p:nvSpPr>
        <p:spPr bwMode="auto">
          <a:xfrm>
            <a:off x="217488" y="812800"/>
            <a:ext cx="7124700" cy="4008438"/>
          </a:xfrm>
        </p:spPr>
      </p:sp>
      <p:sp>
        <p:nvSpPr>
          <p:cNvPr id="574827873" name="Notes Placeholder 2"/>
          <p:cNvSpPr>
            <a:spLocks noGrp="1"/>
          </p:cNvSpPr>
          <p:nvPr>
            <p:ph type="body" idx="1"/>
          </p:nvPr>
        </p:nvSpPr>
        <p:spPr bwMode="auto"/>
        <p:txBody>
          <a:bodyPr/>
          <a:lstStyle/>
          <a:p>
            <a:pPr fontAlgn="t"/>
            <a:r>
              <a:rPr lang="en-US" sz="1200" b="0" i="0" kern="1200" dirty="0" err="1">
                <a:solidFill>
                  <a:schemeClr val="tx1"/>
                </a:solidFill>
                <a:effectLst/>
                <a:latin typeface="+mn-lt"/>
                <a:ea typeface="+mn-ea"/>
                <a:cs typeface="+mn-cs"/>
              </a:rPr>
              <a:t>การ</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ปรับ</a:t>
            </a:r>
            <a:r>
              <a:rPr lang="en-US" sz="1200" b="1" i="0" kern="1200" dirty="0">
                <a:solidFill>
                  <a:schemeClr val="tx1"/>
                </a:solidFill>
                <a:effectLst/>
                <a:latin typeface="+mn-lt"/>
                <a:ea typeface="+mn-ea"/>
                <a:cs typeface="+mn-cs"/>
              </a:rPr>
              <a:t> CPU/Memory </a:t>
            </a:r>
            <a:r>
              <a:rPr lang="en-US" sz="1200" b="1" i="0" kern="1200" dirty="0" err="1">
                <a:solidFill>
                  <a:schemeClr val="tx1"/>
                </a:solidFill>
                <a:effectLst/>
                <a:latin typeface="+mn-lt"/>
                <a:ea typeface="+mn-ea"/>
                <a:cs typeface="+mn-cs"/>
              </a:rPr>
              <a:t>และการ</a:t>
            </a:r>
            <a:r>
              <a:rPr lang="en-US" sz="1200" b="1" i="0" kern="1200" dirty="0">
                <a:solidFill>
                  <a:schemeClr val="tx1"/>
                </a:solidFill>
                <a:effectLst/>
                <a:latin typeface="+mn-lt"/>
                <a:ea typeface="+mn-ea"/>
                <a:cs typeface="+mn-cs"/>
              </a:rPr>
              <a:t> Scaling ของ Container </a:t>
            </a:r>
            <a:r>
              <a:rPr lang="en-US" sz="1200" b="1" i="0" kern="1200" dirty="0" err="1">
                <a:solidFill>
                  <a:schemeClr val="tx1"/>
                </a:solidFill>
                <a:effectLst/>
                <a:latin typeface="+mn-lt"/>
                <a:ea typeface="+mn-ea"/>
                <a:cs typeface="+mn-cs"/>
              </a:rPr>
              <a:t>ให้สมดุลระหว่าง</a:t>
            </a:r>
            <a:r>
              <a:rPr lang="en-US" sz="1200" b="1" i="0" kern="1200" dirty="0">
                <a:solidFill>
                  <a:schemeClr val="tx1"/>
                </a:solidFill>
                <a:effectLst/>
                <a:latin typeface="+mn-lt"/>
                <a:ea typeface="+mn-ea"/>
                <a:cs typeface="+mn-cs"/>
              </a:rPr>
              <a:t> Performance </a:t>
            </a:r>
            <a:r>
              <a:rPr lang="en-US" sz="1200" b="1" i="0" kern="1200" dirty="0" err="1">
                <a:solidFill>
                  <a:schemeClr val="tx1"/>
                </a:solidFill>
                <a:effectLst/>
                <a:latin typeface="+mn-lt"/>
                <a:ea typeface="+mn-ea"/>
                <a:cs typeface="+mn-cs"/>
              </a:rPr>
              <a:t>กับ</a:t>
            </a:r>
            <a:r>
              <a:rPr lang="en-US" sz="1200" b="1" i="0" kern="1200" dirty="0">
                <a:solidFill>
                  <a:schemeClr val="tx1"/>
                </a:solidFill>
                <a:effectLst/>
                <a:latin typeface="+mn-lt"/>
                <a:ea typeface="+mn-ea"/>
                <a:cs typeface="+mn-cs"/>
              </a:rPr>
              <a:t> Cost</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a:t>
            </a:r>
            <a:r>
              <a:rPr lang="en-US" sz="1200" b="1" i="0" kern="1200" dirty="0" err="1">
                <a:solidFill>
                  <a:schemeClr val="tx1"/>
                </a:solidFill>
                <a:effectLst/>
                <a:latin typeface="+mn-lt"/>
                <a:ea typeface="+mn-ea"/>
                <a:cs typeface="+mn-cs"/>
              </a:rPr>
              <a:t>ปรับทรัพยากรต่อ</a:t>
            </a:r>
            <a:r>
              <a:rPr lang="en-US" sz="1200" b="1" i="0" kern="1200" dirty="0">
                <a:solidFill>
                  <a:schemeClr val="tx1"/>
                </a:solidFill>
                <a:effectLst/>
                <a:latin typeface="+mn-lt"/>
                <a:ea typeface="+mn-ea"/>
                <a:cs typeface="+mn-cs"/>
              </a:rPr>
              <a:t> Replica</a:t>
            </a:r>
          </a:p>
          <a:p>
            <a:pPr fontAlgn="t"/>
            <a:r>
              <a:rPr lang="en-US" sz="1200" b="0" i="0" kern="1200" dirty="0" err="1">
                <a:solidFill>
                  <a:schemeClr val="tx1"/>
                </a:solidFill>
                <a:effectLst/>
                <a:latin typeface="+mn-lt"/>
                <a:ea typeface="+mn-ea"/>
                <a:cs typeface="+mn-cs"/>
              </a:rPr>
              <a:t>แต่ละ</a:t>
            </a:r>
            <a:r>
              <a:rPr lang="en-US" sz="1200" b="0" i="0" kern="1200" dirty="0">
                <a:solidFill>
                  <a:schemeClr val="tx1"/>
                </a:solidFill>
                <a:effectLst/>
                <a:latin typeface="+mn-lt"/>
                <a:ea typeface="+mn-ea"/>
                <a:cs typeface="+mn-cs"/>
              </a:rPr>
              <a:t> Replica </a:t>
            </a:r>
            <a:r>
              <a:rPr lang="en-US" sz="1200" b="0" i="0" kern="1200" dirty="0" err="1">
                <a:solidFill>
                  <a:schemeClr val="tx1"/>
                </a:solidFill>
                <a:effectLst/>
                <a:latin typeface="+mn-lt"/>
                <a:ea typeface="+mn-ea"/>
                <a:cs typeface="+mn-cs"/>
              </a:rPr>
              <a:t>ต้องมี</a:t>
            </a:r>
            <a:r>
              <a:rPr lang="en-US" sz="1200" b="0" i="0" kern="1200" dirty="0">
                <a:solidFill>
                  <a:schemeClr val="tx1"/>
                </a:solidFill>
                <a:effectLst/>
                <a:latin typeface="+mn-lt"/>
                <a:ea typeface="+mn-ea"/>
                <a:cs typeface="+mn-cs"/>
              </a:rPr>
              <a:t> CPU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Memory </a:t>
            </a:r>
            <a:r>
              <a:rPr lang="en-US" sz="1200" b="0" i="0" kern="1200" dirty="0" err="1">
                <a:solidFill>
                  <a:schemeClr val="tx1"/>
                </a:solidFill>
                <a:effectLst/>
                <a:latin typeface="+mn-lt"/>
                <a:ea typeface="+mn-ea"/>
                <a:cs typeface="+mn-cs"/>
              </a:rPr>
              <a:t>เพียงพอ</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CPU throttling</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อาจต้องเพิ่ม</a:t>
            </a:r>
            <a:r>
              <a:rPr lang="en-US" sz="1200" b="0" i="0" kern="1200" dirty="0">
                <a:solidFill>
                  <a:schemeClr val="tx1"/>
                </a:solidFill>
                <a:effectLst/>
                <a:latin typeface="+mn-lt"/>
                <a:ea typeface="+mn-ea"/>
                <a:cs typeface="+mn-cs"/>
              </a:rPr>
              <a:t> CPU </a:t>
            </a:r>
            <a:r>
              <a:rPr lang="en-US" sz="1200" b="0" i="0" kern="1200" dirty="0" err="1">
                <a:solidFill>
                  <a:schemeClr val="tx1"/>
                </a:solidFill>
                <a:effectLst/>
                <a:latin typeface="+mn-lt"/>
                <a:ea typeface="+mn-ea"/>
                <a:cs typeface="+mn-cs"/>
              </a:rPr>
              <a:t>ต่อ</a:t>
            </a:r>
            <a:r>
              <a:rPr lang="en-US" sz="1200" b="0" i="0" kern="1200" dirty="0">
                <a:solidFill>
                  <a:schemeClr val="tx1"/>
                </a:solidFill>
                <a:effectLst/>
                <a:latin typeface="+mn-lt"/>
                <a:ea typeface="+mn-ea"/>
                <a:cs typeface="+mn-cs"/>
              </a:rPr>
              <a:t> Replica</a:t>
            </a:r>
          </a:p>
          <a:p>
            <a:pPr lvl="0" fontAlgn="t"/>
            <a:r>
              <a:rPr lang="en-US" sz="1200" b="1" i="0" kern="1200" dirty="0">
                <a:solidFill>
                  <a:schemeClr val="tx1"/>
                </a:solidFill>
                <a:effectLst/>
                <a:latin typeface="+mn-lt"/>
                <a:ea typeface="+mn-ea"/>
                <a:cs typeface="+mn-cs"/>
              </a:rPr>
              <a:t>OOM Restart</a:t>
            </a:r>
            <a:r>
              <a:rPr lang="en-US" sz="1200" b="0" i="0" kern="1200" dirty="0">
                <a:solidFill>
                  <a:schemeClr val="tx1"/>
                </a:solidFill>
                <a:effectLst/>
                <a:latin typeface="+mn-lt"/>
                <a:ea typeface="+mn-ea"/>
                <a:cs typeface="+mn-cs"/>
              </a:rPr>
              <a:t> → Memory </a:t>
            </a:r>
            <a:r>
              <a:rPr lang="en-US" sz="1200" b="0" i="0" kern="1200" dirty="0" err="1">
                <a:solidFill>
                  <a:schemeClr val="tx1"/>
                </a:solidFill>
                <a:effectLst/>
                <a:latin typeface="+mn-lt"/>
                <a:ea typeface="+mn-ea"/>
                <a:cs typeface="+mn-cs"/>
              </a:rPr>
              <a:t>ไม่พอจน</a:t>
            </a:r>
            <a:r>
              <a:rPr lang="en-US" sz="1200" b="0" i="0" kern="1200" dirty="0">
                <a:solidFill>
                  <a:schemeClr val="tx1"/>
                </a:solidFill>
                <a:effectLst/>
                <a:latin typeface="+mn-lt"/>
                <a:ea typeface="+mn-ea"/>
                <a:cs typeface="+mn-cs"/>
              </a:rPr>
              <a:t> Container </a:t>
            </a:r>
            <a:r>
              <a:rPr lang="en-US" sz="1200" b="0" i="0" kern="1200" dirty="0" err="1">
                <a:solidFill>
                  <a:schemeClr val="tx1"/>
                </a:solidFill>
                <a:effectLst/>
                <a:latin typeface="+mn-lt"/>
                <a:ea typeface="+mn-ea"/>
                <a:cs typeface="+mn-cs"/>
              </a:rPr>
              <a:t>ถูก</a:t>
            </a:r>
            <a:r>
              <a:rPr lang="en-US" sz="1200" b="0" i="0" kern="1200" dirty="0">
                <a:solidFill>
                  <a:schemeClr val="tx1"/>
                </a:solidFill>
                <a:effectLst/>
                <a:latin typeface="+mn-lt"/>
                <a:ea typeface="+mn-ea"/>
                <a:cs typeface="+mn-cs"/>
              </a:rPr>
              <a:t> Restart </a:t>
            </a:r>
            <a:r>
              <a:rPr lang="en-US" sz="1200" b="0" i="0" kern="1200" dirty="0" err="1">
                <a:solidFill>
                  <a:schemeClr val="tx1"/>
                </a:solidFill>
                <a:effectLst/>
                <a:latin typeface="+mn-lt"/>
                <a:ea typeface="+mn-ea"/>
                <a:cs typeface="+mn-cs"/>
              </a:rPr>
              <a:t>จึงควรเพิ่ม</a:t>
            </a:r>
            <a:r>
              <a:rPr lang="en-US" sz="1200" b="0" i="0" kern="1200" dirty="0">
                <a:solidFill>
                  <a:schemeClr val="tx1"/>
                </a:solidFill>
                <a:effectLst/>
                <a:latin typeface="+mn-lt"/>
                <a:ea typeface="+mn-ea"/>
                <a:cs typeface="+mn-cs"/>
              </a:rPr>
              <a:t> Memory</a:t>
            </a:r>
          </a:p>
          <a:p>
            <a:pPr lvl="0" fontAlgn="t"/>
            <a:r>
              <a:rPr lang="en-US" sz="1200" b="0" i="0" kern="1200" dirty="0" err="1">
                <a:solidFill>
                  <a:schemeClr val="tx1"/>
                </a:solidFill>
                <a:effectLst/>
                <a:latin typeface="+mn-lt"/>
                <a:ea typeface="+mn-ea"/>
                <a:cs typeface="+mn-cs"/>
              </a:rPr>
              <a:t>ต้นทุนโดยรวมขึ้นอยู่กับ</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ขนาดทรัพยากรต่อ</a:t>
            </a:r>
            <a:r>
              <a:rPr lang="en-US" sz="1200" b="1" i="0" kern="1200" dirty="0">
                <a:solidFill>
                  <a:schemeClr val="tx1"/>
                </a:solidFill>
                <a:effectLst/>
                <a:latin typeface="+mn-lt"/>
                <a:ea typeface="+mn-ea"/>
                <a:cs typeface="+mn-cs"/>
              </a:rPr>
              <a:t> Replica × </a:t>
            </a:r>
            <a:r>
              <a:rPr lang="en-US" sz="1200" b="1" i="0" kern="1200" dirty="0" err="1">
                <a:solidFill>
                  <a:schemeClr val="tx1"/>
                </a:solidFill>
                <a:effectLst/>
                <a:latin typeface="+mn-lt"/>
                <a:ea typeface="+mn-ea"/>
                <a:cs typeface="+mn-cs"/>
              </a:rPr>
              <a:t>จำนวน</a:t>
            </a:r>
            <a:r>
              <a:rPr lang="en-US" sz="1200" b="1" i="0" kern="1200" dirty="0">
                <a:solidFill>
                  <a:schemeClr val="tx1"/>
                </a:solidFill>
                <a:effectLst/>
                <a:latin typeface="+mn-lt"/>
                <a:ea typeface="+mn-ea"/>
                <a:cs typeface="+mn-cs"/>
              </a:rPr>
              <a:t> Replica</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Scaling </a:t>
            </a:r>
            <a:r>
              <a:rPr lang="en-US" sz="1200" b="1" i="0" kern="1200" dirty="0" err="1">
                <a:solidFill>
                  <a:schemeClr val="tx1"/>
                </a:solidFill>
                <a:effectLst/>
                <a:latin typeface="+mn-lt"/>
                <a:ea typeface="+mn-ea"/>
                <a:cs typeface="+mn-cs"/>
              </a:rPr>
              <a:t>ต้องเหมาะกับลักษณะงาน</a:t>
            </a:r>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Sync API</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ควรเน้น</a:t>
            </a:r>
            <a:r>
              <a:rPr lang="en-US" sz="1200" b="0" i="0" kern="1200" dirty="0">
                <a:solidFill>
                  <a:schemeClr val="tx1"/>
                </a:solidFill>
                <a:effectLst/>
                <a:latin typeface="+mn-lt"/>
                <a:ea typeface="+mn-ea"/>
                <a:cs typeface="+mn-cs"/>
              </a:rPr>
              <a:t> Response </a:t>
            </a:r>
            <a:r>
              <a:rPr lang="en-US" sz="1200" b="0" i="0" kern="1200" dirty="0" err="1">
                <a:solidFill>
                  <a:schemeClr val="tx1"/>
                </a:solidFill>
                <a:effectLst/>
                <a:latin typeface="+mn-lt"/>
                <a:ea typeface="+mn-ea"/>
                <a:cs typeface="+mn-cs"/>
              </a:rPr>
              <a:t>เร็ว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ลด</a:t>
            </a:r>
            <a:r>
              <a:rPr lang="en-US" sz="1200" b="0" i="0" kern="1200" dirty="0">
                <a:solidFill>
                  <a:schemeClr val="tx1"/>
                </a:solidFill>
                <a:effectLst/>
                <a:latin typeface="+mn-lt"/>
                <a:ea typeface="+mn-ea"/>
                <a:cs typeface="+mn-cs"/>
              </a:rPr>
              <a:t> Cold Start </a:t>
            </a:r>
            <a:r>
              <a:rPr lang="en-US" sz="1200" b="0" i="0" kern="1200" dirty="0" err="1">
                <a:solidFill>
                  <a:schemeClr val="tx1"/>
                </a:solidFill>
                <a:effectLst/>
                <a:latin typeface="+mn-lt"/>
                <a:ea typeface="+mn-ea"/>
                <a:cs typeface="+mn-cs"/>
              </a:rPr>
              <a:t>และปรับเพื่อ</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Latency</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Background Worker</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สามารถ</a:t>
            </a:r>
            <a:r>
              <a:rPr lang="en-US" sz="1200" b="0" i="0" kern="1200" dirty="0">
                <a:solidFill>
                  <a:schemeClr val="tx1"/>
                </a:solidFill>
                <a:effectLst/>
                <a:latin typeface="+mn-lt"/>
                <a:ea typeface="+mn-ea"/>
                <a:cs typeface="+mn-cs"/>
              </a:rPr>
              <a:t> Scale-to-zero </a:t>
            </a:r>
            <a:r>
              <a:rPr lang="en-US" sz="1200" b="0" i="0" kern="1200" dirty="0" err="1">
                <a:solidFill>
                  <a:schemeClr val="tx1"/>
                </a:solidFill>
                <a:effectLst/>
                <a:latin typeface="+mn-lt"/>
                <a:ea typeface="+mn-ea"/>
                <a:cs typeface="+mn-cs"/>
              </a:rPr>
              <a:t>ได้หากเป็นงานแบบ</a:t>
            </a:r>
            <a:r>
              <a:rPr lang="en-US" sz="1200" b="0" i="0" kern="1200" dirty="0">
                <a:solidFill>
                  <a:schemeClr val="tx1"/>
                </a:solidFill>
                <a:effectLst/>
                <a:latin typeface="+mn-lt"/>
                <a:ea typeface="+mn-ea"/>
                <a:cs typeface="+mn-cs"/>
              </a:rPr>
              <a:t> Event-driven </a:t>
            </a:r>
            <a:r>
              <a:rPr lang="en-US" sz="1200" b="0" i="0" kern="1200" dirty="0" err="1">
                <a:solidFill>
                  <a:schemeClr val="tx1"/>
                </a:solidFill>
                <a:effectLst/>
                <a:latin typeface="+mn-lt"/>
                <a:ea typeface="+mn-ea"/>
                <a:cs typeface="+mn-cs"/>
              </a:rPr>
              <a:t>และเน้น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Throughput</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ดังนั้นต้องพิจารณาทั้ง</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CPU/Memory </a:t>
            </a:r>
            <a:r>
              <a:rPr lang="en-US" sz="1200" b="1" i="0" kern="1200" dirty="0" err="1">
                <a:solidFill>
                  <a:schemeClr val="tx1"/>
                </a:solidFill>
                <a:effectLst/>
                <a:latin typeface="+mn-lt"/>
                <a:ea typeface="+mn-ea"/>
                <a:cs typeface="+mn-cs"/>
              </a:rPr>
              <a:t>ต่อ</a:t>
            </a:r>
            <a:r>
              <a:rPr lang="en-US" sz="1200" b="1" i="0" kern="1200" dirty="0">
                <a:solidFill>
                  <a:schemeClr val="tx1"/>
                </a:solidFill>
                <a:effectLst/>
                <a:latin typeface="+mn-lt"/>
                <a:ea typeface="+mn-ea"/>
                <a:cs typeface="+mn-cs"/>
              </a:rPr>
              <a:t> Replica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Min/Max Replicas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ร่วมกัน</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3. </a:t>
            </a:r>
            <a:r>
              <a:rPr lang="en-US" sz="1200" b="1" i="0" kern="1200" dirty="0" err="1">
                <a:solidFill>
                  <a:schemeClr val="tx1"/>
                </a:solidFill>
                <a:effectLst/>
                <a:latin typeface="+mn-lt"/>
                <a:ea typeface="+mn-ea"/>
                <a:cs typeface="+mn-cs"/>
              </a:rPr>
              <a:t>วิธี</a:t>
            </a:r>
            <a:r>
              <a:rPr lang="en-US" sz="1200" b="1" i="0" kern="1200" dirty="0">
                <a:solidFill>
                  <a:schemeClr val="tx1"/>
                </a:solidFill>
                <a:effectLst/>
                <a:latin typeface="+mn-lt"/>
                <a:ea typeface="+mn-ea"/>
                <a:cs typeface="+mn-cs"/>
              </a:rPr>
              <a:t> Optimize </a:t>
            </a:r>
            <a:r>
              <a:rPr lang="en-US" sz="1200" b="1" i="0" kern="1200" dirty="0" err="1">
                <a:solidFill>
                  <a:schemeClr val="tx1"/>
                </a:solidFill>
                <a:effectLst/>
                <a:latin typeface="+mn-lt"/>
                <a:ea typeface="+mn-ea"/>
                <a:cs typeface="+mn-cs"/>
              </a:rPr>
              <a:t>ที่แนะนำ</a:t>
            </a:r>
            <a:endParaRPr lang="en-US" sz="1200" b="1"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วัดก่อน</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ปรับทีละอย่าง</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วัดผลอีกครั้ง</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ค่อยปรับต่อ</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Logs + Metrics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ประกอบการตัดสินใจ</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และควรประเมินใหม่เมื่อเปลี่ยน</a:t>
            </a:r>
            <a:r>
              <a:rPr lang="en-US" sz="1200" b="0" i="0" kern="1200" dirty="0">
                <a:solidFill>
                  <a:schemeClr val="tx1"/>
                </a:solidFill>
                <a:effectLst/>
                <a:latin typeface="+mn-lt"/>
                <a:ea typeface="+mn-ea"/>
                <a:cs typeface="+mn-cs"/>
              </a:rPr>
              <a:t> Model Version</a:t>
            </a:r>
          </a:p>
          <a:p>
            <a:pPr fontAlgn="t"/>
            <a:r>
              <a:rPr lang="en-US" sz="1200" b="1" i="0" kern="1200" dirty="0" err="1">
                <a:solidFill>
                  <a:schemeClr val="tx1"/>
                </a:solidFill>
                <a:effectLst/>
                <a:latin typeface="+mn-lt"/>
                <a:ea typeface="+mn-ea"/>
                <a:cs typeface="+mn-cs"/>
              </a:rPr>
              <a:t>สรุปจำง่าย</a:t>
            </a:r>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CPU/Memory = </a:t>
            </a:r>
            <a:r>
              <a:rPr lang="en-US" sz="1200" b="1" i="0" kern="1200" dirty="0" err="1">
                <a:solidFill>
                  <a:schemeClr val="tx1"/>
                </a:solidFill>
                <a:effectLst/>
                <a:latin typeface="+mn-lt"/>
                <a:ea typeface="+mn-ea"/>
                <a:cs typeface="+mn-cs"/>
              </a:rPr>
              <a:t>กำลังของแต่ละ</a:t>
            </a:r>
            <a:r>
              <a:rPr lang="en-US" sz="1200" b="1" i="0" kern="1200" dirty="0">
                <a:solidFill>
                  <a:schemeClr val="tx1"/>
                </a:solidFill>
                <a:effectLst/>
                <a:latin typeface="+mn-lt"/>
                <a:ea typeface="+mn-ea"/>
                <a:cs typeface="+mn-cs"/>
              </a:rPr>
              <a:t> Replica</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Scaling = </a:t>
            </a:r>
            <a:r>
              <a:rPr lang="en-US" sz="1200" b="1" i="0" kern="1200" dirty="0" err="1">
                <a:solidFill>
                  <a:schemeClr val="tx1"/>
                </a:solidFill>
                <a:effectLst/>
                <a:latin typeface="+mn-lt"/>
                <a:ea typeface="+mn-ea"/>
                <a:cs typeface="+mn-cs"/>
              </a:rPr>
              <a:t>จำนวน</a:t>
            </a:r>
            <a:r>
              <a:rPr lang="en-US" sz="1200" b="1" i="0" kern="1200" dirty="0">
                <a:solidFill>
                  <a:schemeClr val="tx1"/>
                </a:solidFill>
                <a:effectLst/>
                <a:latin typeface="+mn-lt"/>
                <a:ea typeface="+mn-ea"/>
                <a:cs typeface="+mn-cs"/>
              </a:rPr>
              <a:t> Replica </a:t>
            </a:r>
            <a:r>
              <a:rPr lang="en-US" sz="1200" b="1" i="0" kern="1200" dirty="0" err="1">
                <a:solidFill>
                  <a:schemeClr val="tx1"/>
                </a:solidFill>
                <a:effectLst/>
                <a:latin typeface="+mn-lt"/>
                <a:ea typeface="+mn-ea"/>
                <a:cs typeface="+mn-cs"/>
              </a:rPr>
              <a:t>ที่เปิดใช้งาน</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เป้าหมายคือหา</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จุดสมดุลระหว่างความเร็ว</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รองรับปริมาณงาน</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และต้นทุน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โดยไม่เพิ่ม</a:t>
            </a:r>
            <a:r>
              <a:rPr lang="en-US" sz="1200" b="0" i="0" kern="1200" dirty="0">
                <a:solidFill>
                  <a:schemeClr val="tx1"/>
                </a:solidFill>
                <a:effectLst/>
                <a:latin typeface="+mn-lt"/>
                <a:ea typeface="+mn-ea"/>
                <a:cs typeface="+mn-cs"/>
              </a:rPr>
              <a:t> Resource </a:t>
            </a:r>
            <a:r>
              <a:rPr lang="en-US" sz="1200" b="0" i="0" kern="1200" dirty="0" err="1">
                <a:solidFill>
                  <a:schemeClr val="tx1"/>
                </a:solidFill>
                <a:effectLst/>
                <a:latin typeface="+mn-lt"/>
                <a:ea typeface="+mn-ea"/>
                <a:cs typeface="+mn-cs"/>
              </a:rPr>
              <a:t>มากเกินความจำเป็นครับ</a:t>
            </a:r>
            <a:endParaRPr lang="en-US" sz="1200" b="0" i="0" kern="1200" dirty="0">
              <a:solidFill>
                <a:schemeClr val="tx1"/>
              </a:solidFill>
              <a:effectLst/>
              <a:latin typeface="+mn-lt"/>
              <a:ea typeface="+mn-ea"/>
              <a:cs typeface="+mn-cs"/>
            </a:endParaRPr>
          </a:p>
          <a:p>
            <a:pPr>
              <a:defRPr/>
            </a:pPr>
            <a:endParaRPr dirty="0"/>
          </a:p>
        </p:txBody>
      </p:sp>
      <p:sp>
        <p:nvSpPr>
          <p:cNvPr id="1189996239"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A219971-9E4E-CAE5-735A-5075618B92C8}"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88324790" name="Slide Image Placeholder 1"/>
          <p:cNvSpPr>
            <a:spLocks noGrp="1" noRot="1" noChangeAspect="1"/>
          </p:cNvSpPr>
          <p:nvPr>
            <p:ph type="sldImg"/>
          </p:nvPr>
        </p:nvSpPr>
        <p:spPr bwMode="auto">
          <a:xfrm>
            <a:off x="217488" y="812800"/>
            <a:ext cx="7124700" cy="4008438"/>
          </a:xfrm>
        </p:spPr>
      </p:sp>
      <p:sp>
        <p:nvSpPr>
          <p:cNvPr id="925189437" name="Notes Placeholder 2"/>
          <p:cNvSpPr>
            <a:spLocks noGrp="1"/>
          </p:cNvSpPr>
          <p:nvPr>
            <p:ph type="body" idx="1"/>
          </p:nvPr>
        </p:nvSpPr>
        <p:spPr bwMode="auto"/>
        <p:txBody>
          <a:bodyPr/>
          <a:lstStyle/>
          <a:p>
            <a:pPr>
              <a:lnSpc>
                <a:spcPct val="90000"/>
              </a:lnSpc>
              <a:spcAft>
                <a:spcPts val="332"/>
              </a:spcAft>
              <a:defRPr/>
            </a:pPr>
            <a:r>
              <a:rPr lang="en-US"/>
              <a:t>This exercise requires an Azure subscription, which should be provided by the lab hoster supporting your delivery of this course.</a:t>
            </a:r>
            <a:endParaRPr lang="en-US">
              <a:solidFill>
                <a:srgbClr val="444444"/>
              </a:solidFill>
            </a:endParaRPr>
          </a:p>
          <a:p>
            <a:pPr>
              <a:lnSpc>
                <a:spcPct val="90000"/>
              </a:lnSpc>
              <a:spcAft>
                <a:spcPts val="332"/>
              </a:spcAft>
              <a:defRPr/>
            </a:pPr>
            <a:r>
              <a:rPr lang="en-US"/>
              <a:t>If you are not able to provide students with Azure subscriptions, you can demonstrate the lab using your own subscription (if you have one available).</a:t>
            </a:r>
            <a:endParaRPr/>
          </a:p>
        </p:txBody>
      </p:sp>
      <p:sp>
        <p:nvSpPr>
          <p:cNvPr id="1376395316" name="Header Placeholder 3"/>
          <p:cNvSpPr>
            <a:spLocks noGrp="1"/>
          </p:cNvSpPr>
          <p:nvPr>
            <p:ph type="hdr" sz="quarter"/>
          </p:nvPr>
        </p:nvSpPr>
        <p:spPr bwMode="auto"/>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225778115" name="Footer Placeholder 4"/>
          <p:cNvSpPr>
            <a:spLocks noGrp="1"/>
          </p:cNvSpPr>
          <p:nvPr>
            <p:ph type="ftr" sz="quarter" idx="4"/>
          </p:nvPr>
        </p:nvSpPr>
        <p:spPr bwMode="auto"/>
        <p:txBody>
          <a:bodyPr/>
          <a:lstStyle/>
          <a:p>
            <a:pPr marL="0" marR="0" lvl="0" indent="0" algn="l" defTabSz="914098" rtl="0" eaLnBrk="1" fontAlgn="auto" latinLnBrk="0" hangingPunct="1">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a:ea typeface="Segoe UI"/>
                <a:cs typeface="Segoe UI"/>
              </a:rPr>
              <a:t>© Microsoft Corporation. All rights reserved. MICROSOFT MAKES NO WARRANTIES, EXPRESS, IMPLIED OR STATUTORY, AS TO THE INFORMATION IN THIS PRESENTATION.</a:t>
            </a:r>
            <a:endParaRPr kumimoji="0" sz="1200" b="0" i="0" u="none" strike="noStrike" kern="0" cap="none" spc="0" normalizeH="0" baseline="0" noProof="0">
              <a:ln>
                <a:noFill/>
              </a:ln>
              <a:solidFill>
                <a:prstClr val="black"/>
              </a:solidFill>
              <a:effectLst/>
              <a:uLnTx/>
              <a:uFillTx/>
              <a:latin typeface="Aptos"/>
              <a:cs typeface="Arial"/>
            </a:endParaRPr>
          </a:p>
        </p:txBody>
      </p:sp>
      <p:sp>
        <p:nvSpPr>
          <p:cNvPr id="325433339" name="Date Placeholder 5"/>
          <p:cNvSpPr>
            <a:spLocks noGrp="1"/>
          </p:cNvSpPr>
          <p:nvPr>
            <p:ph type="dt" idx="1"/>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FD8069-D363-B1FD-C85A-30544EF19ECA}" type="datetime8">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10/27/2026 8:46 AM</a:t>
            </a:fld>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528798315" name="Slide Number Placeholder 6"/>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32D111-37E3-EE75-0870-1F0A4C533A8B}"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00300906" name="Slide Image Placeholder 1"/>
          <p:cNvSpPr>
            <a:spLocks noGrp="1" noRot="1" noChangeAspect="1"/>
          </p:cNvSpPr>
          <p:nvPr>
            <p:ph type="sldImg"/>
          </p:nvPr>
        </p:nvSpPr>
        <p:spPr bwMode="auto">
          <a:xfrm>
            <a:off x="217488" y="812800"/>
            <a:ext cx="7124700" cy="4008438"/>
          </a:xfrm>
        </p:spPr>
      </p:sp>
      <p:sp>
        <p:nvSpPr>
          <p:cNvPr id="900504247" name="Notes Placeholder 2"/>
          <p:cNvSpPr>
            <a:spLocks noGrp="1"/>
          </p:cNvSpPr>
          <p:nvPr>
            <p:ph type="body" idx="1"/>
          </p:nvPr>
        </p:nvSpPr>
        <p:spPr bwMode="auto"/>
        <p:txBody>
          <a:bodyPr/>
          <a:lstStyle/>
          <a:p>
            <a:pPr>
              <a:defRPr/>
            </a:pPr>
            <a:r>
              <a:rPr lang="en-US"/>
              <a:t>Link to module: </a:t>
            </a:r>
            <a:r>
              <a:rPr lang="en-US" u="sng">
                <a:solidFill>
                  <a:schemeClr val="hlink"/>
                </a:solidFill>
                <a:hlinkClick r:id="rId3"/>
              </a:rPr>
              <a:t>https://learn.microsoft.com/training/modules/scale-containers-azure-container-apps/</a:t>
            </a:r>
            <a:endParaRPr lang="en-US"/>
          </a:p>
          <a:p>
            <a:pPr>
              <a:defRPr/>
            </a:pPr>
            <a:endParaRPr lang="en-US"/>
          </a:p>
        </p:txBody>
      </p:sp>
      <p:sp>
        <p:nvSpPr>
          <p:cNvPr id="865922175"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74835543" name="Slide Image Placeholder 1"/>
          <p:cNvSpPr>
            <a:spLocks noGrp="1" noRot="1" noChangeAspect="1"/>
          </p:cNvSpPr>
          <p:nvPr>
            <p:ph type="sldImg"/>
          </p:nvPr>
        </p:nvSpPr>
        <p:spPr bwMode="auto">
          <a:xfrm>
            <a:off x="217488" y="812800"/>
            <a:ext cx="7124700" cy="4008438"/>
          </a:xfrm>
        </p:spPr>
      </p:sp>
      <p:sp>
        <p:nvSpPr>
          <p:cNvPr id="106513547" name="Notes Placeholder 2"/>
          <p:cNvSpPr>
            <a:spLocks noGrp="1"/>
          </p:cNvSpPr>
          <p:nvPr>
            <p:ph type="body" idx="1"/>
          </p:nvPr>
        </p:nvSpPr>
        <p:spPr bwMode="auto"/>
        <p:txBody>
          <a:bodyPr/>
          <a:lstStyle/>
          <a:p>
            <a:pPr fontAlgn="t"/>
            <a:r>
              <a:rPr lang="en-US" sz="1200" b="0" i="0" kern="1200" dirty="0" err="1">
                <a:solidFill>
                  <a:schemeClr val="tx1"/>
                </a:solidFill>
                <a:effectLst/>
                <a:latin typeface="+mn-lt"/>
                <a:ea typeface="+mn-ea"/>
                <a:cs typeface="+mn-cs"/>
              </a:rPr>
              <a:t>การ</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ตั้งกฎ</a:t>
            </a:r>
            <a:r>
              <a:rPr lang="en-US" sz="1200" b="1" i="0" kern="1200" dirty="0">
                <a:solidFill>
                  <a:schemeClr val="tx1"/>
                </a:solidFill>
                <a:effectLst/>
                <a:latin typeface="+mn-lt"/>
                <a:ea typeface="+mn-ea"/>
                <a:cs typeface="+mn-cs"/>
              </a:rPr>
              <a:t> Autoscaling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เพื่อให้จำนวน</a:t>
            </a:r>
            <a:r>
              <a:rPr lang="en-US" sz="1200" b="0" i="0" kern="1200" dirty="0">
                <a:solidFill>
                  <a:schemeClr val="tx1"/>
                </a:solidFill>
                <a:effectLst/>
                <a:latin typeface="+mn-lt"/>
                <a:ea typeface="+mn-ea"/>
                <a:cs typeface="+mn-cs"/>
              </a:rPr>
              <a:t> Replica </a:t>
            </a:r>
            <a:r>
              <a:rPr lang="en-US" sz="1200" b="0" i="0" kern="1200" dirty="0" err="1">
                <a:solidFill>
                  <a:schemeClr val="tx1"/>
                </a:solidFill>
                <a:effectLst/>
                <a:latin typeface="+mn-lt"/>
                <a:ea typeface="+mn-ea"/>
                <a:cs typeface="+mn-cs"/>
              </a:rPr>
              <a:t>เพิ่มหรือลดตามปริมาณงานโดยอัตโนมัติ</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Scale Rule </a:t>
            </a:r>
            <a:r>
              <a:rPr lang="en-US" sz="1200" b="1" i="0" kern="1200" dirty="0" err="1">
                <a:solidFill>
                  <a:schemeClr val="tx1"/>
                </a:solidFill>
                <a:effectLst/>
                <a:latin typeface="+mn-lt"/>
                <a:ea typeface="+mn-ea"/>
                <a:cs typeface="+mn-cs"/>
              </a:rPr>
              <a:t>มี</a:t>
            </a:r>
            <a:r>
              <a:rPr lang="en-US" sz="1200" b="1" i="0" kern="1200" dirty="0">
                <a:solidFill>
                  <a:schemeClr val="tx1"/>
                </a:solidFill>
                <a:effectLst/>
                <a:latin typeface="+mn-lt"/>
                <a:ea typeface="+mn-ea"/>
                <a:cs typeface="+mn-cs"/>
              </a:rPr>
              <a:t> 3 </a:t>
            </a:r>
            <a:r>
              <a:rPr lang="en-US" sz="1200" b="1" i="0" kern="1200" dirty="0" err="1">
                <a:solidFill>
                  <a:schemeClr val="tx1"/>
                </a:solidFill>
                <a:effectLst/>
                <a:latin typeface="+mn-lt"/>
                <a:ea typeface="+mn-ea"/>
                <a:cs typeface="+mn-cs"/>
              </a:rPr>
              <a:t>ส่วนหลัก</a:t>
            </a:r>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Limits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กำหนดจำนวน</a:t>
            </a:r>
            <a:r>
              <a:rPr lang="en-US" sz="1200" b="0" i="0" kern="1200" dirty="0">
                <a:solidFill>
                  <a:schemeClr val="tx1"/>
                </a:solidFill>
                <a:effectLst/>
                <a:latin typeface="+mn-lt"/>
                <a:ea typeface="+mn-ea"/>
                <a:cs typeface="+mn-cs"/>
              </a:rPr>
              <a:t> Replica </a:t>
            </a:r>
            <a:r>
              <a:rPr lang="en-US" sz="1200" b="0" i="0" kern="1200" dirty="0" err="1">
                <a:solidFill>
                  <a:schemeClr val="tx1"/>
                </a:solidFill>
                <a:effectLst/>
                <a:latin typeface="+mn-lt"/>
                <a:ea typeface="+mn-ea"/>
                <a:cs typeface="+mn-cs"/>
              </a:rPr>
              <a:t>ต่ำสุดและสูงสุด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0–1000</a:t>
            </a:r>
          </a:p>
          <a:p>
            <a:pPr lvl="0" fontAlgn="t"/>
            <a:r>
              <a:rPr lang="en-US" sz="1200" b="1" i="0" kern="1200" dirty="0">
                <a:solidFill>
                  <a:schemeClr val="tx1"/>
                </a:solidFill>
                <a:effectLst/>
                <a:latin typeface="+mn-lt"/>
                <a:ea typeface="+mn-ea"/>
                <a:cs typeface="+mn-cs"/>
              </a:rPr>
              <a:t>Rules / Triggers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กำหนดว่าอะไรจะกระตุ้นให้</a:t>
            </a:r>
            <a:r>
              <a:rPr lang="en-US" sz="1200" b="0" i="0" kern="1200" dirty="0">
                <a:solidFill>
                  <a:schemeClr val="tx1"/>
                </a:solidFill>
                <a:effectLst/>
                <a:latin typeface="+mn-lt"/>
                <a:ea typeface="+mn-ea"/>
                <a:cs typeface="+mn-cs"/>
              </a:rPr>
              <a:t> Scale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HTTP, TCP, CPU </a:t>
            </a:r>
            <a:r>
              <a:rPr lang="en-US" sz="1200" b="1" i="0" kern="1200" dirty="0" err="1">
                <a:solidFill>
                  <a:schemeClr val="tx1"/>
                </a:solidFill>
                <a:effectLst/>
                <a:latin typeface="+mn-lt"/>
                <a:ea typeface="+mn-ea"/>
                <a:cs typeface="+mn-cs"/>
              </a:rPr>
              <a:t>หรือ</a:t>
            </a:r>
            <a:r>
              <a:rPr lang="en-US" sz="1200" b="1" i="0" kern="1200" dirty="0">
                <a:solidFill>
                  <a:schemeClr val="tx1"/>
                </a:solidFill>
                <a:effectLst/>
                <a:latin typeface="+mn-lt"/>
                <a:ea typeface="+mn-ea"/>
                <a:cs typeface="+mn-cs"/>
              </a:rPr>
              <a:t> Memory</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Behavior</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กำหนดจังหวะในการตรวจสอบและลด</a:t>
            </a:r>
            <a:r>
              <a:rPr lang="en-US" sz="1200" b="0" i="0" kern="1200" dirty="0">
                <a:solidFill>
                  <a:schemeClr val="tx1"/>
                </a:solidFill>
                <a:effectLst/>
                <a:latin typeface="+mn-lt"/>
                <a:ea typeface="+mn-ea"/>
                <a:cs typeface="+mn-cs"/>
              </a:rPr>
              <a:t> Scale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Polling, Cool-down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Stabilization</a:t>
            </a:r>
          </a:p>
          <a:p>
            <a:pPr fontAlgn="t"/>
            <a:r>
              <a:rPr lang="en-US" sz="1200" b="1" i="0" kern="1200" dirty="0" err="1">
                <a:solidFill>
                  <a:schemeClr val="tx1"/>
                </a:solidFill>
                <a:effectLst/>
                <a:latin typeface="+mn-lt"/>
                <a:ea typeface="+mn-ea"/>
                <a:cs typeface="+mn-cs"/>
              </a:rPr>
              <a:t>ระบบทำงานอย่างไร</a:t>
            </a:r>
            <a:r>
              <a:rPr lang="en-US" sz="1200" b="1" i="0" kern="1200" dirty="0">
                <a:solidFill>
                  <a:schemeClr val="tx1"/>
                </a:solidFill>
                <a:effectLst/>
                <a:latin typeface="+mn-lt"/>
                <a:ea typeface="+mn-ea"/>
                <a:cs typeface="+mn-cs"/>
              </a:rPr>
              <a:t>?</a:t>
            </a:r>
          </a:p>
          <a:p>
            <a:pPr fontAlgn="t"/>
            <a:r>
              <a:rPr lang="en-US" sz="1200" b="1" i="0" kern="1200" dirty="0" err="1">
                <a:solidFill>
                  <a:schemeClr val="tx1"/>
                </a:solidFill>
                <a:effectLst/>
                <a:latin typeface="+mn-lt"/>
                <a:ea typeface="+mn-ea"/>
                <a:cs typeface="+mn-cs"/>
              </a:rPr>
              <a:t>ตรวจ</a:t>
            </a:r>
            <a:r>
              <a:rPr lang="en-US" sz="1200" b="1" i="0" kern="1200" dirty="0">
                <a:solidFill>
                  <a:schemeClr val="tx1"/>
                </a:solidFill>
                <a:effectLst/>
                <a:latin typeface="+mn-lt"/>
                <a:ea typeface="+mn-ea"/>
                <a:cs typeface="+mn-cs"/>
              </a:rPr>
              <a:t> Trigger → </a:t>
            </a:r>
            <a:r>
              <a:rPr lang="en-US" sz="1200" b="1" i="0" kern="1200" dirty="0" err="1">
                <a:solidFill>
                  <a:schemeClr val="tx1"/>
                </a:solidFill>
                <a:effectLst/>
                <a:latin typeface="+mn-lt"/>
                <a:ea typeface="+mn-ea"/>
                <a:cs typeface="+mn-cs"/>
              </a:rPr>
              <a:t>เทียบ</a:t>
            </a:r>
            <a:r>
              <a:rPr lang="en-US" sz="1200" b="1" i="0" kern="1200" dirty="0">
                <a:solidFill>
                  <a:schemeClr val="tx1"/>
                </a:solidFill>
                <a:effectLst/>
                <a:latin typeface="+mn-lt"/>
                <a:ea typeface="+mn-ea"/>
                <a:cs typeface="+mn-cs"/>
              </a:rPr>
              <a:t> Threshold → </a:t>
            </a:r>
            <a:r>
              <a:rPr lang="en-US" sz="1200" b="1" i="0" kern="1200" dirty="0" err="1">
                <a:solidFill>
                  <a:schemeClr val="tx1"/>
                </a:solidFill>
                <a:effectLst/>
                <a:latin typeface="+mn-lt"/>
                <a:ea typeface="+mn-ea"/>
                <a:cs typeface="+mn-cs"/>
              </a:rPr>
              <a:t>ตัดสินใจ</a:t>
            </a:r>
            <a:r>
              <a:rPr lang="en-US" sz="1200" b="1" i="0" kern="1200" dirty="0">
                <a:solidFill>
                  <a:schemeClr val="tx1"/>
                </a:solidFill>
                <a:effectLst/>
                <a:latin typeface="+mn-lt"/>
                <a:ea typeface="+mn-ea"/>
                <a:cs typeface="+mn-cs"/>
              </a:rPr>
              <a:t> Scale → </a:t>
            </a:r>
            <a:r>
              <a:rPr lang="en-US" sz="1200" b="1" i="0" kern="1200" dirty="0" err="1">
                <a:solidFill>
                  <a:schemeClr val="tx1"/>
                </a:solidFill>
                <a:effectLst/>
                <a:latin typeface="+mn-lt"/>
                <a:ea typeface="+mn-ea"/>
                <a:cs typeface="+mn-cs"/>
              </a:rPr>
              <a:t>ปรับจำนวน</a:t>
            </a:r>
            <a:r>
              <a:rPr lang="en-US" sz="1200" b="1" i="0" kern="1200" dirty="0">
                <a:solidFill>
                  <a:schemeClr val="tx1"/>
                </a:solidFill>
                <a:effectLst/>
                <a:latin typeface="+mn-lt"/>
                <a:ea typeface="+mn-ea"/>
                <a:cs typeface="+mn-cs"/>
              </a:rPr>
              <a:t> Replica</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ถ้าค่าสูงเกิน</a:t>
            </a:r>
            <a:r>
              <a:rPr lang="en-US" sz="1200" b="0" i="0" kern="1200" dirty="0">
                <a:solidFill>
                  <a:schemeClr val="tx1"/>
                </a:solidFill>
                <a:effectLst/>
                <a:latin typeface="+mn-lt"/>
                <a:ea typeface="+mn-ea"/>
                <a:cs typeface="+mn-cs"/>
              </a:rPr>
              <a:t> Threshold → </a:t>
            </a:r>
            <a:r>
              <a:rPr lang="en-US" sz="1200" b="1" i="0" kern="1200" dirty="0">
                <a:solidFill>
                  <a:schemeClr val="tx1"/>
                </a:solidFill>
                <a:effectLst/>
                <a:latin typeface="+mn-lt"/>
                <a:ea typeface="+mn-ea"/>
                <a:cs typeface="+mn-cs"/>
              </a:rPr>
              <a:t>Scale Up</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เพิ่ม</a:t>
            </a:r>
            <a:r>
              <a:rPr lang="en-US" sz="1200" b="0" i="0" kern="1200" dirty="0">
                <a:solidFill>
                  <a:schemeClr val="tx1"/>
                </a:solidFill>
                <a:effectLst/>
                <a:latin typeface="+mn-lt"/>
                <a:ea typeface="+mn-ea"/>
                <a:cs typeface="+mn-cs"/>
              </a:rPr>
              <a:t> Replica</a:t>
            </a:r>
          </a:p>
          <a:p>
            <a:pPr lvl="0" fontAlgn="t"/>
            <a:r>
              <a:rPr lang="en-US" sz="1200" b="0" i="0" kern="1200" dirty="0" err="1">
                <a:solidFill>
                  <a:schemeClr val="tx1"/>
                </a:solidFill>
                <a:effectLst/>
                <a:latin typeface="+mn-lt"/>
                <a:ea typeface="+mn-ea"/>
                <a:cs typeface="+mn-cs"/>
              </a:rPr>
              <a:t>ถ้าค่าต่ำ</a:t>
            </a:r>
            <a:r>
              <a:rPr lang="en-US" sz="1200" b="0" i="0" kern="1200" dirty="0">
                <a:solidFill>
                  <a:schemeClr val="tx1"/>
                </a:solidFill>
                <a:effectLst/>
                <a:latin typeface="+mn-lt"/>
                <a:ea typeface="+mn-ea"/>
                <a:cs typeface="+mn-cs"/>
              </a:rPr>
              <a:t> → </a:t>
            </a:r>
            <a:r>
              <a:rPr lang="en-US" sz="1200" b="1" i="0" kern="1200" dirty="0">
                <a:solidFill>
                  <a:schemeClr val="tx1"/>
                </a:solidFill>
                <a:effectLst/>
                <a:latin typeface="+mn-lt"/>
                <a:ea typeface="+mn-ea"/>
                <a:cs typeface="+mn-cs"/>
              </a:rPr>
              <a:t>Scale Down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ลด</a:t>
            </a:r>
            <a:r>
              <a:rPr lang="en-US" sz="1200" b="0" i="0" kern="1200" dirty="0">
                <a:solidFill>
                  <a:schemeClr val="tx1"/>
                </a:solidFill>
                <a:effectLst/>
                <a:latin typeface="+mn-lt"/>
                <a:ea typeface="+mn-ea"/>
                <a:cs typeface="+mn-cs"/>
              </a:rPr>
              <a:t> Replica </a:t>
            </a:r>
            <a:r>
              <a:rPr lang="en-US" sz="1200" b="0" i="0" kern="1200" dirty="0" err="1">
                <a:solidFill>
                  <a:schemeClr val="tx1"/>
                </a:solidFill>
                <a:effectLst/>
                <a:latin typeface="+mn-lt"/>
                <a:ea typeface="+mn-ea"/>
                <a:cs typeface="+mn-cs"/>
              </a:rPr>
              <a:t>โดยมีช่วง</a:t>
            </a:r>
            <a:r>
              <a:rPr lang="en-US" sz="1200" b="0" i="0" kern="1200" dirty="0">
                <a:solidFill>
                  <a:schemeClr val="tx1"/>
                </a:solidFill>
                <a:effectLst/>
                <a:latin typeface="+mn-lt"/>
                <a:ea typeface="+mn-ea"/>
                <a:cs typeface="+mn-cs"/>
              </a:rPr>
              <a:t> Cool-down </a:t>
            </a:r>
            <a:r>
              <a:rPr lang="en-US" sz="1200" b="0" i="0" kern="1200" dirty="0" err="1">
                <a:solidFill>
                  <a:schemeClr val="tx1"/>
                </a:solidFill>
                <a:effectLst/>
                <a:latin typeface="+mn-lt"/>
                <a:ea typeface="+mn-ea"/>
                <a:cs typeface="+mn-cs"/>
              </a:rPr>
              <a:t>ก่อนลด</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Trigger </a:t>
            </a:r>
            <a:r>
              <a:rPr lang="en-US" sz="1200" b="1" i="0" kern="1200" dirty="0" err="1">
                <a:solidFill>
                  <a:schemeClr val="tx1"/>
                </a:solidFill>
                <a:effectLst/>
                <a:latin typeface="+mn-lt"/>
                <a:ea typeface="+mn-ea"/>
                <a:cs typeface="+mn-cs"/>
              </a:rPr>
              <a:t>ที่ใช้ได้</a:t>
            </a:r>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HTTP</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ดูจำนวน</a:t>
            </a:r>
            <a:r>
              <a:rPr lang="en-US" sz="1200" b="0" i="0" kern="1200" dirty="0">
                <a:solidFill>
                  <a:schemeClr val="tx1"/>
                </a:solidFill>
                <a:effectLst/>
                <a:latin typeface="+mn-lt"/>
                <a:ea typeface="+mn-ea"/>
                <a:cs typeface="+mn-cs"/>
              </a:rPr>
              <a:t> Request </a:t>
            </a:r>
            <a:r>
              <a:rPr lang="en-US" sz="1200" b="0" i="0" kern="1200" dirty="0" err="1">
                <a:solidFill>
                  <a:schemeClr val="tx1"/>
                </a:solidFill>
                <a:effectLst/>
                <a:latin typeface="+mn-lt"/>
                <a:ea typeface="+mn-ea"/>
                <a:cs typeface="+mn-cs"/>
              </a:rPr>
              <a:t>พร้อมกันต่อ</a:t>
            </a:r>
            <a:r>
              <a:rPr lang="en-US" sz="1200" b="0" i="0" kern="1200" dirty="0">
                <a:solidFill>
                  <a:schemeClr val="tx1"/>
                </a:solidFill>
                <a:effectLst/>
                <a:latin typeface="+mn-lt"/>
                <a:ea typeface="+mn-ea"/>
                <a:cs typeface="+mn-cs"/>
              </a:rPr>
              <a:t> Replica </a:t>
            </a:r>
            <a:r>
              <a:rPr lang="en-US" sz="1200" b="0" i="0" kern="1200" dirty="0" err="1">
                <a:solidFill>
                  <a:schemeClr val="tx1"/>
                </a:solidFill>
                <a:effectLst/>
                <a:latin typeface="+mn-lt"/>
                <a:ea typeface="+mn-ea"/>
                <a:cs typeface="+mn-cs"/>
              </a:rPr>
              <a:t>โดยในสไลด์ระบุค่า</a:t>
            </a:r>
            <a:r>
              <a:rPr lang="en-US" sz="1200" b="0" i="0" kern="1200" dirty="0">
                <a:solidFill>
                  <a:schemeClr val="tx1"/>
                </a:solidFill>
                <a:effectLst/>
                <a:latin typeface="+mn-lt"/>
                <a:ea typeface="+mn-ea"/>
                <a:cs typeface="+mn-cs"/>
              </a:rPr>
              <a:t> Default = 10</a:t>
            </a:r>
          </a:p>
          <a:p>
            <a:pPr lvl="0" fontAlgn="t"/>
            <a:r>
              <a:rPr lang="en-US" sz="1200" b="1" i="0" kern="1200" dirty="0">
                <a:solidFill>
                  <a:schemeClr val="tx1"/>
                </a:solidFill>
                <a:effectLst/>
                <a:latin typeface="+mn-lt"/>
                <a:ea typeface="+mn-ea"/>
                <a:cs typeface="+mn-cs"/>
              </a:rPr>
              <a:t>TCP</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ดูจำนวน</a:t>
            </a:r>
            <a:r>
              <a:rPr lang="en-US" sz="1200" b="0" i="0" kern="1200" dirty="0">
                <a:solidFill>
                  <a:schemeClr val="tx1"/>
                </a:solidFill>
                <a:effectLst/>
                <a:latin typeface="+mn-lt"/>
                <a:ea typeface="+mn-ea"/>
                <a:cs typeface="+mn-cs"/>
              </a:rPr>
              <a:t> Connection </a:t>
            </a:r>
            <a:r>
              <a:rPr lang="en-US" sz="1200" b="0" i="0" kern="1200" dirty="0" err="1">
                <a:solidFill>
                  <a:schemeClr val="tx1"/>
                </a:solidFill>
                <a:effectLst/>
                <a:latin typeface="+mn-lt"/>
                <a:ea typeface="+mn-ea"/>
                <a:cs typeface="+mn-cs"/>
              </a:rPr>
              <a:t>พร้อมกัน</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CPU</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ดูเปอร์เซ็นต์การใช้งาน</a:t>
            </a:r>
            <a:r>
              <a:rPr lang="en-US" sz="1200" b="0" i="0" kern="1200" dirty="0">
                <a:solidFill>
                  <a:schemeClr val="tx1"/>
                </a:solidFill>
                <a:effectLst/>
                <a:latin typeface="+mn-lt"/>
                <a:ea typeface="+mn-ea"/>
                <a:cs typeface="+mn-cs"/>
              </a:rPr>
              <a:t> CPU</a:t>
            </a:r>
          </a:p>
          <a:p>
            <a:pPr lvl="0" fontAlgn="t"/>
            <a:r>
              <a:rPr lang="en-US" sz="1200" b="1" i="0" kern="1200" dirty="0">
                <a:solidFill>
                  <a:schemeClr val="tx1"/>
                </a:solidFill>
                <a:effectLst/>
                <a:latin typeface="+mn-lt"/>
                <a:ea typeface="+mn-ea"/>
                <a:cs typeface="+mn-cs"/>
              </a:rPr>
              <a:t>Memory</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ดูเปอร์เซ็นต์การใช้หน่วยความจำ</a:t>
            </a: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ข้อสังเกต</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ในสไลด์ระบุว่า</a:t>
            </a:r>
            <a:r>
              <a:rPr lang="en-US" sz="1200" b="0" i="0" kern="1200" dirty="0">
                <a:solidFill>
                  <a:schemeClr val="tx1"/>
                </a:solidFill>
                <a:effectLst/>
                <a:latin typeface="+mn-lt"/>
                <a:ea typeface="+mn-ea"/>
                <a:cs typeface="+mn-cs"/>
              </a:rPr>
              <a:t> CPU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Memory rule </a:t>
            </a:r>
            <a:r>
              <a:rPr lang="en-US" sz="1200" b="0" i="0" kern="1200" dirty="0" err="1">
                <a:solidFill>
                  <a:schemeClr val="tx1"/>
                </a:solidFill>
                <a:effectLst/>
                <a:latin typeface="+mn-lt"/>
                <a:ea typeface="+mn-ea"/>
                <a:cs typeface="+mn-cs"/>
              </a:rPr>
              <a:t>ไม่สามารถใช้</a:t>
            </a:r>
            <a:r>
              <a:rPr lang="en-US" sz="1200" b="0" i="0" kern="1200" dirty="0">
                <a:solidFill>
                  <a:schemeClr val="tx1"/>
                </a:solidFill>
                <a:effectLst/>
                <a:latin typeface="+mn-lt"/>
                <a:ea typeface="+mn-ea"/>
                <a:cs typeface="+mn-cs"/>
              </a:rPr>
              <a:t> Scale-to-zero </a:t>
            </a:r>
            <a:r>
              <a:rPr lang="en-US" sz="1200" b="0" i="0" kern="1200" dirty="0" err="1">
                <a:solidFill>
                  <a:schemeClr val="tx1"/>
                </a:solidFill>
                <a:effectLst/>
                <a:latin typeface="+mn-lt"/>
                <a:ea typeface="+mn-ea"/>
                <a:cs typeface="+mn-cs"/>
              </a:rPr>
              <a:t>ได้</a:t>
            </a: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ถ้ามีหลาย</a:t>
            </a:r>
            <a:r>
              <a:rPr lang="en-US" sz="1200" b="1" i="0" kern="1200" dirty="0">
                <a:solidFill>
                  <a:schemeClr val="tx1"/>
                </a:solidFill>
                <a:effectLst/>
                <a:latin typeface="+mn-lt"/>
                <a:ea typeface="+mn-ea"/>
                <a:cs typeface="+mn-cs"/>
              </a:rPr>
              <a:t> Scaling Rules</a:t>
            </a:r>
          </a:p>
          <a:p>
            <a:pPr fontAlgn="t"/>
            <a:r>
              <a:rPr lang="en-US" sz="1200" b="0" i="0" kern="1200" dirty="0" err="1">
                <a:solidFill>
                  <a:schemeClr val="tx1"/>
                </a:solidFill>
                <a:effectLst/>
                <a:latin typeface="+mn-lt"/>
                <a:ea typeface="+mn-ea"/>
                <a:cs typeface="+mn-cs"/>
              </a:rPr>
              <a:t>ระบบจะใช้</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จำนวน</a:t>
            </a:r>
            <a:r>
              <a:rPr lang="en-US" sz="1200" b="1" i="0" kern="1200" dirty="0">
                <a:solidFill>
                  <a:schemeClr val="tx1"/>
                </a:solidFill>
                <a:effectLst/>
                <a:latin typeface="+mn-lt"/>
                <a:ea typeface="+mn-ea"/>
                <a:cs typeface="+mn-cs"/>
              </a:rPr>
              <a:t> Replica </a:t>
            </a:r>
            <a:r>
              <a:rPr lang="en-US" sz="1200" b="1" i="0" kern="1200" dirty="0" err="1">
                <a:solidFill>
                  <a:schemeClr val="tx1"/>
                </a:solidFill>
                <a:effectLst/>
                <a:latin typeface="+mn-lt"/>
                <a:ea typeface="+mn-ea"/>
                <a:cs typeface="+mn-cs"/>
              </a:rPr>
              <a:t>ที่สูงที่สุดจากกฎต่าง</a:t>
            </a:r>
            <a:r>
              <a:rPr lang="en-US" sz="1200" b="1" i="0" kern="1200" dirty="0">
                <a:solidFill>
                  <a:schemeClr val="tx1"/>
                </a:solidFill>
                <a:effectLst/>
                <a:latin typeface="+mn-lt"/>
                <a:ea typeface="+mn-ea"/>
                <a:cs typeface="+mn-cs"/>
              </a:rPr>
              <a:t> ๆ</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เพื่อให้มี</a:t>
            </a:r>
            <a:r>
              <a:rPr lang="en-US" sz="1200" b="0" i="0" kern="1200" dirty="0">
                <a:solidFill>
                  <a:schemeClr val="tx1"/>
                </a:solidFill>
                <a:effectLst/>
                <a:latin typeface="+mn-lt"/>
                <a:ea typeface="+mn-ea"/>
                <a:cs typeface="+mn-cs"/>
              </a:rPr>
              <a:t> Capacity </a:t>
            </a:r>
            <a:r>
              <a:rPr lang="en-US" sz="1200" b="0" i="0" kern="1200" dirty="0" err="1">
                <a:solidFill>
                  <a:schemeClr val="tx1"/>
                </a:solidFill>
                <a:effectLst/>
                <a:latin typeface="+mn-lt"/>
                <a:ea typeface="+mn-ea"/>
                <a:cs typeface="+mn-cs"/>
              </a:rPr>
              <a:t>เพียงพอ</a:t>
            </a: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สรุปจำง่าย</a:t>
            </a:r>
            <a:r>
              <a:rPr lang="en-US" sz="1200" b="1" i="0"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งานเยอะ</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เพิ่ม</a:t>
            </a:r>
            <a:r>
              <a:rPr lang="en-US" sz="1200" b="1" i="0" kern="1200" dirty="0">
                <a:solidFill>
                  <a:schemeClr val="tx1"/>
                </a:solidFill>
                <a:effectLst/>
                <a:latin typeface="+mn-lt"/>
                <a:ea typeface="+mn-ea"/>
                <a:cs typeface="+mn-cs"/>
              </a:rPr>
              <a:t> Replica 📈</a:t>
            </a:r>
            <a:br>
              <a:rPr lang="en-US" sz="1200" b="0" i="0" kern="1200" dirty="0">
                <a:solidFill>
                  <a:schemeClr val="tx1"/>
                </a:solidFill>
                <a:effectLst/>
                <a:latin typeface="+mn-lt"/>
                <a:ea typeface="+mn-ea"/>
                <a:cs typeface="+mn-cs"/>
              </a:rPr>
            </a:br>
            <a:r>
              <a:rPr lang="en-US" sz="1200" b="1" i="0" kern="1200" dirty="0" err="1">
                <a:solidFill>
                  <a:schemeClr val="tx1"/>
                </a:solidFill>
                <a:effectLst/>
                <a:latin typeface="+mn-lt"/>
                <a:ea typeface="+mn-ea"/>
                <a:cs typeface="+mn-cs"/>
              </a:rPr>
              <a:t>งานน้อย</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ลด</a:t>
            </a:r>
            <a:r>
              <a:rPr lang="en-US" sz="1200" b="1" i="0" kern="1200" dirty="0">
                <a:solidFill>
                  <a:schemeClr val="tx1"/>
                </a:solidFill>
                <a:effectLst/>
                <a:latin typeface="+mn-lt"/>
                <a:ea typeface="+mn-ea"/>
                <a:cs typeface="+mn-cs"/>
              </a:rPr>
              <a:t> Replica 📉</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โดยกำหนด</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Min/Max + Trigger + Threshold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เพื่อควบคุมการ</a:t>
            </a:r>
            <a:r>
              <a:rPr lang="en-US" sz="1200" b="0" i="0" kern="1200" dirty="0">
                <a:solidFill>
                  <a:schemeClr val="tx1"/>
                </a:solidFill>
                <a:effectLst/>
                <a:latin typeface="+mn-lt"/>
                <a:ea typeface="+mn-ea"/>
                <a:cs typeface="+mn-cs"/>
              </a:rPr>
              <a:t> Scale </a:t>
            </a:r>
            <a:r>
              <a:rPr lang="en-US" sz="1200" b="0" i="0" kern="1200" dirty="0" err="1">
                <a:solidFill>
                  <a:schemeClr val="tx1"/>
                </a:solidFill>
                <a:effectLst/>
                <a:latin typeface="+mn-lt"/>
                <a:ea typeface="+mn-ea"/>
                <a:cs typeface="+mn-cs"/>
              </a:rPr>
              <a:t>ให้เหมาะกับ</a:t>
            </a:r>
            <a:r>
              <a:rPr lang="en-US" sz="1200" b="0" i="0" kern="1200" dirty="0">
                <a:solidFill>
                  <a:schemeClr val="tx1"/>
                </a:solidFill>
                <a:effectLst/>
                <a:latin typeface="+mn-lt"/>
                <a:ea typeface="+mn-ea"/>
                <a:cs typeface="+mn-cs"/>
              </a:rPr>
              <a:t> Workload</a:t>
            </a:r>
          </a:p>
        </p:txBody>
      </p:sp>
      <p:sp>
        <p:nvSpPr>
          <p:cNvPr id="1246155429"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BC796B-60B1-EC1A-87B6-BA28E3526489}"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62893893" name="Slide Image Placeholder 1"/>
          <p:cNvSpPr>
            <a:spLocks noGrp="1" noRot="1" noChangeAspect="1"/>
          </p:cNvSpPr>
          <p:nvPr>
            <p:ph type="sldImg"/>
          </p:nvPr>
        </p:nvSpPr>
        <p:spPr bwMode="auto">
          <a:xfrm>
            <a:off x="217488" y="812800"/>
            <a:ext cx="7124700" cy="4008438"/>
          </a:xfrm>
        </p:spPr>
      </p:sp>
      <p:sp>
        <p:nvSpPr>
          <p:cNvPr id="1617681188" name="Notes Placeholder 2"/>
          <p:cNvSpPr>
            <a:spLocks noGrp="1"/>
          </p:cNvSpPr>
          <p:nvPr>
            <p:ph type="body" idx="1"/>
          </p:nvPr>
        </p:nvSpPr>
        <p:spPr bwMode="auto"/>
        <p:txBody>
          <a:bodyPr/>
          <a:lstStyle/>
          <a:p>
            <a:pPr fontAlgn="t"/>
            <a:r>
              <a:rPr lang="en-US" sz="1200" b="0" i="0" kern="1200" dirty="0" err="1">
                <a:solidFill>
                  <a:schemeClr val="tx1"/>
                </a:solidFill>
                <a:effectLst/>
                <a:latin typeface="+mn-lt"/>
                <a:ea typeface="+mn-ea"/>
                <a:cs typeface="+mn-cs"/>
              </a:rPr>
              <a:t>การทำ</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Event-driven Scaling </a:t>
            </a:r>
            <a:r>
              <a:rPr lang="en-US" sz="1200" b="1" i="0" kern="1200" dirty="0" err="1">
                <a:solidFill>
                  <a:schemeClr val="tx1"/>
                </a:solidFill>
                <a:effectLst/>
                <a:latin typeface="+mn-lt"/>
                <a:ea typeface="+mn-ea"/>
                <a:cs typeface="+mn-cs"/>
              </a:rPr>
              <a:t>ด้วย</a:t>
            </a:r>
            <a:r>
              <a:rPr lang="en-US" sz="1200" b="1" i="0" kern="1200" dirty="0">
                <a:solidFill>
                  <a:schemeClr val="tx1"/>
                </a:solidFill>
                <a:effectLst/>
                <a:latin typeface="+mn-lt"/>
                <a:ea typeface="+mn-ea"/>
                <a:cs typeface="+mn-cs"/>
              </a:rPr>
              <a:t> KEDA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คือการให้</a:t>
            </a:r>
            <a:r>
              <a:rPr lang="en-US" sz="1200" b="0" i="0" kern="1200" dirty="0">
                <a:solidFill>
                  <a:schemeClr val="tx1"/>
                </a:solidFill>
                <a:effectLst/>
                <a:latin typeface="+mn-lt"/>
                <a:ea typeface="+mn-ea"/>
                <a:cs typeface="+mn-cs"/>
              </a:rPr>
              <a:t> Container Apps </a:t>
            </a:r>
            <a:r>
              <a:rPr lang="en-US" sz="1200" b="1" i="0" kern="1200" dirty="0" err="1">
                <a:solidFill>
                  <a:schemeClr val="tx1"/>
                </a:solidFill>
                <a:effectLst/>
                <a:latin typeface="+mn-lt"/>
                <a:ea typeface="+mn-ea"/>
                <a:cs typeface="+mn-cs"/>
              </a:rPr>
              <a:t>เพิ่มหรือลดจำนวน</a:t>
            </a:r>
            <a:r>
              <a:rPr lang="en-US" sz="1200" b="1" i="0" kern="1200" dirty="0">
                <a:solidFill>
                  <a:schemeClr val="tx1"/>
                </a:solidFill>
                <a:effectLst/>
                <a:latin typeface="+mn-lt"/>
                <a:ea typeface="+mn-ea"/>
                <a:cs typeface="+mn-cs"/>
              </a:rPr>
              <a:t> Replica </a:t>
            </a:r>
            <a:r>
              <a:rPr lang="en-US" sz="1200" b="1" i="0" kern="1200" dirty="0" err="1">
                <a:solidFill>
                  <a:schemeClr val="tx1"/>
                </a:solidFill>
                <a:effectLst/>
                <a:latin typeface="+mn-lt"/>
                <a:ea typeface="+mn-ea"/>
                <a:cs typeface="+mn-cs"/>
              </a:rPr>
              <a:t>ตามปริมาณงานหรือ</a:t>
            </a:r>
            <a:r>
              <a:rPr lang="en-US" sz="1200" b="1" i="0" kern="1200" dirty="0">
                <a:solidFill>
                  <a:schemeClr val="tx1"/>
                </a:solidFill>
                <a:effectLst/>
                <a:latin typeface="+mn-lt"/>
                <a:ea typeface="+mn-ea"/>
                <a:cs typeface="+mn-cs"/>
              </a:rPr>
              <a:t> Event </a:t>
            </a:r>
            <a:r>
              <a:rPr lang="en-US" sz="1200" b="1" i="0" kern="1200" dirty="0" err="1">
                <a:solidFill>
                  <a:schemeClr val="tx1"/>
                </a:solidFill>
                <a:effectLst/>
                <a:latin typeface="+mn-lt"/>
                <a:ea typeface="+mn-ea"/>
                <a:cs typeface="+mn-cs"/>
              </a:rPr>
              <a:t>ที่เข้ามา</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KEDA </a:t>
            </a:r>
            <a:r>
              <a:rPr lang="en-US" sz="1200" b="1" i="0" kern="1200" dirty="0" err="1">
                <a:solidFill>
                  <a:schemeClr val="tx1"/>
                </a:solidFill>
                <a:effectLst/>
                <a:latin typeface="+mn-lt"/>
                <a:ea typeface="+mn-ea"/>
                <a:cs typeface="+mn-cs"/>
              </a:rPr>
              <a:t>คืออะไร</a:t>
            </a:r>
            <a:r>
              <a:rPr lang="en-US" sz="1200" b="1" i="0" kern="1200" dirty="0">
                <a:solidFill>
                  <a:schemeClr val="tx1"/>
                </a:solidFill>
                <a:effectLst/>
                <a:latin typeface="+mn-lt"/>
                <a:ea typeface="+mn-ea"/>
                <a:cs typeface="+mn-cs"/>
              </a:rPr>
              <a:t>?</a:t>
            </a:r>
          </a:p>
          <a:p>
            <a:pPr fontAlgn="t"/>
            <a:r>
              <a:rPr lang="en-US" sz="1200" b="1" i="0" kern="1200" dirty="0">
                <a:solidFill>
                  <a:schemeClr val="tx1"/>
                </a:solidFill>
                <a:effectLst/>
                <a:latin typeface="+mn-lt"/>
                <a:ea typeface="+mn-ea"/>
                <a:cs typeface="+mn-cs"/>
              </a:rPr>
              <a:t>KEDA (Kubernetes Event-Driven Autoscaling)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ทำหน้าที่ตรวจดู</a:t>
            </a:r>
            <a:r>
              <a:rPr lang="en-US" sz="1200" b="0" i="0" kern="1200" dirty="0">
                <a:solidFill>
                  <a:schemeClr val="tx1"/>
                </a:solidFill>
                <a:effectLst/>
                <a:latin typeface="+mn-lt"/>
                <a:ea typeface="+mn-ea"/>
                <a:cs typeface="+mn-cs"/>
              </a:rPr>
              <a:t> Event Source </a:t>
            </a:r>
            <a:r>
              <a:rPr lang="en-US" sz="1200" b="0" i="0" kern="1200" dirty="0" err="1">
                <a:solidFill>
                  <a:schemeClr val="tx1"/>
                </a:solidFill>
                <a:effectLst/>
                <a:latin typeface="+mn-lt"/>
                <a:ea typeface="+mn-ea"/>
                <a:cs typeface="+mn-cs"/>
              </a:rPr>
              <a:t>แล้วตัดสินใจว่าควรมี</a:t>
            </a:r>
            <a:r>
              <a:rPr lang="en-US" sz="1200" b="0" i="0" kern="1200" dirty="0">
                <a:solidFill>
                  <a:schemeClr val="tx1"/>
                </a:solidFill>
                <a:effectLst/>
                <a:latin typeface="+mn-lt"/>
                <a:ea typeface="+mn-ea"/>
                <a:cs typeface="+mn-cs"/>
              </a:rPr>
              <a:t> Replica </a:t>
            </a:r>
            <a:r>
              <a:rPr lang="en-US" sz="1200" b="0" i="0" kern="1200" dirty="0" err="1">
                <a:solidFill>
                  <a:schemeClr val="tx1"/>
                </a:solidFill>
                <a:effectLst/>
                <a:latin typeface="+mn-lt"/>
                <a:ea typeface="+mn-ea"/>
                <a:cs typeface="+mn-cs"/>
              </a:rPr>
              <a:t>กี่ตัว</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ตัวอย่าง</a:t>
            </a:r>
            <a:r>
              <a:rPr lang="en-US" sz="1200" b="0" i="0" kern="1200" dirty="0">
                <a:solidFill>
                  <a:schemeClr val="tx1"/>
                </a:solidFill>
                <a:effectLst/>
                <a:latin typeface="+mn-lt"/>
                <a:ea typeface="+mn-ea"/>
                <a:cs typeface="+mn-cs"/>
              </a:rPr>
              <a:t> Event Source </a:t>
            </a:r>
            <a:r>
              <a:rPr lang="en-US" sz="1200" b="0" i="0" kern="1200" dirty="0" err="1">
                <a:solidFill>
                  <a:schemeClr val="tx1"/>
                </a:solidFill>
                <a:effectLst/>
                <a:latin typeface="+mn-lt"/>
                <a:ea typeface="+mn-ea"/>
                <a:cs typeface="+mn-cs"/>
              </a:rPr>
              <a:t>ในสไลด์</a:t>
            </a:r>
            <a:r>
              <a:rPr lang="en-US" sz="1200" b="0" i="0" kern="1200" dirty="0">
                <a:solidFill>
                  <a:schemeClr val="tx1"/>
                </a:solidFill>
                <a:effectLst/>
                <a:latin typeface="+mn-lt"/>
                <a:ea typeface="+mn-ea"/>
                <a:cs typeface="+mn-cs"/>
              </a:rPr>
              <a:t>:</a:t>
            </a:r>
          </a:p>
          <a:p>
            <a:pPr lvl="0" fontAlgn="t"/>
            <a:r>
              <a:rPr lang="en-US" sz="1200" b="1" i="0" kern="1200" dirty="0">
                <a:solidFill>
                  <a:schemeClr val="tx1"/>
                </a:solidFill>
                <a:effectLst/>
                <a:latin typeface="+mn-lt"/>
                <a:ea typeface="+mn-ea"/>
                <a:cs typeface="+mn-cs"/>
              </a:rPr>
              <a:t>Service Bus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ดูจำนวน</a:t>
            </a:r>
            <a:r>
              <a:rPr lang="en-US" sz="1200" b="0" i="0" kern="1200" dirty="0">
                <a:solidFill>
                  <a:schemeClr val="tx1"/>
                </a:solidFill>
                <a:effectLst/>
                <a:latin typeface="+mn-lt"/>
                <a:ea typeface="+mn-ea"/>
                <a:cs typeface="+mn-cs"/>
              </a:rPr>
              <a:t> Message </a:t>
            </a:r>
            <a:r>
              <a:rPr lang="en-US" sz="1200" b="0" i="0" kern="1200" dirty="0" err="1">
                <a:solidFill>
                  <a:schemeClr val="tx1"/>
                </a:solidFill>
                <a:effectLst/>
                <a:latin typeface="+mn-lt"/>
                <a:ea typeface="+mn-ea"/>
                <a:cs typeface="+mn-cs"/>
              </a:rPr>
              <a:t>ใน</a:t>
            </a:r>
            <a:r>
              <a:rPr lang="en-US" sz="1200" b="0" i="0" kern="1200" dirty="0">
                <a:solidFill>
                  <a:schemeClr val="tx1"/>
                </a:solidFill>
                <a:effectLst/>
                <a:latin typeface="+mn-lt"/>
                <a:ea typeface="+mn-ea"/>
                <a:cs typeface="+mn-cs"/>
              </a:rPr>
              <a:t> Queue/Topic</a:t>
            </a:r>
          </a:p>
          <a:p>
            <a:pPr lvl="0" fontAlgn="t"/>
            <a:r>
              <a:rPr lang="en-US" sz="1200" b="1" i="0" kern="1200" dirty="0">
                <a:solidFill>
                  <a:schemeClr val="tx1"/>
                </a:solidFill>
                <a:effectLst/>
                <a:latin typeface="+mn-lt"/>
                <a:ea typeface="+mn-ea"/>
                <a:cs typeface="+mn-cs"/>
              </a:rPr>
              <a:t>Event Hubs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ดู</a:t>
            </a:r>
            <a:r>
              <a:rPr lang="en-US" sz="1200" b="0" i="0" kern="1200" dirty="0">
                <a:solidFill>
                  <a:schemeClr val="tx1"/>
                </a:solidFill>
                <a:effectLst/>
                <a:latin typeface="+mn-lt"/>
                <a:ea typeface="+mn-ea"/>
                <a:cs typeface="+mn-cs"/>
              </a:rPr>
              <a:t> Consumer Lag</a:t>
            </a:r>
          </a:p>
          <a:p>
            <a:pPr lvl="0" fontAlgn="t"/>
            <a:r>
              <a:rPr lang="en-US" sz="1200" b="1" i="0" kern="1200" dirty="0">
                <a:solidFill>
                  <a:schemeClr val="tx1"/>
                </a:solidFill>
                <a:effectLst/>
                <a:latin typeface="+mn-lt"/>
                <a:ea typeface="+mn-ea"/>
                <a:cs typeface="+mn-cs"/>
              </a:rPr>
              <a:t>Storage Queue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ดูจำนวน</a:t>
            </a:r>
            <a:r>
              <a:rPr lang="en-US" sz="1200" b="0" i="0" kern="1200" dirty="0">
                <a:solidFill>
                  <a:schemeClr val="tx1"/>
                </a:solidFill>
                <a:effectLst/>
                <a:latin typeface="+mn-lt"/>
                <a:ea typeface="+mn-ea"/>
                <a:cs typeface="+mn-cs"/>
              </a:rPr>
              <a:t> Message</a:t>
            </a:r>
          </a:p>
          <a:p>
            <a:pPr lvl="0" fontAlgn="t"/>
            <a:r>
              <a:rPr lang="en-US" sz="1200" b="1" i="0" kern="1200" dirty="0">
                <a:solidFill>
                  <a:schemeClr val="tx1"/>
                </a:solidFill>
                <a:effectLst/>
                <a:latin typeface="+mn-lt"/>
                <a:ea typeface="+mn-ea"/>
                <a:cs typeface="+mn-cs"/>
              </a:rPr>
              <a:t>Blob Storage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ดูจำนวน</a:t>
            </a:r>
            <a:r>
              <a:rPr lang="en-US" sz="1200" b="0" i="0" kern="1200" dirty="0">
                <a:solidFill>
                  <a:schemeClr val="tx1"/>
                </a:solidFill>
                <a:effectLst/>
                <a:latin typeface="+mn-lt"/>
                <a:ea typeface="+mn-ea"/>
                <a:cs typeface="+mn-cs"/>
              </a:rPr>
              <a:t> Blob</a:t>
            </a:r>
          </a:p>
          <a:p>
            <a:pPr fontAlgn="t"/>
            <a:r>
              <a:rPr lang="en-US" sz="1200" b="1" i="0" kern="1200" dirty="0" err="1">
                <a:solidFill>
                  <a:schemeClr val="tx1"/>
                </a:solidFill>
                <a:effectLst/>
                <a:latin typeface="+mn-lt"/>
                <a:ea typeface="+mn-ea"/>
                <a:cs typeface="+mn-cs"/>
              </a:rPr>
              <a:t>ทำงานอย่างไร</a:t>
            </a:r>
            <a:r>
              <a:rPr lang="en-US" sz="1200" b="1" i="0" kern="1200" dirty="0">
                <a:solidFill>
                  <a:schemeClr val="tx1"/>
                </a:solidFill>
                <a:effectLst/>
                <a:latin typeface="+mn-lt"/>
                <a:ea typeface="+mn-ea"/>
                <a:cs typeface="+mn-cs"/>
              </a:rPr>
              <a:t>?</a:t>
            </a:r>
          </a:p>
          <a:p>
            <a:pPr fontAlgn="t"/>
            <a:r>
              <a:rPr lang="en-US" sz="1200" b="0" i="0" kern="1200" dirty="0" err="1">
                <a:solidFill>
                  <a:schemeClr val="tx1"/>
                </a:solidFill>
                <a:effectLst/>
                <a:latin typeface="+mn-lt"/>
                <a:ea typeface="+mn-ea"/>
                <a:cs typeface="+mn-cs"/>
              </a:rPr>
              <a:t>สไลด์ระบุว่า</a:t>
            </a:r>
            <a:r>
              <a:rPr lang="en-US" sz="1200" b="0" i="0" kern="1200" dirty="0">
                <a:solidFill>
                  <a:schemeClr val="tx1"/>
                </a:solidFill>
                <a:effectLst/>
                <a:latin typeface="+mn-lt"/>
                <a:ea typeface="+mn-ea"/>
                <a:cs typeface="+mn-cs"/>
              </a:rPr>
              <a:t> KEDA </a:t>
            </a:r>
            <a:r>
              <a:rPr lang="en-US" sz="1200" b="0" i="0" kern="1200" dirty="0" err="1">
                <a:solidFill>
                  <a:schemeClr val="tx1"/>
                </a:solidFill>
                <a:effectLst/>
                <a:latin typeface="+mn-lt"/>
                <a:ea typeface="+mn-ea"/>
                <a:cs typeface="+mn-cs"/>
              </a:rPr>
              <a:t>จะตรวจ</a:t>
            </a:r>
            <a:r>
              <a:rPr lang="en-US" sz="1200" b="0" i="0" kern="1200" dirty="0">
                <a:solidFill>
                  <a:schemeClr val="tx1"/>
                </a:solidFill>
                <a:effectLst/>
                <a:latin typeface="+mn-lt"/>
                <a:ea typeface="+mn-ea"/>
                <a:cs typeface="+mn-cs"/>
              </a:rPr>
              <a:t> Event Source </a:t>
            </a:r>
            <a:r>
              <a:rPr lang="en-US" sz="1200" b="0" i="0" kern="1200" dirty="0" err="1">
                <a:solidFill>
                  <a:schemeClr val="tx1"/>
                </a:solidFill>
                <a:effectLst/>
                <a:latin typeface="+mn-lt"/>
                <a:ea typeface="+mn-ea"/>
                <a:cs typeface="+mn-cs"/>
              </a:rPr>
              <a:t>ทุก</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30 </a:t>
            </a:r>
            <a:r>
              <a:rPr lang="en-US" sz="1200" b="1" i="0" kern="1200" dirty="0" err="1">
                <a:solidFill>
                  <a:schemeClr val="tx1"/>
                </a:solidFill>
                <a:effectLst/>
                <a:latin typeface="+mn-lt"/>
                <a:ea typeface="+mn-ea"/>
                <a:cs typeface="+mn-cs"/>
              </a:rPr>
              <a:t>วินาที</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แล้วนำค่าที่วัดได้มาเทียบกับ</a:t>
            </a:r>
            <a:r>
              <a:rPr lang="en-US" sz="1200" b="0" i="0" kern="1200" dirty="0">
                <a:solidFill>
                  <a:schemeClr val="tx1"/>
                </a:solidFill>
                <a:effectLst/>
                <a:latin typeface="+mn-lt"/>
                <a:ea typeface="+mn-ea"/>
                <a:cs typeface="+mn-cs"/>
              </a:rPr>
              <a:t> Threshold </a:t>
            </a:r>
            <a:r>
              <a:rPr lang="en-US" sz="1200" b="0" i="0" kern="1200" dirty="0" err="1">
                <a:solidFill>
                  <a:schemeClr val="tx1"/>
                </a:solidFill>
                <a:effectLst/>
                <a:latin typeface="+mn-lt"/>
                <a:ea typeface="+mn-ea"/>
                <a:cs typeface="+mn-cs"/>
              </a:rPr>
              <a:t>เพื่อคำนวณจำนวน</a:t>
            </a:r>
            <a:r>
              <a:rPr lang="en-US" sz="1200" b="0" i="0" kern="1200" dirty="0">
                <a:solidFill>
                  <a:schemeClr val="tx1"/>
                </a:solidFill>
                <a:effectLst/>
                <a:latin typeface="+mn-lt"/>
                <a:ea typeface="+mn-ea"/>
                <a:cs typeface="+mn-cs"/>
              </a:rPr>
              <a:t> Replica</a:t>
            </a:r>
          </a:p>
          <a:p>
            <a:pPr fontAlgn="t"/>
            <a:r>
              <a:rPr lang="en-US" sz="1200" b="0" i="0" kern="1200" dirty="0" err="1">
                <a:solidFill>
                  <a:schemeClr val="tx1"/>
                </a:solidFill>
                <a:effectLst/>
                <a:latin typeface="+mn-lt"/>
                <a:ea typeface="+mn-ea"/>
                <a:cs typeface="+mn-cs"/>
              </a:rPr>
              <a:t>ตัวอย่างง่าย</a:t>
            </a:r>
            <a:r>
              <a:rPr lang="en-US" sz="1200" b="0" i="0" kern="1200" dirty="0">
                <a:solidFill>
                  <a:schemeClr val="tx1"/>
                </a:solidFill>
                <a:effectLst/>
                <a:latin typeface="+mn-lt"/>
                <a:ea typeface="+mn-ea"/>
                <a:cs typeface="+mn-cs"/>
              </a:rPr>
              <a:t> ๆ:</a:t>
            </a:r>
          </a:p>
          <a:p>
            <a:pPr fontAlgn="t"/>
            <a:r>
              <a:rPr lang="en-US" sz="1200" b="0" i="0" kern="1200" dirty="0">
                <a:solidFill>
                  <a:schemeClr val="tx1"/>
                </a:solidFill>
                <a:effectLst/>
                <a:latin typeface="+mn-lt"/>
                <a:ea typeface="+mn-ea"/>
                <a:cs typeface="+mn-cs"/>
              </a:rPr>
              <a:t>Queue </a:t>
            </a:r>
            <a:r>
              <a:rPr lang="en-US" sz="1200" b="0" i="0" kern="1200" dirty="0" err="1">
                <a:solidFill>
                  <a:schemeClr val="tx1"/>
                </a:solidFill>
                <a:effectLst/>
                <a:latin typeface="+mn-lt"/>
                <a:ea typeface="+mn-ea"/>
                <a:cs typeface="+mn-cs"/>
              </a:rPr>
              <a:t>มีงานเยอะ</a:t>
            </a:r>
            <a:r>
              <a:rPr lang="en-US" sz="1200" b="0"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เพิ่ม</a:t>
            </a:r>
            <a:r>
              <a:rPr lang="en-US" sz="1200" b="1" i="0" kern="1200" dirty="0">
                <a:solidFill>
                  <a:schemeClr val="tx1"/>
                </a:solidFill>
                <a:effectLst/>
                <a:latin typeface="+mn-lt"/>
                <a:ea typeface="+mn-ea"/>
                <a:cs typeface="+mn-cs"/>
              </a:rPr>
              <a:t> Replica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เพื่อช่วยกันประมวลผล</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Queue </a:t>
            </a:r>
            <a:r>
              <a:rPr lang="en-US" sz="1200" b="0" i="0" kern="1200" dirty="0" err="1">
                <a:solidFill>
                  <a:schemeClr val="tx1"/>
                </a:solidFill>
                <a:effectLst/>
                <a:latin typeface="+mn-lt"/>
                <a:ea typeface="+mn-ea"/>
                <a:cs typeface="+mn-cs"/>
              </a:rPr>
              <a:t>ไม่มีงาน</a:t>
            </a:r>
            <a:r>
              <a:rPr lang="en-US" sz="1200" b="0"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ลด</a:t>
            </a:r>
            <a:r>
              <a:rPr lang="en-US" sz="1200" b="1" i="0" kern="1200" dirty="0">
                <a:solidFill>
                  <a:schemeClr val="tx1"/>
                </a:solidFill>
                <a:effectLst/>
                <a:latin typeface="+mn-lt"/>
                <a:ea typeface="+mn-ea"/>
                <a:cs typeface="+mn-cs"/>
              </a:rPr>
              <a:t> Replica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และรองรับ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Scale-to-zero</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จึงเหมาะกับงานประเภท</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Background Worker / Queue Processor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ที่ไม่ได้ต้องทำงานตลอดเวลา</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Authentication</a:t>
            </a:r>
          </a:p>
          <a:p>
            <a:pPr fontAlgn="t"/>
            <a:r>
              <a:rPr lang="en-US" sz="1200" b="0" i="0" kern="1200" dirty="0" err="1">
                <a:solidFill>
                  <a:schemeClr val="tx1"/>
                </a:solidFill>
                <a:effectLst/>
                <a:latin typeface="+mn-lt"/>
                <a:ea typeface="+mn-ea"/>
                <a:cs typeface="+mn-cs"/>
              </a:rPr>
              <a:t>มี</a:t>
            </a:r>
            <a:r>
              <a:rPr lang="en-US" sz="1200" b="0" i="0" kern="1200" dirty="0">
                <a:solidFill>
                  <a:schemeClr val="tx1"/>
                </a:solidFill>
                <a:effectLst/>
                <a:latin typeface="+mn-lt"/>
                <a:ea typeface="+mn-ea"/>
                <a:cs typeface="+mn-cs"/>
              </a:rPr>
              <a:t> 2 </a:t>
            </a:r>
            <a:r>
              <a:rPr lang="en-US" sz="1200" b="0" i="0" kern="1200" dirty="0" err="1">
                <a:solidFill>
                  <a:schemeClr val="tx1"/>
                </a:solidFill>
                <a:effectLst/>
                <a:latin typeface="+mn-lt"/>
                <a:ea typeface="+mn-ea"/>
                <a:cs typeface="+mn-cs"/>
              </a:rPr>
              <a:t>แนวทาง</a:t>
            </a:r>
            <a:r>
              <a:rPr lang="en-US" sz="1200" b="0" i="0" kern="1200" dirty="0">
                <a:solidFill>
                  <a:schemeClr val="tx1"/>
                </a:solidFill>
                <a:effectLst/>
                <a:latin typeface="+mn-lt"/>
                <a:ea typeface="+mn-ea"/>
                <a:cs typeface="+mn-cs"/>
              </a:rPr>
              <a:t>:</a:t>
            </a:r>
          </a:p>
          <a:p>
            <a:pPr lvl="0" fontAlgn="t"/>
            <a:r>
              <a:rPr lang="en-US" sz="1200" b="1" i="0" kern="1200" dirty="0">
                <a:solidFill>
                  <a:schemeClr val="tx1"/>
                </a:solidFill>
                <a:effectLst/>
                <a:latin typeface="+mn-lt"/>
                <a:ea typeface="+mn-ea"/>
                <a:cs typeface="+mn-cs"/>
              </a:rPr>
              <a:t>Managed Identity</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สไลด์แนะนำสำหรับ</a:t>
            </a:r>
            <a:r>
              <a:rPr lang="en-US" sz="1200" b="0" i="0" kern="1200" dirty="0">
                <a:solidFill>
                  <a:schemeClr val="tx1"/>
                </a:solidFill>
                <a:effectLst/>
                <a:latin typeface="+mn-lt"/>
                <a:ea typeface="+mn-ea"/>
                <a:cs typeface="+mn-cs"/>
              </a:rPr>
              <a:t> Production</a:t>
            </a:r>
          </a:p>
          <a:p>
            <a:pPr lvl="0" fontAlgn="t"/>
            <a:r>
              <a:rPr lang="en-US" sz="1200" b="1" i="0" kern="1200" dirty="0">
                <a:solidFill>
                  <a:schemeClr val="tx1"/>
                </a:solidFill>
                <a:effectLst/>
                <a:latin typeface="+mn-lt"/>
                <a:ea typeface="+mn-ea"/>
                <a:cs typeface="+mn-cs"/>
              </a:rPr>
              <a:t>Secrets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Connection String</a:t>
            </a:r>
          </a:p>
          <a:p>
            <a:pPr fontAlgn="t"/>
            <a:r>
              <a:rPr lang="en-US" sz="1200" b="1" i="0" kern="1200" dirty="0" err="1">
                <a:solidFill>
                  <a:schemeClr val="tx1"/>
                </a:solidFill>
                <a:effectLst/>
                <a:latin typeface="+mn-lt"/>
                <a:ea typeface="+mn-ea"/>
                <a:cs typeface="+mn-cs"/>
              </a:rPr>
              <a:t>สรุปจำง่าย</a:t>
            </a:r>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KEDA = </a:t>
            </a:r>
            <a:r>
              <a:rPr lang="en-US" sz="1200" b="1" i="0" kern="1200" dirty="0" err="1">
                <a:solidFill>
                  <a:schemeClr val="tx1"/>
                </a:solidFill>
                <a:effectLst/>
                <a:latin typeface="+mn-lt"/>
                <a:ea typeface="+mn-ea"/>
                <a:cs typeface="+mn-cs"/>
              </a:rPr>
              <a:t>ตัว</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Autoscaler</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ที่ดู</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ปริมาณ</a:t>
            </a:r>
            <a:r>
              <a:rPr lang="en-US" sz="1200" b="1" i="0" kern="1200" dirty="0">
                <a:solidFill>
                  <a:schemeClr val="tx1"/>
                </a:solidFill>
                <a:effectLst/>
                <a:latin typeface="+mn-lt"/>
                <a:ea typeface="+mn-ea"/>
                <a:cs typeface="+mn-cs"/>
              </a:rPr>
              <a:t> Event/</a:t>
            </a:r>
            <a:r>
              <a:rPr lang="en-US" sz="1200" b="1" i="0" kern="1200" dirty="0" err="1">
                <a:solidFill>
                  <a:schemeClr val="tx1"/>
                </a:solidFill>
                <a:effectLst/>
                <a:latin typeface="+mn-lt"/>
                <a:ea typeface="+mn-ea"/>
                <a:cs typeface="+mn-cs"/>
              </a:rPr>
              <a:t>งาน</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แล้วปรับจำนวน</a:t>
            </a:r>
            <a:r>
              <a:rPr lang="en-US" sz="1200" b="1" i="0" kern="1200" dirty="0">
                <a:solidFill>
                  <a:schemeClr val="tx1"/>
                </a:solidFill>
                <a:effectLst/>
                <a:latin typeface="+mn-lt"/>
                <a:ea typeface="+mn-ea"/>
                <a:cs typeface="+mn-cs"/>
              </a:rPr>
              <a:t> Replica </a:t>
            </a:r>
            <a:r>
              <a:rPr lang="en-US" sz="1200" b="1" i="0" kern="1200" dirty="0" err="1">
                <a:solidFill>
                  <a:schemeClr val="tx1"/>
                </a:solidFill>
                <a:effectLst/>
                <a:latin typeface="+mn-lt"/>
                <a:ea typeface="+mn-ea"/>
                <a:cs typeface="+mn-cs"/>
              </a:rPr>
              <a:t>ให้เหมาะสม</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Event </a:t>
            </a:r>
            <a:r>
              <a:rPr lang="en-US" sz="1200" b="1" i="0" kern="1200" dirty="0" err="1">
                <a:solidFill>
                  <a:schemeClr val="tx1"/>
                </a:solidFill>
                <a:effectLst/>
                <a:latin typeface="+mn-lt"/>
                <a:ea typeface="+mn-ea"/>
                <a:cs typeface="+mn-cs"/>
              </a:rPr>
              <a:t>เยอะ</a:t>
            </a:r>
            <a:r>
              <a:rPr lang="en-US" sz="1200" b="1" i="0" kern="1200" dirty="0">
                <a:solidFill>
                  <a:schemeClr val="tx1"/>
                </a:solidFill>
                <a:effectLst/>
                <a:latin typeface="+mn-lt"/>
                <a:ea typeface="+mn-ea"/>
                <a:cs typeface="+mn-cs"/>
              </a:rPr>
              <a:t> → Scale Up 📈 → </a:t>
            </a:r>
            <a:r>
              <a:rPr lang="en-US" sz="1200" b="1" i="0" kern="1200" dirty="0" err="1">
                <a:solidFill>
                  <a:schemeClr val="tx1"/>
                </a:solidFill>
                <a:effectLst/>
                <a:latin typeface="+mn-lt"/>
                <a:ea typeface="+mn-ea"/>
                <a:cs typeface="+mn-cs"/>
              </a:rPr>
              <a:t>งานหมด</a:t>
            </a:r>
            <a:r>
              <a:rPr lang="en-US" sz="1200" b="1" i="0" kern="1200" dirty="0">
                <a:solidFill>
                  <a:schemeClr val="tx1"/>
                </a:solidFill>
                <a:effectLst/>
                <a:latin typeface="+mn-lt"/>
                <a:ea typeface="+mn-ea"/>
                <a:cs typeface="+mn-cs"/>
              </a:rPr>
              <a:t> → Scale Down 📉 → </a:t>
            </a:r>
            <a:r>
              <a:rPr lang="en-US" sz="1200" b="1" i="0" kern="1200" dirty="0" err="1">
                <a:solidFill>
                  <a:schemeClr val="tx1"/>
                </a:solidFill>
                <a:effectLst/>
                <a:latin typeface="+mn-lt"/>
                <a:ea typeface="+mn-ea"/>
                <a:cs typeface="+mn-cs"/>
              </a:rPr>
              <a:t>ไม่มีงาน</a:t>
            </a:r>
            <a:r>
              <a:rPr lang="en-US" sz="1200" b="1" i="0" kern="1200" dirty="0">
                <a:solidFill>
                  <a:schemeClr val="tx1"/>
                </a:solidFill>
                <a:effectLst/>
                <a:latin typeface="+mn-lt"/>
                <a:ea typeface="+mn-ea"/>
                <a:cs typeface="+mn-cs"/>
              </a:rPr>
              <a:t> → Scale to Zero 0️⃣</a:t>
            </a:r>
            <a:endParaRPr lang="en-US" sz="1200" b="0" i="0" kern="1200" dirty="0">
              <a:solidFill>
                <a:schemeClr val="tx1"/>
              </a:solidFill>
              <a:effectLst/>
              <a:latin typeface="+mn-lt"/>
              <a:ea typeface="+mn-ea"/>
              <a:cs typeface="+mn-cs"/>
            </a:endParaRPr>
          </a:p>
        </p:txBody>
      </p:sp>
      <p:sp>
        <p:nvSpPr>
          <p:cNvPr id="449401517"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32204861" name="Slide Image Placeholder 1"/>
          <p:cNvSpPr>
            <a:spLocks noGrp="1" noRot="1" noChangeAspect="1"/>
          </p:cNvSpPr>
          <p:nvPr>
            <p:ph type="sldImg"/>
          </p:nvPr>
        </p:nvSpPr>
        <p:spPr bwMode="auto">
          <a:xfrm>
            <a:off x="217488" y="812800"/>
            <a:ext cx="7124700" cy="4008438"/>
          </a:xfrm>
        </p:spPr>
      </p:sp>
      <p:sp>
        <p:nvSpPr>
          <p:cNvPr id="1311776371" name="Notes Placeholder 2"/>
          <p:cNvSpPr>
            <a:spLocks noGrp="1"/>
          </p:cNvSpPr>
          <p:nvPr>
            <p:ph type="body" idx="1"/>
          </p:nvPr>
        </p:nvSpPr>
        <p:spPr bwMode="auto"/>
        <p:txBody>
          <a:bodyPr/>
          <a:lstStyle/>
          <a:p>
            <a:pPr fontAlgn="t"/>
            <a:r>
              <a:rPr lang="en-US" sz="1200" b="0" i="0" kern="1200" dirty="0" err="1">
                <a:solidFill>
                  <a:schemeClr val="tx1"/>
                </a:solidFill>
                <a:effectLst/>
                <a:latin typeface="+mn-lt"/>
                <a:ea typeface="+mn-ea"/>
                <a:cs typeface="+mn-cs"/>
              </a:rPr>
              <a:t>การใช้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KEDA Scalers </a:t>
            </a:r>
            <a:r>
              <a:rPr lang="en-US" sz="1200" b="1" i="0" kern="1200" dirty="0" err="1">
                <a:solidFill>
                  <a:schemeClr val="tx1"/>
                </a:solidFill>
                <a:effectLst/>
                <a:latin typeface="+mn-lt"/>
                <a:ea typeface="+mn-ea"/>
                <a:cs typeface="+mn-cs"/>
              </a:rPr>
              <a:t>สำหรับ</a:t>
            </a:r>
            <a:r>
              <a:rPr lang="en-US" sz="1200" b="1" i="0" kern="1200" dirty="0">
                <a:solidFill>
                  <a:schemeClr val="tx1"/>
                </a:solidFill>
                <a:effectLst/>
                <a:latin typeface="+mn-lt"/>
                <a:ea typeface="+mn-ea"/>
                <a:cs typeface="+mn-cs"/>
              </a:rPr>
              <a:t> Workload </a:t>
            </a:r>
            <a:r>
              <a:rPr lang="en-US" sz="1200" b="1" i="0" kern="1200" dirty="0" err="1">
                <a:solidFill>
                  <a:schemeClr val="tx1"/>
                </a:solidFill>
                <a:effectLst/>
                <a:latin typeface="+mn-lt"/>
                <a:ea typeface="+mn-ea"/>
                <a:cs typeface="+mn-cs"/>
              </a:rPr>
              <a:t>แบบกำหนดเอง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นอกเหนือจากบริการ</a:t>
            </a:r>
            <a:r>
              <a:rPr lang="en-US" sz="1200" b="0" i="0" kern="1200" dirty="0">
                <a:solidFill>
                  <a:schemeClr val="tx1"/>
                </a:solidFill>
                <a:effectLst/>
                <a:latin typeface="+mn-lt"/>
                <a:ea typeface="+mn-ea"/>
                <a:cs typeface="+mn-cs"/>
              </a:rPr>
              <a:t> Azure </a:t>
            </a:r>
            <a:r>
              <a:rPr lang="en-US" sz="1200" b="0" i="0" kern="1200" dirty="0" err="1">
                <a:solidFill>
                  <a:schemeClr val="tx1"/>
                </a:solidFill>
                <a:effectLst/>
                <a:latin typeface="+mn-lt"/>
                <a:ea typeface="+mn-ea"/>
                <a:cs typeface="+mn-cs"/>
              </a:rPr>
              <a:t>โดยตรง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เพื่อให้</a:t>
            </a:r>
            <a:r>
              <a:rPr lang="en-US" sz="1200" b="0" i="0" kern="1200" dirty="0">
                <a:solidFill>
                  <a:schemeClr val="tx1"/>
                </a:solidFill>
                <a:effectLst/>
                <a:latin typeface="+mn-lt"/>
                <a:ea typeface="+mn-ea"/>
                <a:cs typeface="+mn-cs"/>
              </a:rPr>
              <a:t> Container Apps </a:t>
            </a:r>
            <a:r>
              <a:rPr lang="en-US" sz="1200" b="0" i="0" kern="1200" dirty="0" err="1">
                <a:solidFill>
                  <a:schemeClr val="tx1"/>
                </a:solidFill>
                <a:effectLst/>
                <a:latin typeface="+mn-lt"/>
                <a:ea typeface="+mn-ea"/>
                <a:cs typeface="+mn-cs"/>
              </a:rPr>
              <a:t>ปรับจำนวน</a:t>
            </a:r>
            <a:r>
              <a:rPr lang="en-US" sz="1200" b="0" i="0" kern="1200" dirty="0">
                <a:solidFill>
                  <a:schemeClr val="tx1"/>
                </a:solidFill>
                <a:effectLst/>
                <a:latin typeface="+mn-lt"/>
                <a:ea typeface="+mn-ea"/>
                <a:cs typeface="+mn-cs"/>
              </a:rPr>
              <a:t> Replica </a:t>
            </a:r>
            <a:r>
              <a:rPr lang="en-US" sz="1200" b="0" i="0" kern="1200" dirty="0" err="1">
                <a:solidFill>
                  <a:schemeClr val="tx1"/>
                </a:solidFill>
                <a:effectLst/>
                <a:latin typeface="+mn-lt"/>
                <a:ea typeface="+mn-ea"/>
                <a:cs typeface="+mn-cs"/>
              </a:rPr>
              <a:t>ตามเงื่อนไขของระบบได้</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KEDA </a:t>
            </a:r>
            <a:r>
              <a:rPr lang="en-US" sz="1200" b="1" i="0" kern="1200" dirty="0" err="1">
                <a:solidFill>
                  <a:schemeClr val="tx1"/>
                </a:solidFill>
                <a:effectLst/>
                <a:latin typeface="+mn-lt"/>
                <a:ea typeface="+mn-ea"/>
                <a:cs typeface="+mn-cs"/>
              </a:rPr>
              <a:t>สามารถ</a:t>
            </a:r>
            <a:r>
              <a:rPr lang="en-US" sz="1200" b="1" i="0" kern="1200" dirty="0">
                <a:solidFill>
                  <a:schemeClr val="tx1"/>
                </a:solidFill>
                <a:effectLst/>
                <a:latin typeface="+mn-lt"/>
                <a:ea typeface="+mn-ea"/>
                <a:cs typeface="+mn-cs"/>
              </a:rPr>
              <a:t> Scale </a:t>
            </a:r>
            <a:r>
              <a:rPr lang="en-US" sz="1200" b="1" i="0" kern="1200" dirty="0" err="1">
                <a:solidFill>
                  <a:schemeClr val="tx1"/>
                </a:solidFill>
                <a:effectLst/>
                <a:latin typeface="+mn-lt"/>
                <a:ea typeface="+mn-ea"/>
                <a:cs typeface="+mn-cs"/>
              </a:rPr>
              <a:t>จากอะไรได้บ้าง</a:t>
            </a:r>
            <a:r>
              <a:rPr lang="en-US" sz="1200" b="1" i="0" kern="1200" dirty="0">
                <a:solidFill>
                  <a:schemeClr val="tx1"/>
                </a:solidFill>
                <a:effectLst/>
                <a:latin typeface="+mn-lt"/>
                <a:ea typeface="+mn-ea"/>
                <a:cs typeface="+mn-cs"/>
              </a:rPr>
              <a:t>?</a:t>
            </a:r>
          </a:p>
          <a:p>
            <a:pPr lvl="0" fontAlgn="t"/>
            <a:r>
              <a:rPr lang="en-US" sz="1200" b="1" i="0" kern="1200" dirty="0">
                <a:solidFill>
                  <a:schemeClr val="tx1"/>
                </a:solidFill>
                <a:effectLst/>
                <a:latin typeface="+mn-lt"/>
                <a:ea typeface="+mn-ea"/>
                <a:cs typeface="+mn-cs"/>
              </a:rPr>
              <a:t>Kafka</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ดูปริมาณงานค้างของ</a:t>
            </a:r>
            <a:r>
              <a:rPr lang="en-US" sz="1200" b="0" i="0" kern="1200" dirty="0">
                <a:solidFill>
                  <a:schemeClr val="tx1"/>
                </a:solidFill>
                <a:effectLst/>
                <a:latin typeface="+mn-lt"/>
                <a:ea typeface="+mn-ea"/>
                <a:cs typeface="+mn-cs"/>
              </a:rPr>
              <a:t> Consumer Group </a:t>
            </a:r>
            <a:r>
              <a:rPr lang="en-US" sz="1200" b="0" i="0" kern="1200" dirty="0" err="1">
                <a:solidFill>
                  <a:schemeClr val="tx1"/>
                </a:solidFill>
                <a:effectLst/>
                <a:latin typeface="+mn-lt"/>
                <a:ea typeface="+mn-ea"/>
                <a:cs typeface="+mn-cs"/>
              </a:rPr>
              <a:t>ในแต่ละ</a:t>
            </a:r>
            <a:r>
              <a:rPr lang="en-US" sz="1200" b="0" i="0" kern="1200" dirty="0">
                <a:solidFill>
                  <a:schemeClr val="tx1"/>
                </a:solidFill>
                <a:effectLst/>
                <a:latin typeface="+mn-lt"/>
                <a:ea typeface="+mn-ea"/>
                <a:cs typeface="+mn-cs"/>
              </a:rPr>
              <a:t> Partition</a:t>
            </a:r>
          </a:p>
          <a:p>
            <a:pPr lvl="0" fontAlgn="t"/>
            <a:r>
              <a:rPr lang="en-US" sz="1200" b="1" i="0" kern="1200" dirty="0">
                <a:solidFill>
                  <a:schemeClr val="tx1"/>
                </a:solidFill>
                <a:effectLst/>
                <a:latin typeface="+mn-lt"/>
                <a:ea typeface="+mn-ea"/>
                <a:cs typeface="+mn-cs"/>
              </a:rPr>
              <a:t>Redis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ดูจำนวนรายการใน</a:t>
            </a:r>
            <a:r>
              <a:rPr lang="en-US" sz="1200" b="0" i="0" kern="1200" dirty="0">
                <a:solidFill>
                  <a:schemeClr val="tx1"/>
                </a:solidFill>
                <a:effectLst/>
                <a:latin typeface="+mn-lt"/>
                <a:ea typeface="+mn-ea"/>
                <a:cs typeface="+mn-cs"/>
              </a:rPr>
              <a:t> List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Stream </a:t>
            </a:r>
            <a:r>
              <a:rPr lang="en-US" sz="1200" b="0" i="0" kern="1200" dirty="0" err="1">
                <a:solidFill>
                  <a:schemeClr val="tx1"/>
                </a:solidFill>
                <a:effectLst/>
                <a:latin typeface="+mn-lt"/>
                <a:ea typeface="+mn-ea"/>
                <a:cs typeface="+mn-cs"/>
              </a:rPr>
              <a:t>ที่ยังรอประมวลผล</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Cron</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เพิ่ม</a:t>
            </a:r>
            <a:r>
              <a:rPr lang="en-US" sz="1200" b="0" i="0" kern="1200" dirty="0">
                <a:solidFill>
                  <a:schemeClr val="tx1"/>
                </a:solidFill>
                <a:effectLst/>
                <a:latin typeface="+mn-lt"/>
                <a:ea typeface="+mn-ea"/>
                <a:cs typeface="+mn-cs"/>
              </a:rPr>
              <a:t> Replica </a:t>
            </a:r>
            <a:r>
              <a:rPr lang="en-US" sz="1200" b="0" i="0" kern="1200" dirty="0" err="1">
                <a:solidFill>
                  <a:schemeClr val="tx1"/>
                </a:solidFill>
                <a:effectLst/>
                <a:latin typeface="+mn-lt"/>
                <a:ea typeface="+mn-ea"/>
                <a:cs typeface="+mn-cs"/>
              </a:rPr>
              <a:t>ตามช่วงเวลาที่กำหนด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เหมาะกับช่วงที่รู้ล่วงหน้าว่างานจะเยอะ</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Prometheus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Metrics </a:t>
            </a:r>
            <a:r>
              <a:rPr lang="en-US" sz="1200" b="0" i="0" kern="1200" dirty="0" err="1">
                <a:solidFill>
                  <a:schemeClr val="tx1"/>
                </a:solidFill>
                <a:effectLst/>
                <a:latin typeface="+mn-lt"/>
                <a:ea typeface="+mn-ea"/>
                <a:cs typeface="+mn-cs"/>
              </a:rPr>
              <a:t>ที่กำหนดเองผ่าน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PromQL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เป็นเงื่อนไขในการ</a:t>
            </a:r>
            <a:r>
              <a:rPr lang="en-US" sz="1200" b="0" i="0" kern="1200" dirty="0">
                <a:solidFill>
                  <a:schemeClr val="tx1"/>
                </a:solidFill>
                <a:effectLst/>
                <a:latin typeface="+mn-lt"/>
                <a:ea typeface="+mn-ea"/>
                <a:cs typeface="+mn-cs"/>
              </a:rPr>
              <a:t> Scale</a:t>
            </a:r>
          </a:p>
          <a:p>
            <a:pPr fontAlgn="t"/>
            <a:r>
              <a:rPr lang="en-US" sz="1200" b="1" i="0" kern="1200" dirty="0" err="1">
                <a:solidFill>
                  <a:schemeClr val="tx1"/>
                </a:solidFill>
                <a:effectLst/>
                <a:latin typeface="+mn-lt"/>
                <a:ea typeface="+mn-ea"/>
                <a:cs typeface="+mn-cs"/>
              </a:rPr>
              <a:t>สามารถใช้หลาย</a:t>
            </a:r>
            <a:r>
              <a:rPr lang="en-US" sz="1200" b="1" i="0" kern="1200" dirty="0">
                <a:solidFill>
                  <a:schemeClr val="tx1"/>
                </a:solidFill>
                <a:effectLst/>
                <a:latin typeface="+mn-lt"/>
                <a:ea typeface="+mn-ea"/>
                <a:cs typeface="+mn-cs"/>
              </a:rPr>
              <a:t> Scaler </a:t>
            </a:r>
            <a:r>
              <a:rPr lang="en-US" sz="1200" b="1" i="0" kern="1200" dirty="0" err="1">
                <a:solidFill>
                  <a:schemeClr val="tx1"/>
                </a:solidFill>
                <a:effectLst/>
                <a:latin typeface="+mn-lt"/>
                <a:ea typeface="+mn-ea"/>
                <a:cs typeface="+mn-cs"/>
              </a:rPr>
              <a:t>ร่วมกันได้</a:t>
            </a:r>
            <a:endParaRPr lang="en-US" sz="1200" b="1"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ตัวอย่าง</a:t>
            </a:r>
            <a:r>
              <a:rPr lang="en-US" sz="1200" b="0" i="0" kern="1200" dirty="0">
                <a:solidFill>
                  <a:schemeClr val="tx1"/>
                </a:solidFill>
                <a:effectLst/>
                <a:latin typeface="+mn-lt"/>
                <a:ea typeface="+mn-ea"/>
                <a:cs typeface="+mn-cs"/>
              </a:rPr>
              <a:t>:</a:t>
            </a:r>
          </a:p>
          <a:p>
            <a:pPr fontAlgn="t"/>
            <a:r>
              <a:rPr lang="en-US" sz="1200" b="1" i="0" kern="1200" dirty="0">
                <a:solidFill>
                  <a:schemeClr val="tx1"/>
                </a:solidFill>
                <a:effectLst/>
                <a:latin typeface="+mn-lt"/>
                <a:ea typeface="+mn-ea"/>
                <a:cs typeface="+mn-cs"/>
              </a:rPr>
              <a:t>Cron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เตรียม</a:t>
            </a:r>
            <a:r>
              <a:rPr lang="en-US" sz="1200" b="0" i="0" kern="1200" dirty="0">
                <a:solidFill>
                  <a:schemeClr val="tx1"/>
                </a:solidFill>
                <a:effectLst/>
                <a:latin typeface="+mn-lt"/>
                <a:ea typeface="+mn-ea"/>
                <a:cs typeface="+mn-cs"/>
              </a:rPr>
              <a:t> Replica </a:t>
            </a:r>
            <a:r>
              <a:rPr lang="en-US" sz="1200" b="0" i="0" kern="1200" dirty="0" err="1">
                <a:solidFill>
                  <a:schemeClr val="tx1"/>
                </a:solidFill>
                <a:effectLst/>
                <a:latin typeface="+mn-lt"/>
                <a:ea typeface="+mn-ea"/>
                <a:cs typeface="+mn-cs"/>
              </a:rPr>
              <a:t>ขั้นต่ำตามเวลา</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HTTP/Event Scaler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เพิ่ม</a:t>
            </a:r>
            <a:r>
              <a:rPr lang="en-US" sz="1200" b="0" i="0" kern="1200" dirty="0">
                <a:solidFill>
                  <a:schemeClr val="tx1"/>
                </a:solidFill>
                <a:effectLst/>
                <a:latin typeface="+mn-lt"/>
                <a:ea typeface="+mn-ea"/>
                <a:cs typeface="+mn-cs"/>
              </a:rPr>
              <a:t> Replica </a:t>
            </a:r>
            <a:r>
              <a:rPr lang="en-US" sz="1200" b="0" i="0" kern="1200" dirty="0" err="1">
                <a:solidFill>
                  <a:schemeClr val="tx1"/>
                </a:solidFill>
                <a:effectLst/>
                <a:latin typeface="+mn-lt"/>
                <a:ea typeface="+mn-ea"/>
                <a:cs typeface="+mn-cs"/>
              </a:rPr>
              <a:t>ตามปริมาณงานจริง</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หากมีกฎหลายตัว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ระบบจะเลือก</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จำนวน</a:t>
            </a:r>
            <a:r>
              <a:rPr lang="en-US" sz="1200" b="1" i="0" kern="1200" dirty="0">
                <a:solidFill>
                  <a:schemeClr val="tx1"/>
                </a:solidFill>
                <a:effectLst/>
                <a:latin typeface="+mn-lt"/>
                <a:ea typeface="+mn-ea"/>
                <a:cs typeface="+mn-cs"/>
              </a:rPr>
              <a:t> Replica </a:t>
            </a:r>
            <a:r>
              <a:rPr lang="en-US" sz="1200" b="1" i="0" kern="1200" dirty="0" err="1">
                <a:solidFill>
                  <a:schemeClr val="tx1"/>
                </a:solidFill>
                <a:effectLst/>
                <a:latin typeface="+mn-lt"/>
                <a:ea typeface="+mn-ea"/>
                <a:cs typeface="+mn-cs"/>
              </a:rPr>
              <a:t>ที่สูงที่สุดที่แต่ละกฎต้องการ</a:t>
            </a: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กรณีย้ายมาจาก</a:t>
            </a:r>
            <a:r>
              <a:rPr lang="en-US" sz="1200" b="1" i="0" kern="1200" dirty="0">
                <a:solidFill>
                  <a:schemeClr val="tx1"/>
                </a:solidFill>
                <a:effectLst/>
                <a:latin typeface="+mn-lt"/>
                <a:ea typeface="+mn-ea"/>
                <a:cs typeface="+mn-cs"/>
              </a:rPr>
              <a:t> Kubernetes KEDA</a:t>
            </a:r>
          </a:p>
          <a:p>
            <a:pPr fontAlgn="t"/>
            <a:r>
              <a:rPr lang="en-US" sz="1200" b="0" i="0" kern="1200" dirty="0" err="1">
                <a:solidFill>
                  <a:schemeClr val="tx1"/>
                </a:solidFill>
                <a:effectLst/>
                <a:latin typeface="+mn-lt"/>
                <a:ea typeface="+mn-ea"/>
                <a:cs typeface="+mn-cs"/>
              </a:rPr>
              <a:t>แนวคิดหลักคือ</a:t>
            </a:r>
            <a:r>
              <a:rPr lang="en-US" sz="1200" b="0" i="0" kern="1200" dirty="0">
                <a:solidFill>
                  <a:schemeClr val="tx1"/>
                </a:solidFill>
                <a:effectLst/>
                <a:latin typeface="+mn-lt"/>
                <a:ea typeface="+mn-ea"/>
                <a:cs typeface="+mn-cs"/>
              </a:rPr>
              <a:t>:</a:t>
            </a:r>
          </a:p>
          <a:p>
            <a:pPr lvl="0" fontAlgn="t"/>
            <a:r>
              <a:rPr lang="en-US" sz="1200" b="0" i="0" kern="1200" dirty="0" err="1">
                <a:solidFill>
                  <a:schemeClr val="tx1"/>
                </a:solidFill>
                <a:effectLst/>
                <a:latin typeface="+mn-lt"/>
                <a:ea typeface="+mn-ea"/>
                <a:cs typeface="+mn-cs"/>
              </a:rPr>
              <a:t>นำ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ScaledObject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มา</a:t>
            </a:r>
            <a:r>
              <a:rPr lang="en-US" sz="1200" b="0" i="0" kern="1200" dirty="0">
                <a:solidFill>
                  <a:schemeClr val="tx1"/>
                </a:solidFill>
                <a:effectLst/>
                <a:latin typeface="+mn-lt"/>
                <a:ea typeface="+mn-ea"/>
                <a:cs typeface="+mn-cs"/>
              </a:rPr>
              <a:t> Mapping </a:t>
            </a:r>
            <a:r>
              <a:rPr lang="en-US" sz="1200" b="0" i="0" kern="1200" dirty="0" err="1">
                <a:solidFill>
                  <a:schemeClr val="tx1"/>
                </a:solidFill>
                <a:effectLst/>
                <a:latin typeface="+mn-lt"/>
                <a:ea typeface="+mn-ea"/>
                <a:cs typeface="+mn-cs"/>
              </a:rPr>
              <a:t>เป็น</a:t>
            </a:r>
            <a:r>
              <a:rPr lang="en-US" sz="1200" b="0" i="0" kern="1200" dirty="0">
                <a:solidFill>
                  <a:schemeClr val="tx1"/>
                </a:solidFill>
                <a:effectLst/>
                <a:latin typeface="+mn-lt"/>
                <a:ea typeface="+mn-ea"/>
                <a:cs typeface="+mn-cs"/>
              </a:rPr>
              <a:t> Scale Rule ของ Container Apps</a:t>
            </a:r>
          </a:p>
          <a:p>
            <a:pPr lvl="0" fontAlgn="t"/>
            <a:r>
              <a:rPr lang="en-US" sz="1200" b="0" i="0" kern="1200" dirty="0" err="1">
                <a:solidFill>
                  <a:schemeClr val="tx1"/>
                </a:solidFill>
                <a:effectLst/>
                <a:latin typeface="+mn-lt"/>
                <a:ea typeface="+mn-ea"/>
                <a:cs typeface="+mn-cs"/>
              </a:rPr>
              <a:t>นำค่า</a:t>
            </a:r>
            <a:r>
              <a:rPr lang="en-US" sz="1200" b="0" i="0" kern="1200" dirty="0">
                <a:solidFill>
                  <a:schemeClr val="tx1"/>
                </a:solidFill>
                <a:effectLst/>
                <a:latin typeface="+mn-lt"/>
                <a:ea typeface="+mn-ea"/>
                <a:cs typeface="+mn-cs"/>
              </a:rPr>
              <a:t> Metadata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Authentication </a:t>
            </a:r>
            <a:r>
              <a:rPr lang="en-US" sz="1200" b="0" i="0" kern="1200" dirty="0" err="1">
                <a:solidFill>
                  <a:schemeClr val="tx1"/>
                </a:solidFill>
                <a:effectLst/>
                <a:latin typeface="+mn-lt"/>
                <a:ea typeface="+mn-ea"/>
                <a:cs typeface="+mn-cs"/>
              </a:rPr>
              <a:t>ที่เกี่ยวข้องมาปรับใช้</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เปลี่ยน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TriggerAuthentication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ไปใช้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Secrets </a:t>
            </a:r>
            <a:r>
              <a:rPr lang="en-US" sz="1200" b="1" i="0" kern="1200" dirty="0" err="1">
                <a:solidFill>
                  <a:schemeClr val="tx1"/>
                </a:solidFill>
                <a:effectLst/>
                <a:latin typeface="+mn-lt"/>
                <a:ea typeface="+mn-ea"/>
                <a:cs typeface="+mn-cs"/>
              </a:rPr>
              <a:t>หรือ</a:t>
            </a:r>
            <a:r>
              <a:rPr lang="en-US" sz="1200" b="1" i="0" kern="1200" dirty="0">
                <a:solidFill>
                  <a:schemeClr val="tx1"/>
                </a:solidFill>
                <a:effectLst/>
                <a:latin typeface="+mn-lt"/>
                <a:ea typeface="+mn-ea"/>
                <a:cs typeface="+mn-cs"/>
              </a:rPr>
              <a:t> Identity</a:t>
            </a: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สรุปจำง่าย</a:t>
            </a:r>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KEDA = Autoscaling </a:t>
            </a:r>
            <a:r>
              <a:rPr lang="en-US" sz="1200" b="1" i="0" kern="1200" dirty="0" err="1">
                <a:solidFill>
                  <a:schemeClr val="tx1"/>
                </a:solidFill>
                <a:effectLst/>
                <a:latin typeface="+mn-lt"/>
                <a:ea typeface="+mn-ea"/>
                <a:cs typeface="+mn-cs"/>
              </a:rPr>
              <a:t>ที่ยืดหยุ่นตาม</a:t>
            </a:r>
            <a:r>
              <a:rPr lang="en-US" sz="1200" b="1" i="0" kern="1200" dirty="0">
                <a:solidFill>
                  <a:schemeClr val="tx1"/>
                </a:solidFill>
                <a:effectLst/>
                <a:latin typeface="+mn-lt"/>
                <a:ea typeface="+mn-ea"/>
                <a:cs typeface="+mn-cs"/>
              </a:rPr>
              <a:t> Workload</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Kafka </a:t>
            </a:r>
            <a:r>
              <a:rPr lang="en-US" sz="1200" b="1" i="0" kern="1200" dirty="0" err="1">
                <a:solidFill>
                  <a:schemeClr val="tx1"/>
                </a:solidFill>
                <a:effectLst/>
                <a:latin typeface="+mn-lt"/>
                <a:ea typeface="+mn-ea"/>
                <a:cs typeface="+mn-cs"/>
              </a:rPr>
              <a:t>งานค้างเยอะ</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เพิ่ม</a:t>
            </a:r>
            <a:r>
              <a:rPr lang="en-US" sz="1200" b="1" i="0" kern="1200" dirty="0">
                <a:solidFill>
                  <a:schemeClr val="tx1"/>
                </a:solidFill>
                <a:effectLst/>
                <a:latin typeface="+mn-lt"/>
                <a:ea typeface="+mn-ea"/>
                <a:cs typeface="+mn-cs"/>
              </a:rPr>
              <a:t> Replica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รู้ว่าทุก</a:t>
            </a:r>
            <a:r>
              <a:rPr lang="en-US" sz="1200" b="1" i="0" kern="1200" dirty="0">
                <a:solidFill>
                  <a:schemeClr val="tx1"/>
                </a:solidFill>
                <a:effectLst/>
                <a:latin typeface="+mn-lt"/>
                <a:ea typeface="+mn-ea"/>
                <a:cs typeface="+mn-cs"/>
              </a:rPr>
              <a:t> 9 </a:t>
            </a:r>
            <a:r>
              <a:rPr lang="en-US" sz="1200" b="1" i="0" kern="1200" dirty="0" err="1">
                <a:solidFill>
                  <a:schemeClr val="tx1"/>
                </a:solidFill>
                <a:effectLst/>
                <a:latin typeface="+mn-lt"/>
                <a:ea typeface="+mn-ea"/>
                <a:cs typeface="+mn-cs"/>
              </a:rPr>
              <a:t>โมงงานเยอะ</a:t>
            </a:r>
            <a:r>
              <a:rPr lang="en-US" sz="1200" b="1" i="0" kern="1200" dirty="0">
                <a:solidFill>
                  <a:schemeClr val="tx1"/>
                </a:solidFill>
                <a:effectLst/>
                <a:latin typeface="+mn-lt"/>
                <a:ea typeface="+mn-ea"/>
                <a:cs typeface="+mn-cs"/>
              </a:rPr>
              <a:t> → Cron </a:t>
            </a:r>
            <a:r>
              <a:rPr lang="en-US" sz="1200" b="1" i="0" kern="1200" dirty="0" err="1">
                <a:solidFill>
                  <a:schemeClr val="tx1"/>
                </a:solidFill>
                <a:effectLst/>
                <a:latin typeface="+mn-lt"/>
                <a:ea typeface="+mn-ea"/>
                <a:cs typeface="+mn-cs"/>
              </a:rPr>
              <a:t>สั่งเตรียม</a:t>
            </a:r>
            <a:r>
              <a:rPr lang="en-US" sz="1200" b="1" i="0" kern="1200" dirty="0">
                <a:solidFill>
                  <a:schemeClr val="tx1"/>
                </a:solidFill>
                <a:effectLst/>
                <a:latin typeface="+mn-lt"/>
                <a:ea typeface="+mn-ea"/>
                <a:cs typeface="+mn-cs"/>
              </a:rPr>
              <a:t> Replica </a:t>
            </a:r>
            <a:r>
              <a:rPr lang="en-US" sz="1200" b="1" i="0" kern="1200" dirty="0" err="1">
                <a:solidFill>
                  <a:schemeClr val="tx1"/>
                </a:solidFill>
                <a:effectLst/>
                <a:latin typeface="+mn-lt"/>
                <a:ea typeface="+mn-ea"/>
                <a:cs typeface="+mn-cs"/>
              </a:rPr>
              <a:t>ไว้ล่วงหน้า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ทำให้รองรับทั้งการ</a:t>
            </a:r>
            <a:r>
              <a:rPr lang="en-US" sz="1200" b="0" i="0" kern="1200" dirty="0">
                <a:solidFill>
                  <a:schemeClr val="tx1"/>
                </a:solidFill>
                <a:effectLst/>
                <a:latin typeface="+mn-lt"/>
                <a:ea typeface="+mn-ea"/>
                <a:cs typeface="+mn-cs"/>
              </a:rPr>
              <a:t> Scale </a:t>
            </a:r>
            <a:r>
              <a:rPr lang="en-US" sz="1200" b="0" i="0" kern="1200" dirty="0" err="1">
                <a:solidFill>
                  <a:schemeClr val="tx1"/>
                </a:solidFill>
                <a:effectLst/>
                <a:latin typeface="+mn-lt"/>
                <a:ea typeface="+mn-ea"/>
                <a:cs typeface="+mn-cs"/>
              </a:rPr>
              <a:t>ตาม</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เวลา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และตาม</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ปริมาณงานจริง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ได้ครับ</a:t>
            </a:r>
            <a:endParaRPr lang="en-US" sz="1200" b="0" i="0" kern="1200" dirty="0">
              <a:solidFill>
                <a:schemeClr val="tx1"/>
              </a:solidFill>
              <a:effectLst/>
              <a:latin typeface="+mn-lt"/>
              <a:ea typeface="+mn-ea"/>
              <a:cs typeface="+mn-cs"/>
            </a:endParaRPr>
          </a:p>
        </p:txBody>
      </p:sp>
      <p:sp>
        <p:nvSpPr>
          <p:cNvPr id="665909859"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59E423-A47E-586E-FBF1-2B304E084B05}"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23676512" name="Slide Image Placeholder 1"/>
          <p:cNvSpPr>
            <a:spLocks noGrp="1" noRot="1" noChangeAspect="1"/>
          </p:cNvSpPr>
          <p:nvPr>
            <p:ph type="sldImg"/>
          </p:nvPr>
        </p:nvSpPr>
        <p:spPr bwMode="auto">
          <a:xfrm>
            <a:off x="217488" y="812800"/>
            <a:ext cx="7124700" cy="4008438"/>
          </a:xfrm>
        </p:spPr>
      </p:sp>
      <p:sp>
        <p:nvSpPr>
          <p:cNvPr id="493138715" name="Notes Placeholder 2"/>
          <p:cNvSpPr>
            <a:spLocks noGrp="1"/>
          </p:cNvSpPr>
          <p:nvPr>
            <p:ph type="body" idx="1"/>
          </p:nvPr>
        </p:nvSpPr>
        <p:spPr bwMode="auto"/>
        <p:txBody>
          <a:bodyPr/>
          <a:lstStyle/>
          <a:p>
            <a:pPr fontAlgn="t"/>
            <a:r>
              <a:rPr lang="en-US" sz="1200" b="0" i="0" kern="1200" dirty="0" err="1">
                <a:solidFill>
                  <a:schemeClr val="tx1"/>
                </a:solidFill>
                <a:effectLst/>
                <a:latin typeface="+mn-lt"/>
                <a:ea typeface="+mn-ea"/>
                <a:cs typeface="+mn-cs"/>
              </a:rPr>
              <a:t>การ</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เลือก</a:t>
            </a:r>
            <a:r>
              <a:rPr lang="en-US" sz="1200" b="1" i="0" kern="1200" dirty="0">
                <a:solidFill>
                  <a:schemeClr val="tx1"/>
                </a:solidFill>
                <a:effectLst/>
                <a:latin typeface="+mn-lt"/>
                <a:ea typeface="+mn-ea"/>
                <a:cs typeface="+mn-cs"/>
              </a:rPr>
              <a:t> CPU/Memory </a:t>
            </a:r>
            <a:r>
              <a:rPr lang="en-US" sz="1200" b="1" i="0" kern="1200" dirty="0" err="1">
                <a:solidFill>
                  <a:schemeClr val="tx1"/>
                </a:solidFill>
                <a:effectLst/>
                <a:latin typeface="+mn-lt"/>
                <a:ea typeface="+mn-ea"/>
                <a:cs typeface="+mn-cs"/>
              </a:rPr>
              <a:t>และรูปแบบ</a:t>
            </a:r>
            <a:r>
              <a:rPr lang="en-US" sz="1200" b="1" i="0" kern="1200" dirty="0">
                <a:solidFill>
                  <a:schemeClr val="tx1"/>
                </a:solidFill>
                <a:effectLst/>
                <a:latin typeface="+mn-lt"/>
                <a:ea typeface="+mn-ea"/>
                <a:cs typeface="+mn-cs"/>
              </a:rPr>
              <a:t> Compute ของ Azure Container Apps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เพื่อให้ได้สมดุลระหว่าง</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Performance </a:t>
            </a:r>
            <a:r>
              <a:rPr lang="en-US" sz="1200" b="1" i="0" kern="1200" dirty="0" err="1">
                <a:solidFill>
                  <a:schemeClr val="tx1"/>
                </a:solidFill>
                <a:effectLst/>
                <a:latin typeface="+mn-lt"/>
                <a:ea typeface="+mn-ea"/>
                <a:cs typeface="+mn-cs"/>
              </a:rPr>
              <a:t>กับ</a:t>
            </a:r>
            <a:r>
              <a:rPr lang="en-US" sz="1200" b="1" i="0" kern="1200" dirty="0">
                <a:solidFill>
                  <a:schemeClr val="tx1"/>
                </a:solidFill>
                <a:effectLst/>
                <a:latin typeface="+mn-lt"/>
                <a:ea typeface="+mn-ea"/>
                <a:cs typeface="+mn-cs"/>
              </a:rPr>
              <a:t> Cost</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a:t>
            </a:r>
            <a:r>
              <a:rPr lang="en-US" sz="1200" b="1" i="0" kern="1200" dirty="0" err="1">
                <a:solidFill>
                  <a:schemeClr val="tx1"/>
                </a:solidFill>
                <a:effectLst/>
                <a:latin typeface="+mn-lt"/>
                <a:ea typeface="+mn-ea"/>
                <a:cs typeface="+mn-cs"/>
              </a:rPr>
              <a:t>กำหนดทรัพยากรต่อ</a:t>
            </a:r>
            <a:r>
              <a:rPr lang="en-US" sz="1200" b="1" i="0" kern="1200" dirty="0">
                <a:solidFill>
                  <a:schemeClr val="tx1"/>
                </a:solidFill>
                <a:effectLst/>
                <a:latin typeface="+mn-lt"/>
                <a:ea typeface="+mn-ea"/>
                <a:cs typeface="+mn-cs"/>
              </a:rPr>
              <a:t> Replica</a:t>
            </a:r>
          </a:p>
          <a:p>
            <a:pPr fontAlgn="t"/>
            <a:r>
              <a:rPr lang="en-US" sz="1200" b="0" i="0" kern="1200" dirty="0" err="1">
                <a:solidFill>
                  <a:schemeClr val="tx1"/>
                </a:solidFill>
                <a:effectLst/>
                <a:latin typeface="+mn-lt"/>
                <a:ea typeface="+mn-ea"/>
                <a:cs typeface="+mn-cs"/>
              </a:rPr>
              <a:t>แต่ละ</a:t>
            </a:r>
            <a:r>
              <a:rPr lang="en-US" sz="1200" b="0" i="0" kern="1200" dirty="0">
                <a:solidFill>
                  <a:schemeClr val="tx1"/>
                </a:solidFill>
                <a:effectLst/>
                <a:latin typeface="+mn-lt"/>
                <a:ea typeface="+mn-ea"/>
                <a:cs typeface="+mn-cs"/>
              </a:rPr>
              <a:t> Replica </a:t>
            </a:r>
            <a:r>
              <a:rPr lang="en-US" sz="1200" b="0" i="0" kern="1200" dirty="0" err="1">
                <a:solidFill>
                  <a:schemeClr val="tx1"/>
                </a:solidFill>
                <a:effectLst/>
                <a:latin typeface="+mn-lt"/>
                <a:ea typeface="+mn-ea"/>
                <a:cs typeface="+mn-cs"/>
              </a:rPr>
              <a:t>จะได้รับ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CPU (vCPU) + Memory (GiB)</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ถ้าใช้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Memory </a:t>
            </a:r>
            <a:r>
              <a:rPr lang="en-US" sz="1200" b="1" i="0" kern="1200" dirty="0" err="1">
                <a:solidFill>
                  <a:schemeClr val="tx1"/>
                </a:solidFill>
                <a:effectLst/>
                <a:latin typeface="+mn-lt"/>
                <a:ea typeface="+mn-ea"/>
                <a:cs typeface="+mn-cs"/>
              </a:rPr>
              <a:t>เกิน</a:t>
            </a:r>
            <a:r>
              <a:rPr lang="en-US" sz="1200" b="1" i="0" kern="1200" dirty="0">
                <a:solidFill>
                  <a:schemeClr val="tx1"/>
                </a:solidFill>
                <a:effectLst/>
                <a:latin typeface="+mn-lt"/>
                <a:ea typeface="+mn-ea"/>
                <a:cs typeface="+mn-cs"/>
              </a:rPr>
              <a:t> Limit</a:t>
            </a:r>
            <a:r>
              <a:rPr lang="en-US" sz="1200" b="0" i="0" kern="1200" dirty="0">
                <a:solidFill>
                  <a:schemeClr val="tx1"/>
                </a:solidFill>
                <a:effectLst/>
                <a:latin typeface="+mn-lt"/>
                <a:ea typeface="+mn-ea"/>
                <a:cs typeface="+mn-cs"/>
              </a:rPr>
              <a:t> → Replica </a:t>
            </a:r>
            <a:r>
              <a:rPr lang="en-US" sz="1200" b="0" i="0" kern="1200" dirty="0" err="1">
                <a:solidFill>
                  <a:schemeClr val="tx1"/>
                </a:solidFill>
                <a:effectLst/>
                <a:latin typeface="+mn-lt"/>
                <a:ea typeface="+mn-ea"/>
                <a:cs typeface="+mn-cs"/>
              </a:rPr>
              <a:t>จะถูก</a:t>
            </a:r>
            <a:r>
              <a:rPr lang="en-US" sz="1200" b="0" i="0" kern="1200" dirty="0">
                <a:solidFill>
                  <a:schemeClr val="tx1"/>
                </a:solidFill>
                <a:effectLst/>
                <a:latin typeface="+mn-lt"/>
                <a:ea typeface="+mn-ea"/>
                <a:cs typeface="+mn-cs"/>
              </a:rPr>
              <a:t> Restart</a:t>
            </a:r>
          </a:p>
          <a:p>
            <a:pPr lvl="0" fontAlgn="t"/>
            <a:r>
              <a:rPr lang="en-US" sz="1200" b="0" i="0" kern="1200" dirty="0" err="1">
                <a:solidFill>
                  <a:schemeClr val="tx1"/>
                </a:solidFill>
                <a:effectLst/>
                <a:latin typeface="+mn-lt"/>
                <a:ea typeface="+mn-ea"/>
                <a:cs typeface="+mn-cs"/>
              </a:rPr>
              <a:t>ถ้าใช้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CPU </a:t>
            </a:r>
            <a:r>
              <a:rPr lang="en-US" sz="1200" b="1" i="0" kern="1200" dirty="0" err="1">
                <a:solidFill>
                  <a:schemeClr val="tx1"/>
                </a:solidFill>
                <a:effectLst/>
                <a:latin typeface="+mn-lt"/>
                <a:ea typeface="+mn-ea"/>
                <a:cs typeface="+mn-cs"/>
              </a:rPr>
              <a:t>เกิน</a:t>
            </a:r>
            <a:r>
              <a:rPr lang="en-US" sz="1200" b="1" i="0" kern="1200" dirty="0">
                <a:solidFill>
                  <a:schemeClr val="tx1"/>
                </a:solidFill>
                <a:effectLst/>
                <a:latin typeface="+mn-lt"/>
                <a:ea typeface="+mn-ea"/>
                <a:cs typeface="+mn-cs"/>
              </a:rPr>
              <a:t> Limit</a:t>
            </a:r>
            <a:r>
              <a:rPr lang="en-US" sz="1200" b="0" i="0" kern="1200" dirty="0">
                <a:solidFill>
                  <a:schemeClr val="tx1"/>
                </a:solidFill>
                <a:effectLst/>
                <a:latin typeface="+mn-lt"/>
                <a:ea typeface="+mn-ea"/>
                <a:cs typeface="+mn-cs"/>
              </a:rPr>
              <a:t> → CPU </a:t>
            </a:r>
            <a:r>
              <a:rPr lang="en-US" sz="1200" b="0" i="0" kern="1200" dirty="0" err="1">
                <a:solidFill>
                  <a:schemeClr val="tx1"/>
                </a:solidFill>
                <a:effectLst/>
                <a:latin typeface="+mn-lt"/>
                <a:ea typeface="+mn-ea"/>
                <a:cs typeface="+mn-cs"/>
              </a:rPr>
              <a:t>จะถูกจำกัดความเร็ว</a:t>
            </a:r>
            <a:r>
              <a:rPr lang="en-US" sz="1200" b="0" i="0" kern="1200" dirty="0">
                <a:solidFill>
                  <a:schemeClr val="tx1"/>
                </a:solidFill>
                <a:effectLst/>
                <a:latin typeface="+mn-lt"/>
                <a:ea typeface="+mn-ea"/>
                <a:cs typeface="+mn-cs"/>
              </a:rPr>
              <a:t> (Throttling) </a:t>
            </a:r>
            <a:r>
              <a:rPr lang="en-US" sz="1200" b="0" i="0" kern="1200" dirty="0" err="1">
                <a:solidFill>
                  <a:schemeClr val="tx1"/>
                </a:solidFill>
                <a:effectLst/>
                <a:latin typeface="+mn-lt"/>
                <a:ea typeface="+mn-ea"/>
                <a:cs typeface="+mn-cs"/>
              </a:rPr>
              <a:t>แต่ไม่</a:t>
            </a:r>
            <a:r>
              <a:rPr lang="en-US" sz="1200" b="0" i="0" kern="1200" dirty="0">
                <a:solidFill>
                  <a:schemeClr val="tx1"/>
                </a:solidFill>
                <a:effectLst/>
                <a:latin typeface="+mn-lt"/>
                <a:ea typeface="+mn-ea"/>
                <a:cs typeface="+mn-cs"/>
              </a:rPr>
              <a:t> Restart</a:t>
            </a:r>
          </a:p>
          <a:p>
            <a:pPr lvl="0" fontAlgn="t"/>
            <a:r>
              <a:rPr lang="en-US" sz="1200" b="0" i="0" kern="1200" dirty="0" err="1">
                <a:solidFill>
                  <a:schemeClr val="tx1"/>
                </a:solidFill>
                <a:effectLst/>
                <a:latin typeface="+mn-lt"/>
                <a:ea typeface="+mn-ea"/>
                <a:cs typeface="+mn-cs"/>
              </a:rPr>
              <a:t>ในสไลด์ระบุว่า</a:t>
            </a:r>
            <a:r>
              <a:rPr lang="en-US" sz="1200" b="0" i="0" kern="1200" dirty="0">
                <a:solidFill>
                  <a:schemeClr val="tx1"/>
                </a:solidFill>
                <a:effectLst/>
                <a:latin typeface="+mn-lt"/>
                <a:ea typeface="+mn-ea"/>
                <a:cs typeface="+mn-cs"/>
              </a:rPr>
              <a:t> Memory </a:t>
            </a:r>
            <a:r>
              <a:rPr lang="en-US" sz="1200" b="0" i="0" kern="1200" dirty="0" err="1">
                <a:solidFill>
                  <a:schemeClr val="tx1"/>
                </a:solidFill>
                <a:effectLst/>
                <a:latin typeface="+mn-lt"/>
                <a:ea typeface="+mn-ea"/>
                <a:cs typeface="+mn-cs"/>
              </a:rPr>
              <a:t>ต้องมีอย่างน้อย</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2 </a:t>
            </a:r>
            <a:r>
              <a:rPr lang="en-US" sz="1200" b="1" i="0" kern="1200" dirty="0" err="1">
                <a:solidFill>
                  <a:schemeClr val="tx1"/>
                </a:solidFill>
                <a:effectLst/>
                <a:latin typeface="+mn-lt"/>
                <a:ea typeface="+mn-ea"/>
                <a:cs typeface="+mn-cs"/>
              </a:rPr>
              <a:t>เท่าของค่า</a:t>
            </a:r>
            <a:r>
              <a:rPr lang="en-US" sz="1200" b="1" i="0" kern="1200" dirty="0">
                <a:solidFill>
                  <a:schemeClr val="tx1"/>
                </a:solidFill>
                <a:effectLst/>
                <a:latin typeface="+mn-lt"/>
                <a:ea typeface="+mn-ea"/>
                <a:cs typeface="+mn-cs"/>
              </a:rPr>
              <a:t> CPU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0.25 vCPU → 0.5 GiB</a:t>
            </a:r>
          </a:p>
          <a:p>
            <a:pPr fontAlgn="t"/>
            <a:r>
              <a:rPr lang="en-US" sz="1200" b="1" i="0" kern="1200" dirty="0">
                <a:solidFill>
                  <a:schemeClr val="tx1"/>
                </a:solidFill>
                <a:effectLst/>
                <a:latin typeface="+mn-lt"/>
                <a:ea typeface="+mn-ea"/>
                <a:cs typeface="+mn-cs"/>
              </a:rPr>
              <a:t>2. </a:t>
            </a:r>
            <a:r>
              <a:rPr lang="en-US" sz="1200" b="1" i="0" kern="1200" dirty="0" err="1">
                <a:solidFill>
                  <a:schemeClr val="tx1"/>
                </a:solidFill>
                <a:effectLst/>
                <a:latin typeface="+mn-lt"/>
                <a:ea typeface="+mn-ea"/>
                <a:cs typeface="+mn-cs"/>
              </a:rPr>
              <a:t>มี</a:t>
            </a:r>
            <a:r>
              <a:rPr lang="en-US" sz="1200" b="1" i="0" kern="1200" dirty="0">
                <a:solidFill>
                  <a:schemeClr val="tx1"/>
                </a:solidFill>
                <a:effectLst/>
                <a:latin typeface="+mn-lt"/>
                <a:ea typeface="+mn-ea"/>
                <a:cs typeface="+mn-cs"/>
              </a:rPr>
              <a:t> Compute </a:t>
            </a:r>
            <a:r>
              <a:rPr lang="en-US" sz="1200" b="1" i="0" kern="1200" dirty="0" err="1">
                <a:solidFill>
                  <a:schemeClr val="tx1"/>
                </a:solidFill>
                <a:effectLst/>
                <a:latin typeface="+mn-lt"/>
                <a:ea typeface="+mn-ea"/>
                <a:cs typeface="+mn-cs"/>
              </a:rPr>
              <a:t>ให้เลือก</a:t>
            </a:r>
            <a:r>
              <a:rPr lang="en-US" sz="1200" b="1" i="0" kern="1200" dirty="0">
                <a:solidFill>
                  <a:schemeClr val="tx1"/>
                </a:solidFill>
                <a:effectLst/>
                <a:latin typeface="+mn-lt"/>
                <a:ea typeface="+mn-ea"/>
                <a:cs typeface="+mn-cs"/>
              </a:rPr>
              <a:t> 2 </a:t>
            </a:r>
            <a:r>
              <a:rPr lang="en-US" sz="1200" b="1" i="0" kern="1200" dirty="0" err="1">
                <a:solidFill>
                  <a:schemeClr val="tx1"/>
                </a:solidFill>
                <a:effectLst/>
                <a:latin typeface="+mn-lt"/>
                <a:ea typeface="+mn-ea"/>
                <a:cs typeface="+mn-cs"/>
              </a:rPr>
              <a:t>แนวทาง</a:t>
            </a:r>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Consumption</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จ่ายตามการใช้งาน</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รองรับ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Scale-to-zero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ช่วยลดค่าใช้จ่ายตอนไม่มีงาน</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Shared Infrastructure</a:t>
            </a:r>
          </a:p>
          <a:p>
            <a:pPr lvl="0" fontAlgn="t"/>
            <a:r>
              <a:rPr lang="en-US" sz="1200" b="0" i="0" kern="1200" dirty="0" err="1">
                <a:solidFill>
                  <a:schemeClr val="tx1"/>
                </a:solidFill>
                <a:effectLst/>
                <a:latin typeface="+mn-lt"/>
                <a:ea typeface="+mn-ea"/>
                <a:cs typeface="+mn-cs"/>
              </a:rPr>
              <a:t>สไลด์ระบุสูงสุด</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4 vCPU / 8 GiB</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Dedicated</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เป็น</a:t>
            </a:r>
            <a:r>
              <a:rPr lang="en-US" sz="1200" b="0" i="0" kern="1200" dirty="0">
                <a:solidFill>
                  <a:schemeClr val="tx1"/>
                </a:solidFill>
                <a:effectLst/>
                <a:latin typeface="+mn-lt"/>
                <a:ea typeface="+mn-ea"/>
                <a:cs typeface="+mn-cs"/>
              </a:rPr>
              <a:t> Capacity </a:t>
            </a:r>
            <a:r>
              <a:rPr lang="en-US" sz="1200" b="0" i="0" kern="1200" dirty="0" err="1">
                <a:solidFill>
                  <a:schemeClr val="tx1"/>
                </a:solidFill>
                <a:effectLst/>
                <a:latin typeface="+mn-lt"/>
                <a:ea typeface="+mn-ea"/>
                <a:cs typeface="+mn-cs"/>
              </a:rPr>
              <a:t>ที่จัดไว้โดยเฉพาะ</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เน้น</a:t>
            </a:r>
            <a:r>
              <a:rPr lang="en-US" sz="1200" b="0" i="0" kern="1200" dirty="0">
                <a:solidFill>
                  <a:schemeClr val="tx1"/>
                </a:solidFill>
                <a:effectLst/>
                <a:latin typeface="+mn-lt"/>
                <a:ea typeface="+mn-ea"/>
                <a:cs typeface="+mn-cs"/>
              </a:rPr>
              <a:t> Latency </a:t>
            </a:r>
            <a:r>
              <a:rPr lang="en-US" sz="1200" b="0" i="0" kern="1200" dirty="0" err="1">
                <a:solidFill>
                  <a:schemeClr val="tx1"/>
                </a:solidFill>
                <a:effectLst/>
                <a:latin typeface="+mn-lt"/>
                <a:ea typeface="+mn-ea"/>
                <a:cs typeface="+mn-cs"/>
              </a:rPr>
              <a:t>ที่สม่ำเสมอ</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รองรับ</a:t>
            </a:r>
            <a:r>
              <a:rPr lang="en-US" sz="1200" b="0" i="0" kern="1200" dirty="0">
                <a:solidFill>
                  <a:schemeClr val="tx1"/>
                </a:solidFill>
                <a:effectLst/>
                <a:latin typeface="+mn-lt"/>
                <a:ea typeface="+mn-ea"/>
                <a:cs typeface="+mn-cs"/>
              </a:rPr>
              <a:t> Resource </a:t>
            </a:r>
            <a:r>
              <a:rPr lang="en-US" sz="1200" b="0" i="0" kern="1200" dirty="0" err="1">
                <a:solidFill>
                  <a:schemeClr val="tx1"/>
                </a:solidFill>
                <a:effectLst/>
                <a:latin typeface="+mn-lt"/>
                <a:ea typeface="+mn-ea"/>
                <a:cs typeface="+mn-cs"/>
              </a:rPr>
              <a:t>ขนาดใหญ่กว่า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GPU</a:t>
            </a:r>
          </a:p>
          <a:p>
            <a:pPr fontAlgn="t"/>
            <a:r>
              <a:rPr lang="en-US" sz="1200" b="1" i="0" kern="1200" dirty="0">
                <a:solidFill>
                  <a:schemeClr val="tx1"/>
                </a:solidFill>
                <a:effectLst/>
                <a:latin typeface="+mn-lt"/>
                <a:ea typeface="+mn-ea"/>
                <a:cs typeface="+mn-cs"/>
              </a:rPr>
              <a:t>3. </a:t>
            </a:r>
            <a:r>
              <a:rPr lang="en-US" sz="1200" b="1" i="0" kern="1200" dirty="0" err="1">
                <a:solidFill>
                  <a:schemeClr val="tx1"/>
                </a:solidFill>
                <a:effectLst/>
                <a:latin typeface="+mn-lt"/>
                <a:ea typeface="+mn-ea"/>
                <a:cs typeface="+mn-cs"/>
              </a:rPr>
              <a:t>แนวคิดควบคุม</a:t>
            </a:r>
            <a:r>
              <a:rPr lang="en-US" sz="1200" b="1" i="0" kern="1200" dirty="0">
                <a:solidFill>
                  <a:schemeClr val="tx1"/>
                </a:solidFill>
                <a:effectLst/>
                <a:latin typeface="+mn-lt"/>
                <a:ea typeface="+mn-ea"/>
                <a:cs typeface="+mn-cs"/>
              </a:rPr>
              <a:t> Cost</a:t>
            </a:r>
          </a:p>
          <a:p>
            <a:pPr fontAlgn="t"/>
            <a:r>
              <a:rPr lang="en-US" sz="1200" b="0" i="0" kern="1200" dirty="0" err="1">
                <a:solidFill>
                  <a:schemeClr val="tx1"/>
                </a:solidFill>
                <a:effectLst/>
                <a:latin typeface="+mn-lt"/>
                <a:ea typeface="+mn-ea"/>
                <a:cs typeface="+mn-cs"/>
              </a:rPr>
              <a:t>อย่าจัด</a:t>
            </a:r>
            <a:r>
              <a:rPr lang="en-US" sz="1200" b="0" i="0" kern="1200" dirty="0">
                <a:solidFill>
                  <a:schemeClr val="tx1"/>
                </a:solidFill>
                <a:effectLst/>
                <a:latin typeface="+mn-lt"/>
                <a:ea typeface="+mn-ea"/>
                <a:cs typeface="+mn-cs"/>
              </a:rPr>
              <a:t> CPU/Memory </a:t>
            </a:r>
            <a:r>
              <a:rPr lang="en-US" sz="1200" b="0" i="0" kern="1200" dirty="0" err="1">
                <a:solidFill>
                  <a:schemeClr val="tx1"/>
                </a:solidFill>
                <a:effectLst/>
                <a:latin typeface="+mn-lt"/>
                <a:ea typeface="+mn-ea"/>
                <a:cs typeface="+mn-cs"/>
              </a:rPr>
              <a:t>จากการคาดเดาเพียงอย่างเดียว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แต่ดู</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Metrics </a:t>
            </a:r>
            <a:r>
              <a:rPr lang="en-US" sz="1200" b="1" i="0" kern="1200" dirty="0" err="1">
                <a:solidFill>
                  <a:schemeClr val="tx1"/>
                </a:solidFill>
                <a:effectLst/>
                <a:latin typeface="+mn-lt"/>
                <a:ea typeface="+mn-ea"/>
                <a:cs typeface="+mn-cs"/>
              </a:rPr>
              <a:t>จากการใช้งานจริง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แล้วค่อยปรับ</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แนวทางในสไลด์คือเริ่มที่</a:t>
            </a:r>
            <a:r>
              <a:rPr lang="en-US" sz="1200" b="0" i="0" kern="1200" dirty="0">
                <a:solidFill>
                  <a:schemeClr val="tx1"/>
                </a:solidFill>
                <a:effectLst/>
                <a:latin typeface="+mn-lt"/>
                <a:ea typeface="+mn-ea"/>
                <a:cs typeface="+mn-cs"/>
              </a:rPr>
              <a:t>:</a:t>
            </a:r>
          </a:p>
          <a:p>
            <a:pPr fontAlgn="t"/>
            <a:r>
              <a:rPr lang="en-US" sz="1200" b="1" i="0" kern="1200" dirty="0">
                <a:solidFill>
                  <a:schemeClr val="tx1"/>
                </a:solidFill>
                <a:effectLst/>
                <a:latin typeface="+mn-lt"/>
                <a:ea typeface="+mn-ea"/>
                <a:cs typeface="+mn-cs"/>
              </a:rPr>
              <a:t>0.25 vCPU + 0.5 GiB → </a:t>
            </a:r>
            <a:r>
              <a:rPr lang="en-US" sz="1200" b="1" i="0" kern="1200" dirty="0" err="1">
                <a:solidFill>
                  <a:schemeClr val="tx1"/>
                </a:solidFill>
                <a:effectLst/>
                <a:latin typeface="+mn-lt"/>
                <a:ea typeface="+mn-ea"/>
                <a:cs typeface="+mn-cs"/>
              </a:rPr>
              <a:t>วัดผล</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แล้วค่อย</a:t>
            </a:r>
            <a:r>
              <a:rPr lang="en-US" sz="1200" b="1" i="0" kern="1200" dirty="0">
                <a:solidFill>
                  <a:schemeClr val="tx1"/>
                </a:solidFill>
                <a:effectLst/>
                <a:latin typeface="+mn-lt"/>
                <a:ea typeface="+mn-ea"/>
                <a:cs typeface="+mn-cs"/>
              </a:rPr>
              <a:t> Scale Up </a:t>
            </a:r>
            <a:r>
              <a:rPr lang="en-US" sz="1200" b="1" i="0" kern="1200" dirty="0" err="1">
                <a:solidFill>
                  <a:schemeClr val="tx1"/>
                </a:solidFill>
                <a:effectLst/>
                <a:latin typeface="+mn-lt"/>
                <a:ea typeface="+mn-ea"/>
                <a:cs typeface="+mn-cs"/>
              </a:rPr>
              <a:t>ตาม</a:t>
            </a:r>
            <a:r>
              <a:rPr lang="en-US" sz="1200" b="1" i="0" kern="1200" dirty="0">
                <a:solidFill>
                  <a:schemeClr val="tx1"/>
                </a:solidFill>
                <a:effectLst/>
                <a:latin typeface="+mn-lt"/>
                <a:ea typeface="+mn-ea"/>
                <a:cs typeface="+mn-cs"/>
              </a:rPr>
              <a:t> Metrics</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และจำไว้ว่า</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Total Capacity = Resource </a:t>
            </a:r>
            <a:r>
              <a:rPr lang="en-US" sz="1200" b="1" i="0" kern="1200" dirty="0" err="1">
                <a:solidFill>
                  <a:schemeClr val="tx1"/>
                </a:solidFill>
                <a:effectLst/>
                <a:latin typeface="+mn-lt"/>
                <a:ea typeface="+mn-ea"/>
                <a:cs typeface="+mn-cs"/>
              </a:rPr>
              <a:t>ต่อ</a:t>
            </a:r>
            <a:r>
              <a:rPr lang="en-US" sz="1200" b="1" i="0" kern="1200" dirty="0">
                <a:solidFill>
                  <a:schemeClr val="tx1"/>
                </a:solidFill>
                <a:effectLst/>
                <a:latin typeface="+mn-lt"/>
                <a:ea typeface="+mn-ea"/>
                <a:cs typeface="+mn-cs"/>
              </a:rPr>
              <a:t> Replica × </a:t>
            </a:r>
            <a:r>
              <a:rPr lang="en-US" sz="1200" b="1" i="0" kern="1200" dirty="0" err="1">
                <a:solidFill>
                  <a:schemeClr val="tx1"/>
                </a:solidFill>
                <a:effectLst/>
                <a:latin typeface="+mn-lt"/>
                <a:ea typeface="+mn-ea"/>
                <a:cs typeface="+mn-cs"/>
              </a:rPr>
              <a:t>จำนวน</a:t>
            </a:r>
            <a:r>
              <a:rPr lang="en-US" sz="1200" b="1" i="0" kern="1200" dirty="0">
                <a:solidFill>
                  <a:schemeClr val="tx1"/>
                </a:solidFill>
                <a:effectLst/>
                <a:latin typeface="+mn-lt"/>
                <a:ea typeface="+mn-ea"/>
                <a:cs typeface="+mn-cs"/>
              </a:rPr>
              <a:t> Replica </a:t>
            </a:r>
            <a:r>
              <a:rPr lang="en-US" sz="1200" b="1" i="0" kern="1200" dirty="0" err="1">
                <a:solidFill>
                  <a:schemeClr val="tx1"/>
                </a:solidFill>
                <a:effectLst/>
                <a:latin typeface="+mn-lt"/>
                <a:ea typeface="+mn-ea"/>
                <a:cs typeface="+mn-cs"/>
              </a:rPr>
              <a:t>สูงสุด</a:t>
            </a: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สรุปจำง่าย</a:t>
            </a:r>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Consumption</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ยืดหยุ่น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เหมาะกับงานที่ต้องการ</a:t>
            </a:r>
            <a:r>
              <a:rPr lang="en-US" sz="1200" b="0" i="0" kern="1200" dirty="0">
                <a:solidFill>
                  <a:schemeClr val="tx1"/>
                </a:solidFill>
                <a:effectLst/>
                <a:latin typeface="+mn-lt"/>
                <a:ea typeface="+mn-ea"/>
                <a:cs typeface="+mn-cs"/>
              </a:rPr>
              <a:t> Scale </a:t>
            </a:r>
            <a:r>
              <a:rPr lang="en-US" sz="1200" b="0" i="0" kern="1200" dirty="0" err="1">
                <a:solidFill>
                  <a:schemeClr val="tx1"/>
                </a:solidFill>
                <a:effectLst/>
                <a:latin typeface="+mn-lt"/>
                <a:ea typeface="+mn-ea"/>
                <a:cs typeface="+mn-cs"/>
              </a:rPr>
              <a:t>ขึ้นลงและ</a:t>
            </a:r>
            <a:r>
              <a:rPr lang="en-US" sz="1200" b="0" i="0" kern="1200" dirty="0">
                <a:solidFill>
                  <a:schemeClr val="tx1"/>
                </a:solidFill>
                <a:effectLst/>
                <a:latin typeface="+mn-lt"/>
                <a:ea typeface="+mn-ea"/>
                <a:cs typeface="+mn-cs"/>
              </a:rPr>
              <a:t> Scale-to-zero</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Dedicated</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เน้นทรัพยากรที่จัดไว้และ</a:t>
            </a:r>
            <a:r>
              <a:rPr lang="en-US" sz="1200" b="0" i="0" kern="1200" dirty="0">
                <a:solidFill>
                  <a:schemeClr val="tx1"/>
                </a:solidFill>
                <a:effectLst/>
                <a:latin typeface="+mn-lt"/>
                <a:ea typeface="+mn-ea"/>
                <a:cs typeface="+mn-cs"/>
              </a:rPr>
              <a:t> Performance </a:t>
            </a:r>
            <a:r>
              <a:rPr lang="en-US" sz="1200" b="0" i="0" kern="1200" dirty="0" err="1">
                <a:solidFill>
                  <a:schemeClr val="tx1"/>
                </a:solidFill>
                <a:effectLst/>
                <a:latin typeface="+mn-lt"/>
                <a:ea typeface="+mn-ea"/>
                <a:cs typeface="+mn-cs"/>
              </a:rPr>
              <a:t>ที่สม่ำเสมอ</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CPU + Memory</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ขนาดของ</a:t>
            </a:r>
            <a:r>
              <a:rPr lang="en-US" sz="1200" b="0" i="0" kern="1200" dirty="0">
                <a:solidFill>
                  <a:schemeClr val="tx1"/>
                </a:solidFill>
                <a:effectLst/>
                <a:latin typeface="+mn-lt"/>
                <a:ea typeface="+mn-ea"/>
                <a:cs typeface="+mn-cs"/>
              </a:rPr>
              <a:t> Replica </a:t>
            </a:r>
            <a:r>
              <a:rPr lang="en-US" sz="1200" b="0" i="0" kern="1200" dirty="0" err="1">
                <a:solidFill>
                  <a:schemeClr val="tx1"/>
                </a:solidFill>
                <a:effectLst/>
                <a:latin typeface="+mn-lt"/>
                <a:ea typeface="+mn-ea"/>
                <a:cs typeface="+mn-cs"/>
              </a:rPr>
              <a:t>แต่ละตัว</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Replica Count</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จำนวนตัวที่ช่วยกันทำงาน</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หัวใจสำคัญคือ</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อย่า</a:t>
            </a:r>
            <a:r>
              <a:rPr lang="en-US" sz="1200" b="1" i="0" kern="1200" dirty="0">
                <a:solidFill>
                  <a:schemeClr val="tx1"/>
                </a:solidFill>
                <a:effectLst/>
                <a:latin typeface="+mn-lt"/>
                <a:ea typeface="+mn-ea"/>
                <a:cs typeface="+mn-cs"/>
              </a:rPr>
              <a:t> Provision </a:t>
            </a:r>
            <a:r>
              <a:rPr lang="en-US" sz="1200" b="1" i="0" kern="1200" dirty="0" err="1">
                <a:solidFill>
                  <a:schemeClr val="tx1"/>
                </a:solidFill>
                <a:effectLst/>
                <a:latin typeface="+mn-lt"/>
                <a:ea typeface="+mn-ea"/>
                <a:cs typeface="+mn-cs"/>
              </a:rPr>
              <a:t>ใหญ่เกินไปตั้งแต่แรก</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ให้เริ่มพอดี</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วัดการใช้งานจริง</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แล้วค่อยเพิ่ม</a:t>
            </a:r>
            <a:r>
              <a:rPr lang="en-US" sz="1200" b="1" i="0" kern="1200" dirty="0">
                <a:solidFill>
                  <a:schemeClr val="tx1"/>
                </a:solidFill>
                <a:effectLst/>
                <a:latin typeface="+mn-lt"/>
                <a:ea typeface="+mn-ea"/>
                <a:cs typeface="+mn-cs"/>
              </a:rPr>
              <a:t> Resource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ครับ</a:t>
            </a:r>
            <a:endParaRPr lang="en-US" sz="1200" b="0" i="0" kern="1200" dirty="0">
              <a:solidFill>
                <a:schemeClr val="tx1"/>
              </a:solidFill>
              <a:effectLst/>
              <a:latin typeface="+mn-lt"/>
              <a:ea typeface="+mn-ea"/>
              <a:cs typeface="+mn-cs"/>
            </a:endParaRPr>
          </a:p>
        </p:txBody>
      </p:sp>
      <p:sp>
        <p:nvSpPr>
          <p:cNvPr id="370688502"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E0C18E9-185C-BEA1-DF50-03654873D32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48329654" name="Slide Image Placeholder 1"/>
          <p:cNvSpPr>
            <a:spLocks noGrp="1" noRot="1" noChangeAspect="1"/>
          </p:cNvSpPr>
          <p:nvPr>
            <p:ph type="sldImg"/>
          </p:nvPr>
        </p:nvSpPr>
        <p:spPr bwMode="auto">
          <a:xfrm>
            <a:off x="217488" y="812800"/>
            <a:ext cx="7124700" cy="4008438"/>
          </a:xfrm>
        </p:spPr>
      </p:sp>
      <p:sp>
        <p:nvSpPr>
          <p:cNvPr id="1115948787" name="Notes Placeholder 2"/>
          <p:cNvSpPr>
            <a:spLocks noGrp="1"/>
          </p:cNvSpPr>
          <p:nvPr>
            <p:ph type="body" idx="1"/>
          </p:nvPr>
        </p:nvSpPr>
        <p:spPr bwMode="auto"/>
        <p:txBody>
          <a:bodyPr/>
          <a:lstStyle/>
          <a:p>
            <a:pPr fontAlgn="t"/>
            <a:r>
              <a:rPr lang="en-US" sz="1200" b="1" i="0" kern="1200" dirty="0">
                <a:solidFill>
                  <a:schemeClr val="tx1"/>
                </a:solidFill>
                <a:effectLst/>
                <a:latin typeface="+mn-lt"/>
                <a:ea typeface="+mn-ea"/>
                <a:cs typeface="+mn-cs"/>
              </a:rPr>
              <a:t>Revision Mode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ซึ่งกำหนดว่า</a:t>
            </a:r>
            <a:r>
              <a:rPr lang="en-US" sz="1200" b="0" i="0" kern="1200" dirty="0">
                <a:solidFill>
                  <a:schemeClr val="tx1"/>
                </a:solidFill>
                <a:effectLst/>
                <a:latin typeface="+mn-lt"/>
                <a:ea typeface="+mn-ea"/>
                <a:cs typeface="+mn-cs"/>
              </a:rPr>
              <a:t> Azure Container Apps </a:t>
            </a:r>
            <a:r>
              <a:rPr lang="en-US" sz="1200" b="0" i="0" kern="1200" dirty="0" err="1">
                <a:solidFill>
                  <a:schemeClr val="tx1"/>
                </a:solidFill>
                <a:effectLst/>
                <a:latin typeface="+mn-lt"/>
                <a:ea typeface="+mn-ea"/>
                <a:cs typeface="+mn-cs"/>
              </a:rPr>
              <a:t>จะจัดการแอปหลายเวอร์ชันและ</a:t>
            </a:r>
            <a:r>
              <a:rPr lang="en-US" sz="1200" b="0" i="0" kern="1200" dirty="0">
                <a:solidFill>
                  <a:schemeClr val="tx1"/>
                </a:solidFill>
                <a:effectLst/>
                <a:latin typeface="+mn-lt"/>
                <a:ea typeface="+mn-ea"/>
                <a:cs typeface="+mn-cs"/>
              </a:rPr>
              <a:t> Traffic </a:t>
            </a:r>
            <a:r>
              <a:rPr lang="en-US" sz="1200" b="0" i="0" kern="1200" dirty="0" err="1">
                <a:solidFill>
                  <a:schemeClr val="tx1"/>
                </a:solidFill>
                <a:effectLst/>
                <a:latin typeface="+mn-lt"/>
                <a:ea typeface="+mn-ea"/>
                <a:cs typeface="+mn-cs"/>
              </a:rPr>
              <a:t>อย่างไร</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Single Revision Mode</a:t>
            </a:r>
          </a:p>
          <a:p>
            <a:pPr fontAlgn="t"/>
            <a:r>
              <a:rPr lang="en-US" sz="1200" b="0" i="0" kern="1200" dirty="0" err="1">
                <a:solidFill>
                  <a:schemeClr val="tx1"/>
                </a:solidFill>
                <a:effectLst/>
                <a:latin typeface="+mn-lt"/>
                <a:ea typeface="+mn-ea"/>
                <a:cs typeface="+mn-cs"/>
              </a:rPr>
              <a:t>มี</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Revision </a:t>
            </a:r>
            <a:r>
              <a:rPr lang="en-US" sz="1200" b="1" i="0" kern="1200" dirty="0" err="1">
                <a:solidFill>
                  <a:schemeClr val="tx1"/>
                </a:solidFill>
                <a:effectLst/>
                <a:latin typeface="+mn-lt"/>
                <a:ea typeface="+mn-ea"/>
                <a:cs typeface="+mn-cs"/>
              </a:rPr>
              <a:t>ที่</a:t>
            </a:r>
            <a:r>
              <a:rPr lang="en-US" sz="1200" b="1" i="0" kern="1200" dirty="0">
                <a:solidFill>
                  <a:schemeClr val="tx1"/>
                </a:solidFill>
                <a:effectLst/>
                <a:latin typeface="+mn-lt"/>
                <a:ea typeface="+mn-ea"/>
                <a:cs typeface="+mn-cs"/>
              </a:rPr>
              <a:t> Active </a:t>
            </a:r>
            <a:r>
              <a:rPr lang="en-US" sz="1200" b="1" i="0" kern="1200" dirty="0" err="1">
                <a:solidFill>
                  <a:schemeClr val="tx1"/>
                </a:solidFill>
                <a:effectLst/>
                <a:latin typeface="+mn-lt"/>
                <a:ea typeface="+mn-ea"/>
                <a:cs typeface="+mn-cs"/>
              </a:rPr>
              <a:t>เพียง</a:t>
            </a:r>
            <a:r>
              <a:rPr lang="en-US" sz="1200" b="1" i="0" kern="1200" dirty="0">
                <a:solidFill>
                  <a:schemeClr val="tx1"/>
                </a:solidFill>
                <a:effectLst/>
                <a:latin typeface="+mn-lt"/>
                <a:ea typeface="+mn-ea"/>
                <a:cs typeface="+mn-cs"/>
              </a:rPr>
              <a:t> 1 </a:t>
            </a:r>
            <a:r>
              <a:rPr lang="en-US" sz="1200" b="1" i="0" kern="1200" dirty="0" err="1">
                <a:solidFill>
                  <a:schemeClr val="tx1"/>
                </a:solidFill>
                <a:effectLst/>
                <a:latin typeface="+mn-lt"/>
                <a:ea typeface="+mn-ea"/>
                <a:cs typeface="+mn-cs"/>
              </a:rPr>
              <a:t>เวอร์ชัน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ในแต่ละครั้ง</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Revision v1 </a:t>
            </a:r>
            <a:r>
              <a:rPr lang="en-US" sz="1200" b="0" i="0" kern="1200" dirty="0" err="1">
                <a:solidFill>
                  <a:schemeClr val="tx1"/>
                </a:solidFill>
                <a:effectLst/>
                <a:latin typeface="+mn-lt"/>
                <a:ea typeface="+mn-ea"/>
                <a:cs typeface="+mn-cs"/>
              </a:rPr>
              <a:t>รับ</a:t>
            </a:r>
            <a:r>
              <a:rPr lang="en-US" sz="1200" b="0" i="0" kern="1200" dirty="0">
                <a:solidFill>
                  <a:schemeClr val="tx1"/>
                </a:solidFill>
                <a:effectLst/>
                <a:latin typeface="+mn-lt"/>
                <a:ea typeface="+mn-ea"/>
                <a:cs typeface="+mn-cs"/>
              </a:rPr>
              <a:t> Traffic </a:t>
            </a:r>
            <a:r>
              <a:rPr lang="en-US" sz="1200" b="0" i="0" kern="1200" dirty="0" err="1">
                <a:solidFill>
                  <a:schemeClr val="tx1"/>
                </a:solidFill>
                <a:effectLst/>
                <a:latin typeface="+mn-lt"/>
                <a:ea typeface="+mn-ea"/>
                <a:cs typeface="+mn-cs"/>
              </a:rPr>
              <a:t>อยู่</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เมื่อ</a:t>
            </a:r>
            <a:r>
              <a:rPr lang="en-US" sz="1200" b="0" i="0" kern="1200" dirty="0">
                <a:solidFill>
                  <a:schemeClr val="tx1"/>
                </a:solidFill>
                <a:effectLst/>
                <a:latin typeface="+mn-lt"/>
                <a:ea typeface="+mn-ea"/>
                <a:cs typeface="+mn-cs"/>
              </a:rPr>
              <a:t> Deploy v2 </a:t>
            </a:r>
            <a:r>
              <a:rPr lang="en-US" sz="1200" b="0" i="0" kern="1200" dirty="0" err="1">
                <a:solidFill>
                  <a:schemeClr val="tx1"/>
                </a:solidFill>
                <a:effectLst/>
                <a:latin typeface="+mn-lt"/>
                <a:ea typeface="+mn-ea"/>
                <a:cs typeface="+mn-cs"/>
              </a:rPr>
              <a:t>และผ่าน</a:t>
            </a:r>
            <a:r>
              <a:rPr lang="en-US" sz="1200" b="0" i="0" kern="1200" dirty="0">
                <a:solidFill>
                  <a:schemeClr val="tx1"/>
                </a:solidFill>
                <a:effectLst/>
                <a:latin typeface="+mn-lt"/>
                <a:ea typeface="+mn-ea"/>
                <a:cs typeface="+mn-cs"/>
              </a:rPr>
              <a:t> Health Check </a:t>
            </a:r>
            <a:r>
              <a:rPr lang="en-US" sz="1200" b="0" i="0" kern="1200" dirty="0" err="1">
                <a:solidFill>
                  <a:schemeClr val="tx1"/>
                </a:solidFill>
                <a:effectLst/>
                <a:latin typeface="+mn-lt"/>
                <a:ea typeface="+mn-ea"/>
                <a:cs typeface="+mn-cs"/>
              </a:rPr>
              <a:t>แล้ว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ระบบจะเปลี่ยนไป</a:t>
            </a:r>
            <a:r>
              <a:rPr lang="en-US" sz="1200" b="0" i="0" kern="1200" dirty="0">
                <a:solidFill>
                  <a:schemeClr val="tx1"/>
                </a:solidFill>
                <a:effectLst/>
                <a:latin typeface="+mn-lt"/>
                <a:ea typeface="+mn-ea"/>
                <a:cs typeface="+mn-cs"/>
              </a:rPr>
              <a:t> v2 </a:t>
            </a:r>
            <a:r>
              <a:rPr lang="en-US" sz="1200" b="0" i="0" kern="1200" dirty="0" err="1">
                <a:solidFill>
                  <a:schemeClr val="tx1"/>
                </a:solidFill>
                <a:effectLst/>
                <a:latin typeface="+mn-lt"/>
                <a:ea typeface="+mn-ea"/>
                <a:cs typeface="+mn-cs"/>
              </a:rPr>
              <a:t>อัตโนมัติ</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รองรับ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Zero-downtime deployment</a:t>
            </a:r>
            <a:endParaRPr lang="en-US" sz="1200" b="0" i="0" kern="1200" dirty="0">
              <a:solidFill>
                <a:schemeClr val="tx1"/>
              </a:solidFill>
              <a:effectLst/>
              <a:latin typeface="+mn-lt"/>
              <a:ea typeface="+mn-ea"/>
              <a:cs typeface="+mn-cs"/>
            </a:endParaRPr>
          </a:p>
          <a:p>
            <a:pPr lvl="0" fontAlgn="t"/>
            <a:r>
              <a:rPr lang="en-US" sz="1200" b="1" i="0" kern="1200" dirty="0" err="1">
                <a:solidFill>
                  <a:schemeClr val="tx1"/>
                </a:solidFill>
                <a:effectLst/>
                <a:latin typeface="+mn-lt"/>
                <a:ea typeface="+mn-ea"/>
                <a:cs typeface="+mn-cs"/>
              </a:rPr>
              <a:t>ไม่สามารถแบ่ง</a:t>
            </a:r>
            <a:r>
              <a:rPr lang="en-US" sz="1200" b="1" i="0" kern="1200" dirty="0">
                <a:solidFill>
                  <a:schemeClr val="tx1"/>
                </a:solidFill>
                <a:effectLst/>
                <a:latin typeface="+mn-lt"/>
                <a:ea typeface="+mn-ea"/>
                <a:cs typeface="+mn-cs"/>
              </a:rPr>
              <a:t> Traffic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ระหว่าง</a:t>
            </a:r>
            <a:r>
              <a:rPr lang="en-US" sz="1200" b="0" i="0" kern="1200" dirty="0">
                <a:solidFill>
                  <a:schemeClr val="tx1"/>
                </a:solidFill>
                <a:effectLst/>
                <a:latin typeface="+mn-lt"/>
                <a:ea typeface="+mn-ea"/>
                <a:cs typeface="+mn-cs"/>
              </a:rPr>
              <a:t> v1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v2 </a:t>
            </a:r>
            <a:r>
              <a:rPr lang="en-US" sz="1200" b="0" i="0" kern="1200" dirty="0" err="1">
                <a:solidFill>
                  <a:schemeClr val="tx1"/>
                </a:solidFill>
                <a:effectLst/>
                <a:latin typeface="+mn-lt"/>
                <a:ea typeface="+mn-ea"/>
                <a:cs typeface="+mn-cs"/>
              </a:rPr>
              <a:t>ได้</a:t>
            </a: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เหมาะกับ</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Deployment </a:t>
            </a:r>
            <a:r>
              <a:rPr lang="en-US" sz="1200" b="0" i="0" kern="1200" dirty="0" err="1">
                <a:solidFill>
                  <a:schemeClr val="tx1"/>
                </a:solidFill>
                <a:effectLst/>
                <a:latin typeface="+mn-lt"/>
                <a:ea typeface="+mn-ea"/>
                <a:cs typeface="+mn-cs"/>
              </a:rPr>
              <a:t>ทั่วไปที่ต้องการความเรียบง่าย</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Multiple Revision Mode</a:t>
            </a:r>
          </a:p>
          <a:p>
            <a:pPr fontAlgn="t"/>
            <a:r>
              <a:rPr lang="en-US" sz="1200" b="0" i="0" kern="1200" dirty="0" err="1">
                <a:solidFill>
                  <a:schemeClr val="tx1"/>
                </a:solidFill>
                <a:effectLst/>
                <a:latin typeface="+mn-lt"/>
                <a:ea typeface="+mn-ea"/>
                <a:cs typeface="+mn-cs"/>
              </a:rPr>
              <a:t>สามารถเปิด</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หลาย</a:t>
            </a:r>
            <a:r>
              <a:rPr lang="en-US" sz="1200" b="1" i="0" kern="1200" dirty="0">
                <a:solidFill>
                  <a:schemeClr val="tx1"/>
                </a:solidFill>
                <a:effectLst/>
                <a:latin typeface="+mn-lt"/>
                <a:ea typeface="+mn-ea"/>
                <a:cs typeface="+mn-cs"/>
              </a:rPr>
              <a:t> Revision </a:t>
            </a:r>
            <a:r>
              <a:rPr lang="en-US" sz="1200" b="1" i="0" kern="1200" dirty="0" err="1">
                <a:solidFill>
                  <a:schemeClr val="tx1"/>
                </a:solidFill>
                <a:effectLst/>
                <a:latin typeface="+mn-lt"/>
                <a:ea typeface="+mn-ea"/>
                <a:cs typeface="+mn-cs"/>
              </a:rPr>
              <a:t>พร้อมกัน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และแบ่ง</a:t>
            </a:r>
            <a:r>
              <a:rPr lang="en-US" sz="1200" b="0" i="0" kern="1200" dirty="0">
                <a:solidFill>
                  <a:schemeClr val="tx1"/>
                </a:solidFill>
                <a:effectLst/>
                <a:latin typeface="+mn-lt"/>
                <a:ea typeface="+mn-ea"/>
                <a:cs typeface="+mn-cs"/>
              </a:rPr>
              <a:t> Traffic </a:t>
            </a:r>
            <a:r>
              <a:rPr lang="en-US" sz="1200" b="0" i="0" kern="1200" dirty="0" err="1">
                <a:solidFill>
                  <a:schemeClr val="tx1"/>
                </a:solidFill>
                <a:effectLst/>
                <a:latin typeface="+mn-lt"/>
                <a:ea typeface="+mn-ea"/>
                <a:cs typeface="+mn-cs"/>
              </a:rPr>
              <a:t>ได้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v1 = 80%</a:t>
            </a:r>
            <a:r>
              <a:rPr lang="en-US" sz="1200" b="0" i="0" kern="1200" dirty="0">
                <a:solidFill>
                  <a:schemeClr val="tx1"/>
                </a:solidFill>
                <a:effectLst/>
                <a:latin typeface="+mn-lt"/>
                <a:ea typeface="+mn-ea"/>
                <a:cs typeface="+mn-cs"/>
              </a:rPr>
              <a:t> | </a:t>
            </a:r>
            <a:r>
              <a:rPr lang="en-US" sz="1200" b="1" i="0" kern="1200" dirty="0">
                <a:solidFill>
                  <a:schemeClr val="tx1"/>
                </a:solidFill>
                <a:effectLst/>
                <a:latin typeface="+mn-lt"/>
                <a:ea typeface="+mn-ea"/>
                <a:cs typeface="+mn-cs"/>
              </a:rPr>
              <a:t>v2 = 20%</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จึงเหมาะกับ</a:t>
            </a:r>
            <a:r>
              <a:rPr lang="en-US" sz="1200" b="0" i="0" kern="1200" dirty="0">
                <a:solidFill>
                  <a:schemeClr val="tx1"/>
                </a:solidFill>
                <a:effectLst/>
                <a:latin typeface="+mn-lt"/>
                <a:ea typeface="+mn-ea"/>
                <a:cs typeface="+mn-cs"/>
              </a:rPr>
              <a:t>:</a:t>
            </a:r>
          </a:p>
          <a:p>
            <a:pPr lvl="0" fontAlgn="t"/>
            <a:r>
              <a:rPr lang="en-US" sz="1200" b="1" i="0" kern="1200" dirty="0">
                <a:solidFill>
                  <a:schemeClr val="tx1"/>
                </a:solidFill>
                <a:effectLst/>
                <a:latin typeface="+mn-lt"/>
                <a:ea typeface="+mn-ea"/>
                <a:cs typeface="+mn-cs"/>
              </a:rPr>
              <a:t>Canary Release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ทดลองเวอร์ชันใหม่กับ</a:t>
            </a:r>
            <a:r>
              <a:rPr lang="en-US" sz="1200" b="0" i="0" kern="1200" dirty="0">
                <a:solidFill>
                  <a:schemeClr val="tx1"/>
                </a:solidFill>
                <a:effectLst/>
                <a:latin typeface="+mn-lt"/>
                <a:ea typeface="+mn-ea"/>
                <a:cs typeface="+mn-cs"/>
              </a:rPr>
              <a:t> Traffic </a:t>
            </a:r>
            <a:r>
              <a:rPr lang="en-US" sz="1200" b="0" i="0" kern="1200" dirty="0" err="1">
                <a:solidFill>
                  <a:schemeClr val="tx1"/>
                </a:solidFill>
                <a:effectLst/>
                <a:latin typeface="+mn-lt"/>
                <a:ea typeface="+mn-ea"/>
                <a:cs typeface="+mn-cs"/>
              </a:rPr>
              <a:t>บางส่วน</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Blue-Green Deployment</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A/B Testing</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ข้อควรระวังคือ</a:t>
            </a:r>
            <a:r>
              <a:rPr lang="en-US" sz="1200" b="0" i="0" kern="1200" dirty="0">
                <a:solidFill>
                  <a:schemeClr val="tx1"/>
                </a:solidFill>
                <a:effectLst/>
                <a:latin typeface="+mn-lt"/>
                <a:ea typeface="+mn-ea"/>
                <a:cs typeface="+mn-cs"/>
              </a:rPr>
              <a:t> Revision </a:t>
            </a:r>
            <a:r>
              <a:rPr lang="en-US" sz="1200" b="0" i="0" kern="1200" dirty="0" err="1">
                <a:solidFill>
                  <a:schemeClr val="tx1"/>
                </a:solidFill>
                <a:effectLst/>
                <a:latin typeface="+mn-lt"/>
                <a:ea typeface="+mn-ea"/>
                <a:cs typeface="+mn-cs"/>
              </a:rPr>
              <a:t>เก่าต้อง</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Deactivate </a:t>
            </a:r>
            <a:r>
              <a:rPr lang="en-US" sz="1200" b="1" i="0" kern="1200" dirty="0" err="1">
                <a:solidFill>
                  <a:schemeClr val="tx1"/>
                </a:solidFill>
                <a:effectLst/>
                <a:latin typeface="+mn-lt"/>
                <a:ea typeface="+mn-ea"/>
                <a:cs typeface="+mn-cs"/>
              </a:rPr>
              <a:t>เอง</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3. Revision Labels</a:t>
            </a:r>
          </a:p>
          <a:p>
            <a:pPr fontAlgn="t"/>
            <a:r>
              <a:rPr lang="en-US" sz="1200" b="0" i="0" kern="1200" dirty="0" err="1">
                <a:solidFill>
                  <a:schemeClr val="tx1"/>
                </a:solidFill>
                <a:effectLst/>
                <a:latin typeface="+mn-lt"/>
                <a:ea typeface="+mn-ea"/>
                <a:cs typeface="+mn-cs"/>
              </a:rPr>
              <a:t>สามารถตั้งชื่อให้</a:t>
            </a:r>
            <a:r>
              <a:rPr lang="en-US" sz="1200" b="0" i="0" kern="1200" dirty="0">
                <a:solidFill>
                  <a:schemeClr val="tx1"/>
                </a:solidFill>
                <a:effectLst/>
                <a:latin typeface="+mn-lt"/>
                <a:ea typeface="+mn-ea"/>
                <a:cs typeface="+mn-cs"/>
              </a:rPr>
              <a:t> Revision </a:t>
            </a:r>
            <a:r>
              <a:rPr lang="en-US" sz="1200" b="0" i="0" kern="1200" dirty="0" err="1">
                <a:solidFill>
                  <a:schemeClr val="tx1"/>
                </a:solidFill>
                <a:effectLst/>
                <a:latin typeface="+mn-lt"/>
                <a:ea typeface="+mn-ea"/>
                <a:cs typeface="+mn-cs"/>
              </a:rPr>
              <a:t>เพื่อเข้าถึงแต่ละเวอร์ชันโดยตรง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blue → Production</a:t>
            </a:r>
          </a:p>
          <a:p>
            <a:pPr lvl="0" fontAlgn="t"/>
            <a:r>
              <a:rPr lang="en-US" sz="1200" b="0" i="0" kern="1200" dirty="0">
                <a:solidFill>
                  <a:schemeClr val="tx1"/>
                </a:solidFill>
                <a:effectLst/>
                <a:latin typeface="+mn-lt"/>
                <a:ea typeface="+mn-ea"/>
                <a:cs typeface="+mn-cs"/>
              </a:rPr>
              <a:t>green → Staging</a:t>
            </a:r>
          </a:p>
          <a:p>
            <a:pPr fontAlgn="t"/>
            <a:r>
              <a:rPr lang="en-US" sz="1200" b="0" i="0" kern="1200" dirty="0" err="1">
                <a:solidFill>
                  <a:schemeClr val="tx1"/>
                </a:solidFill>
                <a:effectLst/>
                <a:latin typeface="+mn-lt"/>
                <a:ea typeface="+mn-ea"/>
                <a:cs typeface="+mn-cs"/>
              </a:rPr>
              <a:t>ช่วยให้ทดสอบ</a:t>
            </a:r>
            <a:r>
              <a:rPr lang="en-US" sz="1200" b="0" i="0" kern="1200" dirty="0">
                <a:solidFill>
                  <a:schemeClr val="tx1"/>
                </a:solidFill>
                <a:effectLst/>
                <a:latin typeface="+mn-lt"/>
                <a:ea typeface="+mn-ea"/>
                <a:cs typeface="+mn-cs"/>
              </a:rPr>
              <a:t> Revision </a:t>
            </a:r>
            <a:r>
              <a:rPr lang="en-US" sz="1200" b="0" i="0" kern="1200" dirty="0" err="1">
                <a:solidFill>
                  <a:schemeClr val="tx1"/>
                </a:solidFill>
                <a:effectLst/>
                <a:latin typeface="+mn-lt"/>
                <a:ea typeface="+mn-ea"/>
                <a:cs typeface="+mn-cs"/>
              </a:rPr>
              <a:t>ใหม่ได้โดย</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ไม่กระทบ</a:t>
            </a:r>
            <a:r>
              <a:rPr lang="en-US" sz="1200" b="1" i="0" kern="1200" dirty="0">
                <a:solidFill>
                  <a:schemeClr val="tx1"/>
                </a:solidFill>
                <a:effectLst/>
                <a:latin typeface="+mn-lt"/>
                <a:ea typeface="+mn-ea"/>
                <a:cs typeface="+mn-cs"/>
              </a:rPr>
              <a:t> Traffic ของ Production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และสามารถสลับ</a:t>
            </a:r>
            <a:r>
              <a:rPr lang="en-US" sz="1200" b="0" i="0" kern="1200" dirty="0">
                <a:solidFill>
                  <a:schemeClr val="tx1"/>
                </a:solidFill>
                <a:effectLst/>
                <a:latin typeface="+mn-lt"/>
                <a:ea typeface="+mn-ea"/>
                <a:cs typeface="+mn-cs"/>
              </a:rPr>
              <a:t> Blue-Green </a:t>
            </a:r>
            <a:r>
              <a:rPr lang="en-US" sz="1200" b="0" i="0" kern="1200" dirty="0" err="1">
                <a:solidFill>
                  <a:schemeClr val="tx1"/>
                </a:solidFill>
                <a:effectLst/>
                <a:latin typeface="+mn-lt"/>
                <a:ea typeface="+mn-ea"/>
                <a:cs typeface="+mn-cs"/>
              </a:rPr>
              <a:t>ผ่านการย้าย</a:t>
            </a:r>
            <a:r>
              <a:rPr lang="en-US" sz="1200" b="0" i="0" kern="1200" dirty="0">
                <a:solidFill>
                  <a:schemeClr val="tx1"/>
                </a:solidFill>
                <a:effectLst/>
                <a:latin typeface="+mn-lt"/>
                <a:ea typeface="+mn-ea"/>
                <a:cs typeface="+mn-cs"/>
              </a:rPr>
              <a:t> Label</a:t>
            </a:r>
          </a:p>
          <a:p>
            <a:pPr fontAlgn="t"/>
            <a:r>
              <a:rPr lang="en-US" sz="1200" b="1" i="0" kern="1200" dirty="0" err="1">
                <a:solidFill>
                  <a:schemeClr val="tx1"/>
                </a:solidFill>
                <a:effectLst/>
                <a:latin typeface="+mn-lt"/>
                <a:ea typeface="+mn-ea"/>
                <a:cs typeface="+mn-cs"/>
              </a:rPr>
              <a:t>สรุปจำง่าย</a:t>
            </a:r>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Single = </a:t>
            </a:r>
            <a:r>
              <a:rPr lang="en-US" sz="1200" b="1" i="0" kern="1200" dirty="0" err="1">
                <a:solidFill>
                  <a:schemeClr val="tx1"/>
                </a:solidFill>
                <a:effectLst/>
                <a:latin typeface="+mn-lt"/>
                <a:ea typeface="+mn-ea"/>
                <a:cs typeface="+mn-cs"/>
              </a:rPr>
              <a:t>ใช้ทีละเวอร์ชัน</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ง่ายและอัตโนมัติ</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Multiple = </a:t>
            </a:r>
            <a:r>
              <a:rPr lang="en-US" sz="1200" b="1" i="0" kern="1200" dirty="0" err="1">
                <a:solidFill>
                  <a:schemeClr val="tx1"/>
                </a:solidFill>
                <a:effectLst/>
                <a:latin typeface="+mn-lt"/>
                <a:ea typeface="+mn-ea"/>
                <a:cs typeface="+mn-cs"/>
              </a:rPr>
              <a:t>ใช้หลายเวอร์ชัน</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แบ่ง</a:t>
            </a:r>
            <a:r>
              <a:rPr lang="en-US" sz="1200" b="1" i="0" kern="1200" dirty="0">
                <a:solidFill>
                  <a:schemeClr val="tx1"/>
                </a:solidFill>
                <a:effectLst/>
                <a:latin typeface="+mn-lt"/>
                <a:ea typeface="+mn-ea"/>
                <a:cs typeface="+mn-cs"/>
              </a:rPr>
              <a:t> Traffic </a:t>
            </a:r>
            <a:r>
              <a:rPr lang="en-US" sz="1200" b="1" i="0" kern="1200" dirty="0" err="1">
                <a:solidFill>
                  <a:schemeClr val="tx1"/>
                </a:solidFill>
                <a:effectLst/>
                <a:latin typeface="+mn-lt"/>
                <a:ea typeface="+mn-ea"/>
                <a:cs typeface="+mn-cs"/>
              </a:rPr>
              <a:t>และทดสอบได้</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Labels = </a:t>
            </a:r>
            <a:r>
              <a:rPr lang="en-US" sz="1200" b="1" i="0" kern="1200" dirty="0" err="1">
                <a:solidFill>
                  <a:schemeClr val="tx1"/>
                </a:solidFill>
                <a:effectLst/>
                <a:latin typeface="+mn-lt"/>
                <a:ea typeface="+mn-ea"/>
                <a:cs typeface="+mn-cs"/>
              </a:rPr>
              <a:t>ตั้งชื่อเพื่อเข้าถึง</a:t>
            </a:r>
            <a:r>
              <a:rPr lang="en-US" sz="1200" b="1" i="0" kern="1200" dirty="0">
                <a:solidFill>
                  <a:schemeClr val="tx1"/>
                </a:solidFill>
                <a:effectLst/>
                <a:latin typeface="+mn-lt"/>
                <a:ea typeface="+mn-ea"/>
                <a:cs typeface="+mn-cs"/>
              </a:rPr>
              <a:t> Revision </a:t>
            </a:r>
            <a:r>
              <a:rPr lang="en-US" sz="1200" b="1" i="0" kern="1200" dirty="0" err="1">
                <a:solidFill>
                  <a:schemeClr val="tx1"/>
                </a:solidFill>
                <a:effectLst/>
                <a:latin typeface="+mn-lt"/>
                <a:ea typeface="+mn-ea"/>
                <a:cs typeface="+mn-cs"/>
              </a:rPr>
              <a:t>ที่ต้องการโดยตรง</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ถ้าต้องการ</a:t>
            </a:r>
            <a:r>
              <a:rPr lang="en-US" sz="1200" b="0" i="0" kern="1200" dirty="0">
                <a:solidFill>
                  <a:schemeClr val="tx1"/>
                </a:solidFill>
                <a:effectLst/>
                <a:latin typeface="+mn-lt"/>
                <a:ea typeface="+mn-ea"/>
                <a:cs typeface="+mn-cs"/>
              </a:rPr>
              <a:t> Deploy </a:t>
            </a:r>
            <a:r>
              <a:rPr lang="en-US" sz="1200" b="0" i="0" kern="1200" dirty="0" err="1">
                <a:solidFill>
                  <a:schemeClr val="tx1"/>
                </a:solidFill>
                <a:effectLst/>
                <a:latin typeface="+mn-lt"/>
                <a:ea typeface="+mn-ea"/>
                <a:cs typeface="+mn-cs"/>
              </a:rPr>
              <a:t>แบบปกติใช้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Single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แต่ถ้าต้องการค่อย</a:t>
            </a:r>
            <a:r>
              <a:rPr lang="en-US" sz="1200" b="0" i="0" kern="1200" dirty="0">
                <a:solidFill>
                  <a:schemeClr val="tx1"/>
                </a:solidFill>
                <a:effectLst/>
                <a:latin typeface="+mn-lt"/>
                <a:ea typeface="+mn-ea"/>
                <a:cs typeface="+mn-cs"/>
              </a:rPr>
              <a:t> ๆ </a:t>
            </a:r>
            <a:r>
              <a:rPr lang="en-US" sz="1200" b="0" i="0" kern="1200" dirty="0" err="1">
                <a:solidFill>
                  <a:schemeClr val="tx1"/>
                </a:solidFill>
                <a:effectLst/>
                <a:latin typeface="+mn-lt"/>
                <a:ea typeface="+mn-ea"/>
                <a:cs typeface="+mn-cs"/>
              </a:rPr>
              <a:t>ปล่อยเวอร์ชันใหม่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90% v1 + 10% v2</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ให้ใช้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Multiple Revision Mode</a:t>
            </a:r>
            <a:r>
              <a:rPr lang="en-US" sz="1200" b="0" i="0" kern="1200" dirty="0">
                <a:solidFill>
                  <a:schemeClr val="tx1"/>
                </a:solidFill>
                <a:effectLst/>
                <a:latin typeface="+mn-lt"/>
                <a:ea typeface="+mn-ea"/>
                <a:cs typeface="+mn-cs"/>
              </a:rPr>
              <a:t> </a:t>
            </a:r>
            <a:r>
              <a:rPr lang="en-US" sz="1200" b="0" i="0" kern="1200">
                <a:solidFill>
                  <a:schemeClr val="tx1"/>
                </a:solidFill>
                <a:effectLst/>
                <a:latin typeface="+mn-lt"/>
                <a:ea typeface="+mn-ea"/>
                <a:cs typeface="+mn-cs"/>
              </a:rPr>
              <a:t>ครับ</a:t>
            </a:r>
          </a:p>
        </p:txBody>
      </p:sp>
      <p:sp>
        <p:nvSpPr>
          <p:cNvPr id="763571060"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5EECAD7-9CB4-5246-4D80-18F24A4C8CF4}"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83188977" name="Slide Image Placeholder 1"/>
          <p:cNvSpPr>
            <a:spLocks noGrp="1" noRot="1" noChangeAspect="1"/>
          </p:cNvSpPr>
          <p:nvPr>
            <p:ph type="sldImg"/>
          </p:nvPr>
        </p:nvSpPr>
        <p:spPr bwMode="auto">
          <a:xfrm>
            <a:off x="217488" y="812800"/>
            <a:ext cx="7124700" cy="4008438"/>
          </a:xfrm>
        </p:spPr>
      </p:sp>
      <p:sp>
        <p:nvSpPr>
          <p:cNvPr id="132036064" name="Notes Placeholder 2"/>
          <p:cNvSpPr>
            <a:spLocks noGrp="1"/>
          </p:cNvSpPr>
          <p:nvPr>
            <p:ph type="body" idx="1"/>
          </p:nvPr>
        </p:nvSpPr>
        <p:spPr bwMode="auto"/>
        <p:txBody>
          <a:bodyPr/>
          <a:lstStyle/>
          <a:p>
            <a:pPr>
              <a:lnSpc>
                <a:spcPct val="90000"/>
              </a:lnSpc>
              <a:spcAft>
                <a:spcPts val="332"/>
              </a:spcAft>
              <a:defRPr/>
            </a:pPr>
            <a:r>
              <a:rPr lang="en-US"/>
              <a:t>This exercise requires an Azure subscription, which should be provided by the lab hoster supporting your delivery of this course.</a:t>
            </a:r>
            <a:endParaRPr lang="en-US">
              <a:solidFill>
                <a:srgbClr val="444444"/>
              </a:solidFill>
            </a:endParaRPr>
          </a:p>
          <a:p>
            <a:pPr>
              <a:lnSpc>
                <a:spcPct val="90000"/>
              </a:lnSpc>
              <a:spcAft>
                <a:spcPts val="332"/>
              </a:spcAft>
              <a:defRPr/>
            </a:pPr>
            <a:r>
              <a:rPr lang="en-US"/>
              <a:t>If you are not able to provide students with Azure subscriptions, you can demonstrate the lab using your own subscription (if you have one available).</a:t>
            </a:r>
            <a:endParaRPr/>
          </a:p>
        </p:txBody>
      </p:sp>
      <p:sp>
        <p:nvSpPr>
          <p:cNvPr id="1816186865" name="Header Placeholder 3"/>
          <p:cNvSpPr>
            <a:spLocks noGrp="1"/>
          </p:cNvSpPr>
          <p:nvPr>
            <p:ph type="hdr" sz="quarter"/>
          </p:nvPr>
        </p:nvSpPr>
        <p:spPr bwMode="auto"/>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126220602" name="Footer Placeholder 4"/>
          <p:cNvSpPr>
            <a:spLocks noGrp="1"/>
          </p:cNvSpPr>
          <p:nvPr>
            <p:ph type="ftr" sz="quarter" idx="4"/>
          </p:nvPr>
        </p:nvSpPr>
        <p:spPr bwMode="auto"/>
        <p:txBody>
          <a:bodyPr/>
          <a:lstStyle/>
          <a:p>
            <a:pPr marL="0" marR="0" lvl="0" indent="0" algn="l" defTabSz="914098" rtl="0" eaLnBrk="1" fontAlgn="auto" latinLnBrk="0" hangingPunct="1">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a:ea typeface="Segoe UI"/>
                <a:cs typeface="Segoe UI"/>
              </a:rPr>
              <a:t>© Microsoft Corporation. All rights reserved. MICROSOFT MAKES NO WARRANTIES, EXPRESS, IMPLIED OR STATUTORY, AS TO THE INFORMATION IN THIS PRESENTATION.</a:t>
            </a:r>
            <a:endParaRPr kumimoji="0" sz="1200" b="0" i="0" u="none" strike="noStrike" kern="0" cap="none" spc="0" normalizeH="0" baseline="0" noProof="0">
              <a:ln>
                <a:noFill/>
              </a:ln>
              <a:solidFill>
                <a:prstClr val="black"/>
              </a:solidFill>
              <a:effectLst/>
              <a:uLnTx/>
              <a:uFillTx/>
              <a:latin typeface="Aptos"/>
              <a:cs typeface="Arial"/>
            </a:endParaRPr>
          </a:p>
        </p:txBody>
      </p:sp>
      <p:sp>
        <p:nvSpPr>
          <p:cNvPr id="879232120" name="Date Placeholder 5"/>
          <p:cNvSpPr>
            <a:spLocks noGrp="1"/>
          </p:cNvSpPr>
          <p:nvPr>
            <p:ph type="dt" idx="1"/>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FD8069-D363-B1FD-C85A-30544EF19ECA}" type="datetime8">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10/27/2026 8:46 AM</a:t>
            </a:fld>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1647379017" name="Slide Number Placeholder 6"/>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32D111-37E3-EE75-0870-1F0A4C533A8B}"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31472210" name="Slide Image Placeholder 1"/>
          <p:cNvSpPr>
            <a:spLocks noGrp="1" noRot="1" noChangeAspect="1"/>
          </p:cNvSpPr>
          <p:nvPr>
            <p:ph type="sldImg"/>
          </p:nvPr>
        </p:nvSpPr>
        <p:spPr bwMode="auto">
          <a:xfrm>
            <a:off x="217488" y="812800"/>
            <a:ext cx="7124700" cy="4008438"/>
          </a:xfrm>
        </p:spPr>
      </p:sp>
      <p:sp>
        <p:nvSpPr>
          <p:cNvPr id="687911227" name="Notes Placeholder 2"/>
          <p:cNvSpPr>
            <a:spLocks noGrp="1"/>
          </p:cNvSpPr>
          <p:nvPr>
            <p:ph type="body" idx="1"/>
          </p:nvPr>
        </p:nvSpPr>
        <p:spPr bwMode="auto"/>
        <p:txBody>
          <a:bodyPr/>
          <a:lstStyle/>
          <a:p>
            <a:pPr marL="0" marR="0" lvl="0" indent="0" algn="l" defTabSz="914400" rtl="0">
              <a:lnSpc>
                <a:spcPct val="100000"/>
              </a:lnSpc>
              <a:spcBef>
                <a:spcPts val="0"/>
              </a:spcBef>
              <a:spcAft>
                <a:spcPts val="0"/>
              </a:spcAft>
              <a:buClrTx/>
              <a:buSzTx/>
              <a:buFontTx/>
              <a:buNone/>
              <a:defRPr/>
            </a:pPr>
            <a:r>
              <a:rPr lang="en-US" sz="1200" b="1" u="none" strike="noStrike" kern="1200" dirty="0">
                <a:solidFill>
                  <a:schemeClr val="tx1"/>
                </a:solidFill>
                <a:effectLst/>
                <a:latin typeface="+mn-lt"/>
                <a:ea typeface="+mn-ea"/>
                <a:cs typeface="+mn-cs"/>
              </a:rPr>
              <a:t>Kubernetes</a:t>
            </a:r>
            <a:r>
              <a:rPr lang="en-US" dirty="0"/>
              <a:t> (</a:t>
            </a:r>
            <a:r>
              <a:rPr lang="en-US" dirty="0" err="1"/>
              <a:t>มักเรียกย่อว่า</a:t>
            </a:r>
            <a:r>
              <a:rPr lang="en-US" dirty="0"/>
              <a:t> </a:t>
            </a:r>
            <a:r>
              <a:rPr lang="en-US" sz="1200" b="1" u="none" strike="noStrike" kern="1200" dirty="0">
                <a:solidFill>
                  <a:schemeClr val="tx1"/>
                </a:solidFill>
                <a:effectLst/>
                <a:latin typeface="+mn-lt"/>
                <a:ea typeface="+mn-ea"/>
                <a:cs typeface="+mn-cs"/>
              </a:rPr>
              <a:t>K8s</a:t>
            </a:r>
            <a:r>
              <a:rPr lang="en-US" dirty="0"/>
              <a:t> </a:t>
            </a:r>
            <a:r>
              <a:rPr lang="en-US" dirty="0" err="1"/>
              <a:t>หรือ</a:t>
            </a:r>
            <a:r>
              <a:rPr lang="en-US" dirty="0"/>
              <a:t> </a:t>
            </a:r>
            <a:r>
              <a:rPr lang="en-US" sz="1200" b="1" u="none" strike="noStrike" kern="1200" dirty="0">
                <a:solidFill>
                  <a:schemeClr val="tx1"/>
                </a:solidFill>
                <a:effectLst/>
                <a:latin typeface="+mn-lt"/>
                <a:ea typeface="+mn-ea"/>
                <a:cs typeface="+mn-cs"/>
              </a:rPr>
              <a:t>Kube</a:t>
            </a:r>
            <a:r>
              <a:rPr lang="en-US" dirty="0"/>
              <a:t>) </a:t>
            </a:r>
            <a:r>
              <a:rPr lang="en-US" dirty="0" err="1"/>
              <a:t>คือ</a:t>
            </a:r>
            <a:r>
              <a:rPr lang="en-US" dirty="0"/>
              <a:t> </a:t>
            </a:r>
            <a:r>
              <a:rPr lang="en-US" sz="1200" b="0" u="none" strike="noStrike" kern="1200" dirty="0" err="1">
                <a:solidFill>
                  <a:schemeClr val="tx1"/>
                </a:solidFill>
                <a:effectLst/>
                <a:latin typeface="+mn-lt"/>
                <a:ea typeface="+mn-ea"/>
                <a:cs typeface="+mn-cs"/>
              </a:rPr>
              <a:t>แพลตฟอร์ม</a:t>
            </a:r>
            <a:r>
              <a:rPr lang="en-US" sz="1200" b="0" u="none" strike="noStrike" kern="1200" dirty="0">
                <a:solidFill>
                  <a:schemeClr val="tx1"/>
                </a:solidFill>
                <a:effectLst/>
                <a:latin typeface="+mn-lt"/>
                <a:ea typeface="+mn-ea"/>
                <a:cs typeface="+mn-cs"/>
              </a:rPr>
              <a:t> Open-Source </a:t>
            </a:r>
            <a:r>
              <a:rPr lang="en-US" sz="1200" b="0" u="none" strike="noStrike" kern="1200" dirty="0" err="1">
                <a:solidFill>
                  <a:schemeClr val="tx1"/>
                </a:solidFill>
                <a:effectLst/>
                <a:latin typeface="+mn-lt"/>
                <a:ea typeface="+mn-ea"/>
                <a:cs typeface="+mn-cs"/>
              </a:rPr>
              <a:t>สำหรับบริหารจัดการคอนเทนเนอร์</a:t>
            </a:r>
            <a:r>
              <a:rPr lang="en-US" sz="1200" b="0" u="none" strike="noStrike" kern="1200" dirty="0">
                <a:solidFill>
                  <a:schemeClr val="tx1"/>
                </a:solidFill>
                <a:effectLst/>
                <a:latin typeface="+mn-lt"/>
                <a:ea typeface="+mn-ea"/>
                <a:cs typeface="+mn-cs"/>
              </a:rPr>
              <a:t> (Container Orchestration)</a:t>
            </a:r>
            <a:r>
              <a:rPr lang="en-US" dirty="0"/>
              <a:t> </a:t>
            </a:r>
            <a:r>
              <a:rPr lang="en-US" dirty="0" err="1"/>
              <a:t>ที่เริ่มต้นพัฒนาโดย</a:t>
            </a:r>
            <a:r>
              <a:rPr lang="en-US" dirty="0"/>
              <a:t> </a:t>
            </a:r>
            <a:r>
              <a:rPr lang="en-US" sz="1200" b="1" u="none" strike="noStrike" kern="1200" dirty="0">
                <a:solidFill>
                  <a:schemeClr val="tx1"/>
                </a:solidFill>
                <a:effectLst/>
                <a:latin typeface="+mn-lt"/>
                <a:ea typeface="+mn-ea"/>
                <a:cs typeface="+mn-cs"/>
              </a:rPr>
              <a:t>Google</a:t>
            </a:r>
            <a:r>
              <a:rPr lang="en-US" dirty="0"/>
              <a:t> </a:t>
            </a:r>
            <a:r>
              <a:rPr lang="en-US" dirty="0" err="1"/>
              <a:t>และปัจจุบันดูแลโดย</a:t>
            </a:r>
            <a:r>
              <a:rPr lang="en-US" dirty="0"/>
              <a:t> Cloud Native Computing Foundation (CNCF) </a:t>
            </a:r>
            <a:endParaRPr lang="th-TH" dirty="0"/>
          </a:p>
          <a:p>
            <a:pPr marL="0" marR="0" lvl="0" indent="0" algn="l" defTabSz="914400" rtl="0">
              <a:lnSpc>
                <a:spcPct val="100000"/>
              </a:lnSpc>
              <a:spcBef>
                <a:spcPts val="0"/>
              </a:spcBef>
              <a:spcAft>
                <a:spcPts val="0"/>
              </a:spcAft>
              <a:buClrTx/>
              <a:buSzTx/>
              <a:buFontTx/>
              <a:buNone/>
              <a:defRPr/>
            </a:pPr>
            <a:r>
              <a:rPr lang="en-US" dirty="0" err="1"/>
              <a:t>ทำหน้าที่เสมือน</a:t>
            </a:r>
            <a:r>
              <a:rPr lang="en-US" dirty="0"/>
              <a:t> "</a:t>
            </a:r>
            <a:r>
              <a:rPr lang="en-US" dirty="0" err="1"/>
              <a:t>ผู้ถือหางเสือเรือ</a:t>
            </a:r>
            <a:r>
              <a:rPr lang="en-US" dirty="0"/>
              <a:t>" </a:t>
            </a:r>
            <a:r>
              <a:rPr lang="en-US" dirty="0" err="1"/>
              <a:t>หรือ</a:t>
            </a:r>
            <a:r>
              <a:rPr lang="en-US" dirty="0"/>
              <a:t> "</a:t>
            </a:r>
            <a:r>
              <a:rPr lang="en-US" dirty="0" err="1"/>
              <a:t>วาทยกร</a:t>
            </a:r>
            <a:r>
              <a:rPr lang="en-US" dirty="0"/>
              <a:t> (Conductor)" </a:t>
            </a:r>
            <a:r>
              <a:rPr lang="en-US" dirty="0" err="1"/>
              <a:t>ที่คอยควบคุมและจัดการกลุ่มของคอนเทนเนอร์</a:t>
            </a:r>
            <a:r>
              <a:rPr lang="en-US" dirty="0"/>
              <a:t> (</a:t>
            </a:r>
            <a:r>
              <a:rPr lang="en-US" dirty="0" err="1"/>
              <a:t>เช่น</a:t>
            </a:r>
            <a:r>
              <a:rPr lang="en-US" dirty="0"/>
              <a:t> </a:t>
            </a:r>
            <a:r>
              <a:rPr lang="en-US" sz="1200" b="0" u="none" strike="noStrike" kern="1200" dirty="0">
                <a:solidFill>
                  <a:schemeClr val="tx1"/>
                </a:solidFill>
                <a:effectLst/>
                <a:latin typeface="+mn-lt"/>
                <a:ea typeface="+mn-ea"/>
                <a:cs typeface="+mn-cs"/>
              </a:rPr>
              <a:t>Docker</a:t>
            </a:r>
            <a:r>
              <a:rPr lang="en-US" dirty="0"/>
              <a:t>) </a:t>
            </a:r>
            <a:r>
              <a:rPr lang="en-US" dirty="0" err="1"/>
              <a:t>จำนวนมากให้ทำงานร่วมกันได้อย่างอัตโนมัติและมีประสิทธิภาพ</a:t>
            </a:r>
            <a:endParaRPr lang="th-TH" dirty="0"/>
          </a:p>
          <a:p>
            <a:pPr marL="0" marR="0" lvl="0" indent="0" algn="l" defTabSz="914400" rtl="0">
              <a:lnSpc>
                <a:spcPct val="100000"/>
              </a:lnSpc>
              <a:spcBef>
                <a:spcPts val="0"/>
              </a:spcBef>
              <a:spcAft>
                <a:spcPts val="0"/>
              </a:spcAft>
              <a:buClrTx/>
              <a:buSzTx/>
              <a:buFontTx/>
              <a:buNone/>
              <a:defRPr/>
            </a:pPr>
            <a:endParaRPr lang="th-TH" dirty="0"/>
          </a:p>
          <a:p>
            <a:r>
              <a:rPr lang="en-US" sz="1200" b="1" u="none" strike="noStrike" kern="1200" dirty="0" err="1">
                <a:solidFill>
                  <a:schemeClr val="tx1"/>
                </a:solidFill>
                <a:effectLst/>
                <a:latin typeface="+mn-lt"/>
                <a:ea typeface="+mn-ea"/>
                <a:cs typeface="+mn-cs"/>
              </a:rPr>
              <a:t>หน้าที่หลักและข้อดีของ</a:t>
            </a:r>
            <a:r>
              <a:rPr lang="en-US" sz="1200" b="1" u="none" strike="noStrike" kern="1200" dirty="0">
                <a:solidFill>
                  <a:schemeClr val="tx1"/>
                </a:solidFill>
                <a:effectLst/>
                <a:latin typeface="+mn-lt"/>
                <a:ea typeface="+mn-ea"/>
                <a:cs typeface="+mn-cs"/>
              </a:rPr>
              <a:t> Kubernetes</a:t>
            </a:r>
          </a:p>
          <a:p>
            <a:pPr lvl="0"/>
            <a:r>
              <a:rPr lang="en-US" sz="1200" b="1" u="none" strike="noStrike" kern="1200" dirty="0">
                <a:solidFill>
                  <a:schemeClr val="tx1"/>
                </a:solidFill>
                <a:effectLst/>
                <a:latin typeface="+mn-lt"/>
                <a:ea typeface="+mn-ea"/>
                <a:cs typeface="+mn-cs"/>
              </a:rPr>
              <a:t>Automating Deployment:</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ช่วยติดตั้งและสั่งรันแอปพลิเคชันเวอร์ชันใหม่ๆ</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ได้โดยอัตโนมัติ</a:t>
            </a:r>
            <a:endParaRPr lang="en-US" sz="1200" b="0" u="none" strike="noStrike" kern="1200" dirty="0">
              <a:solidFill>
                <a:schemeClr val="tx1"/>
              </a:solidFill>
              <a:effectLst/>
              <a:latin typeface="+mn-lt"/>
              <a:ea typeface="+mn-ea"/>
              <a:cs typeface="+mn-cs"/>
            </a:endParaRPr>
          </a:p>
          <a:p>
            <a:pPr lvl="0"/>
            <a:r>
              <a:rPr lang="en-US" sz="1200" b="1" u="none" strike="noStrike" kern="1200" dirty="0">
                <a:solidFill>
                  <a:schemeClr val="tx1"/>
                </a:solidFill>
                <a:effectLst/>
                <a:latin typeface="+mn-lt"/>
                <a:ea typeface="+mn-ea"/>
                <a:cs typeface="+mn-cs"/>
              </a:rPr>
              <a:t>Auto-Scaling:</a:t>
            </a:r>
            <a:r>
              <a:rPr lang="th-TH" sz="1200" b="1"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ปรับเพิ่มหรือลดจำนวนคอนเทนเนอร์ได้อัตโนมัติตามปริมาณการใช้งาน</a:t>
            </a:r>
            <a:r>
              <a:rPr lang="en-US" sz="1200" b="0" u="none" strike="noStrike" kern="1200" dirty="0">
                <a:solidFill>
                  <a:schemeClr val="tx1"/>
                </a:solidFill>
                <a:effectLst/>
                <a:latin typeface="+mn-lt"/>
                <a:ea typeface="+mn-ea"/>
                <a:cs typeface="+mn-cs"/>
              </a:rPr>
              <a:t> (Traffic) </a:t>
            </a:r>
            <a:r>
              <a:rPr lang="en-US" sz="1200" b="0" u="none" strike="noStrike" kern="1200" dirty="0" err="1">
                <a:solidFill>
                  <a:schemeClr val="tx1"/>
                </a:solidFill>
                <a:effectLst/>
                <a:latin typeface="+mn-lt"/>
                <a:ea typeface="+mn-ea"/>
                <a:cs typeface="+mn-cs"/>
              </a:rPr>
              <a:t>เช่น</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ช่วงเวลาเร่งด่วนที่มีผู้ใช้งานเข้ามาจำนวนมาก</a:t>
            </a:r>
            <a:endParaRPr lang="en-US" sz="1200" b="0" u="none" strike="noStrike" kern="1200" dirty="0">
              <a:solidFill>
                <a:schemeClr val="tx1"/>
              </a:solidFill>
              <a:effectLst/>
              <a:latin typeface="+mn-lt"/>
              <a:ea typeface="+mn-ea"/>
              <a:cs typeface="+mn-cs"/>
            </a:endParaRPr>
          </a:p>
          <a:p>
            <a:pPr lvl="0"/>
            <a:r>
              <a:rPr lang="en-US" sz="1200" b="1" u="none" strike="noStrike" kern="1200" dirty="0">
                <a:solidFill>
                  <a:schemeClr val="tx1"/>
                </a:solidFill>
                <a:effectLst/>
                <a:latin typeface="+mn-lt"/>
                <a:ea typeface="+mn-ea"/>
                <a:cs typeface="+mn-cs"/>
              </a:rPr>
              <a:t>Auto Self-Healing:</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หากคอนเทนเนอร์ตัวใดตัวหนึ่งเสียหายหรือหยุดทำงาน</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ระบบจะทำลายทิ้งแล้วสร้างตัวใหม่ขึ้นมาทดแทนให้อัตโนมัติ</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เพื่อให้ระบบทำงานได้ตลอดเวลา</a:t>
            </a:r>
            <a:r>
              <a:rPr lang="en-US" sz="1200" b="0" u="none" strike="noStrike" kern="1200" dirty="0">
                <a:solidFill>
                  <a:schemeClr val="tx1"/>
                </a:solidFill>
                <a:effectLst/>
                <a:latin typeface="+mn-lt"/>
                <a:ea typeface="+mn-ea"/>
                <a:cs typeface="+mn-cs"/>
              </a:rPr>
              <a:t> (High Availability)</a:t>
            </a:r>
          </a:p>
          <a:p>
            <a:pPr lvl="0"/>
            <a:r>
              <a:rPr lang="en-US" sz="1200" b="1" u="none" strike="noStrike" kern="1200" dirty="0">
                <a:solidFill>
                  <a:schemeClr val="tx1"/>
                </a:solidFill>
                <a:effectLst/>
                <a:latin typeface="+mn-lt"/>
                <a:ea typeface="+mn-ea"/>
                <a:cs typeface="+mn-cs"/>
              </a:rPr>
              <a:t>Load Balancing:</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ช่วยกระจายปริมาณการใช้งานไปยังคอนเทนเนอร์ต่างๆ</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อย่างทั่วถึงเพื่อไม่ให้ตัวใดตัวหนึ่งทำงานหนักเกินไป</a:t>
            </a:r>
            <a:endParaRPr lang="en-US" sz="1200" b="0" u="none" strike="noStrike" kern="1200" dirty="0">
              <a:solidFill>
                <a:schemeClr val="tx1"/>
              </a:solidFill>
              <a:effectLst/>
              <a:latin typeface="+mn-lt"/>
              <a:ea typeface="+mn-ea"/>
              <a:cs typeface="+mn-cs"/>
            </a:endParaRPr>
          </a:p>
          <a:p>
            <a:pPr lvl="0"/>
            <a:r>
              <a:rPr lang="en-US" sz="1200" b="1" u="none" strike="noStrike" kern="1200" dirty="0">
                <a:solidFill>
                  <a:schemeClr val="tx1"/>
                </a:solidFill>
                <a:effectLst/>
                <a:latin typeface="+mn-lt"/>
                <a:ea typeface="+mn-ea"/>
                <a:cs typeface="+mn-cs"/>
              </a:rPr>
              <a:t>Zero Downtime:</a:t>
            </a:r>
            <a:r>
              <a:rPr lang="en-US" sz="1200" b="0" u="none" strike="noStrike" kern="1200" dirty="0">
                <a:solidFill>
                  <a:schemeClr val="tx1"/>
                </a:solidFill>
                <a:effectLst/>
                <a:latin typeface="+mn-lt"/>
                <a:ea typeface="+mn-ea"/>
                <a:cs typeface="+mn-cs"/>
              </a:rPr>
              <a:t> รองรับการอัปเดตระบบหรือเวอร์ชันของแอปพลิเคชันโดยที่ระบบไม่ต้องหยุดทำงาน</a:t>
            </a:r>
          </a:p>
          <a:p>
            <a:pPr marL="0" marR="0" lvl="0" indent="0" algn="l" defTabSz="914400" rtl="0">
              <a:lnSpc>
                <a:spcPct val="100000"/>
              </a:lnSpc>
              <a:spcBef>
                <a:spcPts val="0"/>
              </a:spcBef>
              <a:spcAft>
                <a:spcPts val="0"/>
              </a:spcAft>
              <a:buClrTx/>
              <a:buSzTx/>
              <a:buFontTx/>
              <a:buNone/>
              <a:defRPr/>
            </a:pPr>
            <a:endParaRPr lang="th-TH" dirty="0"/>
          </a:p>
          <a:p>
            <a:r>
              <a:rPr lang="en-US" sz="1200" b="1" u="none" strike="noStrike" kern="1200" dirty="0" err="1">
                <a:solidFill>
                  <a:schemeClr val="tx1"/>
                </a:solidFill>
                <a:effectLst/>
                <a:latin typeface="+mn-lt"/>
                <a:ea typeface="+mn-ea"/>
                <a:cs typeface="+mn-cs"/>
              </a:rPr>
              <a:t>โครงสร้างสถาปัตยกรรมพื้นฐาน</a:t>
            </a:r>
            <a:r>
              <a:rPr lang="en-US" sz="1200" b="1" u="none" strike="noStrike" kern="1200" dirty="0">
                <a:solidFill>
                  <a:schemeClr val="tx1"/>
                </a:solidFill>
                <a:effectLst/>
                <a:latin typeface="+mn-lt"/>
                <a:ea typeface="+mn-ea"/>
                <a:cs typeface="+mn-cs"/>
              </a:rPr>
              <a:t> (Kubernetes Architecture)</a:t>
            </a:r>
          </a:p>
          <a:p>
            <a:r>
              <a:rPr lang="en-US" sz="1200" b="0" u="none" strike="noStrike" kern="1200" dirty="0" err="1">
                <a:solidFill>
                  <a:schemeClr val="tx1"/>
                </a:solidFill>
                <a:effectLst/>
                <a:latin typeface="+mn-lt"/>
                <a:ea typeface="+mn-ea"/>
                <a:cs typeface="+mn-cs"/>
              </a:rPr>
              <a:t>เมื่อนำเครื่องคอมพิวเตอร์มารวมกลุ่มกันเพื่อใช้งานจะเรียกว่า</a:t>
            </a:r>
            <a:r>
              <a:rPr lang="en-US" sz="1200" b="0" u="none" strike="noStrike" kern="1200" dirty="0">
                <a:solidFill>
                  <a:schemeClr val="tx1"/>
                </a:solidFill>
                <a:effectLst/>
                <a:latin typeface="+mn-lt"/>
                <a:ea typeface="+mn-ea"/>
                <a:cs typeface="+mn-cs"/>
              </a:rPr>
              <a:t> </a:t>
            </a:r>
            <a:r>
              <a:rPr lang="en-US" sz="1200" b="1" u="none" strike="noStrike" kern="1200" dirty="0">
                <a:solidFill>
                  <a:schemeClr val="tx1"/>
                </a:solidFill>
                <a:effectLst/>
                <a:latin typeface="+mn-lt"/>
                <a:ea typeface="+mn-ea"/>
                <a:cs typeface="+mn-cs"/>
              </a:rPr>
              <a:t>Cluster</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โดยแบ่งบทบาทออกเป็น</a:t>
            </a:r>
            <a:r>
              <a:rPr lang="en-US" sz="1200" b="0" u="none" strike="noStrike" kern="1200" dirty="0">
                <a:solidFill>
                  <a:schemeClr val="tx1"/>
                </a:solidFill>
                <a:effectLst/>
                <a:latin typeface="+mn-lt"/>
                <a:ea typeface="+mn-ea"/>
                <a:cs typeface="+mn-cs"/>
              </a:rPr>
              <a:t>: </a:t>
            </a:r>
          </a:p>
          <a:p>
            <a:pPr marL="0" marR="0" lvl="0" indent="0" algn="l" defTabSz="914400" rtl="0">
              <a:lnSpc>
                <a:spcPct val="100000"/>
              </a:lnSpc>
              <a:spcBef>
                <a:spcPts val="0"/>
              </a:spcBef>
              <a:spcAft>
                <a:spcPts val="0"/>
              </a:spcAft>
              <a:buClrTx/>
              <a:buSzTx/>
              <a:buFontTx/>
              <a:buNone/>
              <a:defRPr/>
            </a:pPr>
            <a:endParaRPr lang="th-TH" dirty="0"/>
          </a:p>
          <a:p>
            <a:pPr marL="0" marR="0" lvl="0" indent="0" algn="l" defTabSz="914400" rtl="0">
              <a:lnSpc>
                <a:spcPct val="100000"/>
              </a:lnSpc>
              <a:spcBef>
                <a:spcPts val="0"/>
              </a:spcBef>
              <a:spcAft>
                <a:spcPts val="0"/>
              </a:spcAft>
              <a:buClrTx/>
              <a:buSzTx/>
              <a:buFontTx/>
              <a:buNone/>
              <a:defRPr/>
            </a:pPr>
            <a:r>
              <a:rPr lang="en-US" sz="1200" b="1" u="none" strike="noStrike" kern="1200" dirty="0">
                <a:solidFill>
                  <a:schemeClr val="tx1"/>
                </a:solidFill>
                <a:effectLst/>
                <a:latin typeface="+mn-lt"/>
                <a:ea typeface="+mn-ea"/>
                <a:cs typeface="+mn-cs"/>
              </a:rPr>
              <a:t>Control Plane (Master Node):</a:t>
            </a:r>
            <a:r>
              <a:rPr lang="en-US" dirty="0"/>
              <a:t> </a:t>
            </a:r>
            <a:r>
              <a:rPr lang="en-US" dirty="0" err="1"/>
              <a:t>ส่วนควบคุมหลัก</a:t>
            </a:r>
            <a:r>
              <a:rPr lang="en-US" dirty="0"/>
              <a:t> </a:t>
            </a:r>
            <a:r>
              <a:rPr lang="en-US" dirty="0" err="1"/>
              <a:t>เปรียบเสมือนสมองของระบบ</a:t>
            </a:r>
            <a:r>
              <a:rPr lang="en-US" dirty="0"/>
              <a:t> </a:t>
            </a:r>
            <a:r>
              <a:rPr lang="en-US" dirty="0" err="1"/>
              <a:t>ทำหน้าที่คอยสั่งการ</a:t>
            </a:r>
            <a:r>
              <a:rPr lang="en-US" dirty="0"/>
              <a:t> </a:t>
            </a:r>
            <a:r>
              <a:rPr lang="en-US" dirty="0" err="1"/>
              <a:t>ตรวจสอบสถานะ</a:t>
            </a:r>
            <a:r>
              <a:rPr lang="en-US" dirty="0"/>
              <a:t> </a:t>
            </a:r>
            <a:r>
              <a:rPr lang="en-US" dirty="0" err="1"/>
              <a:t>และกระจายงาน</a:t>
            </a:r>
            <a:endParaRPr lang="th-TH" dirty="0"/>
          </a:p>
          <a:p>
            <a:r>
              <a:rPr lang="en-US" sz="1200" b="1" u="none" strike="noStrike" kern="1200" dirty="0">
                <a:solidFill>
                  <a:schemeClr val="tx1"/>
                </a:solidFill>
                <a:effectLst/>
                <a:latin typeface="+mn-lt"/>
                <a:ea typeface="+mn-ea"/>
                <a:cs typeface="+mn-cs"/>
              </a:rPr>
              <a:t>Worker Node:</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เครื่องคอมพิวเตอร์หรือเซิร์ฟเวอร์</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ทั้งแบบ</a:t>
            </a:r>
            <a:r>
              <a:rPr lang="en-US" sz="1200" b="0" u="none" strike="noStrike" kern="1200" dirty="0">
                <a:solidFill>
                  <a:schemeClr val="tx1"/>
                </a:solidFill>
                <a:effectLst/>
                <a:latin typeface="+mn-lt"/>
                <a:ea typeface="+mn-ea"/>
                <a:cs typeface="+mn-cs"/>
              </a:rPr>
              <a:t> Physical </a:t>
            </a:r>
            <a:r>
              <a:rPr lang="en-US" sz="1200" b="0" u="none" strike="noStrike" kern="1200" dirty="0" err="1">
                <a:solidFill>
                  <a:schemeClr val="tx1"/>
                </a:solidFill>
                <a:effectLst/>
                <a:latin typeface="+mn-lt"/>
                <a:ea typeface="+mn-ea"/>
                <a:cs typeface="+mn-cs"/>
              </a:rPr>
              <a:t>หรือ</a:t>
            </a:r>
            <a:r>
              <a:rPr lang="en-US" sz="1200" b="0" u="none" strike="noStrike" kern="1200" dirty="0">
                <a:solidFill>
                  <a:schemeClr val="tx1"/>
                </a:solidFill>
                <a:effectLst/>
                <a:latin typeface="+mn-lt"/>
                <a:ea typeface="+mn-ea"/>
                <a:cs typeface="+mn-cs"/>
              </a:rPr>
              <a:t> Virtual Machine) </a:t>
            </a:r>
            <a:r>
              <a:rPr lang="en-US" sz="1200" b="0" u="none" strike="noStrike" kern="1200" dirty="0" err="1">
                <a:solidFill>
                  <a:schemeClr val="tx1"/>
                </a:solidFill>
                <a:effectLst/>
                <a:latin typeface="+mn-lt"/>
                <a:ea typeface="+mn-ea"/>
                <a:cs typeface="+mn-cs"/>
              </a:rPr>
              <a:t>ที่มีหน้าที่รับคำสั่งจาก</a:t>
            </a:r>
            <a:r>
              <a:rPr lang="en-US" sz="1200" b="0" u="none" strike="noStrike" kern="1200" dirty="0">
                <a:solidFill>
                  <a:schemeClr val="tx1"/>
                </a:solidFill>
                <a:effectLst/>
                <a:latin typeface="+mn-lt"/>
                <a:ea typeface="+mn-ea"/>
                <a:cs typeface="+mn-cs"/>
              </a:rPr>
              <a:t> Master Node </a:t>
            </a:r>
            <a:r>
              <a:rPr lang="en-US" sz="1200" b="0" u="none" strike="noStrike" kern="1200" dirty="0" err="1">
                <a:solidFill>
                  <a:schemeClr val="tx1"/>
                </a:solidFill>
                <a:effectLst/>
                <a:latin typeface="+mn-lt"/>
                <a:ea typeface="+mn-ea"/>
                <a:cs typeface="+mn-cs"/>
              </a:rPr>
              <a:t>มาเพื่อใช้รันคอนเทนเนอร์จริง</a:t>
            </a:r>
            <a:endParaRPr lang="en-US" dirty="0"/>
          </a:p>
          <a:p>
            <a:r>
              <a:rPr lang="en-US" sz="1200" b="1" u="none" strike="noStrike" kern="1200" dirty="0">
                <a:solidFill>
                  <a:schemeClr val="tx1"/>
                </a:solidFill>
                <a:effectLst/>
                <a:latin typeface="+mn-lt"/>
                <a:ea typeface="+mn-ea"/>
                <a:cs typeface="+mn-cs"/>
              </a:rPr>
              <a:t>Pod:</a:t>
            </a:r>
            <a:r>
              <a:rPr lang="en-US" dirty="0"/>
              <a:t> </a:t>
            </a:r>
            <a:r>
              <a:rPr lang="en-US" dirty="0" err="1"/>
              <a:t>หน่วยย่อยที่สุดใน</a:t>
            </a:r>
            <a:r>
              <a:rPr lang="en-US" dirty="0"/>
              <a:t> Kubernetes </a:t>
            </a:r>
            <a:r>
              <a:rPr lang="en-US" dirty="0" err="1"/>
              <a:t>ที่สามารถสั่ง</a:t>
            </a:r>
            <a:r>
              <a:rPr lang="en-US" dirty="0"/>
              <a:t> Deploy </a:t>
            </a:r>
            <a:r>
              <a:rPr lang="en-US" dirty="0" err="1"/>
              <a:t>ได้</a:t>
            </a:r>
            <a:r>
              <a:rPr lang="en-US" dirty="0"/>
              <a:t> </a:t>
            </a:r>
            <a:r>
              <a:rPr lang="en-US" dirty="0" err="1"/>
              <a:t>ภายใน</a:t>
            </a:r>
            <a:r>
              <a:rPr lang="en-US" dirty="0"/>
              <a:t> Pod </a:t>
            </a:r>
            <a:r>
              <a:rPr lang="en-US" dirty="0" err="1"/>
              <a:t>จะประกอบไปด้วยคอนเทนเนอร์</a:t>
            </a:r>
            <a:r>
              <a:rPr lang="en-US" dirty="0"/>
              <a:t> 1 </a:t>
            </a:r>
            <a:r>
              <a:rPr lang="en-US" dirty="0" err="1"/>
              <a:t>ตัวหรือมากกว่านั้นที่แชร์</a:t>
            </a:r>
            <a:r>
              <a:rPr lang="en-US" dirty="0"/>
              <a:t> Network IP </a:t>
            </a:r>
            <a:r>
              <a:rPr lang="en-US" dirty="0" err="1"/>
              <a:t>และ</a:t>
            </a:r>
            <a:r>
              <a:rPr lang="en-US" dirty="0"/>
              <a:t> Resource </a:t>
            </a:r>
            <a:r>
              <a:rPr lang="en-US" dirty="0" err="1"/>
              <a:t>ร่วมกัน</a:t>
            </a:r>
            <a:endParaRPr lang="en-US" dirty="0"/>
          </a:p>
        </p:txBody>
      </p:sp>
      <p:sp>
        <p:nvSpPr>
          <p:cNvPr id="752183335"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52498518" name="Slide Image Placeholder 1"/>
          <p:cNvSpPr>
            <a:spLocks noGrp="1" noRot="1" noChangeAspect="1"/>
          </p:cNvSpPr>
          <p:nvPr>
            <p:ph type="sldImg"/>
          </p:nvPr>
        </p:nvSpPr>
        <p:spPr bwMode="auto">
          <a:xfrm>
            <a:off x="217488" y="812800"/>
            <a:ext cx="7124700" cy="4008438"/>
          </a:xfrm>
        </p:spPr>
      </p:sp>
      <p:sp>
        <p:nvSpPr>
          <p:cNvPr id="1643159275" name="Notes Placeholder 2"/>
          <p:cNvSpPr>
            <a:spLocks noGrp="1"/>
          </p:cNvSpPr>
          <p:nvPr>
            <p:ph type="body" idx="1"/>
          </p:nvPr>
        </p:nvSpPr>
        <p:spPr bwMode="auto"/>
        <p:txBody>
          <a:bodyPr/>
          <a:lstStyle/>
          <a:p>
            <a:pPr lvl="0">
              <a:defRPr/>
            </a:pPr>
            <a:r>
              <a:rPr lang="en-US" sz="1200" b="1" u="none" strike="noStrike" kern="1200" dirty="0">
                <a:solidFill>
                  <a:schemeClr val="tx1"/>
                </a:solidFill>
                <a:effectLst/>
                <a:latin typeface="+mn-lt"/>
                <a:ea typeface="+mn-ea"/>
                <a:cs typeface="+mn-cs"/>
              </a:rPr>
              <a:t>Azure Kubernetes Service (AKS)</a:t>
            </a:r>
            <a:r>
              <a:rPr lang="en-US" dirty="0"/>
              <a:t> </a:t>
            </a:r>
            <a:r>
              <a:rPr lang="en-US" dirty="0" err="1"/>
              <a:t>คือ</a:t>
            </a:r>
            <a:r>
              <a:rPr lang="en-US" dirty="0"/>
              <a:t> </a:t>
            </a:r>
            <a:r>
              <a:rPr lang="en-US" dirty="0" err="1"/>
              <a:t>บริการจัดการ</a:t>
            </a:r>
            <a:r>
              <a:rPr lang="en-US" dirty="0"/>
              <a:t> Kubernetes </a:t>
            </a:r>
            <a:r>
              <a:rPr lang="en-US" dirty="0" err="1"/>
              <a:t>แบบครบวงจร</a:t>
            </a:r>
            <a:r>
              <a:rPr lang="en-US" dirty="0"/>
              <a:t> (</a:t>
            </a:r>
            <a:r>
              <a:rPr lang="en-US" sz="1200" b="0" u="none" strike="noStrike" kern="1200" dirty="0">
                <a:solidFill>
                  <a:schemeClr val="tx1"/>
                </a:solidFill>
                <a:effectLst/>
                <a:latin typeface="+mn-lt"/>
                <a:ea typeface="+mn-ea"/>
                <a:cs typeface="+mn-cs"/>
              </a:rPr>
              <a:t>Managed Kubernetes Service</a:t>
            </a:r>
            <a:r>
              <a:rPr lang="en-US" dirty="0"/>
              <a:t>) </a:t>
            </a:r>
            <a:r>
              <a:rPr lang="en-US" dirty="0" err="1"/>
              <a:t>บนระบบคลาวด์ของ</a:t>
            </a:r>
            <a:r>
              <a:rPr lang="en-US" dirty="0"/>
              <a:t> </a:t>
            </a:r>
            <a:r>
              <a:rPr lang="en-US" sz="1200" b="0" u="none" strike="noStrike" kern="1200" dirty="0">
                <a:solidFill>
                  <a:schemeClr val="tx1"/>
                </a:solidFill>
                <a:effectLst/>
                <a:latin typeface="+mn-lt"/>
                <a:ea typeface="+mn-ea"/>
                <a:cs typeface="+mn-cs"/>
                <a:hlinkClick r:id="rId3"/>
              </a:rPr>
              <a:t>Microsoft Azure</a:t>
            </a:r>
            <a:r>
              <a:rPr lang="en-US" dirty="0"/>
              <a:t> </a:t>
            </a:r>
            <a:r>
              <a:rPr lang="en-US" dirty="0" err="1"/>
              <a:t>ที่ช่วยให้องค์กรสามารถปรับใช้</a:t>
            </a:r>
            <a:r>
              <a:rPr lang="en-US" dirty="0"/>
              <a:t> (Deploy) </a:t>
            </a:r>
            <a:r>
              <a:rPr lang="en-US" dirty="0" err="1"/>
              <a:t>จัดการ</a:t>
            </a:r>
            <a:r>
              <a:rPr lang="en-US" dirty="0"/>
              <a:t> (Manage) </a:t>
            </a:r>
            <a:r>
              <a:rPr lang="en-US" dirty="0" err="1"/>
              <a:t>และขยายขนาด</a:t>
            </a:r>
            <a:r>
              <a:rPr lang="en-US" dirty="0"/>
              <a:t> (Scale) </a:t>
            </a:r>
            <a:r>
              <a:rPr lang="en-US" dirty="0" err="1"/>
              <a:t>แอปพลิเคชันที่ทำงานในรูปแบบคอนเทนเนอร์</a:t>
            </a:r>
            <a:r>
              <a:rPr lang="en-US" dirty="0"/>
              <a:t> (Containerized Applications) </a:t>
            </a:r>
            <a:r>
              <a:rPr lang="en-US" dirty="0" err="1"/>
              <a:t>ได้อย่างสะดวก</a:t>
            </a:r>
            <a:r>
              <a:rPr lang="en-US" dirty="0"/>
              <a:t> </a:t>
            </a:r>
            <a:r>
              <a:rPr lang="en-US" dirty="0" err="1"/>
              <a:t>รวดเร็ว</a:t>
            </a:r>
            <a:r>
              <a:rPr lang="en-US" dirty="0"/>
              <a:t> </a:t>
            </a:r>
            <a:r>
              <a:rPr lang="en-US" dirty="0" err="1"/>
              <a:t>และมีประสิทธิภาพ</a:t>
            </a:r>
            <a:endParaRPr lang="th-TH" dirty="0"/>
          </a:p>
          <a:p>
            <a:pPr lvl="0">
              <a:defRPr/>
            </a:pPr>
            <a:endParaRPr lang="th-TH" dirty="0"/>
          </a:p>
          <a:p>
            <a:pPr lvl="0">
              <a:defRPr/>
            </a:pPr>
            <a:r>
              <a:rPr lang="en-US" dirty="0" err="1"/>
              <a:t>โดยปกติแล้ว</a:t>
            </a:r>
            <a:r>
              <a:rPr lang="en-US" dirty="0"/>
              <a:t> </a:t>
            </a:r>
            <a:r>
              <a:rPr lang="en-US" dirty="0" err="1"/>
              <a:t>หากต้องการใช้งาน</a:t>
            </a:r>
            <a:r>
              <a:rPr lang="en-US" dirty="0"/>
              <a:t> Kubernetes </a:t>
            </a:r>
            <a:r>
              <a:rPr lang="en-US" dirty="0" err="1"/>
              <a:t>เอง</a:t>
            </a:r>
            <a:r>
              <a:rPr lang="en-US" dirty="0"/>
              <a:t> (On-premises </a:t>
            </a:r>
            <a:r>
              <a:rPr lang="en-US" dirty="0" err="1"/>
              <a:t>หรือติดตั้งบน</a:t>
            </a:r>
            <a:r>
              <a:rPr lang="en-US" dirty="0"/>
              <a:t> Virtual Machine </a:t>
            </a:r>
            <a:r>
              <a:rPr lang="en-US" dirty="0" err="1"/>
              <a:t>เปล่า</a:t>
            </a:r>
            <a:r>
              <a:rPr lang="en-US" dirty="0"/>
              <a:t>) </a:t>
            </a:r>
            <a:r>
              <a:rPr lang="en-US" dirty="0" err="1"/>
              <a:t>ทีม</a:t>
            </a:r>
            <a:r>
              <a:rPr lang="en-US" dirty="0"/>
              <a:t> IT </a:t>
            </a:r>
            <a:r>
              <a:rPr lang="en-US" dirty="0" err="1"/>
              <a:t>จะต้องเสียเวลาและความเชี่ยวชาญอย่างมากในการตั้งค่าระบบควบคุม</a:t>
            </a:r>
            <a:r>
              <a:rPr lang="en-US" dirty="0"/>
              <a:t> (Control Plane) </a:t>
            </a:r>
            <a:r>
              <a:rPr lang="en-US" dirty="0" err="1"/>
              <a:t>รวมถึงการดูแลรักษาและอัปเดตระบบ</a:t>
            </a:r>
            <a:r>
              <a:rPr lang="en-US" dirty="0"/>
              <a:t> </a:t>
            </a:r>
            <a:r>
              <a:rPr lang="en-US" dirty="0" err="1"/>
              <a:t>แต่</a:t>
            </a:r>
            <a:r>
              <a:rPr lang="en-US" dirty="0"/>
              <a:t> </a:t>
            </a:r>
            <a:r>
              <a:rPr lang="en-US" sz="1200" b="1" u="none" strike="noStrike" kern="1200" dirty="0">
                <a:solidFill>
                  <a:schemeClr val="tx1"/>
                </a:solidFill>
                <a:effectLst/>
                <a:latin typeface="+mn-lt"/>
                <a:ea typeface="+mn-ea"/>
                <a:cs typeface="+mn-cs"/>
              </a:rPr>
              <a:t>AKS </a:t>
            </a:r>
            <a:r>
              <a:rPr lang="en-US" sz="1200" b="1" u="none" strike="noStrike" kern="1200" dirty="0" err="1">
                <a:solidFill>
                  <a:schemeClr val="tx1"/>
                </a:solidFill>
                <a:effectLst/>
                <a:latin typeface="+mn-lt"/>
                <a:ea typeface="+mn-ea"/>
                <a:cs typeface="+mn-cs"/>
              </a:rPr>
              <a:t>จะเข้ามาทำหน้าที่จัดการส่วนที่ซับซ้อนเหล่านี้ให้โดยอัตโนมัติ</a:t>
            </a:r>
            <a:r>
              <a:rPr lang="en-US" dirty="0"/>
              <a:t> ทำให้ผู้พัฒนาสามารถโฟกัสไปที่การเขียนโค้ดและพัฒนาแอปพลิเคชันได้เต็มที่ </a:t>
            </a:r>
            <a:endParaRPr lang="th-TH" dirty="0"/>
          </a:p>
          <a:p>
            <a:pPr lvl="0">
              <a:defRPr/>
            </a:pPr>
            <a:endParaRPr lang="th-TH" dirty="0"/>
          </a:p>
          <a:p>
            <a:r>
              <a:rPr lang="en-US" sz="1200" b="1" u="none" strike="noStrike" kern="1200" dirty="0" err="1">
                <a:solidFill>
                  <a:schemeClr val="tx1"/>
                </a:solidFill>
                <a:effectLst/>
                <a:latin typeface="+mn-lt"/>
                <a:ea typeface="+mn-ea"/>
                <a:cs typeface="+mn-cs"/>
              </a:rPr>
              <a:t>จุดเด่นและประโยชน์หลักของ</a:t>
            </a:r>
            <a:r>
              <a:rPr lang="en-US" sz="1200" b="1" u="none" strike="noStrike" kern="1200" dirty="0">
                <a:solidFill>
                  <a:schemeClr val="tx1"/>
                </a:solidFill>
                <a:effectLst/>
                <a:latin typeface="+mn-lt"/>
                <a:ea typeface="+mn-ea"/>
                <a:cs typeface="+mn-cs"/>
              </a:rPr>
              <a:t> AKS</a:t>
            </a:r>
          </a:p>
          <a:p>
            <a:pPr lvl="0"/>
            <a:r>
              <a:rPr lang="en-US" sz="1200" b="1" u="none" strike="noStrike" kern="1200" dirty="0" err="1">
                <a:solidFill>
                  <a:schemeClr val="tx1"/>
                </a:solidFill>
                <a:effectLst/>
                <a:latin typeface="+mn-lt"/>
                <a:ea typeface="+mn-ea"/>
                <a:cs typeface="+mn-cs"/>
              </a:rPr>
              <a:t>การจัดการแบบ</a:t>
            </a:r>
            <a:r>
              <a:rPr lang="en-US" sz="1200" b="1" u="none" strike="noStrike" kern="1200" dirty="0">
                <a:solidFill>
                  <a:schemeClr val="tx1"/>
                </a:solidFill>
                <a:effectLst/>
                <a:latin typeface="+mn-lt"/>
                <a:ea typeface="+mn-ea"/>
                <a:cs typeface="+mn-cs"/>
              </a:rPr>
              <a:t> Managed Service:</a:t>
            </a:r>
            <a:r>
              <a:rPr lang="en-US" sz="1200" b="0" u="none" strike="noStrike" kern="1200" dirty="0">
                <a:solidFill>
                  <a:schemeClr val="tx1"/>
                </a:solidFill>
                <a:effectLst/>
                <a:latin typeface="+mn-lt"/>
                <a:ea typeface="+mn-ea"/>
                <a:cs typeface="+mn-cs"/>
              </a:rPr>
              <a:t> Microsoft </a:t>
            </a:r>
            <a:r>
              <a:rPr lang="en-US" sz="1200" b="0" u="none" strike="noStrike" kern="1200" dirty="0" err="1">
                <a:solidFill>
                  <a:schemeClr val="tx1"/>
                </a:solidFill>
                <a:effectLst/>
                <a:latin typeface="+mn-lt"/>
                <a:ea typeface="+mn-ea"/>
                <a:cs typeface="+mn-cs"/>
              </a:rPr>
              <a:t>เป็นผู้ดูแลส่วน</a:t>
            </a:r>
            <a:r>
              <a:rPr lang="en-US" sz="1200" b="0" u="none" strike="noStrike" kern="1200" dirty="0">
                <a:solidFill>
                  <a:schemeClr val="tx1"/>
                </a:solidFill>
                <a:effectLst/>
                <a:latin typeface="+mn-lt"/>
                <a:ea typeface="+mn-ea"/>
                <a:cs typeface="+mn-cs"/>
              </a:rPr>
              <a:t> Control Plane (</a:t>
            </a:r>
            <a:r>
              <a:rPr lang="en-US" sz="1200" b="0" u="none" strike="noStrike" kern="1200" dirty="0" err="1">
                <a:solidFill>
                  <a:schemeClr val="tx1"/>
                </a:solidFill>
                <a:effectLst/>
                <a:latin typeface="+mn-lt"/>
                <a:ea typeface="+mn-ea"/>
                <a:cs typeface="+mn-cs"/>
              </a:rPr>
              <a:t>ระนาบควบคุม</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ให้ฟรีและอัปเดตให้อัตโนมัติ</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ผู้ใช้งานจ่ายค่าบริการเฉพาะส่วนของ</a:t>
            </a:r>
            <a:r>
              <a:rPr lang="en-US" sz="1200" b="0" u="none" strike="noStrike" kern="1200" dirty="0">
                <a:solidFill>
                  <a:schemeClr val="tx1"/>
                </a:solidFill>
                <a:effectLst/>
                <a:latin typeface="+mn-lt"/>
                <a:ea typeface="+mn-ea"/>
                <a:cs typeface="+mn-cs"/>
              </a:rPr>
              <a:t> Node (Virtual Machines) </a:t>
            </a:r>
            <a:r>
              <a:rPr lang="en-US" sz="1200" b="0" u="none" strike="noStrike" kern="1200" dirty="0" err="1">
                <a:solidFill>
                  <a:schemeClr val="tx1"/>
                </a:solidFill>
                <a:effectLst/>
                <a:latin typeface="+mn-lt"/>
                <a:ea typeface="+mn-ea"/>
                <a:cs typeface="+mn-cs"/>
              </a:rPr>
              <a:t>ที่รันแอปพลิเคชันจริงเท่านั้น</a:t>
            </a:r>
            <a:endParaRPr lang="en-US" sz="1200" b="0" u="none" strike="noStrike" kern="1200" dirty="0">
              <a:solidFill>
                <a:schemeClr val="tx1"/>
              </a:solidFill>
              <a:effectLst/>
              <a:latin typeface="+mn-lt"/>
              <a:ea typeface="+mn-ea"/>
              <a:cs typeface="+mn-cs"/>
            </a:endParaRPr>
          </a:p>
          <a:p>
            <a:pPr lvl="0"/>
            <a:r>
              <a:rPr lang="en-US" sz="1200" b="1" u="none" strike="noStrike" kern="1200" dirty="0" err="1">
                <a:solidFill>
                  <a:schemeClr val="tx1"/>
                </a:solidFill>
                <a:effectLst/>
                <a:latin typeface="+mn-lt"/>
                <a:ea typeface="+mn-ea"/>
                <a:cs typeface="+mn-cs"/>
              </a:rPr>
              <a:t>ขยายขนาดอัตโนมัติ</a:t>
            </a:r>
            <a:r>
              <a:rPr lang="en-US" sz="1200" b="1" u="none" strike="noStrike" kern="1200" dirty="0">
                <a:solidFill>
                  <a:schemeClr val="tx1"/>
                </a:solidFill>
                <a:effectLst/>
                <a:latin typeface="+mn-lt"/>
                <a:ea typeface="+mn-ea"/>
                <a:cs typeface="+mn-cs"/>
              </a:rPr>
              <a:t> (Auto-scaling):</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สามารถเพิ่มหรือลดจำนวนเซิร์ฟเวอร์</a:t>
            </a:r>
            <a:r>
              <a:rPr lang="en-US" sz="1200" b="0" u="none" strike="noStrike" kern="1200" dirty="0">
                <a:solidFill>
                  <a:schemeClr val="tx1"/>
                </a:solidFill>
                <a:effectLst/>
                <a:latin typeface="+mn-lt"/>
                <a:ea typeface="+mn-ea"/>
                <a:cs typeface="+mn-cs"/>
              </a:rPr>
              <a:t> (Instances) </a:t>
            </a:r>
            <a:r>
              <a:rPr lang="en-US" sz="1200" b="0" u="none" strike="noStrike" kern="1200" dirty="0" err="1">
                <a:solidFill>
                  <a:schemeClr val="tx1"/>
                </a:solidFill>
                <a:effectLst/>
                <a:latin typeface="+mn-lt"/>
                <a:ea typeface="+mn-ea"/>
                <a:cs typeface="+mn-cs"/>
              </a:rPr>
              <a:t>และตู้คอนเทนเนอร์</a:t>
            </a:r>
            <a:r>
              <a:rPr lang="en-US" sz="1200" b="0" u="none" strike="noStrike" kern="1200" dirty="0">
                <a:solidFill>
                  <a:schemeClr val="tx1"/>
                </a:solidFill>
                <a:effectLst/>
                <a:latin typeface="+mn-lt"/>
                <a:ea typeface="+mn-ea"/>
                <a:cs typeface="+mn-cs"/>
              </a:rPr>
              <a:t> (Pods) </a:t>
            </a:r>
            <a:r>
              <a:rPr lang="en-US" sz="1200" b="0" u="none" strike="noStrike" kern="1200" dirty="0" err="1">
                <a:solidFill>
                  <a:schemeClr val="tx1"/>
                </a:solidFill>
                <a:effectLst/>
                <a:latin typeface="+mn-lt"/>
                <a:ea typeface="+mn-ea"/>
                <a:cs typeface="+mn-cs"/>
              </a:rPr>
              <a:t>ได้โดยอัตโนมัติ</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เมื่อแอปพลิเคชันถูกใช้งานอย่างหนักเพื่อป้องกันระบบล่ม</a:t>
            </a:r>
            <a:endParaRPr lang="en-US" sz="1200" b="0" u="none" strike="noStrike" kern="1200" dirty="0">
              <a:solidFill>
                <a:schemeClr val="tx1"/>
              </a:solidFill>
              <a:effectLst/>
              <a:latin typeface="+mn-lt"/>
              <a:ea typeface="+mn-ea"/>
              <a:cs typeface="+mn-cs"/>
            </a:endParaRPr>
          </a:p>
          <a:p>
            <a:pPr lvl="0"/>
            <a:r>
              <a:rPr lang="en-US" sz="1200" b="1" u="none" strike="noStrike" kern="1200" dirty="0" err="1">
                <a:solidFill>
                  <a:schemeClr val="tx1"/>
                </a:solidFill>
                <a:effectLst/>
                <a:latin typeface="+mn-lt"/>
                <a:ea typeface="+mn-ea"/>
                <a:cs typeface="+mn-cs"/>
              </a:rPr>
              <a:t>การเชื่อมต่อกับระบบนิเวศของ</a:t>
            </a:r>
            <a:r>
              <a:rPr lang="en-US" sz="1200" b="1" u="none" strike="noStrike" kern="1200" dirty="0">
                <a:solidFill>
                  <a:schemeClr val="tx1"/>
                </a:solidFill>
                <a:effectLst/>
                <a:latin typeface="+mn-lt"/>
                <a:ea typeface="+mn-ea"/>
                <a:cs typeface="+mn-cs"/>
              </a:rPr>
              <a:t> Azure </a:t>
            </a:r>
            <a:r>
              <a:rPr lang="en-US" sz="1200" b="1" u="none" strike="noStrike" kern="1200" dirty="0" err="1">
                <a:solidFill>
                  <a:schemeClr val="tx1"/>
                </a:solidFill>
                <a:effectLst/>
                <a:latin typeface="+mn-lt"/>
                <a:ea typeface="+mn-ea"/>
                <a:cs typeface="+mn-cs"/>
              </a:rPr>
              <a:t>ได้อย่างราบรื่น</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รองรับการทำงานร่วมกับบริการอื่นๆ</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เช่น</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การจัดการสิทธิ์และความปลอดภัยผ่าน</a:t>
            </a:r>
            <a:r>
              <a:rPr lang="en-US" sz="1200" b="0" u="none" strike="noStrike" kern="1200" dirty="0">
                <a:solidFill>
                  <a:schemeClr val="tx1"/>
                </a:solidFill>
                <a:effectLst/>
                <a:latin typeface="+mn-lt"/>
                <a:ea typeface="+mn-ea"/>
                <a:cs typeface="+mn-cs"/>
              </a:rPr>
              <a:t> Microsoft Entra ID (</a:t>
            </a:r>
            <a:r>
              <a:rPr lang="en-US" sz="1200" b="0" u="none" strike="noStrike" kern="1200" dirty="0" err="1">
                <a:solidFill>
                  <a:schemeClr val="tx1"/>
                </a:solidFill>
                <a:effectLst/>
                <a:latin typeface="+mn-lt"/>
                <a:ea typeface="+mn-ea"/>
                <a:cs typeface="+mn-cs"/>
              </a:rPr>
              <a:t>ชื่อเดิม</a:t>
            </a:r>
            <a:r>
              <a:rPr lang="en-US" sz="1200" b="0" u="none" strike="noStrike" kern="1200" dirty="0">
                <a:solidFill>
                  <a:schemeClr val="tx1"/>
                </a:solidFill>
                <a:effectLst/>
                <a:latin typeface="+mn-lt"/>
                <a:ea typeface="+mn-ea"/>
                <a:cs typeface="+mn-cs"/>
              </a:rPr>
              <a:t> Azure Active Directory) </a:t>
            </a:r>
            <a:r>
              <a:rPr lang="en-US" sz="1200" b="0" u="none" strike="noStrike" kern="1200" dirty="0" err="1">
                <a:solidFill>
                  <a:schemeClr val="tx1"/>
                </a:solidFill>
                <a:effectLst/>
                <a:latin typeface="+mn-lt"/>
                <a:ea typeface="+mn-ea"/>
                <a:cs typeface="+mn-cs"/>
              </a:rPr>
              <a:t>และการเก็บข้อมูลบน</a:t>
            </a:r>
            <a:r>
              <a:rPr lang="en-US" sz="1200" b="0" u="none" strike="noStrike" kern="1200" dirty="0">
                <a:solidFill>
                  <a:schemeClr val="tx1"/>
                </a:solidFill>
                <a:effectLst/>
                <a:latin typeface="+mn-lt"/>
                <a:ea typeface="+mn-ea"/>
                <a:cs typeface="+mn-cs"/>
              </a:rPr>
              <a:t> Azure Cosmos DB </a:t>
            </a:r>
            <a:endParaRPr lang="th-TH" sz="1200" b="0" u="none" strike="noStrike" kern="1200" dirty="0">
              <a:solidFill>
                <a:schemeClr val="tx1"/>
              </a:solidFill>
              <a:effectLst/>
              <a:latin typeface="+mn-lt"/>
              <a:ea typeface="+mn-ea"/>
              <a:cs typeface="+mn-cs"/>
            </a:endParaRPr>
          </a:p>
          <a:p>
            <a:pPr lvl="0"/>
            <a:r>
              <a:rPr lang="en-US" sz="1200" b="1" u="none" strike="noStrike" kern="1200" dirty="0" err="1">
                <a:solidFill>
                  <a:schemeClr val="tx1"/>
                </a:solidFill>
                <a:effectLst/>
                <a:latin typeface="+mn-lt"/>
                <a:ea typeface="+mn-ea"/>
                <a:cs typeface="+mn-cs"/>
              </a:rPr>
              <a:t>รองรับสถาปัตยกรรม</a:t>
            </a:r>
            <a:r>
              <a:rPr lang="en-US" sz="1200" b="1" u="none" strike="noStrike" kern="1200" dirty="0">
                <a:solidFill>
                  <a:schemeClr val="tx1"/>
                </a:solidFill>
                <a:effectLst/>
                <a:latin typeface="+mn-lt"/>
                <a:ea typeface="+mn-ea"/>
                <a:cs typeface="+mn-cs"/>
              </a:rPr>
              <a:t> Microservices </a:t>
            </a:r>
            <a:r>
              <a:rPr lang="en-US" sz="1200" b="1" u="none" strike="noStrike" kern="1200" dirty="0" err="1">
                <a:solidFill>
                  <a:schemeClr val="tx1"/>
                </a:solidFill>
                <a:effectLst/>
                <a:latin typeface="+mn-lt"/>
                <a:ea typeface="+mn-ea"/>
                <a:cs typeface="+mn-cs"/>
              </a:rPr>
              <a:t>และ</a:t>
            </a:r>
            <a:r>
              <a:rPr lang="en-US" sz="1200" b="1" u="none" strike="noStrike" kern="1200" dirty="0">
                <a:solidFill>
                  <a:schemeClr val="tx1"/>
                </a:solidFill>
                <a:effectLst/>
                <a:latin typeface="+mn-lt"/>
                <a:ea typeface="+mn-ea"/>
                <a:cs typeface="+mn-cs"/>
              </a:rPr>
              <a:t> DevOps:</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ทำงานร่วมกับ</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Azure DevOps</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หรือ</a:t>
            </a:r>
            <a:r>
              <a:rPr lang="en-US" sz="1200" b="0" u="none" strike="noStrike" kern="1200" dirty="0">
                <a:solidFill>
                  <a:schemeClr val="tx1"/>
                </a:solidFill>
                <a:effectLst/>
                <a:latin typeface="+mn-lt"/>
                <a:ea typeface="+mn-ea"/>
                <a:cs typeface="+mn-cs"/>
              </a:rPr>
              <a:t> GitHub </a:t>
            </a:r>
            <a:r>
              <a:rPr lang="en-US" sz="1200" b="0" u="none" strike="noStrike" kern="1200" dirty="0" err="1">
                <a:solidFill>
                  <a:schemeClr val="tx1"/>
                </a:solidFill>
                <a:effectLst/>
                <a:latin typeface="+mn-lt"/>
                <a:ea typeface="+mn-ea"/>
                <a:cs typeface="+mn-cs"/>
              </a:rPr>
              <a:t>ได้อย่างง่ายดาย</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ช่วยให้การทำ</a:t>
            </a:r>
            <a:r>
              <a:rPr lang="en-US" sz="1200" b="0" u="none" strike="noStrike" kern="1200" dirty="0">
                <a:solidFill>
                  <a:schemeClr val="tx1"/>
                </a:solidFill>
                <a:effectLst/>
                <a:latin typeface="+mn-lt"/>
                <a:ea typeface="+mn-ea"/>
                <a:cs typeface="+mn-cs"/>
              </a:rPr>
              <a:t> CI/CD (Continuous Integration/Continuous Deployment) </a:t>
            </a:r>
            <a:r>
              <a:rPr lang="en-US" sz="1200" b="0" u="none" strike="noStrike" kern="1200" dirty="0" err="1">
                <a:solidFill>
                  <a:schemeClr val="tx1"/>
                </a:solidFill>
                <a:effectLst/>
                <a:latin typeface="+mn-lt"/>
                <a:ea typeface="+mn-ea"/>
                <a:cs typeface="+mn-cs"/>
              </a:rPr>
              <a:t>มีความต่อเนื่อง</a:t>
            </a:r>
            <a:r>
              <a:rPr lang="en-US" sz="1200" b="0" u="none" strike="noStrike" kern="1200" dirty="0">
                <a:solidFill>
                  <a:schemeClr val="tx1"/>
                </a:solidFill>
                <a:effectLst/>
                <a:latin typeface="+mn-lt"/>
                <a:ea typeface="+mn-ea"/>
                <a:cs typeface="+mn-cs"/>
              </a:rPr>
              <a:t> </a:t>
            </a:r>
          </a:p>
          <a:p>
            <a:pPr lvl="0"/>
            <a:r>
              <a:rPr lang="en-US" sz="1200" b="1" u="none" strike="noStrike" kern="1200" dirty="0" err="1">
                <a:solidFill>
                  <a:schemeClr val="tx1"/>
                </a:solidFill>
                <a:effectLst/>
                <a:latin typeface="+mn-lt"/>
                <a:ea typeface="+mn-ea"/>
                <a:cs typeface="+mn-cs"/>
              </a:rPr>
              <a:t>ความปลอดภัยระดับองค์กร</a:t>
            </a:r>
            <a:r>
              <a:rPr lang="en-US" sz="1200" b="1" u="none" strike="noStrike" kern="1200" dirty="0">
                <a:solidFill>
                  <a:schemeClr val="tx1"/>
                </a:solidFill>
                <a:effectLst/>
                <a:latin typeface="+mn-lt"/>
                <a:ea typeface="+mn-ea"/>
                <a:cs typeface="+mn-cs"/>
              </a:rPr>
              <a:t>:</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มาพร้อมกับฟีเจอร์ความปลอดภัยในตัว</a:t>
            </a:r>
            <a:r>
              <a:rPr lang="en-US" sz="1200" b="0" u="none" strike="noStrike" kern="1200" dirty="0">
                <a:solidFill>
                  <a:schemeClr val="tx1"/>
                </a:solidFill>
                <a:effectLst/>
                <a:latin typeface="+mn-lt"/>
                <a:ea typeface="+mn-ea"/>
                <a:cs typeface="+mn-cs"/>
              </a:rPr>
              <a:t> </a:t>
            </a:r>
            <a:r>
              <a:rPr lang="en-US" sz="1200" b="0" u="none" strike="noStrike" kern="1200" dirty="0" err="1">
                <a:solidFill>
                  <a:schemeClr val="tx1"/>
                </a:solidFill>
                <a:effectLst/>
                <a:latin typeface="+mn-lt"/>
                <a:ea typeface="+mn-ea"/>
                <a:cs typeface="+mn-cs"/>
              </a:rPr>
              <a:t>เช่น</a:t>
            </a:r>
            <a:r>
              <a:rPr lang="en-US" sz="1200" b="0" u="none" strike="noStrike" kern="1200" dirty="0">
                <a:solidFill>
                  <a:schemeClr val="tx1"/>
                </a:solidFill>
                <a:effectLst/>
                <a:latin typeface="+mn-lt"/>
                <a:ea typeface="+mn-ea"/>
                <a:cs typeface="+mn-cs"/>
              </a:rPr>
              <a:t> Kubernetes Role-based Access Control (RBAC) </a:t>
            </a:r>
            <a:r>
              <a:rPr lang="en-US" sz="1200" b="0" u="none" strike="noStrike" kern="1200" dirty="0" err="1">
                <a:solidFill>
                  <a:schemeClr val="tx1"/>
                </a:solidFill>
                <a:effectLst/>
                <a:latin typeface="+mn-lt"/>
                <a:ea typeface="+mn-ea"/>
                <a:cs typeface="+mn-cs"/>
              </a:rPr>
              <a:t>เพื่อควบคุมสิทธิ์การเข้าถึงภายในคลัสเตอร์</a:t>
            </a:r>
            <a:r>
              <a:rPr lang="en-US" sz="1200" b="0" u="none" strike="noStrike" kern="1200" dirty="0">
                <a:solidFill>
                  <a:schemeClr val="tx1"/>
                </a:solidFill>
                <a:effectLst/>
                <a:latin typeface="+mn-lt"/>
                <a:ea typeface="+mn-ea"/>
                <a:cs typeface="+mn-cs"/>
              </a:rPr>
              <a:t> </a:t>
            </a:r>
          </a:p>
          <a:p>
            <a:r>
              <a:rPr lang="en-US" sz="1200" b="0" u="none" strike="noStrike" kern="1200" dirty="0" err="1">
                <a:solidFill>
                  <a:schemeClr val="tx1"/>
                </a:solidFill>
                <a:effectLst/>
                <a:latin typeface="+mn-lt"/>
                <a:ea typeface="+mn-ea"/>
                <a:cs typeface="+mn-cs"/>
              </a:rPr>
              <a:t>สรุปสั้นๆ</a:t>
            </a:r>
            <a:r>
              <a:rPr lang="en-US" sz="1200" b="0" u="none" strike="noStrike" kern="1200" dirty="0">
                <a:solidFill>
                  <a:schemeClr val="tx1"/>
                </a:solidFill>
                <a:effectLst/>
                <a:latin typeface="+mn-lt"/>
                <a:ea typeface="+mn-ea"/>
                <a:cs typeface="+mn-cs"/>
              </a:rPr>
              <a:t> AKS </a:t>
            </a:r>
            <a:r>
              <a:rPr lang="en-US" sz="1200" b="0" u="none" strike="noStrike" kern="1200" dirty="0" err="1">
                <a:solidFill>
                  <a:schemeClr val="tx1"/>
                </a:solidFill>
                <a:effectLst/>
                <a:latin typeface="+mn-lt"/>
                <a:ea typeface="+mn-ea"/>
                <a:cs typeface="+mn-cs"/>
              </a:rPr>
              <a:t>ก็คือเครื่องมือสำเร็จรูปบนคลาวด์</a:t>
            </a:r>
            <a:r>
              <a:rPr lang="en-US" sz="1200" b="0" u="none" strike="noStrike" kern="1200" dirty="0">
                <a:solidFill>
                  <a:schemeClr val="tx1"/>
                </a:solidFill>
                <a:effectLst/>
                <a:latin typeface="+mn-lt"/>
                <a:ea typeface="+mn-ea"/>
                <a:cs typeface="+mn-cs"/>
              </a:rPr>
              <a:t> Azure </a:t>
            </a:r>
            <a:r>
              <a:rPr lang="en-US" sz="1200" b="0" u="none" strike="noStrike" kern="1200" dirty="0" err="1">
                <a:solidFill>
                  <a:schemeClr val="tx1"/>
                </a:solidFill>
                <a:effectLst/>
                <a:latin typeface="+mn-lt"/>
                <a:ea typeface="+mn-ea"/>
                <a:cs typeface="+mn-cs"/>
              </a:rPr>
              <a:t>ที่ช่วยชีวิตนักพัฒนาและทีม運ทำ</a:t>
            </a:r>
            <a:r>
              <a:rPr lang="en-US" sz="1200" b="0" u="none" strike="noStrike" kern="1200" dirty="0">
                <a:solidFill>
                  <a:schemeClr val="tx1"/>
                </a:solidFill>
                <a:effectLst/>
                <a:latin typeface="+mn-lt"/>
                <a:ea typeface="+mn-ea"/>
                <a:cs typeface="+mn-cs"/>
              </a:rPr>
              <a:t> (Ops) </a:t>
            </a:r>
            <a:r>
              <a:rPr lang="en-US" sz="1200" b="0" u="none" strike="noStrike" kern="1200" dirty="0" err="1">
                <a:solidFill>
                  <a:schemeClr val="tx1"/>
                </a:solidFill>
                <a:effectLst/>
                <a:latin typeface="+mn-lt"/>
                <a:ea typeface="+mn-ea"/>
                <a:cs typeface="+mn-cs"/>
              </a:rPr>
              <a:t>ให้จัดการระบบคอนเทนเนอร์</a:t>
            </a:r>
            <a:r>
              <a:rPr lang="en-US" sz="1200" b="0" u="none" strike="noStrike" kern="1200" dirty="0">
                <a:solidFill>
                  <a:schemeClr val="tx1"/>
                </a:solidFill>
                <a:effectLst/>
                <a:latin typeface="+mn-lt"/>
                <a:ea typeface="+mn-ea"/>
                <a:cs typeface="+mn-cs"/>
              </a:rPr>
              <a:t> (Kubernetes) ได้ง่ายขึ้นโดยไม่ต้องมาคอยตั้งค่าโครงสร้างพื้นฐานที่ซับซ้อนด้วยตัวเอง</a:t>
            </a:r>
            <a:endParaRPr dirty="0"/>
          </a:p>
        </p:txBody>
      </p:sp>
      <p:sp>
        <p:nvSpPr>
          <p:cNvPr id="22296350"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35719891" name="Slide Image Placeholder 1"/>
          <p:cNvSpPr>
            <a:spLocks noGrp="1" noRot="1" noChangeAspect="1"/>
          </p:cNvSpPr>
          <p:nvPr>
            <p:ph type="sldImg"/>
          </p:nvPr>
        </p:nvSpPr>
        <p:spPr bwMode="auto">
          <a:xfrm>
            <a:off x="217488" y="812800"/>
            <a:ext cx="7124700" cy="4008438"/>
          </a:xfrm>
        </p:spPr>
      </p:sp>
      <p:sp>
        <p:nvSpPr>
          <p:cNvPr id="419547067" name="Notes Placeholder 2"/>
          <p:cNvSpPr>
            <a:spLocks noGrp="1"/>
          </p:cNvSpPr>
          <p:nvPr>
            <p:ph type="body" idx="1"/>
          </p:nvPr>
        </p:nvSpPr>
        <p:spPr bwMode="auto"/>
        <p:txBody>
          <a:bodyPr/>
          <a:lstStyle/>
          <a:p>
            <a:pPr fontAlgn="t"/>
            <a:r>
              <a:rPr lang="en-US" sz="1200" b="0" i="0" kern="1200" dirty="0" err="1">
                <a:solidFill>
                  <a:schemeClr val="tx1"/>
                </a:solidFill>
                <a:effectLst/>
                <a:latin typeface="+mn-lt"/>
                <a:ea typeface="+mn-ea"/>
                <a:cs typeface="+mn-cs"/>
              </a:rPr>
              <a:t>การสร้าง</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Kubernetes Deployment Manifest </a:t>
            </a:r>
            <a:r>
              <a:rPr lang="en-US" sz="1200" b="1" i="0" kern="1200" dirty="0" err="1">
                <a:solidFill>
                  <a:schemeClr val="tx1"/>
                </a:solidFill>
                <a:effectLst/>
                <a:latin typeface="+mn-lt"/>
                <a:ea typeface="+mn-ea"/>
                <a:cs typeface="+mn-cs"/>
              </a:rPr>
              <a:t>ด้วย</a:t>
            </a:r>
            <a:r>
              <a:rPr lang="en-US" sz="1200" b="1" i="0" kern="1200" dirty="0">
                <a:solidFill>
                  <a:schemeClr val="tx1"/>
                </a:solidFill>
                <a:effectLst/>
                <a:latin typeface="+mn-lt"/>
                <a:ea typeface="+mn-ea"/>
                <a:cs typeface="+mn-cs"/>
              </a:rPr>
              <a:t> YAML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เพื่อกำหนดว่าอยากให้ระบบ</a:t>
            </a:r>
            <a:r>
              <a:rPr lang="en-US" sz="1200" b="0" i="0" kern="1200" dirty="0">
                <a:solidFill>
                  <a:schemeClr val="tx1"/>
                </a:solidFill>
                <a:effectLst/>
                <a:latin typeface="+mn-lt"/>
                <a:ea typeface="+mn-ea"/>
                <a:cs typeface="+mn-cs"/>
              </a:rPr>
              <a:t> Deploy </a:t>
            </a:r>
            <a:r>
              <a:rPr lang="en-US" sz="1200" b="0" i="0" kern="1200" dirty="0" err="1">
                <a:solidFill>
                  <a:schemeClr val="tx1"/>
                </a:solidFill>
                <a:effectLst/>
                <a:latin typeface="+mn-lt"/>
                <a:ea typeface="+mn-ea"/>
                <a:cs typeface="+mn-cs"/>
              </a:rPr>
              <a:t>และรัน</a:t>
            </a:r>
            <a:r>
              <a:rPr lang="en-US" sz="1200" b="0" i="0" kern="1200" dirty="0">
                <a:solidFill>
                  <a:schemeClr val="tx1"/>
                </a:solidFill>
                <a:effectLst/>
                <a:latin typeface="+mn-lt"/>
                <a:ea typeface="+mn-ea"/>
                <a:cs typeface="+mn-cs"/>
              </a:rPr>
              <a:t> Container </a:t>
            </a:r>
            <a:r>
              <a:rPr lang="en-US" sz="1200" b="0" i="0" kern="1200" dirty="0" err="1">
                <a:solidFill>
                  <a:schemeClr val="tx1"/>
                </a:solidFill>
                <a:effectLst/>
                <a:latin typeface="+mn-lt"/>
                <a:ea typeface="+mn-ea"/>
                <a:cs typeface="+mn-cs"/>
              </a:rPr>
              <a:t>ในรูปแบบใด</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YAML = </a:t>
            </a:r>
            <a:r>
              <a:rPr lang="en-US" sz="1200" b="1" i="0" kern="1200" dirty="0" err="1">
                <a:solidFill>
                  <a:schemeClr val="tx1"/>
                </a:solidFill>
                <a:effectLst/>
                <a:latin typeface="+mn-lt"/>
                <a:ea typeface="+mn-ea"/>
                <a:cs typeface="+mn-cs"/>
              </a:rPr>
              <a:t>แบบพิมพ์เขียวของระบบ</a:t>
            </a:r>
            <a:endParaRPr lang="en-US" sz="1200" b="1"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ใน</a:t>
            </a:r>
            <a:r>
              <a:rPr lang="en-US" sz="1200" b="0" i="0" kern="1200" dirty="0">
                <a:solidFill>
                  <a:schemeClr val="tx1"/>
                </a:solidFill>
                <a:effectLst/>
                <a:latin typeface="+mn-lt"/>
                <a:ea typeface="+mn-ea"/>
                <a:cs typeface="+mn-cs"/>
              </a:rPr>
              <a:t> Manifest </a:t>
            </a:r>
            <a:r>
              <a:rPr lang="en-US" sz="1200" b="0" i="0" kern="1200" dirty="0" err="1">
                <a:solidFill>
                  <a:schemeClr val="tx1"/>
                </a:solidFill>
                <a:effectLst/>
                <a:latin typeface="+mn-lt"/>
                <a:ea typeface="+mn-ea"/>
                <a:cs typeface="+mn-cs"/>
              </a:rPr>
              <a:t>จะกำหนดสิ่งสำคัญ</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Image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Container Image </a:t>
            </a:r>
            <a:r>
              <a:rPr lang="en-US" sz="1200" b="0" i="0" kern="1200" dirty="0" err="1">
                <a:solidFill>
                  <a:schemeClr val="tx1"/>
                </a:solidFill>
                <a:effectLst/>
                <a:latin typeface="+mn-lt"/>
                <a:ea typeface="+mn-ea"/>
                <a:cs typeface="+mn-cs"/>
              </a:rPr>
              <a:t>ตัวไหน</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Replica count</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ต้องการให้รันกี่ชุด</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Labels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ใช้ระบุและจับคู่</a:t>
            </a:r>
            <a:r>
              <a:rPr lang="en-US" sz="1200" b="0" i="0" kern="1200" dirty="0">
                <a:solidFill>
                  <a:schemeClr val="tx1"/>
                </a:solidFill>
                <a:effectLst/>
                <a:latin typeface="+mn-lt"/>
                <a:ea typeface="+mn-ea"/>
                <a:cs typeface="+mn-cs"/>
              </a:rPr>
              <a:t> Pod</a:t>
            </a:r>
          </a:p>
          <a:p>
            <a:pPr lvl="0" fontAlgn="t"/>
            <a:r>
              <a:rPr lang="en-US" sz="1200" b="1" i="0" kern="1200" dirty="0">
                <a:solidFill>
                  <a:schemeClr val="tx1"/>
                </a:solidFill>
                <a:effectLst/>
                <a:latin typeface="+mn-lt"/>
                <a:ea typeface="+mn-ea"/>
                <a:cs typeface="+mn-cs"/>
              </a:rPr>
              <a:t>Container port</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แอปรับการเชื่อมต่อผ่าน</a:t>
            </a:r>
            <a:r>
              <a:rPr lang="en-US" sz="1200" b="0" i="0" kern="1200" dirty="0">
                <a:solidFill>
                  <a:schemeClr val="tx1"/>
                </a:solidFill>
                <a:effectLst/>
                <a:latin typeface="+mn-lt"/>
                <a:ea typeface="+mn-ea"/>
                <a:cs typeface="+mn-cs"/>
              </a:rPr>
              <a:t> Port </a:t>
            </a:r>
            <a:r>
              <a:rPr lang="en-US" sz="1200" b="0" i="0" kern="1200" dirty="0" err="1">
                <a:solidFill>
                  <a:schemeClr val="tx1"/>
                </a:solidFill>
                <a:effectLst/>
                <a:latin typeface="+mn-lt"/>
                <a:ea typeface="+mn-ea"/>
                <a:cs typeface="+mn-cs"/>
              </a:rPr>
              <a:t>ใด</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จุดสำคัญคือ</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Pod labels </a:t>
            </a:r>
            <a:r>
              <a:rPr lang="en-US" sz="1200" b="1" i="0" kern="1200" dirty="0" err="1">
                <a:solidFill>
                  <a:schemeClr val="tx1"/>
                </a:solidFill>
                <a:effectLst/>
                <a:latin typeface="+mn-lt"/>
                <a:ea typeface="+mn-ea"/>
                <a:cs typeface="+mn-cs"/>
              </a:rPr>
              <a:t>ต้องตรงกับ</a:t>
            </a:r>
            <a:r>
              <a:rPr lang="en-US" sz="1200" b="1" i="0" kern="1200" dirty="0">
                <a:solidFill>
                  <a:schemeClr val="tx1"/>
                </a:solidFill>
                <a:effectLst/>
                <a:latin typeface="+mn-lt"/>
                <a:ea typeface="+mn-ea"/>
                <a:cs typeface="+mn-cs"/>
              </a:rPr>
              <a:t> selector labels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เพื่อให้</a:t>
            </a:r>
            <a:r>
              <a:rPr lang="en-US" sz="1200" b="0" i="0" kern="1200" dirty="0">
                <a:solidFill>
                  <a:schemeClr val="tx1"/>
                </a:solidFill>
                <a:effectLst/>
                <a:latin typeface="+mn-lt"/>
                <a:ea typeface="+mn-ea"/>
                <a:cs typeface="+mn-cs"/>
              </a:rPr>
              <a:t> Deployment </a:t>
            </a:r>
            <a:r>
              <a:rPr lang="en-US" sz="1200" b="0" i="0" kern="1200" dirty="0" err="1">
                <a:solidFill>
                  <a:schemeClr val="tx1"/>
                </a:solidFill>
                <a:effectLst/>
                <a:latin typeface="+mn-lt"/>
                <a:ea typeface="+mn-ea"/>
                <a:cs typeface="+mn-cs"/>
              </a:rPr>
              <a:t>จัดการ</a:t>
            </a:r>
            <a:r>
              <a:rPr lang="en-US" sz="1200" b="0" i="0" kern="1200" dirty="0">
                <a:solidFill>
                  <a:schemeClr val="tx1"/>
                </a:solidFill>
                <a:effectLst/>
                <a:latin typeface="+mn-lt"/>
                <a:ea typeface="+mn-ea"/>
                <a:cs typeface="+mn-cs"/>
              </a:rPr>
              <a:t> Pod </a:t>
            </a:r>
            <a:r>
              <a:rPr lang="en-US" sz="1200" b="0" i="0" kern="1200" dirty="0" err="1">
                <a:solidFill>
                  <a:schemeClr val="tx1"/>
                </a:solidFill>
                <a:effectLst/>
                <a:latin typeface="+mn-lt"/>
                <a:ea typeface="+mn-ea"/>
                <a:cs typeface="+mn-cs"/>
              </a:rPr>
              <a:t>ได้ถูกต้อง</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a:t>
            </a:r>
            <a:r>
              <a:rPr lang="en-US" sz="1200" b="1" i="0" kern="1200" dirty="0" err="1">
                <a:solidFill>
                  <a:schemeClr val="tx1"/>
                </a:solidFill>
                <a:effectLst/>
                <a:latin typeface="+mn-lt"/>
                <a:ea typeface="+mn-ea"/>
                <a:cs typeface="+mn-cs"/>
              </a:rPr>
              <a:t>กำหนด</a:t>
            </a:r>
            <a:r>
              <a:rPr lang="en-US" sz="1200" b="1" i="0" kern="1200" dirty="0">
                <a:solidFill>
                  <a:schemeClr val="tx1"/>
                </a:solidFill>
                <a:effectLst/>
                <a:latin typeface="+mn-lt"/>
                <a:ea typeface="+mn-ea"/>
                <a:cs typeface="+mn-cs"/>
              </a:rPr>
              <a:t> CPU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Memory</a:t>
            </a:r>
          </a:p>
          <a:p>
            <a:pPr lvl="0" fontAlgn="t"/>
            <a:r>
              <a:rPr lang="en-US" sz="1200" b="1" i="0" kern="1200" dirty="0">
                <a:solidFill>
                  <a:schemeClr val="tx1"/>
                </a:solidFill>
                <a:effectLst/>
                <a:latin typeface="+mn-lt"/>
                <a:ea typeface="+mn-ea"/>
                <a:cs typeface="+mn-cs"/>
              </a:rPr>
              <a:t>Requests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จำนวน</a:t>
            </a:r>
            <a:r>
              <a:rPr lang="en-US" sz="1200" b="0" i="0" kern="1200" dirty="0">
                <a:solidFill>
                  <a:schemeClr val="tx1"/>
                </a:solidFill>
                <a:effectLst/>
                <a:latin typeface="+mn-lt"/>
                <a:ea typeface="+mn-ea"/>
                <a:cs typeface="+mn-cs"/>
              </a:rPr>
              <a:t> CPU/Memory </a:t>
            </a:r>
            <a:r>
              <a:rPr lang="en-US" sz="1200" b="0" i="0" kern="1200" dirty="0" err="1">
                <a:solidFill>
                  <a:schemeClr val="tx1"/>
                </a:solidFill>
                <a:effectLst/>
                <a:latin typeface="+mn-lt"/>
                <a:ea typeface="+mn-ea"/>
                <a:cs typeface="+mn-cs"/>
              </a:rPr>
              <a:t>ที่ต้องการจองไว้ให้</a:t>
            </a:r>
            <a:r>
              <a:rPr lang="en-US" sz="1200" b="0" i="0" kern="1200" dirty="0">
                <a:solidFill>
                  <a:schemeClr val="tx1"/>
                </a:solidFill>
                <a:effectLst/>
                <a:latin typeface="+mn-lt"/>
                <a:ea typeface="+mn-ea"/>
                <a:cs typeface="+mn-cs"/>
              </a:rPr>
              <a:t> Container</a:t>
            </a:r>
          </a:p>
          <a:p>
            <a:pPr lvl="0" fontAlgn="t"/>
            <a:r>
              <a:rPr lang="en-US" sz="1200" b="1" i="0" kern="1200" dirty="0">
                <a:solidFill>
                  <a:schemeClr val="tx1"/>
                </a:solidFill>
                <a:effectLst/>
                <a:latin typeface="+mn-lt"/>
                <a:ea typeface="+mn-ea"/>
                <a:cs typeface="+mn-cs"/>
              </a:rPr>
              <a:t>Limits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ขีดจำกัดสูงสุดของ</a:t>
            </a:r>
            <a:r>
              <a:rPr lang="en-US" sz="1200" b="0" i="0" kern="1200" dirty="0">
                <a:solidFill>
                  <a:schemeClr val="tx1"/>
                </a:solidFill>
                <a:effectLst/>
                <a:latin typeface="+mn-lt"/>
                <a:ea typeface="+mn-ea"/>
                <a:cs typeface="+mn-cs"/>
              </a:rPr>
              <a:t> CPU/Memory </a:t>
            </a:r>
            <a:r>
              <a:rPr lang="en-US" sz="1200" b="0" i="0" kern="1200" dirty="0" err="1">
                <a:solidFill>
                  <a:schemeClr val="tx1"/>
                </a:solidFill>
                <a:effectLst/>
                <a:latin typeface="+mn-lt"/>
                <a:ea typeface="+mn-ea"/>
                <a:cs typeface="+mn-cs"/>
              </a:rPr>
              <a:t>ที่</a:t>
            </a:r>
            <a:r>
              <a:rPr lang="en-US" sz="1200" b="0" i="0" kern="1200" dirty="0">
                <a:solidFill>
                  <a:schemeClr val="tx1"/>
                </a:solidFill>
                <a:effectLst/>
                <a:latin typeface="+mn-lt"/>
                <a:ea typeface="+mn-ea"/>
                <a:cs typeface="+mn-cs"/>
              </a:rPr>
              <a:t> Container </a:t>
            </a:r>
            <a:r>
              <a:rPr lang="en-US" sz="1200" b="0" i="0" kern="1200" dirty="0" err="1">
                <a:solidFill>
                  <a:schemeClr val="tx1"/>
                </a:solidFill>
                <a:effectLst/>
                <a:latin typeface="+mn-lt"/>
                <a:ea typeface="+mn-ea"/>
                <a:cs typeface="+mn-cs"/>
              </a:rPr>
              <a:t>ใช้ได้</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จำนวน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Replica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มากขึ้น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ช่วยเพิ่ม</a:t>
            </a:r>
            <a:r>
              <a:rPr lang="en-US" sz="1200" b="0" i="0" kern="1200" dirty="0">
                <a:solidFill>
                  <a:schemeClr val="tx1"/>
                </a:solidFill>
                <a:effectLst/>
                <a:latin typeface="+mn-lt"/>
                <a:ea typeface="+mn-ea"/>
                <a:cs typeface="+mn-cs"/>
              </a:rPr>
              <a:t> Availability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Throughput </a:t>
            </a:r>
            <a:r>
              <a:rPr lang="en-US" sz="1200" b="0" i="0" kern="1200" dirty="0" err="1">
                <a:solidFill>
                  <a:schemeClr val="tx1"/>
                </a:solidFill>
                <a:effectLst/>
                <a:latin typeface="+mn-lt"/>
                <a:ea typeface="+mn-ea"/>
                <a:cs typeface="+mn-cs"/>
              </a:rPr>
              <a:t>แต่มีผลต่อต้นทุน</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3. </a:t>
            </a:r>
            <a:r>
              <a:rPr lang="en-US" sz="1200" b="1" i="0" kern="1200" dirty="0" err="1">
                <a:solidFill>
                  <a:schemeClr val="tx1"/>
                </a:solidFill>
                <a:effectLst/>
                <a:latin typeface="+mn-lt"/>
                <a:ea typeface="+mn-ea"/>
                <a:cs typeface="+mn-cs"/>
              </a:rPr>
              <a:t>แยก</a:t>
            </a:r>
            <a:r>
              <a:rPr lang="en-US" sz="1200" b="1" i="0" kern="1200" dirty="0">
                <a:solidFill>
                  <a:schemeClr val="tx1"/>
                </a:solidFill>
                <a:effectLst/>
                <a:latin typeface="+mn-lt"/>
                <a:ea typeface="+mn-ea"/>
                <a:cs typeface="+mn-cs"/>
              </a:rPr>
              <a:t> Configuration </a:t>
            </a:r>
            <a:r>
              <a:rPr lang="en-US" sz="1200" b="1" i="0" kern="1200" dirty="0" err="1">
                <a:solidFill>
                  <a:schemeClr val="tx1"/>
                </a:solidFill>
                <a:effectLst/>
                <a:latin typeface="+mn-lt"/>
                <a:ea typeface="+mn-ea"/>
                <a:cs typeface="+mn-cs"/>
              </a:rPr>
              <a:t>ออกจาก</a:t>
            </a:r>
            <a:r>
              <a:rPr lang="en-US" sz="1200" b="1" i="0" kern="1200" dirty="0">
                <a:solidFill>
                  <a:schemeClr val="tx1"/>
                </a:solidFill>
                <a:effectLst/>
                <a:latin typeface="+mn-lt"/>
                <a:ea typeface="+mn-ea"/>
                <a:cs typeface="+mn-cs"/>
              </a:rPr>
              <a:t> Secret</a:t>
            </a:r>
          </a:p>
          <a:p>
            <a:pPr lvl="0" fontAlgn="t"/>
            <a:r>
              <a:rPr lang="en-US" sz="1200" b="0" i="0" kern="1200" dirty="0" err="1">
                <a:solidFill>
                  <a:schemeClr val="tx1"/>
                </a:solidFill>
                <a:effectLst/>
                <a:latin typeface="+mn-lt"/>
                <a:ea typeface="+mn-ea"/>
                <a:cs typeface="+mn-cs"/>
              </a:rPr>
              <a:t>ค่าทั่วไป</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Environment Variables</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Key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Credentials → </a:t>
            </a:r>
            <a:r>
              <a:rPr lang="en-US" sz="1200" b="0" i="0" kern="1200" dirty="0" err="1">
                <a:solidFill>
                  <a:schemeClr val="tx1"/>
                </a:solidFill>
                <a:effectLst/>
                <a:latin typeface="+mn-lt"/>
                <a:ea typeface="+mn-ea"/>
                <a:cs typeface="+mn-cs"/>
              </a:rPr>
              <a:t>อ้างอิงผ่าน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Secrets</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ไม่ควรใส่ค่าความลับจริงไว้ใน</a:t>
            </a:r>
            <a:r>
              <a:rPr lang="en-US" sz="1200" b="0" i="0" kern="1200" dirty="0">
                <a:solidFill>
                  <a:schemeClr val="tx1"/>
                </a:solidFill>
                <a:effectLst/>
                <a:latin typeface="+mn-lt"/>
                <a:ea typeface="+mn-ea"/>
                <a:cs typeface="+mn-cs"/>
              </a:rPr>
              <a:t> YAML Manifest</a:t>
            </a:r>
          </a:p>
          <a:p>
            <a:pPr fontAlgn="t"/>
            <a:r>
              <a:rPr lang="en-US" sz="1200" b="1" i="0" kern="1200" dirty="0" err="1">
                <a:solidFill>
                  <a:schemeClr val="tx1"/>
                </a:solidFill>
                <a:effectLst/>
                <a:latin typeface="+mn-lt"/>
                <a:ea typeface="+mn-ea"/>
                <a:cs typeface="+mn-cs"/>
              </a:rPr>
              <a:t>สรุปจำง่าย</a:t>
            </a:r>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Kubernetes YAML Manifest = </a:t>
            </a:r>
            <a:r>
              <a:rPr lang="en-US" sz="1200" b="1" i="0" kern="1200" dirty="0" err="1">
                <a:solidFill>
                  <a:schemeClr val="tx1"/>
                </a:solidFill>
                <a:effectLst/>
                <a:latin typeface="+mn-lt"/>
                <a:ea typeface="+mn-ea"/>
                <a:cs typeface="+mn-cs"/>
              </a:rPr>
              <a:t>เอกสารสั่ง</a:t>
            </a:r>
            <a:r>
              <a:rPr lang="en-US" sz="1200" b="1" i="0" kern="1200" dirty="0">
                <a:solidFill>
                  <a:schemeClr val="tx1"/>
                </a:solidFill>
                <a:effectLst/>
                <a:latin typeface="+mn-lt"/>
                <a:ea typeface="+mn-ea"/>
                <a:cs typeface="+mn-cs"/>
              </a:rPr>
              <a:t> Kubernetes </a:t>
            </a:r>
            <a:r>
              <a:rPr lang="en-US" sz="1200" b="1" i="0" kern="1200" dirty="0" err="1">
                <a:solidFill>
                  <a:schemeClr val="tx1"/>
                </a:solidFill>
                <a:effectLst/>
                <a:latin typeface="+mn-lt"/>
                <a:ea typeface="+mn-ea"/>
                <a:cs typeface="+mn-cs"/>
              </a:rPr>
              <a:t>ว่า</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ต้องการให้</a:t>
            </a:r>
            <a:r>
              <a:rPr lang="en-US" sz="1200" b="1" i="0" kern="1200" dirty="0">
                <a:solidFill>
                  <a:schemeClr val="tx1"/>
                </a:solidFill>
                <a:effectLst/>
                <a:latin typeface="+mn-lt"/>
                <a:ea typeface="+mn-ea"/>
                <a:cs typeface="+mn-cs"/>
              </a:rPr>
              <a:t> Application </a:t>
            </a:r>
            <a:r>
              <a:rPr lang="en-US" sz="1200" b="1" i="0" kern="1200" dirty="0" err="1">
                <a:solidFill>
                  <a:schemeClr val="tx1"/>
                </a:solidFill>
                <a:effectLst/>
                <a:latin typeface="+mn-lt"/>
                <a:ea typeface="+mn-ea"/>
                <a:cs typeface="+mn-cs"/>
              </a:rPr>
              <a:t>ทำงานในสภาพไหน</a:t>
            </a:r>
            <a:r>
              <a:rPr lang="en-US" sz="1200" b="1" i="0"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ใช้</a:t>
            </a:r>
            <a:r>
              <a:rPr lang="en-US" sz="1200" b="1" i="0" kern="1200" dirty="0">
                <a:solidFill>
                  <a:schemeClr val="tx1"/>
                </a:solidFill>
                <a:effectLst/>
                <a:latin typeface="+mn-lt"/>
                <a:ea typeface="+mn-ea"/>
                <a:cs typeface="+mn-cs"/>
              </a:rPr>
              <a:t> Image </a:t>
            </a:r>
            <a:r>
              <a:rPr lang="en-US" sz="1200" b="1" i="0" kern="1200" dirty="0" err="1">
                <a:solidFill>
                  <a:schemeClr val="tx1"/>
                </a:solidFill>
                <a:effectLst/>
                <a:latin typeface="+mn-lt"/>
                <a:ea typeface="+mn-ea"/>
                <a:cs typeface="+mn-cs"/>
              </a:rPr>
              <a:t>อะไร</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กี่</a:t>
            </a:r>
            <a:r>
              <a:rPr lang="en-US" sz="1200" b="1" i="0" kern="1200" dirty="0">
                <a:solidFill>
                  <a:schemeClr val="tx1"/>
                </a:solidFill>
                <a:effectLst/>
                <a:latin typeface="+mn-lt"/>
                <a:ea typeface="+mn-ea"/>
                <a:cs typeface="+mn-cs"/>
              </a:rPr>
              <a:t> Replica → </a:t>
            </a:r>
            <a:r>
              <a:rPr lang="en-US" sz="1200" b="1" i="0" kern="1200" dirty="0" err="1">
                <a:solidFill>
                  <a:schemeClr val="tx1"/>
                </a:solidFill>
                <a:effectLst/>
                <a:latin typeface="+mn-lt"/>
                <a:ea typeface="+mn-ea"/>
                <a:cs typeface="+mn-cs"/>
              </a:rPr>
              <a:t>ใช้</a:t>
            </a:r>
            <a:r>
              <a:rPr lang="en-US" sz="1200" b="1" i="0" kern="1200" dirty="0">
                <a:solidFill>
                  <a:schemeClr val="tx1"/>
                </a:solidFill>
                <a:effectLst/>
                <a:latin typeface="+mn-lt"/>
                <a:ea typeface="+mn-ea"/>
                <a:cs typeface="+mn-cs"/>
              </a:rPr>
              <a:t> CPU/Memory </a:t>
            </a:r>
            <a:r>
              <a:rPr lang="en-US" sz="1200" b="1" i="0" kern="1200" dirty="0" err="1">
                <a:solidFill>
                  <a:schemeClr val="tx1"/>
                </a:solidFill>
                <a:effectLst/>
                <a:latin typeface="+mn-lt"/>
                <a:ea typeface="+mn-ea"/>
                <a:cs typeface="+mn-cs"/>
              </a:rPr>
              <a:t>เท่าไร</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เปิด</a:t>
            </a:r>
            <a:r>
              <a:rPr lang="en-US" sz="1200" b="1" i="0" kern="1200" dirty="0">
                <a:solidFill>
                  <a:schemeClr val="tx1"/>
                </a:solidFill>
                <a:effectLst/>
                <a:latin typeface="+mn-lt"/>
                <a:ea typeface="+mn-ea"/>
                <a:cs typeface="+mn-cs"/>
              </a:rPr>
              <a:t> Port </a:t>
            </a:r>
            <a:r>
              <a:rPr lang="en-US" sz="1200" b="1" i="0" kern="1200" dirty="0" err="1">
                <a:solidFill>
                  <a:schemeClr val="tx1"/>
                </a:solidFill>
                <a:effectLst/>
                <a:latin typeface="+mn-lt"/>
                <a:ea typeface="+mn-ea"/>
                <a:cs typeface="+mn-cs"/>
              </a:rPr>
              <a:t>ไหน</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ใช้</a:t>
            </a:r>
            <a:r>
              <a:rPr lang="en-US" sz="1200" b="1" i="0" kern="1200" dirty="0">
                <a:solidFill>
                  <a:schemeClr val="tx1"/>
                </a:solidFill>
                <a:effectLst/>
                <a:latin typeface="+mn-lt"/>
                <a:ea typeface="+mn-ea"/>
                <a:cs typeface="+mn-cs"/>
              </a:rPr>
              <a:t> Config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Secret </a:t>
            </a:r>
            <a:r>
              <a:rPr lang="en-US" sz="1200" b="1" i="0" kern="1200" dirty="0" err="1">
                <a:solidFill>
                  <a:schemeClr val="tx1"/>
                </a:solidFill>
                <a:effectLst/>
                <a:latin typeface="+mn-lt"/>
                <a:ea typeface="+mn-ea"/>
                <a:cs typeface="+mn-cs"/>
              </a:rPr>
              <a:t>อะไร</a:t>
            </a:r>
            <a:endParaRPr lang="en-US" sz="1200" b="0" i="0" kern="1200" dirty="0">
              <a:solidFill>
                <a:schemeClr val="tx1"/>
              </a:solidFill>
              <a:effectLst/>
              <a:latin typeface="+mn-lt"/>
              <a:ea typeface="+mn-ea"/>
              <a:cs typeface="+mn-cs"/>
            </a:endParaRPr>
          </a:p>
          <a:p>
            <a:pPr marL="0" lvl="0" indent="0">
              <a:buNone/>
              <a:defRPr/>
            </a:pPr>
            <a:endParaRPr dirty="0"/>
          </a:p>
        </p:txBody>
      </p:sp>
      <p:sp>
        <p:nvSpPr>
          <p:cNvPr id="1170996723"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28E26C-F9C7-A99A-F8D9-A2B511D66EC9}"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39595819" name="Slide Image Placeholder 1"/>
          <p:cNvSpPr>
            <a:spLocks noGrp="1" noRot="1" noChangeAspect="1"/>
          </p:cNvSpPr>
          <p:nvPr>
            <p:ph type="sldImg"/>
          </p:nvPr>
        </p:nvSpPr>
        <p:spPr bwMode="auto">
          <a:xfrm>
            <a:off x="217488" y="812800"/>
            <a:ext cx="7124700" cy="4008438"/>
          </a:xfrm>
        </p:spPr>
      </p:sp>
      <p:sp>
        <p:nvSpPr>
          <p:cNvPr id="818017919" name="Notes Placeholder 2"/>
          <p:cNvSpPr>
            <a:spLocks noGrp="1"/>
          </p:cNvSpPr>
          <p:nvPr>
            <p:ph type="body" idx="1"/>
          </p:nvPr>
        </p:nvSpPr>
        <p:spPr bwMode="auto"/>
        <p:txBody>
          <a:bodyPr/>
          <a:lstStyle/>
          <a:p>
            <a:pPr fontAlgn="t"/>
            <a:r>
              <a:rPr lang="en-US" sz="1200" b="0" i="0" kern="1200" dirty="0" err="1">
                <a:solidFill>
                  <a:schemeClr val="tx1"/>
                </a:solidFill>
                <a:effectLst/>
                <a:latin typeface="+mn-lt"/>
                <a:ea typeface="+mn-ea"/>
                <a:cs typeface="+mn-cs"/>
              </a:rPr>
              <a:t>วิธี</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เปิดให้ผู้ใช้หรือแอปอื่นเข้าถึง</a:t>
            </a:r>
            <a:r>
              <a:rPr lang="en-US" sz="1200" b="1" i="0" kern="1200" dirty="0">
                <a:solidFill>
                  <a:schemeClr val="tx1"/>
                </a:solidFill>
                <a:effectLst/>
                <a:latin typeface="+mn-lt"/>
                <a:ea typeface="+mn-ea"/>
                <a:cs typeface="+mn-cs"/>
              </a:rPr>
              <a:t> Application </a:t>
            </a:r>
            <a:r>
              <a:rPr lang="en-US" sz="1200" b="1" i="0" kern="1200" dirty="0" err="1">
                <a:solidFill>
                  <a:schemeClr val="tx1"/>
                </a:solidFill>
                <a:effectLst/>
                <a:latin typeface="+mn-lt"/>
                <a:ea typeface="+mn-ea"/>
                <a:cs typeface="+mn-cs"/>
              </a:rPr>
              <a:t>ที่รันอยู่บน</a:t>
            </a:r>
            <a:r>
              <a:rPr lang="en-US" sz="1200" b="1" i="0" kern="1200" dirty="0">
                <a:solidFill>
                  <a:schemeClr val="tx1"/>
                </a:solidFill>
                <a:effectLst/>
                <a:latin typeface="+mn-lt"/>
                <a:ea typeface="+mn-ea"/>
                <a:cs typeface="+mn-cs"/>
              </a:rPr>
              <a:t> Azure Kubernetes Service (AKS)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โดยใช้</a:t>
            </a:r>
            <a:r>
              <a:rPr lang="en-US" sz="1200" b="0" i="0" kern="1200" dirty="0">
                <a:solidFill>
                  <a:schemeClr val="tx1"/>
                </a:solidFill>
                <a:effectLst/>
                <a:latin typeface="+mn-lt"/>
                <a:ea typeface="+mn-ea"/>
                <a:cs typeface="+mn-cs"/>
              </a:rPr>
              <a:t> Kubernetes Service 3 </a:t>
            </a:r>
            <a:r>
              <a:rPr lang="en-US" sz="1200" b="0" i="0" kern="1200" dirty="0" err="1">
                <a:solidFill>
                  <a:schemeClr val="tx1"/>
                </a:solidFill>
                <a:effectLst/>
                <a:latin typeface="+mn-lt"/>
                <a:ea typeface="+mn-ea"/>
                <a:cs typeface="+mn-cs"/>
              </a:rPr>
              <a:t>รูปแบบ</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a:t>
            </a:r>
            <a:r>
              <a:rPr lang="en-US" sz="1200" b="1" i="0" kern="1200" dirty="0" err="1">
                <a:solidFill>
                  <a:schemeClr val="tx1"/>
                </a:solidFill>
                <a:effectLst/>
                <a:latin typeface="+mn-lt"/>
                <a:ea typeface="+mn-ea"/>
                <a:cs typeface="+mn-cs"/>
              </a:rPr>
              <a:t>ClusterIP</a:t>
            </a:r>
            <a:endParaRPr lang="en-US" sz="1200" b="1"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ใช้สำหรับการเชื่อมต่อ</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ภายใน</a:t>
            </a:r>
            <a:r>
              <a:rPr lang="en-US" sz="1200" b="1" i="0" kern="1200" dirty="0">
                <a:solidFill>
                  <a:schemeClr val="tx1"/>
                </a:solidFill>
                <a:effectLst/>
                <a:latin typeface="+mn-lt"/>
                <a:ea typeface="+mn-ea"/>
                <a:cs typeface="+mn-cs"/>
              </a:rPr>
              <a:t> Cluster </a:t>
            </a:r>
            <a:r>
              <a:rPr lang="en-US" sz="1200" b="1" i="0" kern="1200" dirty="0" err="1">
                <a:solidFill>
                  <a:schemeClr val="tx1"/>
                </a:solidFill>
                <a:effectLst/>
                <a:latin typeface="+mn-lt"/>
                <a:ea typeface="+mn-ea"/>
                <a:cs typeface="+mn-cs"/>
              </a:rPr>
              <a:t>เท่านั้น</a:t>
            </a: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App </a:t>
            </a:r>
            <a:r>
              <a:rPr lang="en-US" sz="1200" b="0" i="0" kern="1200" dirty="0" err="1">
                <a:solidFill>
                  <a:schemeClr val="tx1"/>
                </a:solidFill>
                <a:effectLst/>
                <a:latin typeface="+mn-lt"/>
                <a:ea typeface="+mn-ea"/>
                <a:cs typeface="+mn-cs"/>
              </a:rPr>
              <a:t>ภายใน</a:t>
            </a:r>
            <a:r>
              <a:rPr lang="en-US" sz="1200" b="0" i="0" kern="1200" dirty="0">
                <a:solidFill>
                  <a:schemeClr val="tx1"/>
                </a:solidFill>
                <a:effectLst/>
                <a:latin typeface="+mn-lt"/>
                <a:ea typeface="+mn-ea"/>
                <a:cs typeface="+mn-cs"/>
              </a:rPr>
              <a:t> AKS → </a:t>
            </a:r>
            <a:r>
              <a:rPr lang="en-US" sz="1200" b="1" i="0" kern="1200" dirty="0" err="1">
                <a:solidFill>
                  <a:schemeClr val="tx1"/>
                </a:solidFill>
                <a:effectLst/>
                <a:latin typeface="+mn-lt"/>
                <a:ea typeface="+mn-ea"/>
                <a:cs typeface="+mn-cs"/>
              </a:rPr>
              <a:t>ClusterIP</a:t>
            </a:r>
            <a:r>
              <a:rPr lang="en-US" sz="1200" b="1" i="0" kern="1200" dirty="0">
                <a:solidFill>
                  <a:schemeClr val="tx1"/>
                </a:solidFill>
                <a:effectLst/>
                <a:latin typeface="+mn-lt"/>
                <a:ea typeface="+mn-ea"/>
                <a:cs typeface="+mn-cs"/>
              </a:rPr>
              <a:t> → Pods</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เหมาะกับบริการหลังบ้านที่ให้</a:t>
            </a:r>
            <a:r>
              <a:rPr lang="en-US" sz="1200" b="0" i="0" kern="1200" dirty="0">
                <a:solidFill>
                  <a:schemeClr val="tx1"/>
                </a:solidFill>
                <a:effectLst/>
                <a:latin typeface="+mn-lt"/>
                <a:ea typeface="+mn-ea"/>
                <a:cs typeface="+mn-cs"/>
              </a:rPr>
              <a:t> Microservices </a:t>
            </a:r>
            <a:r>
              <a:rPr lang="en-US" sz="1200" b="0" i="0" kern="1200" dirty="0" err="1">
                <a:solidFill>
                  <a:schemeClr val="tx1"/>
                </a:solidFill>
                <a:effectLst/>
                <a:latin typeface="+mn-lt"/>
                <a:ea typeface="+mn-ea"/>
                <a:cs typeface="+mn-cs"/>
              </a:rPr>
              <a:t>ภายในคุยกันเอง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และไม่ต้องเปิดออกสู่ภายนอก</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a:t>
            </a:r>
            <a:r>
              <a:rPr lang="en-US" sz="1200" b="1" i="0" kern="1200" dirty="0" err="1">
                <a:solidFill>
                  <a:schemeClr val="tx1"/>
                </a:solidFill>
                <a:effectLst/>
                <a:latin typeface="+mn-lt"/>
                <a:ea typeface="+mn-ea"/>
                <a:cs typeface="+mn-cs"/>
              </a:rPr>
              <a:t>NodePort</a:t>
            </a:r>
            <a:endParaRPr lang="en-US" sz="1200" b="1"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เปิด</a:t>
            </a:r>
            <a:r>
              <a:rPr lang="en-US" sz="1200" b="0" i="0" kern="1200" dirty="0">
                <a:solidFill>
                  <a:schemeClr val="tx1"/>
                </a:solidFill>
                <a:effectLst/>
                <a:latin typeface="+mn-lt"/>
                <a:ea typeface="+mn-ea"/>
                <a:cs typeface="+mn-cs"/>
              </a:rPr>
              <a:t> Port </a:t>
            </a:r>
            <a:r>
              <a:rPr lang="en-US" sz="1200" b="0" i="0" kern="1200" dirty="0" err="1">
                <a:solidFill>
                  <a:schemeClr val="tx1"/>
                </a:solidFill>
                <a:effectLst/>
                <a:latin typeface="+mn-lt"/>
                <a:ea typeface="+mn-ea"/>
                <a:cs typeface="+mn-cs"/>
              </a:rPr>
              <a:t>บน</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ทุก</a:t>
            </a:r>
            <a:r>
              <a:rPr lang="en-US" sz="1200" b="1" i="0" kern="1200" dirty="0">
                <a:solidFill>
                  <a:schemeClr val="tx1"/>
                </a:solidFill>
                <a:effectLst/>
                <a:latin typeface="+mn-lt"/>
                <a:ea typeface="+mn-ea"/>
                <a:cs typeface="+mn-cs"/>
              </a:rPr>
              <a:t> Node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เพื่อให้ระบบภายนอกสามารถเข้าถึง</a:t>
            </a:r>
            <a:r>
              <a:rPr lang="en-US" sz="1200" b="0" i="0" kern="1200" dirty="0">
                <a:solidFill>
                  <a:schemeClr val="tx1"/>
                </a:solidFill>
                <a:effectLst/>
                <a:latin typeface="+mn-lt"/>
                <a:ea typeface="+mn-ea"/>
                <a:cs typeface="+mn-cs"/>
              </a:rPr>
              <a:t> Pods </a:t>
            </a:r>
            <a:r>
              <a:rPr lang="en-US" sz="1200" b="0" i="0" kern="1200" dirty="0" err="1">
                <a:solidFill>
                  <a:schemeClr val="tx1"/>
                </a:solidFill>
                <a:effectLst/>
                <a:latin typeface="+mn-lt"/>
                <a:ea typeface="+mn-ea"/>
                <a:cs typeface="+mn-cs"/>
              </a:rPr>
              <a:t>ได้</a:t>
            </a: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External → </a:t>
            </a:r>
            <a:r>
              <a:rPr lang="en-US" sz="1200" b="1" i="0" kern="1200" dirty="0" err="1">
                <a:solidFill>
                  <a:schemeClr val="tx1"/>
                </a:solidFill>
                <a:effectLst/>
                <a:latin typeface="+mn-lt"/>
                <a:ea typeface="+mn-ea"/>
                <a:cs typeface="+mn-cs"/>
              </a:rPr>
              <a:t>NodePort</a:t>
            </a:r>
            <a:r>
              <a:rPr lang="en-US" sz="1200" b="1" i="0" kern="1200" dirty="0">
                <a:solidFill>
                  <a:schemeClr val="tx1"/>
                </a:solidFill>
                <a:effectLst/>
                <a:latin typeface="+mn-lt"/>
                <a:ea typeface="+mn-ea"/>
                <a:cs typeface="+mn-cs"/>
              </a:rPr>
              <a:t> → Pods</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ในสไลด์ระบุว่าเหมาะกับ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Development </a:t>
            </a:r>
            <a:r>
              <a:rPr lang="en-US" sz="1200" b="1" i="0" kern="1200" dirty="0" err="1">
                <a:solidFill>
                  <a:schemeClr val="tx1"/>
                </a:solidFill>
                <a:effectLst/>
                <a:latin typeface="+mn-lt"/>
                <a:ea typeface="+mn-ea"/>
                <a:cs typeface="+mn-cs"/>
              </a:rPr>
              <a:t>หรือการทดสอบแบบง่าย</a:t>
            </a:r>
            <a:r>
              <a:rPr lang="en-US" sz="1200" b="1" i="0" kern="1200" dirty="0">
                <a:solidFill>
                  <a:schemeClr val="tx1"/>
                </a:solidFill>
                <a:effectLst/>
                <a:latin typeface="+mn-lt"/>
                <a:ea typeface="+mn-ea"/>
                <a:cs typeface="+mn-cs"/>
              </a:rPr>
              <a:t> ๆ</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3. </a:t>
            </a:r>
            <a:r>
              <a:rPr lang="en-US" sz="1200" b="1" i="0" kern="1200" dirty="0" err="1">
                <a:solidFill>
                  <a:schemeClr val="tx1"/>
                </a:solidFill>
                <a:effectLst/>
                <a:latin typeface="+mn-lt"/>
                <a:ea typeface="+mn-ea"/>
                <a:cs typeface="+mn-cs"/>
              </a:rPr>
              <a:t>LoadBalancer</a:t>
            </a:r>
            <a:endParaRPr lang="en-US" sz="1200" b="1"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สร้าง</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Public Entry Point </a:t>
            </a:r>
            <a:r>
              <a:rPr lang="en-US" sz="1200" b="1" i="0" kern="1200" dirty="0" err="1">
                <a:solidFill>
                  <a:schemeClr val="tx1"/>
                </a:solidFill>
                <a:effectLst/>
                <a:latin typeface="+mn-lt"/>
                <a:ea typeface="+mn-ea"/>
                <a:cs typeface="+mn-cs"/>
              </a:rPr>
              <a:t>ที่</a:t>
            </a:r>
            <a:r>
              <a:rPr lang="en-US" sz="1200" b="1" i="0" kern="1200" dirty="0">
                <a:solidFill>
                  <a:schemeClr val="tx1"/>
                </a:solidFill>
                <a:effectLst/>
                <a:latin typeface="+mn-lt"/>
                <a:ea typeface="+mn-ea"/>
                <a:cs typeface="+mn-cs"/>
              </a:rPr>
              <a:t> Azure </a:t>
            </a:r>
            <a:r>
              <a:rPr lang="en-US" sz="1200" b="1" i="0" kern="1200" dirty="0" err="1">
                <a:solidFill>
                  <a:schemeClr val="tx1"/>
                </a:solidFill>
                <a:effectLst/>
                <a:latin typeface="+mn-lt"/>
                <a:ea typeface="+mn-ea"/>
                <a:cs typeface="+mn-cs"/>
              </a:rPr>
              <a:t>จัดการให้</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เพื่อรับ</a:t>
            </a:r>
            <a:r>
              <a:rPr lang="en-US" sz="1200" b="0" i="0" kern="1200" dirty="0">
                <a:solidFill>
                  <a:schemeClr val="tx1"/>
                </a:solidFill>
                <a:effectLst/>
                <a:latin typeface="+mn-lt"/>
                <a:ea typeface="+mn-ea"/>
                <a:cs typeface="+mn-cs"/>
              </a:rPr>
              <a:t> Traffic </a:t>
            </a:r>
            <a:r>
              <a:rPr lang="en-US" sz="1200" b="0" i="0" kern="1200" dirty="0" err="1">
                <a:solidFill>
                  <a:schemeClr val="tx1"/>
                </a:solidFill>
                <a:effectLst/>
                <a:latin typeface="+mn-lt"/>
                <a:ea typeface="+mn-ea"/>
                <a:cs typeface="+mn-cs"/>
              </a:rPr>
              <a:t>จาก</a:t>
            </a:r>
            <a:r>
              <a:rPr lang="en-US" sz="1200" b="0" i="0" kern="1200" dirty="0">
                <a:solidFill>
                  <a:schemeClr val="tx1"/>
                </a:solidFill>
                <a:effectLst/>
                <a:latin typeface="+mn-lt"/>
                <a:ea typeface="+mn-ea"/>
                <a:cs typeface="+mn-cs"/>
              </a:rPr>
              <a:t> Internet </a:t>
            </a:r>
            <a:r>
              <a:rPr lang="en-US" sz="1200" b="0" i="0" kern="1200" dirty="0" err="1">
                <a:solidFill>
                  <a:schemeClr val="tx1"/>
                </a:solidFill>
                <a:effectLst/>
                <a:latin typeface="+mn-lt"/>
                <a:ea typeface="+mn-ea"/>
                <a:cs typeface="+mn-cs"/>
              </a:rPr>
              <a:t>แล้วส่งต่อไปยัง</a:t>
            </a:r>
            <a:r>
              <a:rPr lang="en-US" sz="1200" b="0" i="0" kern="1200" dirty="0">
                <a:solidFill>
                  <a:schemeClr val="tx1"/>
                </a:solidFill>
                <a:effectLst/>
                <a:latin typeface="+mn-lt"/>
                <a:ea typeface="+mn-ea"/>
                <a:cs typeface="+mn-cs"/>
              </a:rPr>
              <a:t> Pods</a:t>
            </a:r>
          </a:p>
          <a:p>
            <a:pPr fontAlgn="t"/>
            <a:r>
              <a:rPr lang="en-US" sz="1200" b="0" i="0" kern="1200" dirty="0">
                <a:solidFill>
                  <a:schemeClr val="tx1"/>
                </a:solidFill>
                <a:effectLst/>
                <a:latin typeface="+mn-lt"/>
                <a:ea typeface="+mn-ea"/>
                <a:cs typeface="+mn-cs"/>
              </a:rPr>
              <a:t>Internet → </a:t>
            </a:r>
            <a:r>
              <a:rPr lang="en-US" sz="1200" b="1" i="0" kern="1200" dirty="0">
                <a:solidFill>
                  <a:schemeClr val="tx1"/>
                </a:solidFill>
                <a:effectLst/>
                <a:latin typeface="+mn-lt"/>
                <a:ea typeface="+mn-ea"/>
                <a:cs typeface="+mn-cs"/>
              </a:rPr>
              <a:t>Azure Load Balancer → Pods</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เหมาะกับ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Production API </a:t>
            </a:r>
            <a:r>
              <a:rPr lang="en-US" sz="1200" b="1" i="0" kern="1200" dirty="0" err="1">
                <a:solidFill>
                  <a:schemeClr val="tx1"/>
                </a:solidFill>
                <a:effectLst/>
                <a:latin typeface="+mn-lt"/>
                <a:ea typeface="+mn-ea"/>
                <a:cs typeface="+mn-cs"/>
              </a:rPr>
              <a:t>ที่ต้องให้</a:t>
            </a:r>
            <a:r>
              <a:rPr lang="en-US" sz="1200" b="1" i="0" kern="1200" dirty="0">
                <a:solidFill>
                  <a:schemeClr val="tx1"/>
                </a:solidFill>
                <a:effectLst/>
                <a:latin typeface="+mn-lt"/>
                <a:ea typeface="+mn-ea"/>
                <a:cs typeface="+mn-cs"/>
              </a:rPr>
              <a:t> Client </a:t>
            </a:r>
            <a:r>
              <a:rPr lang="en-US" sz="1200" b="1" i="0" kern="1200" dirty="0" err="1">
                <a:solidFill>
                  <a:schemeClr val="tx1"/>
                </a:solidFill>
                <a:effectLst/>
                <a:latin typeface="+mn-lt"/>
                <a:ea typeface="+mn-ea"/>
                <a:cs typeface="+mn-cs"/>
              </a:rPr>
              <a:t>ภายนอกเข้าถึง</a:t>
            </a: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จุดสำคัญเรื่อง</a:t>
            </a:r>
            <a:r>
              <a:rPr lang="en-US" sz="1200" b="1" i="0" kern="1200" dirty="0">
                <a:solidFill>
                  <a:schemeClr val="tx1"/>
                </a:solidFill>
                <a:effectLst/>
                <a:latin typeface="+mn-lt"/>
                <a:ea typeface="+mn-ea"/>
                <a:cs typeface="+mn-cs"/>
              </a:rPr>
              <a:t> Port</a:t>
            </a:r>
          </a:p>
          <a:p>
            <a:pPr lvl="0" fontAlgn="t"/>
            <a:r>
              <a:rPr lang="en-US" sz="1200" b="0" i="0" kern="1200" dirty="0">
                <a:solidFill>
                  <a:schemeClr val="tx1"/>
                </a:solidFill>
                <a:effectLst/>
                <a:latin typeface="+mn-lt"/>
                <a:ea typeface="+mn-ea"/>
                <a:cs typeface="+mn-cs"/>
              </a:rPr>
              <a:t>port = Port </a:t>
            </a:r>
            <a:r>
              <a:rPr lang="en-US" sz="1200" b="0" i="0" kern="1200" dirty="0" err="1">
                <a:solidFill>
                  <a:schemeClr val="tx1"/>
                </a:solidFill>
                <a:effectLst/>
                <a:latin typeface="+mn-lt"/>
                <a:ea typeface="+mn-ea"/>
                <a:cs typeface="+mn-cs"/>
              </a:rPr>
              <a:t>ที่</a:t>
            </a:r>
            <a:r>
              <a:rPr lang="en-US" sz="1200" b="0" i="0" kern="1200" dirty="0">
                <a:solidFill>
                  <a:schemeClr val="tx1"/>
                </a:solidFill>
                <a:effectLst/>
                <a:latin typeface="+mn-lt"/>
                <a:ea typeface="+mn-ea"/>
                <a:cs typeface="+mn-cs"/>
              </a:rPr>
              <a:t> Client </a:t>
            </a:r>
            <a:r>
              <a:rPr lang="en-US" sz="1200" b="0" i="0" kern="1200" dirty="0" err="1">
                <a:solidFill>
                  <a:schemeClr val="tx1"/>
                </a:solidFill>
                <a:effectLst/>
                <a:latin typeface="+mn-lt"/>
                <a:ea typeface="+mn-ea"/>
                <a:cs typeface="+mn-cs"/>
              </a:rPr>
              <a:t>ใช้เชื่อมต่อกับ</a:t>
            </a:r>
            <a:r>
              <a:rPr lang="en-US" sz="1200" b="0" i="0" kern="1200" dirty="0">
                <a:solidFill>
                  <a:schemeClr val="tx1"/>
                </a:solidFill>
                <a:effectLst/>
                <a:latin typeface="+mn-lt"/>
                <a:ea typeface="+mn-ea"/>
                <a:cs typeface="+mn-cs"/>
              </a:rPr>
              <a:t> Service</a:t>
            </a:r>
          </a:p>
          <a:p>
            <a:pPr lvl="0" fontAlgn="t"/>
            <a:r>
              <a:rPr lang="en-US" sz="1200" b="0" i="0" kern="1200" dirty="0" err="1">
                <a:solidFill>
                  <a:schemeClr val="tx1"/>
                </a:solidFill>
                <a:effectLst/>
                <a:latin typeface="+mn-lt"/>
                <a:ea typeface="+mn-ea"/>
                <a:cs typeface="+mn-cs"/>
              </a:rPr>
              <a:t>targetPort</a:t>
            </a:r>
            <a:r>
              <a:rPr lang="en-US" sz="1200" b="0" i="0" kern="1200" dirty="0">
                <a:solidFill>
                  <a:schemeClr val="tx1"/>
                </a:solidFill>
                <a:effectLst/>
                <a:latin typeface="+mn-lt"/>
                <a:ea typeface="+mn-ea"/>
                <a:cs typeface="+mn-cs"/>
              </a:rPr>
              <a:t> = Port </a:t>
            </a:r>
            <a:r>
              <a:rPr lang="en-US" sz="1200" b="0" i="0" kern="1200" dirty="0" err="1">
                <a:solidFill>
                  <a:schemeClr val="tx1"/>
                </a:solidFill>
                <a:effectLst/>
                <a:latin typeface="+mn-lt"/>
                <a:ea typeface="+mn-ea"/>
                <a:cs typeface="+mn-cs"/>
              </a:rPr>
              <a:t>ที่</a:t>
            </a:r>
            <a:r>
              <a:rPr lang="en-US" sz="1200" b="0" i="0" kern="1200" dirty="0">
                <a:solidFill>
                  <a:schemeClr val="tx1"/>
                </a:solidFill>
                <a:effectLst/>
                <a:latin typeface="+mn-lt"/>
                <a:ea typeface="+mn-ea"/>
                <a:cs typeface="+mn-cs"/>
              </a:rPr>
              <a:t> Application </a:t>
            </a:r>
            <a:r>
              <a:rPr lang="en-US" sz="1200" b="0" i="0" kern="1200" dirty="0" err="1">
                <a:solidFill>
                  <a:schemeClr val="tx1"/>
                </a:solidFill>
                <a:effectLst/>
                <a:latin typeface="+mn-lt"/>
                <a:ea typeface="+mn-ea"/>
                <a:cs typeface="+mn-cs"/>
              </a:rPr>
              <a:t>ภายใน</a:t>
            </a:r>
            <a:r>
              <a:rPr lang="en-US" sz="1200" b="0" i="0" kern="1200" dirty="0">
                <a:solidFill>
                  <a:schemeClr val="tx1"/>
                </a:solidFill>
                <a:effectLst/>
                <a:latin typeface="+mn-lt"/>
                <a:ea typeface="+mn-ea"/>
                <a:cs typeface="+mn-cs"/>
              </a:rPr>
              <a:t> Container </a:t>
            </a:r>
            <a:r>
              <a:rPr lang="en-US" sz="1200" b="0" i="0" kern="1200" dirty="0" err="1">
                <a:solidFill>
                  <a:schemeClr val="tx1"/>
                </a:solidFill>
                <a:effectLst/>
                <a:latin typeface="+mn-lt"/>
                <a:ea typeface="+mn-ea"/>
                <a:cs typeface="+mn-cs"/>
              </a:rPr>
              <a:t>รับ</a:t>
            </a:r>
            <a:r>
              <a:rPr lang="en-US" sz="1200" b="0" i="0" kern="1200" dirty="0">
                <a:solidFill>
                  <a:schemeClr val="tx1"/>
                </a:solidFill>
                <a:effectLst/>
                <a:latin typeface="+mn-lt"/>
                <a:ea typeface="+mn-ea"/>
                <a:cs typeface="+mn-cs"/>
              </a:rPr>
              <a:t> Traffic</a:t>
            </a:r>
          </a:p>
          <a:p>
            <a:pPr lvl="0" fontAlgn="t"/>
            <a:r>
              <a:rPr lang="en-US" sz="1200" b="1" i="0" kern="1200" dirty="0">
                <a:solidFill>
                  <a:schemeClr val="tx1"/>
                </a:solidFill>
                <a:effectLst/>
                <a:latin typeface="+mn-lt"/>
                <a:ea typeface="+mn-ea"/>
                <a:cs typeface="+mn-cs"/>
              </a:rPr>
              <a:t>Service selector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ต้องตรงกับ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Pod labels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จึงจะส่ง</a:t>
            </a:r>
            <a:r>
              <a:rPr lang="en-US" sz="1200" b="0" i="0" kern="1200" dirty="0">
                <a:solidFill>
                  <a:schemeClr val="tx1"/>
                </a:solidFill>
                <a:effectLst/>
                <a:latin typeface="+mn-lt"/>
                <a:ea typeface="+mn-ea"/>
                <a:cs typeface="+mn-cs"/>
              </a:rPr>
              <a:t> Traffic </a:t>
            </a:r>
            <a:r>
              <a:rPr lang="en-US" sz="1200" b="0" i="0" kern="1200" dirty="0" err="1">
                <a:solidFill>
                  <a:schemeClr val="tx1"/>
                </a:solidFill>
                <a:effectLst/>
                <a:latin typeface="+mn-lt"/>
                <a:ea typeface="+mn-ea"/>
                <a:cs typeface="+mn-cs"/>
              </a:rPr>
              <a:t>ไปยัง</a:t>
            </a:r>
            <a:r>
              <a:rPr lang="en-US" sz="1200" b="0" i="0" kern="1200" dirty="0">
                <a:solidFill>
                  <a:schemeClr val="tx1"/>
                </a:solidFill>
                <a:effectLst/>
                <a:latin typeface="+mn-lt"/>
                <a:ea typeface="+mn-ea"/>
                <a:cs typeface="+mn-cs"/>
              </a:rPr>
              <a:t> Pods </a:t>
            </a:r>
            <a:r>
              <a:rPr lang="en-US" sz="1200" b="0" i="0" kern="1200" dirty="0" err="1">
                <a:solidFill>
                  <a:schemeClr val="tx1"/>
                </a:solidFill>
                <a:effectLst/>
                <a:latin typeface="+mn-lt"/>
                <a:ea typeface="+mn-ea"/>
                <a:cs typeface="+mn-cs"/>
              </a:rPr>
              <a:t>ที่ถูกต้อง</a:t>
            </a: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สรุปจำง่าย</a:t>
            </a:r>
            <a:endParaRPr lang="en-US" sz="1200" b="1"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ClusterIP</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ใช้ภายใน</a:t>
            </a:r>
            <a:r>
              <a:rPr lang="en-US" sz="1200" b="0" i="0" kern="1200" dirty="0">
                <a:solidFill>
                  <a:schemeClr val="tx1"/>
                </a:solidFill>
                <a:effectLst/>
                <a:latin typeface="+mn-lt"/>
                <a:ea typeface="+mn-ea"/>
                <a:cs typeface="+mn-cs"/>
              </a:rPr>
              <a:t> Cluster</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NodePort</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เปิดผ่าน</a:t>
            </a:r>
            <a:r>
              <a:rPr lang="en-US" sz="1200" b="0" i="0" kern="1200" dirty="0">
                <a:solidFill>
                  <a:schemeClr val="tx1"/>
                </a:solidFill>
                <a:effectLst/>
                <a:latin typeface="+mn-lt"/>
                <a:ea typeface="+mn-ea"/>
                <a:cs typeface="+mn-cs"/>
              </a:rPr>
              <a:t> Node </a:t>
            </a:r>
            <a:r>
              <a:rPr lang="en-US" sz="1200" b="0" i="0" kern="1200" dirty="0" err="1">
                <a:solidFill>
                  <a:schemeClr val="tx1"/>
                </a:solidFill>
                <a:effectLst/>
                <a:latin typeface="+mn-lt"/>
                <a:ea typeface="+mn-ea"/>
                <a:cs typeface="+mn-cs"/>
              </a:rPr>
              <a:t>เหมาะกับ</a:t>
            </a:r>
            <a:r>
              <a:rPr lang="en-US" sz="1200" b="0" i="0" kern="1200" dirty="0">
                <a:solidFill>
                  <a:schemeClr val="tx1"/>
                </a:solidFill>
                <a:effectLst/>
                <a:latin typeface="+mn-lt"/>
                <a:ea typeface="+mn-ea"/>
                <a:cs typeface="+mn-cs"/>
              </a:rPr>
              <a:t> Dev/Test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LoadBalancer</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เปิดให้ภายนอกผ่าน</a:t>
            </a:r>
            <a:r>
              <a:rPr lang="en-US" sz="1200" b="0" i="0" kern="1200" dirty="0">
                <a:solidFill>
                  <a:schemeClr val="tx1"/>
                </a:solidFill>
                <a:effectLst/>
                <a:latin typeface="+mn-lt"/>
                <a:ea typeface="+mn-ea"/>
                <a:cs typeface="+mn-cs"/>
              </a:rPr>
              <a:t> Azure Load Balancer </a:t>
            </a:r>
            <a:r>
              <a:rPr lang="en-US" sz="1200" b="0" i="0" kern="1200" dirty="0" err="1">
                <a:solidFill>
                  <a:schemeClr val="tx1"/>
                </a:solidFill>
                <a:effectLst/>
                <a:latin typeface="+mn-lt"/>
                <a:ea typeface="+mn-ea"/>
                <a:cs typeface="+mn-cs"/>
              </a:rPr>
              <a:t>เหมาะกับ</a:t>
            </a:r>
            <a:r>
              <a:rPr lang="en-US" sz="1200" b="0" i="0" kern="1200" dirty="0">
                <a:solidFill>
                  <a:schemeClr val="tx1"/>
                </a:solidFill>
                <a:effectLst/>
                <a:latin typeface="+mn-lt"/>
                <a:ea typeface="+mn-ea"/>
                <a:cs typeface="+mn-cs"/>
              </a:rPr>
              <a:t> Production</a:t>
            </a:r>
          </a:p>
        </p:txBody>
      </p:sp>
      <p:sp>
        <p:nvSpPr>
          <p:cNvPr id="1502581055"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1C9CAB2-F6D1-5DF8-53D6-33F8B28B7A84}"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35312088" name="Slide Image Placeholder 1"/>
          <p:cNvSpPr>
            <a:spLocks noGrp="1" noRot="1" noChangeAspect="1"/>
          </p:cNvSpPr>
          <p:nvPr>
            <p:ph type="sldImg"/>
          </p:nvPr>
        </p:nvSpPr>
        <p:spPr bwMode="auto">
          <a:xfrm>
            <a:off x="217488" y="812800"/>
            <a:ext cx="7124700" cy="4008438"/>
          </a:xfrm>
        </p:spPr>
      </p:sp>
      <p:sp>
        <p:nvSpPr>
          <p:cNvPr id="1495691871"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ขั้นตอน</a:t>
            </a:r>
            <a:r>
              <a:rPr lang="en-US" sz="1200" b="1" i="0" kern="1200" dirty="0">
                <a:solidFill>
                  <a:schemeClr val="tx1"/>
                </a:solidFill>
                <a:effectLst/>
                <a:latin typeface="+mn-lt"/>
                <a:ea typeface="+mn-ea"/>
                <a:cs typeface="+mn-cs"/>
              </a:rPr>
              <a:t> Deploy Application </a:t>
            </a:r>
            <a:r>
              <a:rPr lang="en-US" sz="1200" b="1" i="0" kern="1200" dirty="0" err="1">
                <a:solidFill>
                  <a:schemeClr val="tx1"/>
                </a:solidFill>
                <a:effectLst/>
                <a:latin typeface="+mn-lt"/>
                <a:ea typeface="+mn-ea"/>
                <a:cs typeface="+mn-cs"/>
              </a:rPr>
              <a:t>ไปยัง</a:t>
            </a:r>
            <a:r>
              <a:rPr lang="en-US" sz="1200" b="1" i="0" kern="1200" dirty="0">
                <a:solidFill>
                  <a:schemeClr val="tx1"/>
                </a:solidFill>
                <a:effectLst/>
                <a:latin typeface="+mn-lt"/>
                <a:ea typeface="+mn-ea"/>
                <a:cs typeface="+mn-cs"/>
              </a:rPr>
              <a:t> Azure Kubernetes Service (AKS) </a:t>
            </a:r>
            <a:r>
              <a:rPr lang="en-US" sz="1200" b="1" i="0" kern="1200" dirty="0" err="1">
                <a:solidFill>
                  <a:schemeClr val="tx1"/>
                </a:solidFill>
                <a:effectLst/>
                <a:latin typeface="+mn-lt"/>
                <a:ea typeface="+mn-ea"/>
                <a:cs typeface="+mn-cs"/>
              </a:rPr>
              <a:t>และวิธีตรวจสอบเมื่อ</a:t>
            </a:r>
            <a:r>
              <a:rPr lang="en-US" sz="1200" b="1" i="0" kern="1200" dirty="0">
                <a:solidFill>
                  <a:schemeClr val="tx1"/>
                </a:solidFill>
                <a:effectLst/>
                <a:latin typeface="+mn-lt"/>
                <a:ea typeface="+mn-ea"/>
                <a:cs typeface="+mn-cs"/>
              </a:rPr>
              <a:t> Deploy </a:t>
            </a:r>
            <a:r>
              <a:rPr lang="en-US" sz="1200" b="1" i="0" kern="1200" dirty="0" err="1">
                <a:solidFill>
                  <a:schemeClr val="tx1"/>
                </a:solidFill>
                <a:effectLst/>
                <a:latin typeface="+mn-lt"/>
                <a:ea typeface="+mn-ea"/>
                <a:cs typeface="+mn-cs"/>
              </a:rPr>
              <a:t>ไม่สำเร็จ</a:t>
            </a: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ขั้นตอน</a:t>
            </a:r>
            <a:r>
              <a:rPr lang="en-US" sz="1200" b="1" i="0" kern="1200" dirty="0">
                <a:solidFill>
                  <a:schemeClr val="tx1"/>
                </a:solidFill>
                <a:effectLst/>
                <a:latin typeface="+mn-lt"/>
                <a:ea typeface="+mn-ea"/>
                <a:cs typeface="+mn-cs"/>
              </a:rPr>
              <a:t> Deploy</a:t>
            </a:r>
          </a:p>
          <a:p>
            <a:pPr lvl="0" fontAlgn="t"/>
            <a:r>
              <a:rPr lang="en-US" sz="1200" b="1" i="0" kern="1200" dirty="0">
                <a:solidFill>
                  <a:schemeClr val="tx1"/>
                </a:solidFill>
                <a:effectLst/>
                <a:latin typeface="+mn-lt"/>
                <a:ea typeface="+mn-ea"/>
                <a:cs typeface="+mn-cs"/>
              </a:rPr>
              <a:t>Apply Manifest</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ส่งไฟล์</a:t>
            </a:r>
            <a:r>
              <a:rPr lang="en-US" sz="1200" b="0" i="0" kern="1200" dirty="0">
                <a:solidFill>
                  <a:schemeClr val="tx1"/>
                </a:solidFill>
                <a:effectLst/>
                <a:latin typeface="+mn-lt"/>
                <a:ea typeface="+mn-ea"/>
                <a:cs typeface="+mn-cs"/>
              </a:rPr>
              <a:t> YAML </a:t>
            </a:r>
            <a:r>
              <a:rPr lang="en-US" sz="1200" b="0" i="0" kern="1200" dirty="0" err="1">
                <a:solidFill>
                  <a:schemeClr val="tx1"/>
                </a:solidFill>
                <a:effectLst/>
                <a:latin typeface="+mn-lt"/>
                <a:ea typeface="+mn-ea"/>
                <a:cs typeface="+mn-cs"/>
              </a:rPr>
              <a:t>ให้</a:t>
            </a:r>
            <a:r>
              <a:rPr lang="en-US" sz="1200" b="0" i="0" kern="1200" dirty="0">
                <a:solidFill>
                  <a:schemeClr val="tx1"/>
                </a:solidFill>
                <a:effectLst/>
                <a:latin typeface="+mn-lt"/>
                <a:ea typeface="+mn-ea"/>
                <a:cs typeface="+mn-cs"/>
              </a:rPr>
              <a:t> Kubernetes </a:t>
            </a:r>
            <a:r>
              <a:rPr lang="en-US" sz="1200" b="0" i="0" kern="1200" dirty="0" err="1">
                <a:solidFill>
                  <a:schemeClr val="tx1"/>
                </a:solidFill>
                <a:effectLst/>
                <a:latin typeface="+mn-lt"/>
                <a:ea typeface="+mn-ea"/>
                <a:cs typeface="+mn-cs"/>
              </a:rPr>
              <a:t>แล้วให้</a:t>
            </a:r>
            <a:r>
              <a:rPr lang="en-US" sz="1200" b="0" i="0" kern="1200" dirty="0">
                <a:solidFill>
                  <a:schemeClr val="tx1"/>
                </a:solidFill>
                <a:effectLst/>
                <a:latin typeface="+mn-lt"/>
                <a:ea typeface="+mn-ea"/>
                <a:cs typeface="+mn-cs"/>
              </a:rPr>
              <a:t> Cluster </a:t>
            </a:r>
            <a:r>
              <a:rPr lang="en-US" sz="1200" b="0" i="0" kern="1200" dirty="0" err="1">
                <a:solidFill>
                  <a:schemeClr val="tx1"/>
                </a:solidFill>
                <a:effectLst/>
                <a:latin typeface="+mn-lt"/>
                <a:ea typeface="+mn-ea"/>
                <a:cs typeface="+mn-cs"/>
              </a:rPr>
              <a:t>ปรับระบบให้ตรงกับค่าที่กำหนด</a:t>
            </a:r>
            <a:endParaRPr lang="en-US" sz="1200" b="0" i="0" kern="1200" dirty="0">
              <a:solidFill>
                <a:schemeClr val="tx1"/>
              </a:solidFill>
              <a:effectLst/>
              <a:latin typeface="+mn-lt"/>
              <a:ea typeface="+mn-ea"/>
              <a:cs typeface="+mn-cs"/>
            </a:endParaRPr>
          </a:p>
          <a:p>
            <a:pPr lvl="0" fontAlgn="t"/>
            <a:r>
              <a:rPr lang="en-US" sz="1200" b="1" i="0" kern="1200" dirty="0" err="1">
                <a:solidFill>
                  <a:schemeClr val="tx1"/>
                </a:solidFill>
                <a:effectLst/>
                <a:latin typeface="+mn-lt"/>
                <a:ea typeface="+mn-ea"/>
                <a:cs typeface="+mn-cs"/>
              </a:rPr>
              <a:t>รอ</a:t>
            </a:r>
            <a:r>
              <a:rPr lang="en-US" sz="1200" b="1" i="0" kern="1200" dirty="0">
                <a:solidFill>
                  <a:schemeClr val="tx1"/>
                </a:solidFill>
                <a:effectLst/>
                <a:latin typeface="+mn-lt"/>
                <a:ea typeface="+mn-ea"/>
                <a:cs typeface="+mn-cs"/>
              </a:rPr>
              <a:t> Pods </a:t>
            </a:r>
            <a:r>
              <a:rPr lang="en-US" sz="1200" b="1" i="0" kern="1200" dirty="0" err="1">
                <a:solidFill>
                  <a:schemeClr val="tx1"/>
                </a:solidFill>
                <a:effectLst/>
                <a:latin typeface="+mn-lt"/>
                <a:ea typeface="+mn-ea"/>
                <a:cs typeface="+mn-cs"/>
              </a:rPr>
              <a:t>พร้อมทำงาน</a:t>
            </a:r>
            <a:r>
              <a:rPr lang="en-US" sz="1200" b="0" i="0" kern="1200" dirty="0">
                <a:solidFill>
                  <a:schemeClr val="tx1"/>
                </a:solidFill>
                <a:effectLst/>
                <a:latin typeface="+mn-lt"/>
                <a:ea typeface="+mn-ea"/>
                <a:cs typeface="+mn-cs"/>
              </a:rPr>
              <a:t> → Pod </a:t>
            </a:r>
            <a:r>
              <a:rPr lang="en-US" sz="1200" b="0" i="0" kern="1200" dirty="0" err="1">
                <a:solidFill>
                  <a:schemeClr val="tx1"/>
                </a:solidFill>
                <a:effectLst/>
                <a:latin typeface="+mn-lt"/>
                <a:ea typeface="+mn-ea"/>
                <a:cs typeface="+mn-cs"/>
              </a:rPr>
              <a:t>ต้องเป็นสถานะ</a:t>
            </a:r>
            <a:r>
              <a:rPr lang="en-US" sz="1200" b="0" i="0" kern="1200" dirty="0">
                <a:solidFill>
                  <a:schemeClr val="tx1"/>
                </a:solidFill>
                <a:effectLst/>
                <a:latin typeface="+mn-lt"/>
                <a:ea typeface="+mn-ea"/>
                <a:cs typeface="+mn-cs"/>
              </a:rPr>
              <a:t> Running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Replica </a:t>
            </a:r>
            <a:r>
              <a:rPr lang="en-US" sz="1200" b="0" i="0" kern="1200" dirty="0" err="1">
                <a:solidFill>
                  <a:schemeClr val="tx1"/>
                </a:solidFill>
                <a:effectLst/>
                <a:latin typeface="+mn-lt"/>
                <a:ea typeface="+mn-ea"/>
                <a:cs typeface="+mn-cs"/>
              </a:rPr>
              <a:t>ต้อง</a:t>
            </a:r>
            <a:r>
              <a:rPr lang="en-US" sz="1200" b="0" i="0" kern="1200" dirty="0">
                <a:solidFill>
                  <a:schemeClr val="tx1"/>
                </a:solidFill>
                <a:effectLst/>
                <a:latin typeface="+mn-lt"/>
                <a:ea typeface="+mn-ea"/>
                <a:cs typeface="+mn-cs"/>
              </a:rPr>
              <a:t> Ready</a:t>
            </a:r>
          </a:p>
          <a:p>
            <a:pPr lvl="0" fontAlgn="t"/>
            <a:r>
              <a:rPr lang="en-US" sz="1200" b="1" i="0" kern="1200" dirty="0" err="1">
                <a:solidFill>
                  <a:schemeClr val="tx1"/>
                </a:solidFill>
                <a:effectLst/>
                <a:latin typeface="+mn-lt"/>
                <a:ea typeface="+mn-ea"/>
                <a:cs typeface="+mn-cs"/>
              </a:rPr>
              <a:t>ตรวจ</a:t>
            </a:r>
            <a:r>
              <a:rPr lang="en-US" sz="1200" b="1" i="0" kern="1200" dirty="0">
                <a:solidFill>
                  <a:schemeClr val="tx1"/>
                </a:solidFill>
                <a:effectLst/>
                <a:latin typeface="+mn-lt"/>
                <a:ea typeface="+mn-ea"/>
                <a:cs typeface="+mn-cs"/>
              </a:rPr>
              <a:t> Service</a:t>
            </a:r>
            <a:r>
              <a:rPr lang="en-US" sz="1200" b="0" i="0" kern="1200" dirty="0">
                <a:solidFill>
                  <a:schemeClr val="tx1"/>
                </a:solidFill>
                <a:effectLst/>
                <a:latin typeface="+mn-lt"/>
                <a:ea typeface="+mn-ea"/>
                <a:cs typeface="+mn-cs"/>
              </a:rPr>
              <a:t> → Service </a:t>
            </a:r>
            <a:r>
              <a:rPr lang="en-US" sz="1200" b="0" i="0" kern="1200" dirty="0" err="1">
                <a:solidFill>
                  <a:schemeClr val="tx1"/>
                </a:solidFill>
                <a:effectLst/>
                <a:latin typeface="+mn-lt"/>
                <a:ea typeface="+mn-ea"/>
                <a:cs typeface="+mn-cs"/>
              </a:rPr>
              <a:t>ต้องมี</a:t>
            </a:r>
            <a:r>
              <a:rPr lang="en-US" sz="1200" b="0" i="0" kern="1200" dirty="0">
                <a:solidFill>
                  <a:schemeClr val="tx1"/>
                </a:solidFill>
                <a:effectLst/>
                <a:latin typeface="+mn-lt"/>
                <a:ea typeface="+mn-ea"/>
                <a:cs typeface="+mn-cs"/>
              </a:rPr>
              <a:t> Endpoint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Address </a:t>
            </a:r>
            <a:r>
              <a:rPr lang="en-US" sz="1200" b="0" i="0" kern="1200" dirty="0" err="1">
                <a:solidFill>
                  <a:schemeClr val="tx1"/>
                </a:solidFill>
                <a:effectLst/>
                <a:latin typeface="+mn-lt"/>
                <a:ea typeface="+mn-ea"/>
                <a:cs typeface="+mn-cs"/>
              </a:rPr>
              <a:t>เพื่อให้เข้าถึง</a:t>
            </a:r>
            <a:r>
              <a:rPr lang="en-US" sz="1200" b="0" i="0" kern="1200" dirty="0">
                <a:solidFill>
                  <a:schemeClr val="tx1"/>
                </a:solidFill>
                <a:effectLst/>
                <a:latin typeface="+mn-lt"/>
                <a:ea typeface="+mn-ea"/>
                <a:cs typeface="+mn-cs"/>
              </a:rPr>
              <a:t> Application </a:t>
            </a:r>
            <a:r>
              <a:rPr lang="en-US" sz="1200" b="0" i="0" kern="1200" dirty="0" err="1">
                <a:solidFill>
                  <a:schemeClr val="tx1"/>
                </a:solidFill>
                <a:effectLst/>
                <a:latin typeface="+mn-lt"/>
                <a:ea typeface="+mn-ea"/>
                <a:cs typeface="+mn-cs"/>
              </a:rPr>
              <a:t>ได้</a:t>
            </a: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ลำดับการตรวจสอบเมื่อมีปัญหา</a:t>
            </a:r>
            <a:endParaRPr lang="en-US" sz="1200" b="1"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แนะนำให้ตรวจตามนี้</a:t>
            </a:r>
            <a:r>
              <a:rPr lang="en-US" sz="1200" b="0" i="0" kern="1200" dirty="0">
                <a:solidFill>
                  <a:schemeClr val="tx1"/>
                </a:solidFill>
                <a:effectLst/>
                <a:latin typeface="+mn-lt"/>
                <a:ea typeface="+mn-ea"/>
                <a:cs typeface="+mn-cs"/>
              </a:rPr>
              <a:t>:</a:t>
            </a:r>
          </a:p>
          <a:p>
            <a:pPr fontAlgn="t"/>
            <a:r>
              <a:rPr lang="en-US" sz="1200" b="1" i="0" kern="1200" dirty="0">
                <a:solidFill>
                  <a:schemeClr val="tx1"/>
                </a:solidFill>
                <a:effectLst/>
                <a:latin typeface="+mn-lt"/>
                <a:ea typeface="+mn-ea"/>
                <a:cs typeface="+mn-cs"/>
              </a:rPr>
              <a:t>Pod/Deployment → Service/Endpoint → Logs</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และควร</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อ่าน</a:t>
            </a:r>
            <a:r>
              <a:rPr lang="en-US" sz="1200" b="1" i="0" kern="1200" dirty="0">
                <a:solidFill>
                  <a:schemeClr val="tx1"/>
                </a:solidFill>
                <a:effectLst/>
                <a:latin typeface="+mn-lt"/>
                <a:ea typeface="+mn-ea"/>
                <a:cs typeface="+mn-cs"/>
              </a:rPr>
              <a:t> Logs </a:t>
            </a:r>
            <a:r>
              <a:rPr lang="en-US" sz="1200" b="1" i="0" kern="1200" dirty="0" err="1">
                <a:solidFill>
                  <a:schemeClr val="tx1"/>
                </a:solidFill>
                <a:effectLst/>
                <a:latin typeface="+mn-lt"/>
                <a:ea typeface="+mn-ea"/>
                <a:cs typeface="+mn-cs"/>
              </a:rPr>
              <a:t>ก่อนรีบแก้</a:t>
            </a:r>
            <a:r>
              <a:rPr lang="en-US" sz="1200" b="1" i="0" kern="1200" dirty="0">
                <a:solidFill>
                  <a:schemeClr val="tx1"/>
                </a:solidFill>
                <a:effectLst/>
                <a:latin typeface="+mn-lt"/>
                <a:ea typeface="+mn-ea"/>
                <a:cs typeface="+mn-cs"/>
              </a:rPr>
              <a:t> Configuration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เพื่อหาสาเหตุที่แท้จริง</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Error </a:t>
            </a:r>
            <a:r>
              <a:rPr lang="en-US" sz="1200" b="1" i="0" kern="1200" dirty="0" err="1">
                <a:solidFill>
                  <a:schemeClr val="tx1"/>
                </a:solidFill>
                <a:effectLst/>
                <a:latin typeface="+mn-lt"/>
                <a:ea typeface="+mn-ea"/>
                <a:cs typeface="+mn-cs"/>
              </a:rPr>
              <a:t>ที่พบบ่อย</a:t>
            </a:r>
            <a:endParaRPr lang="en-US" sz="1200" b="1" i="0" kern="1200" dirty="0">
              <a:solidFill>
                <a:schemeClr val="tx1"/>
              </a:solidFill>
              <a:effectLst/>
              <a:latin typeface="+mn-lt"/>
              <a:ea typeface="+mn-ea"/>
              <a:cs typeface="+mn-cs"/>
            </a:endParaRPr>
          </a:p>
          <a:p>
            <a:pPr lvl="0" fontAlgn="t"/>
            <a:r>
              <a:rPr lang="en-US" sz="1200" b="1" i="0" kern="1200" dirty="0" err="1">
                <a:solidFill>
                  <a:schemeClr val="tx1"/>
                </a:solidFill>
                <a:effectLst/>
                <a:latin typeface="+mn-lt"/>
                <a:ea typeface="+mn-ea"/>
                <a:cs typeface="+mn-cs"/>
              </a:rPr>
              <a:t>ImagePullBackOff</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ดึง</a:t>
            </a:r>
            <a:r>
              <a:rPr lang="en-US" sz="1200" b="0" i="0" kern="1200" dirty="0">
                <a:solidFill>
                  <a:schemeClr val="tx1"/>
                </a:solidFill>
                <a:effectLst/>
                <a:latin typeface="+mn-lt"/>
                <a:ea typeface="+mn-ea"/>
                <a:cs typeface="+mn-cs"/>
              </a:rPr>
              <a:t> Container Image </a:t>
            </a:r>
            <a:r>
              <a:rPr lang="en-US" sz="1200" b="0" i="0" kern="1200" dirty="0" err="1">
                <a:solidFill>
                  <a:schemeClr val="tx1"/>
                </a:solidFill>
                <a:effectLst/>
                <a:latin typeface="+mn-lt"/>
                <a:ea typeface="+mn-ea"/>
                <a:cs typeface="+mn-cs"/>
              </a:rPr>
              <a:t>ไม่สำเร็จ</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Path </a:t>
            </a:r>
            <a:r>
              <a:rPr lang="en-US" sz="1200" b="0" i="0" kern="1200" dirty="0" err="1">
                <a:solidFill>
                  <a:schemeClr val="tx1"/>
                </a:solidFill>
                <a:effectLst/>
                <a:latin typeface="+mn-lt"/>
                <a:ea typeface="+mn-ea"/>
                <a:cs typeface="+mn-cs"/>
              </a:rPr>
              <a:t>หรือสิทธิ์</a:t>
            </a:r>
            <a:r>
              <a:rPr lang="en-US" sz="1200" b="0" i="0" kern="1200" dirty="0">
                <a:solidFill>
                  <a:schemeClr val="tx1"/>
                </a:solidFill>
                <a:effectLst/>
                <a:latin typeface="+mn-lt"/>
                <a:ea typeface="+mn-ea"/>
                <a:cs typeface="+mn-cs"/>
              </a:rPr>
              <a:t> Registry </a:t>
            </a:r>
            <a:r>
              <a:rPr lang="en-US" sz="1200" b="0" i="0" kern="1200" dirty="0" err="1">
                <a:solidFill>
                  <a:schemeClr val="tx1"/>
                </a:solidFill>
                <a:effectLst/>
                <a:latin typeface="+mn-lt"/>
                <a:ea typeface="+mn-ea"/>
                <a:cs typeface="+mn-cs"/>
              </a:rPr>
              <a:t>มีปัญหา</a:t>
            </a:r>
            <a:endParaRPr lang="en-US" sz="1200" b="0" i="0" kern="1200" dirty="0">
              <a:solidFill>
                <a:schemeClr val="tx1"/>
              </a:solidFill>
              <a:effectLst/>
              <a:latin typeface="+mn-lt"/>
              <a:ea typeface="+mn-ea"/>
              <a:cs typeface="+mn-cs"/>
            </a:endParaRPr>
          </a:p>
          <a:p>
            <a:pPr lvl="0" fontAlgn="t"/>
            <a:r>
              <a:rPr lang="en-US" sz="1200" b="1" i="0" kern="1200" dirty="0" err="1">
                <a:solidFill>
                  <a:schemeClr val="tx1"/>
                </a:solidFill>
                <a:effectLst/>
                <a:latin typeface="+mn-lt"/>
                <a:ea typeface="+mn-ea"/>
                <a:cs typeface="+mn-cs"/>
              </a:rPr>
              <a:t>CrashLoopBackOff</a:t>
            </a:r>
            <a:r>
              <a:rPr lang="en-US" sz="1200" b="0" i="0" kern="1200" dirty="0">
                <a:solidFill>
                  <a:schemeClr val="tx1"/>
                </a:solidFill>
                <a:effectLst/>
                <a:latin typeface="+mn-lt"/>
                <a:ea typeface="+mn-ea"/>
                <a:cs typeface="+mn-cs"/>
              </a:rPr>
              <a:t> → App </a:t>
            </a:r>
            <a:r>
              <a:rPr lang="en-US" sz="1200" b="0" i="0" kern="1200" dirty="0" err="1">
                <a:solidFill>
                  <a:schemeClr val="tx1"/>
                </a:solidFill>
                <a:effectLst/>
                <a:latin typeface="+mn-lt"/>
                <a:ea typeface="+mn-ea"/>
                <a:cs typeface="+mn-cs"/>
              </a:rPr>
              <a:t>เริ่มทำงานแล้วหยุด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Health Check </a:t>
            </a:r>
            <a:r>
              <a:rPr lang="en-US" sz="1200" b="0" i="0" kern="1200" dirty="0" err="1">
                <a:solidFill>
                  <a:schemeClr val="tx1"/>
                </a:solidFill>
                <a:effectLst/>
                <a:latin typeface="+mn-lt"/>
                <a:ea typeface="+mn-ea"/>
                <a:cs typeface="+mn-cs"/>
              </a:rPr>
              <a:t>ไม่ผ่าน</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Pending</a:t>
            </a:r>
            <a:r>
              <a:rPr lang="en-US" sz="1200" b="0" i="0" kern="1200" dirty="0">
                <a:solidFill>
                  <a:schemeClr val="tx1"/>
                </a:solidFill>
                <a:effectLst/>
                <a:latin typeface="+mn-lt"/>
                <a:ea typeface="+mn-ea"/>
                <a:cs typeface="+mn-cs"/>
              </a:rPr>
              <a:t> → Node </a:t>
            </a:r>
            <a:r>
              <a:rPr lang="en-US" sz="1200" b="0" i="0" kern="1200" dirty="0" err="1">
                <a:solidFill>
                  <a:schemeClr val="tx1"/>
                </a:solidFill>
                <a:effectLst/>
                <a:latin typeface="+mn-lt"/>
                <a:ea typeface="+mn-ea"/>
                <a:cs typeface="+mn-cs"/>
              </a:rPr>
              <a:t>มี</a:t>
            </a:r>
            <a:r>
              <a:rPr lang="en-US" sz="1200" b="0" i="0" kern="1200" dirty="0">
                <a:solidFill>
                  <a:schemeClr val="tx1"/>
                </a:solidFill>
                <a:effectLst/>
                <a:latin typeface="+mn-lt"/>
                <a:ea typeface="+mn-ea"/>
                <a:cs typeface="+mn-cs"/>
              </a:rPr>
              <a:t> Resource </a:t>
            </a:r>
            <a:r>
              <a:rPr lang="en-US" sz="1200" b="0" i="0" kern="1200" dirty="0" err="1">
                <a:solidFill>
                  <a:schemeClr val="tx1"/>
                </a:solidFill>
                <a:effectLst/>
                <a:latin typeface="+mn-lt"/>
                <a:ea typeface="+mn-ea"/>
                <a:cs typeface="+mn-cs"/>
              </a:rPr>
              <a:t>ไม่พอกับที่</a:t>
            </a:r>
            <a:r>
              <a:rPr lang="en-US" sz="1200" b="0" i="0" kern="1200" dirty="0">
                <a:solidFill>
                  <a:schemeClr val="tx1"/>
                </a:solidFill>
                <a:effectLst/>
                <a:latin typeface="+mn-lt"/>
                <a:ea typeface="+mn-ea"/>
                <a:cs typeface="+mn-cs"/>
              </a:rPr>
              <a:t> Pod </a:t>
            </a:r>
            <a:r>
              <a:rPr lang="en-US" sz="1200" b="0" i="0" kern="1200" dirty="0" err="1">
                <a:solidFill>
                  <a:schemeClr val="tx1"/>
                </a:solidFill>
                <a:effectLst/>
                <a:latin typeface="+mn-lt"/>
                <a:ea typeface="+mn-ea"/>
                <a:cs typeface="+mn-cs"/>
              </a:rPr>
              <a:t>ขอ</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No endpoints</a:t>
            </a:r>
            <a:r>
              <a:rPr lang="en-US" sz="1200" b="0" i="0" kern="1200" dirty="0">
                <a:solidFill>
                  <a:schemeClr val="tx1"/>
                </a:solidFill>
                <a:effectLst/>
                <a:latin typeface="+mn-lt"/>
                <a:ea typeface="+mn-ea"/>
                <a:cs typeface="+mn-cs"/>
              </a:rPr>
              <a:t> → Service selector </a:t>
            </a:r>
            <a:r>
              <a:rPr lang="en-US" sz="1200" b="0" i="0" kern="1200" dirty="0" err="1">
                <a:solidFill>
                  <a:schemeClr val="tx1"/>
                </a:solidFill>
                <a:effectLst/>
                <a:latin typeface="+mn-lt"/>
                <a:ea typeface="+mn-ea"/>
                <a:cs typeface="+mn-cs"/>
              </a:rPr>
              <a:t>ไม่ตรงกับ</a:t>
            </a:r>
            <a:r>
              <a:rPr lang="en-US" sz="1200" b="0" i="0" kern="1200" dirty="0">
                <a:solidFill>
                  <a:schemeClr val="tx1"/>
                </a:solidFill>
                <a:effectLst/>
                <a:latin typeface="+mn-lt"/>
                <a:ea typeface="+mn-ea"/>
                <a:cs typeface="+mn-cs"/>
              </a:rPr>
              <a:t> Pod labels</a:t>
            </a:r>
          </a:p>
          <a:p>
            <a:pPr fontAlgn="t"/>
            <a:r>
              <a:rPr lang="en-US" sz="1200" b="1" i="0" kern="1200" dirty="0" err="1">
                <a:solidFill>
                  <a:schemeClr val="tx1"/>
                </a:solidFill>
                <a:effectLst/>
                <a:latin typeface="+mn-lt"/>
                <a:ea typeface="+mn-ea"/>
                <a:cs typeface="+mn-cs"/>
              </a:rPr>
              <a:t>สรุปจำง่าย</a:t>
            </a:r>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Deploy YAML → </a:t>
            </a:r>
            <a:r>
              <a:rPr lang="en-US" sz="1200" b="1" i="0" kern="1200" dirty="0" err="1">
                <a:solidFill>
                  <a:schemeClr val="tx1"/>
                </a:solidFill>
                <a:effectLst/>
                <a:latin typeface="+mn-lt"/>
                <a:ea typeface="+mn-ea"/>
                <a:cs typeface="+mn-cs"/>
              </a:rPr>
              <a:t>รอ</a:t>
            </a:r>
            <a:r>
              <a:rPr lang="en-US" sz="1200" b="1" i="0" kern="1200" dirty="0">
                <a:solidFill>
                  <a:schemeClr val="tx1"/>
                </a:solidFill>
                <a:effectLst/>
                <a:latin typeface="+mn-lt"/>
                <a:ea typeface="+mn-ea"/>
                <a:cs typeface="+mn-cs"/>
              </a:rPr>
              <a:t> Pod Ready → </a:t>
            </a:r>
            <a:r>
              <a:rPr lang="en-US" sz="1200" b="1" i="0" kern="1200" dirty="0" err="1">
                <a:solidFill>
                  <a:schemeClr val="tx1"/>
                </a:solidFill>
                <a:effectLst/>
                <a:latin typeface="+mn-lt"/>
                <a:ea typeface="+mn-ea"/>
                <a:cs typeface="+mn-cs"/>
              </a:rPr>
              <a:t>ตรวจ</a:t>
            </a:r>
            <a:r>
              <a:rPr lang="en-US" sz="1200" b="1" i="0" kern="1200" dirty="0">
                <a:solidFill>
                  <a:schemeClr val="tx1"/>
                </a:solidFill>
                <a:effectLst/>
                <a:latin typeface="+mn-lt"/>
                <a:ea typeface="+mn-ea"/>
                <a:cs typeface="+mn-cs"/>
              </a:rPr>
              <a:t> Service → </a:t>
            </a:r>
            <a:r>
              <a:rPr lang="en-US" sz="1200" b="1" i="0" kern="1200" dirty="0" err="1">
                <a:solidFill>
                  <a:schemeClr val="tx1"/>
                </a:solidFill>
                <a:effectLst/>
                <a:latin typeface="+mn-lt"/>
                <a:ea typeface="+mn-ea"/>
                <a:cs typeface="+mn-cs"/>
              </a:rPr>
              <a:t>ทดสอบ</a:t>
            </a:r>
            <a:r>
              <a:rPr lang="en-US" sz="1200" b="1" i="0" kern="1200" dirty="0">
                <a:solidFill>
                  <a:schemeClr val="tx1"/>
                </a:solidFill>
                <a:effectLst/>
                <a:latin typeface="+mn-lt"/>
                <a:ea typeface="+mn-ea"/>
                <a:cs typeface="+mn-cs"/>
              </a:rPr>
              <a:t> Endpoint</a:t>
            </a:r>
            <a:endParaRPr lang="th-TH" sz="1200" b="1" i="0" kern="1200" dirty="0">
              <a:solidFill>
                <a:schemeClr val="tx1"/>
              </a:solidFill>
              <a:effectLst/>
              <a:latin typeface="+mn-lt"/>
              <a:ea typeface="+mn-ea"/>
              <a:cs typeface="+mn-cs"/>
            </a:endParaRPr>
          </a:p>
          <a:p>
            <a:pPr fontAlgn="t"/>
            <a:endParaRPr lang="th-TH" sz="1200" b="1"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ถ้าไม่ผ่าน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อย่าเพิ่งแก้</a:t>
            </a:r>
            <a:r>
              <a:rPr lang="en-US" sz="1200" b="0" i="0" kern="1200" dirty="0">
                <a:solidFill>
                  <a:schemeClr val="tx1"/>
                </a:solidFill>
                <a:effectLst/>
                <a:latin typeface="+mn-lt"/>
                <a:ea typeface="+mn-ea"/>
                <a:cs typeface="+mn-cs"/>
              </a:rPr>
              <a:t> YAML </a:t>
            </a:r>
            <a:r>
              <a:rPr lang="en-US" sz="1200" b="0" i="0" kern="1200" dirty="0" err="1">
                <a:solidFill>
                  <a:schemeClr val="tx1"/>
                </a:solidFill>
                <a:effectLst/>
                <a:latin typeface="+mn-lt"/>
                <a:ea typeface="+mn-ea"/>
                <a:cs typeface="+mn-cs"/>
              </a:rPr>
              <a:t>ทันที</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ให้ดู</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Status → Service → Logs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ก่อน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เพื่อระบุว่าปัญหาเกิดที่</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Image, Application, Resource </a:t>
            </a:r>
            <a:r>
              <a:rPr lang="en-US" sz="1200" b="1" i="0" kern="1200" dirty="0" err="1">
                <a:solidFill>
                  <a:schemeClr val="tx1"/>
                </a:solidFill>
                <a:effectLst/>
                <a:latin typeface="+mn-lt"/>
                <a:ea typeface="+mn-ea"/>
                <a:cs typeface="+mn-cs"/>
              </a:rPr>
              <a:t>หรือ</a:t>
            </a:r>
            <a:r>
              <a:rPr lang="en-US" sz="1200" b="1" i="0" kern="1200" dirty="0">
                <a:solidFill>
                  <a:schemeClr val="tx1"/>
                </a:solidFill>
                <a:effectLst/>
                <a:latin typeface="+mn-lt"/>
                <a:ea typeface="+mn-ea"/>
                <a:cs typeface="+mn-cs"/>
              </a:rPr>
              <a:t> Service Configuration</a:t>
            </a:r>
            <a:r>
              <a:rPr lang="en-US" sz="1200" b="0" i="0" kern="1200" dirty="0">
                <a:solidFill>
                  <a:schemeClr val="tx1"/>
                </a:solidFill>
                <a:effectLst/>
                <a:latin typeface="+mn-lt"/>
                <a:ea typeface="+mn-ea"/>
                <a:cs typeface="+mn-cs"/>
              </a:rPr>
              <a:t> </a:t>
            </a:r>
          </a:p>
          <a:p>
            <a:pPr fontAlgn="t"/>
            <a:endParaRPr lang="en-US" sz="1200" b="0" i="0" kern="1200" dirty="0">
              <a:solidFill>
                <a:schemeClr val="tx1"/>
              </a:solidFill>
              <a:effectLst/>
              <a:latin typeface="+mn-lt"/>
              <a:ea typeface="+mn-ea"/>
              <a:cs typeface="+mn-cs"/>
            </a:endParaRPr>
          </a:p>
        </p:txBody>
      </p:sp>
      <p:sp>
        <p:nvSpPr>
          <p:cNvPr id="810347545"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5725CAB-E4F3-6D0E-0C48-729327C3C83C}"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91286504" name="Slide Image Placeholder 1"/>
          <p:cNvSpPr>
            <a:spLocks noGrp="1" noRot="1" noChangeAspect="1"/>
          </p:cNvSpPr>
          <p:nvPr>
            <p:ph type="sldImg"/>
          </p:nvPr>
        </p:nvSpPr>
        <p:spPr bwMode="auto">
          <a:xfrm>
            <a:off x="217488" y="812800"/>
            <a:ext cx="7124700" cy="4008438"/>
          </a:xfrm>
        </p:spPr>
      </p:sp>
      <p:sp>
        <p:nvSpPr>
          <p:cNvPr id="681436480" name="Notes Placeholder 2"/>
          <p:cNvSpPr>
            <a:spLocks noGrp="1"/>
          </p:cNvSpPr>
          <p:nvPr>
            <p:ph type="body" idx="1"/>
          </p:nvPr>
        </p:nvSpPr>
        <p:spPr bwMode="auto"/>
        <p:txBody>
          <a:bodyPr/>
          <a:lstStyle/>
          <a:p>
            <a:pPr>
              <a:lnSpc>
                <a:spcPct val="90000"/>
              </a:lnSpc>
              <a:spcAft>
                <a:spcPts val="333"/>
              </a:spcAft>
              <a:defRPr/>
            </a:pPr>
            <a:r>
              <a:rPr lang="en-US"/>
              <a:t>This exercise requires an Azure subscription, which should be provided by the lab hoster supporting your delivery of this course.</a:t>
            </a:r>
            <a:endParaRPr lang="en-US">
              <a:solidFill>
                <a:srgbClr val="444444"/>
              </a:solidFill>
            </a:endParaRPr>
          </a:p>
          <a:p>
            <a:pPr>
              <a:lnSpc>
                <a:spcPct val="90000"/>
              </a:lnSpc>
              <a:spcAft>
                <a:spcPts val="333"/>
              </a:spcAft>
              <a:defRPr/>
            </a:pPr>
            <a:r>
              <a:rPr lang="en-US"/>
              <a:t>If you are not able to provide students with Azure subscriptions, you can demonstrate the lab using your own subscription (if you have one available).</a:t>
            </a:r>
            <a:endParaRPr/>
          </a:p>
        </p:txBody>
      </p:sp>
      <p:sp>
        <p:nvSpPr>
          <p:cNvPr id="1709873787" name="Header Placeholder 3"/>
          <p:cNvSpPr>
            <a:spLocks noGrp="1"/>
          </p:cNvSpPr>
          <p:nvPr>
            <p:ph type="hdr" sz="quarter"/>
          </p:nvPr>
        </p:nvSpPr>
        <p:spPr bwMode="auto"/>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779948902" name="Footer Placeholder 4"/>
          <p:cNvSpPr>
            <a:spLocks noGrp="1"/>
          </p:cNvSpPr>
          <p:nvPr>
            <p:ph type="ftr" sz="quarter" idx="4"/>
          </p:nvPr>
        </p:nvSpPr>
        <p:spPr bwMode="auto"/>
        <p:txBody>
          <a:bodyPr/>
          <a:lstStyle/>
          <a:p>
            <a:pPr marL="0" marR="0" lvl="0" indent="0" algn="l" defTabSz="914099" rtl="0" eaLnBrk="1" fontAlgn="auto" latinLnBrk="0" hangingPunct="1">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a:ea typeface="Segoe UI"/>
                <a:cs typeface="Segoe UI"/>
              </a:rPr>
              <a:t>© Microsoft Corporation. All rights reserved. MICROSOFT MAKES NO WARRANTIES, EXPRESS, IMPLIED OR STATUTORY, AS TO THE INFORMATION IN THIS PRESENTATION.</a:t>
            </a:r>
            <a:endParaRPr kumimoji="0" sz="1200" b="0" i="0" u="none" strike="noStrike" kern="0" cap="none" spc="0" normalizeH="0" baseline="0" noProof="0">
              <a:ln>
                <a:noFill/>
              </a:ln>
              <a:solidFill>
                <a:prstClr val="black"/>
              </a:solidFill>
              <a:effectLst/>
              <a:uLnTx/>
              <a:uFillTx/>
              <a:latin typeface="Aptos"/>
              <a:cs typeface="Arial"/>
            </a:endParaRPr>
          </a:p>
        </p:txBody>
      </p:sp>
      <p:sp>
        <p:nvSpPr>
          <p:cNvPr id="853298444" name="Date Placeholder 5"/>
          <p:cNvSpPr>
            <a:spLocks noGrp="1"/>
          </p:cNvSpPr>
          <p:nvPr>
            <p:ph type="dt" idx="1"/>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A51BF8-686D-4FC0-9A39-E85C36FAB20B}" type="datetime8">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10/27/2026 8:46 AM</a:t>
            </a:fld>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1073909070" name="Slide Number Placeholder 6"/>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08210189" name="Slide Image Placeholder 1"/>
          <p:cNvSpPr>
            <a:spLocks noGrp="1" noRot="1" noChangeAspect="1"/>
          </p:cNvSpPr>
          <p:nvPr>
            <p:ph type="sldImg"/>
          </p:nvPr>
        </p:nvSpPr>
        <p:spPr bwMode="auto">
          <a:xfrm>
            <a:off x="217488" y="812800"/>
            <a:ext cx="7124700" cy="4008438"/>
          </a:xfrm>
        </p:spPr>
      </p:sp>
      <p:sp>
        <p:nvSpPr>
          <p:cNvPr id="692418346" name="Notes Placeholder 2"/>
          <p:cNvSpPr>
            <a:spLocks noGrp="1"/>
          </p:cNvSpPr>
          <p:nvPr>
            <p:ph type="body" idx="1"/>
          </p:nvPr>
        </p:nvSpPr>
        <p:spPr bwMode="auto"/>
        <p:txBody>
          <a:bodyPr/>
          <a:lstStyle/>
          <a:p>
            <a:pPr>
              <a:defRPr/>
            </a:pPr>
            <a:r>
              <a:rPr lang="en-US"/>
              <a:t>Link to module: </a:t>
            </a:r>
            <a:r>
              <a:rPr lang="en-US" u="sng">
                <a:solidFill>
                  <a:schemeClr val="hlink"/>
                </a:solidFill>
                <a:hlinkClick r:id="rId3"/>
              </a:rPr>
              <a:t>https://learn.microsoft.com/training/modules/configure-apps-azure-kubernetes-service/</a:t>
            </a:r>
            <a:endParaRPr lang="en-US"/>
          </a:p>
          <a:p>
            <a:pPr>
              <a:defRPr/>
            </a:pPr>
            <a:endParaRPr lang="en-US"/>
          </a:p>
        </p:txBody>
      </p:sp>
      <p:sp>
        <p:nvSpPr>
          <p:cNvPr id="1726041231"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49724452" name="Slide Image Placeholder 1"/>
          <p:cNvSpPr>
            <a:spLocks noGrp="1" noRot="1" noChangeAspect="1"/>
          </p:cNvSpPr>
          <p:nvPr>
            <p:ph type="sldImg"/>
          </p:nvPr>
        </p:nvSpPr>
        <p:spPr bwMode="auto">
          <a:xfrm>
            <a:off x="217488" y="812800"/>
            <a:ext cx="7124700" cy="4008438"/>
          </a:xfrm>
        </p:spPr>
      </p:sp>
      <p:sp>
        <p:nvSpPr>
          <p:cNvPr id="1228372133"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ConfigMap</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ใน</a:t>
            </a:r>
            <a:r>
              <a:rPr lang="en-US" sz="1200" b="1" i="0" kern="1200" dirty="0">
                <a:solidFill>
                  <a:schemeClr val="tx1"/>
                </a:solidFill>
                <a:effectLst/>
                <a:latin typeface="+mn-lt"/>
                <a:ea typeface="+mn-ea"/>
                <a:cs typeface="+mn-cs"/>
              </a:rPr>
              <a:t> Kubernetes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ซึ่งใช้สำหรับเก็บ</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ค่าตั้งค่าของ</a:t>
            </a:r>
            <a:r>
              <a:rPr lang="en-US" sz="1200" b="1" i="0" kern="1200" dirty="0">
                <a:solidFill>
                  <a:schemeClr val="tx1"/>
                </a:solidFill>
                <a:effectLst/>
                <a:latin typeface="+mn-lt"/>
                <a:ea typeface="+mn-ea"/>
                <a:cs typeface="+mn-cs"/>
              </a:rPr>
              <a:t> Application </a:t>
            </a:r>
            <a:r>
              <a:rPr lang="en-US" sz="1200" b="1" i="0" kern="1200" dirty="0" err="1">
                <a:solidFill>
                  <a:schemeClr val="tx1"/>
                </a:solidFill>
                <a:effectLst/>
                <a:latin typeface="+mn-lt"/>
                <a:ea typeface="+mn-ea"/>
                <a:cs typeface="+mn-cs"/>
              </a:rPr>
              <a:t>ที่ไม่ใช่ข้อมูลลับ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โดยแยกออกจาก</a:t>
            </a:r>
            <a:r>
              <a:rPr lang="en-US" sz="1200" b="0" i="0" kern="1200" dirty="0">
                <a:solidFill>
                  <a:schemeClr val="tx1"/>
                </a:solidFill>
                <a:effectLst/>
                <a:latin typeface="+mn-lt"/>
                <a:ea typeface="+mn-ea"/>
                <a:cs typeface="+mn-cs"/>
              </a:rPr>
              <a:t> Container Image</a:t>
            </a:r>
          </a:p>
          <a:p>
            <a:pPr fontAlgn="t"/>
            <a:r>
              <a:rPr lang="en-US" sz="1200" b="1" i="0" kern="1200" dirty="0" err="1">
                <a:solidFill>
                  <a:schemeClr val="tx1"/>
                </a:solidFill>
                <a:effectLst/>
                <a:latin typeface="+mn-lt"/>
                <a:ea typeface="+mn-ea"/>
                <a:cs typeface="+mn-cs"/>
              </a:rPr>
              <a:t>ConfigMap</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คืออะไร</a:t>
            </a:r>
            <a:r>
              <a:rPr lang="en-US" sz="1200" b="1" i="0" kern="1200" dirty="0">
                <a:solidFill>
                  <a:schemeClr val="tx1"/>
                </a:solidFill>
                <a:effectLst/>
                <a:latin typeface="+mn-lt"/>
                <a:ea typeface="+mn-ea"/>
                <a:cs typeface="+mn-cs"/>
              </a:rPr>
              <a:t>?</a:t>
            </a:r>
          </a:p>
          <a:p>
            <a:pPr fontAlgn="t"/>
            <a:r>
              <a:rPr lang="en-US" sz="1200" b="0" i="0" kern="1200" dirty="0" err="1">
                <a:solidFill>
                  <a:schemeClr val="tx1"/>
                </a:solidFill>
                <a:effectLst/>
                <a:latin typeface="+mn-lt"/>
                <a:ea typeface="+mn-ea"/>
                <a:cs typeface="+mn-cs"/>
              </a:rPr>
              <a:t>คิดง่าย</a:t>
            </a:r>
            <a:r>
              <a:rPr lang="en-US" sz="1200" b="0" i="0" kern="1200" dirty="0">
                <a:solidFill>
                  <a:schemeClr val="tx1"/>
                </a:solidFill>
                <a:effectLst/>
                <a:latin typeface="+mn-lt"/>
                <a:ea typeface="+mn-ea"/>
                <a:cs typeface="+mn-cs"/>
              </a:rPr>
              <a:t> ๆ </a:t>
            </a:r>
            <a:r>
              <a:rPr lang="en-US" sz="1200" b="0" i="0" kern="1200" dirty="0" err="1">
                <a:solidFill>
                  <a:schemeClr val="tx1"/>
                </a:solidFill>
                <a:effectLst/>
                <a:latin typeface="+mn-lt"/>
                <a:ea typeface="+mn-ea"/>
                <a:cs typeface="+mn-cs"/>
              </a:rPr>
              <a:t>ว่า</a:t>
            </a:r>
            <a:r>
              <a:rPr lang="en-US" sz="1200" b="0" i="0" kern="1200" dirty="0">
                <a:solidFill>
                  <a:schemeClr val="tx1"/>
                </a:solidFill>
                <a:effectLst/>
                <a:latin typeface="+mn-lt"/>
                <a:ea typeface="+mn-ea"/>
                <a:cs typeface="+mn-cs"/>
              </a:rPr>
              <a:t>:</a:t>
            </a:r>
          </a:p>
          <a:p>
            <a:pPr fontAlgn="t"/>
            <a:r>
              <a:rPr lang="en-US" sz="1200" b="1" i="0" kern="1200" dirty="0" err="1">
                <a:solidFill>
                  <a:schemeClr val="tx1"/>
                </a:solidFill>
                <a:effectLst/>
                <a:latin typeface="+mn-lt"/>
                <a:ea typeface="+mn-ea"/>
                <a:cs typeface="+mn-cs"/>
              </a:rPr>
              <a:t>ConfigMap</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ที่เก็บ</a:t>
            </a:r>
            <a:r>
              <a:rPr lang="en-US" sz="1200" b="1" i="0" kern="1200" dirty="0">
                <a:solidFill>
                  <a:schemeClr val="tx1"/>
                </a:solidFill>
                <a:effectLst/>
                <a:latin typeface="+mn-lt"/>
                <a:ea typeface="+mn-ea"/>
                <a:cs typeface="+mn-cs"/>
              </a:rPr>
              <a:t> Configuration </a:t>
            </a:r>
            <a:r>
              <a:rPr lang="en-US" sz="1200" b="1" i="0" kern="1200" dirty="0" err="1">
                <a:solidFill>
                  <a:schemeClr val="tx1"/>
                </a:solidFill>
                <a:effectLst/>
                <a:latin typeface="+mn-lt"/>
                <a:ea typeface="+mn-ea"/>
                <a:cs typeface="+mn-cs"/>
              </a:rPr>
              <a:t>ส่วนกลางของ</a:t>
            </a:r>
            <a:r>
              <a:rPr lang="en-US" sz="1200" b="1" i="0" kern="1200" dirty="0">
                <a:solidFill>
                  <a:schemeClr val="tx1"/>
                </a:solidFill>
                <a:effectLst/>
                <a:latin typeface="+mn-lt"/>
                <a:ea typeface="+mn-ea"/>
                <a:cs typeface="+mn-cs"/>
              </a:rPr>
              <a:t> Application</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เก็บข้อมูลเป็นแบบ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Key-Value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LOG_LEVEL = INFO</a:t>
            </a:r>
          </a:p>
          <a:p>
            <a:pPr lvl="0" fontAlgn="t"/>
            <a:r>
              <a:rPr lang="en-US" sz="1200" b="0" i="0" kern="1200" dirty="0">
                <a:solidFill>
                  <a:schemeClr val="tx1"/>
                </a:solidFill>
                <a:effectLst/>
                <a:latin typeface="+mn-lt"/>
                <a:ea typeface="+mn-ea"/>
                <a:cs typeface="+mn-cs"/>
              </a:rPr>
              <a:t>API_URL = ...</a:t>
            </a:r>
          </a:p>
          <a:p>
            <a:pPr lvl="0" fontAlgn="t"/>
            <a:r>
              <a:rPr lang="en-US" sz="1200" b="0" i="0" kern="1200" dirty="0">
                <a:solidFill>
                  <a:schemeClr val="tx1"/>
                </a:solidFill>
                <a:effectLst/>
                <a:latin typeface="+mn-lt"/>
                <a:ea typeface="+mn-ea"/>
                <a:cs typeface="+mn-cs"/>
              </a:rPr>
              <a:t>FEATURE_FLAG = true</a:t>
            </a:r>
          </a:p>
          <a:p>
            <a:pPr fontAlgn="t"/>
            <a:r>
              <a:rPr lang="en-US" sz="1200" b="0" i="0" kern="1200" dirty="0" err="1">
                <a:solidFill>
                  <a:schemeClr val="tx1"/>
                </a:solidFill>
                <a:effectLst/>
                <a:latin typeface="+mn-lt"/>
                <a:ea typeface="+mn-ea"/>
                <a:cs typeface="+mn-cs"/>
              </a:rPr>
              <a:t>โดยข้อมูลหนึ่งรายการตามสไลด์รองรับได้สูงสุด</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1 MiB</a:t>
            </a: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นำ</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ConfigMap</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ไปใช้ได้</a:t>
            </a:r>
            <a:r>
              <a:rPr lang="en-US" sz="1200" b="1" i="0" kern="1200" dirty="0">
                <a:solidFill>
                  <a:schemeClr val="tx1"/>
                </a:solidFill>
                <a:effectLst/>
                <a:latin typeface="+mn-lt"/>
                <a:ea typeface="+mn-ea"/>
                <a:cs typeface="+mn-cs"/>
              </a:rPr>
              <a:t> 2 </a:t>
            </a:r>
            <a:r>
              <a:rPr lang="en-US" sz="1200" b="1" i="0" kern="1200" dirty="0" err="1">
                <a:solidFill>
                  <a:schemeClr val="tx1"/>
                </a:solidFill>
                <a:effectLst/>
                <a:latin typeface="+mn-lt"/>
                <a:ea typeface="+mn-ea"/>
                <a:cs typeface="+mn-cs"/>
              </a:rPr>
              <a:t>แบบ</a:t>
            </a:r>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Environment Variables</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configMapKeyRef</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เพื่อดึงค่าจาก</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ConfigMap</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มาเป็น</a:t>
            </a:r>
            <a:r>
              <a:rPr lang="en-US" sz="1200" b="0" i="0" kern="1200" dirty="0">
                <a:solidFill>
                  <a:schemeClr val="tx1"/>
                </a:solidFill>
                <a:effectLst/>
                <a:latin typeface="+mn-lt"/>
                <a:ea typeface="+mn-ea"/>
                <a:cs typeface="+mn-cs"/>
              </a:rPr>
              <a:t> Environment Variable</a:t>
            </a:r>
          </a:p>
          <a:p>
            <a:pPr lvl="0" fontAlgn="t"/>
            <a:r>
              <a:rPr lang="en-US" sz="1200" b="1" i="0" kern="1200" dirty="0">
                <a:solidFill>
                  <a:schemeClr val="tx1"/>
                </a:solidFill>
                <a:effectLst/>
                <a:latin typeface="+mn-lt"/>
                <a:ea typeface="+mn-ea"/>
                <a:cs typeface="+mn-cs"/>
              </a:rPr>
              <a:t>Volume Mount</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นำ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ConfigMap</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เข้า</a:t>
            </a:r>
            <a:r>
              <a:rPr lang="en-US" sz="1200" b="0" i="0" kern="1200" dirty="0">
                <a:solidFill>
                  <a:schemeClr val="tx1"/>
                </a:solidFill>
                <a:effectLst/>
                <a:latin typeface="+mn-lt"/>
                <a:ea typeface="+mn-ea"/>
                <a:cs typeface="+mn-cs"/>
              </a:rPr>
              <a:t> Container </a:t>
            </a:r>
            <a:r>
              <a:rPr lang="en-US" sz="1200" b="0" i="0" kern="1200" dirty="0" err="1">
                <a:solidFill>
                  <a:schemeClr val="tx1"/>
                </a:solidFill>
                <a:effectLst/>
                <a:latin typeface="+mn-lt"/>
                <a:ea typeface="+mn-ea"/>
                <a:cs typeface="+mn-cs"/>
              </a:rPr>
              <a:t>ในรูปแบบไฟล์</a:t>
            </a:r>
            <a:r>
              <a:rPr lang="en-US" sz="1200" b="0" i="0" kern="1200" dirty="0">
                <a:solidFill>
                  <a:schemeClr val="tx1"/>
                </a:solidFill>
                <a:effectLst/>
                <a:latin typeface="+mn-lt"/>
                <a:ea typeface="+mn-ea"/>
                <a:cs typeface="+mn-cs"/>
              </a:rPr>
              <a:t> Configuration </a:t>
            </a:r>
            <a:r>
              <a:rPr lang="en-US" sz="1200" b="0" i="0" kern="1200" dirty="0" err="1">
                <a:solidFill>
                  <a:schemeClr val="tx1"/>
                </a:solidFill>
                <a:effectLst/>
                <a:latin typeface="+mn-lt"/>
                <a:ea typeface="+mn-ea"/>
                <a:cs typeface="+mn-cs"/>
              </a:rPr>
              <a:t>และข้อมูลสามารถอัปเดตตามการ</a:t>
            </a:r>
            <a:r>
              <a:rPr lang="en-US" sz="1200" b="0" i="0" kern="1200" dirty="0">
                <a:solidFill>
                  <a:schemeClr val="tx1"/>
                </a:solidFill>
                <a:effectLst/>
                <a:latin typeface="+mn-lt"/>
                <a:ea typeface="+mn-ea"/>
                <a:cs typeface="+mn-cs"/>
              </a:rPr>
              <a:t> Sync </a:t>
            </a:r>
            <a:r>
              <a:rPr lang="en-US" sz="1200" b="0" i="0" kern="1200" dirty="0" err="1">
                <a:solidFill>
                  <a:schemeClr val="tx1"/>
                </a:solidFill>
                <a:effectLst/>
                <a:latin typeface="+mn-lt"/>
                <a:ea typeface="+mn-ea"/>
                <a:cs typeface="+mn-cs"/>
              </a:rPr>
              <a:t>ได้</a:t>
            </a: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ข้อดีสำคัญ</a:t>
            </a:r>
            <a:endParaRPr lang="en-US" sz="1200" b="1"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สามารถเปลี่ยน</a:t>
            </a:r>
            <a:r>
              <a:rPr lang="en-US" sz="1200" b="0" i="0" kern="1200" dirty="0">
                <a:solidFill>
                  <a:schemeClr val="tx1"/>
                </a:solidFill>
                <a:effectLst/>
                <a:latin typeface="+mn-lt"/>
                <a:ea typeface="+mn-ea"/>
                <a:cs typeface="+mn-cs"/>
              </a:rPr>
              <a:t> Configuration </a:t>
            </a:r>
            <a:r>
              <a:rPr lang="en-US" sz="1200" b="0" i="0" kern="1200" dirty="0" err="1">
                <a:solidFill>
                  <a:schemeClr val="tx1"/>
                </a:solidFill>
                <a:effectLst/>
                <a:latin typeface="+mn-lt"/>
                <a:ea typeface="+mn-ea"/>
                <a:cs typeface="+mn-cs"/>
              </a:rPr>
              <a:t>ได้</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โดยไม่ต้อง</a:t>
            </a:r>
            <a:r>
              <a:rPr lang="en-US" sz="1200" b="1" i="0" kern="1200" dirty="0">
                <a:solidFill>
                  <a:schemeClr val="tx1"/>
                </a:solidFill>
                <a:effectLst/>
                <a:latin typeface="+mn-lt"/>
                <a:ea typeface="+mn-ea"/>
                <a:cs typeface="+mn-cs"/>
              </a:rPr>
              <a:t> Build Container Image </a:t>
            </a:r>
            <a:r>
              <a:rPr lang="en-US" sz="1200" b="1" i="0" kern="1200" dirty="0" err="1">
                <a:solidFill>
                  <a:schemeClr val="tx1"/>
                </a:solidFill>
                <a:effectLst/>
                <a:latin typeface="+mn-lt"/>
                <a:ea typeface="+mn-ea"/>
                <a:cs typeface="+mn-cs"/>
              </a:rPr>
              <a:t>ใหม่</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ตัวอย่างแนวคิด</a:t>
            </a:r>
            <a:r>
              <a:rPr lang="en-US" sz="1200" b="0" i="0" kern="1200" dirty="0">
                <a:solidFill>
                  <a:schemeClr val="tx1"/>
                </a:solidFill>
                <a:effectLst/>
                <a:latin typeface="+mn-lt"/>
                <a:ea typeface="+mn-ea"/>
                <a:cs typeface="+mn-cs"/>
              </a:rPr>
              <a:t>:</a:t>
            </a:r>
          </a:p>
          <a:p>
            <a:pPr fontAlgn="t"/>
            <a:r>
              <a:rPr lang="en-US" sz="1200" b="0" i="0" kern="1200" dirty="0">
                <a:solidFill>
                  <a:schemeClr val="tx1"/>
                </a:solidFill>
                <a:effectLst/>
                <a:latin typeface="+mn-lt"/>
                <a:ea typeface="+mn-ea"/>
                <a:cs typeface="+mn-cs"/>
              </a:rPr>
              <a:t>Image </a:t>
            </a:r>
            <a:r>
              <a:rPr lang="en-US" sz="1200" b="0" i="0" kern="1200" dirty="0" err="1">
                <a:solidFill>
                  <a:schemeClr val="tx1"/>
                </a:solidFill>
                <a:effectLst/>
                <a:latin typeface="+mn-lt"/>
                <a:ea typeface="+mn-ea"/>
                <a:cs typeface="+mn-cs"/>
              </a:rPr>
              <a:t>เดิม</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ConfigMap</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สำหรับ</a:t>
            </a:r>
            <a:r>
              <a:rPr lang="en-US" sz="1200" b="0" i="0" kern="1200" dirty="0">
                <a:solidFill>
                  <a:schemeClr val="tx1"/>
                </a:solidFill>
                <a:effectLst/>
                <a:latin typeface="+mn-lt"/>
                <a:ea typeface="+mn-ea"/>
                <a:cs typeface="+mn-cs"/>
              </a:rPr>
              <a:t> Dev</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Image </a:t>
            </a:r>
            <a:r>
              <a:rPr lang="en-US" sz="1200" b="0" i="0" kern="1200" dirty="0" err="1">
                <a:solidFill>
                  <a:schemeClr val="tx1"/>
                </a:solidFill>
                <a:effectLst/>
                <a:latin typeface="+mn-lt"/>
                <a:ea typeface="+mn-ea"/>
                <a:cs typeface="+mn-cs"/>
              </a:rPr>
              <a:t>เดิม</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ConfigMap</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สำหรับ</a:t>
            </a:r>
            <a:r>
              <a:rPr lang="en-US" sz="1200" b="0" i="0" kern="1200" dirty="0">
                <a:solidFill>
                  <a:schemeClr val="tx1"/>
                </a:solidFill>
                <a:effectLst/>
                <a:latin typeface="+mn-lt"/>
                <a:ea typeface="+mn-ea"/>
                <a:cs typeface="+mn-cs"/>
              </a:rPr>
              <a:t> Production</a:t>
            </a:r>
          </a:p>
          <a:p>
            <a:pPr fontAlgn="t"/>
            <a:r>
              <a:rPr lang="en-US" sz="1200" b="0" i="0" kern="1200" dirty="0" err="1">
                <a:solidFill>
                  <a:schemeClr val="tx1"/>
                </a:solidFill>
                <a:effectLst/>
                <a:latin typeface="+mn-lt"/>
                <a:ea typeface="+mn-ea"/>
                <a:cs typeface="+mn-cs"/>
              </a:rPr>
              <a:t>ทำให้แยกตัว</a:t>
            </a:r>
            <a:r>
              <a:rPr lang="en-US" sz="1200" b="0" i="0" kern="1200" dirty="0">
                <a:solidFill>
                  <a:schemeClr val="tx1"/>
                </a:solidFill>
                <a:effectLst/>
                <a:latin typeface="+mn-lt"/>
                <a:ea typeface="+mn-ea"/>
                <a:cs typeface="+mn-cs"/>
              </a:rPr>
              <a:t> Application </a:t>
            </a:r>
            <a:r>
              <a:rPr lang="en-US" sz="1200" b="0" i="0" kern="1200" dirty="0" err="1">
                <a:solidFill>
                  <a:schemeClr val="tx1"/>
                </a:solidFill>
                <a:effectLst/>
                <a:latin typeface="+mn-lt"/>
                <a:ea typeface="+mn-ea"/>
                <a:cs typeface="+mn-cs"/>
              </a:rPr>
              <a:t>ออกจาก</a:t>
            </a:r>
            <a:r>
              <a:rPr lang="en-US" sz="1200" b="0" i="0" kern="1200" dirty="0">
                <a:solidFill>
                  <a:schemeClr val="tx1"/>
                </a:solidFill>
                <a:effectLst/>
                <a:latin typeface="+mn-lt"/>
                <a:ea typeface="+mn-ea"/>
                <a:cs typeface="+mn-cs"/>
              </a:rPr>
              <a:t> Environment-specific configuration </a:t>
            </a:r>
            <a:r>
              <a:rPr lang="en-US" sz="1200" b="0" i="0" kern="1200" dirty="0" err="1">
                <a:solidFill>
                  <a:schemeClr val="tx1"/>
                </a:solidFill>
                <a:effectLst/>
                <a:latin typeface="+mn-lt"/>
                <a:ea typeface="+mn-ea"/>
                <a:cs typeface="+mn-cs"/>
              </a:rPr>
              <a:t>ได้ดีขึ้น</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Immutable </a:t>
            </a:r>
            <a:r>
              <a:rPr lang="en-US" sz="1200" b="1" i="0" kern="1200" dirty="0" err="1">
                <a:solidFill>
                  <a:schemeClr val="tx1"/>
                </a:solidFill>
                <a:effectLst/>
                <a:latin typeface="+mn-lt"/>
                <a:ea typeface="+mn-ea"/>
                <a:cs typeface="+mn-cs"/>
              </a:rPr>
              <a:t>ConfigMap</a:t>
            </a:r>
            <a:endParaRPr lang="en-US" sz="1200" b="1"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สามารถกำหนด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ConfigMap</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ให้เป็น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Immutable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หรือแก้ไขไม่ได้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ซึ่งช่วยลด</a:t>
            </a:r>
            <a:r>
              <a:rPr lang="en-US" sz="1200" b="0" i="0" kern="1200" dirty="0">
                <a:solidFill>
                  <a:schemeClr val="tx1"/>
                </a:solidFill>
                <a:effectLst/>
                <a:latin typeface="+mn-lt"/>
                <a:ea typeface="+mn-ea"/>
                <a:cs typeface="+mn-cs"/>
              </a:rPr>
              <a:t> Load ของ API Server </a:t>
            </a:r>
            <a:r>
              <a:rPr lang="en-US" sz="1200" b="0" i="0" kern="1200" dirty="0" err="1">
                <a:solidFill>
                  <a:schemeClr val="tx1"/>
                </a:solidFill>
                <a:effectLst/>
                <a:latin typeface="+mn-lt"/>
                <a:ea typeface="+mn-ea"/>
                <a:cs typeface="+mn-cs"/>
              </a:rPr>
              <a:t>แต่ถ้าต้องการเปลี่ยนค่า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จะต้อง</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ลบแล้วสร้าง</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ConfigMap</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ใหม่</a:t>
            </a: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สรุปจำง่าย</a:t>
            </a:r>
            <a:endParaRPr lang="en-US" sz="1200" b="1"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ConfigMap</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เก็บค่าตั้งค่าทั่วไป</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Secret = </a:t>
            </a:r>
            <a:r>
              <a:rPr lang="en-US" sz="1200" b="1" i="0" kern="1200" dirty="0" err="1">
                <a:solidFill>
                  <a:schemeClr val="tx1"/>
                </a:solidFill>
                <a:effectLst/>
                <a:latin typeface="+mn-lt"/>
                <a:ea typeface="+mn-ea"/>
                <a:cs typeface="+mn-cs"/>
              </a:rPr>
              <a:t>เก็บ</a:t>
            </a:r>
            <a:r>
              <a:rPr lang="en-US" sz="1200" b="1" i="0" kern="1200" dirty="0">
                <a:solidFill>
                  <a:schemeClr val="tx1"/>
                </a:solidFill>
                <a:effectLst/>
                <a:latin typeface="+mn-lt"/>
                <a:ea typeface="+mn-ea"/>
                <a:cs typeface="+mn-cs"/>
              </a:rPr>
              <a:t> Password, Key </a:t>
            </a:r>
            <a:r>
              <a:rPr lang="en-US" sz="1200" b="1" i="0" kern="1200" dirty="0" err="1">
                <a:solidFill>
                  <a:schemeClr val="tx1"/>
                </a:solidFill>
                <a:effectLst/>
                <a:latin typeface="+mn-lt"/>
                <a:ea typeface="+mn-ea"/>
                <a:cs typeface="+mn-cs"/>
              </a:rPr>
              <a:t>หรือ</a:t>
            </a:r>
            <a:r>
              <a:rPr lang="en-US" sz="1200" b="1" i="0" kern="1200" dirty="0">
                <a:solidFill>
                  <a:schemeClr val="tx1"/>
                </a:solidFill>
                <a:effectLst/>
                <a:latin typeface="+mn-lt"/>
                <a:ea typeface="+mn-ea"/>
                <a:cs typeface="+mn-cs"/>
              </a:rPr>
              <a:t> Credentials</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หัวใจสำคัญคือ</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แยก</a:t>
            </a:r>
            <a:r>
              <a:rPr lang="en-US" sz="1200" b="1" i="0" kern="1200" dirty="0">
                <a:solidFill>
                  <a:schemeClr val="tx1"/>
                </a:solidFill>
                <a:effectLst/>
                <a:latin typeface="+mn-lt"/>
                <a:ea typeface="+mn-ea"/>
                <a:cs typeface="+mn-cs"/>
              </a:rPr>
              <a:t> Configuration </a:t>
            </a:r>
            <a:r>
              <a:rPr lang="en-US" sz="1200" b="1" i="0" kern="1200" dirty="0" err="1">
                <a:solidFill>
                  <a:schemeClr val="tx1"/>
                </a:solidFill>
                <a:effectLst/>
                <a:latin typeface="+mn-lt"/>
                <a:ea typeface="+mn-ea"/>
                <a:cs typeface="+mn-cs"/>
              </a:rPr>
              <a:t>ออกจาก</a:t>
            </a:r>
            <a:r>
              <a:rPr lang="en-US" sz="1200" b="1" i="0" kern="1200" dirty="0">
                <a:solidFill>
                  <a:schemeClr val="tx1"/>
                </a:solidFill>
                <a:effectLst/>
                <a:latin typeface="+mn-lt"/>
                <a:ea typeface="+mn-ea"/>
                <a:cs typeface="+mn-cs"/>
              </a:rPr>
              <a:t> Container Image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เพื่อให้เปลี่ยนค่าการทำงานได้โดยไม่ต้อง</a:t>
            </a:r>
            <a:r>
              <a:rPr lang="en-US" sz="1200" b="0" i="0" kern="1200" dirty="0">
                <a:solidFill>
                  <a:schemeClr val="tx1"/>
                </a:solidFill>
                <a:effectLst/>
                <a:latin typeface="+mn-lt"/>
                <a:ea typeface="+mn-ea"/>
                <a:cs typeface="+mn-cs"/>
              </a:rPr>
              <a:t> Build Image </a:t>
            </a:r>
            <a:r>
              <a:rPr lang="en-US" sz="1200" b="0" i="0" kern="1200" dirty="0" err="1">
                <a:solidFill>
                  <a:schemeClr val="tx1"/>
                </a:solidFill>
                <a:effectLst/>
                <a:latin typeface="+mn-lt"/>
                <a:ea typeface="+mn-ea"/>
                <a:cs typeface="+mn-cs"/>
              </a:rPr>
              <a:t>ใหม่</a:t>
            </a:r>
            <a:endParaRPr lang="en-US" sz="1200" b="0" i="0" kern="1200" dirty="0">
              <a:solidFill>
                <a:schemeClr val="tx1"/>
              </a:solidFill>
              <a:effectLst/>
              <a:latin typeface="+mn-lt"/>
              <a:ea typeface="+mn-ea"/>
              <a:cs typeface="+mn-cs"/>
            </a:endParaRPr>
          </a:p>
        </p:txBody>
      </p:sp>
      <p:sp>
        <p:nvSpPr>
          <p:cNvPr id="1799570519"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44751831" name="Slide Image Placeholder 1"/>
          <p:cNvSpPr>
            <a:spLocks noGrp="1" noRot="1" noChangeAspect="1"/>
          </p:cNvSpPr>
          <p:nvPr>
            <p:ph type="sldImg"/>
          </p:nvPr>
        </p:nvSpPr>
        <p:spPr bwMode="auto">
          <a:xfrm>
            <a:off x="217488" y="812800"/>
            <a:ext cx="7124700" cy="4008438"/>
          </a:xfrm>
        </p:spPr>
      </p:sp>
      <p:sp>
        <p:nvSpPr>
          <p:cNvPr id="558400532" name="Notes Placeholder 2"/>
          <p:cNvSpPr>
            <a:spLocks noGrp="1"/>
          </p:cNvSpPr>
          <p:nvPr>
            <p:ph type="body" idx="1"/>
          </p:nvPr>
        </p:nvSpPr>
        <p:spPr bwMode="auto"/>
        <p:txBody>
          <a:bodyPr/>
          <a:lstStyle/>
          <a:p>
            <a:pPr fontAlgn="t"/>
            <a:r>
              <a:rPr lang="en-US" sz="1200" b="0" i="0" kern="1200" dirty="0" err="1">
                <a:solidFill>
                  <a:schemeClr val="tx1"/>
                </a:solidFill>
                <a:effectLst/>
                <a:latin typeface="+mn-lt"/>
                <a:ea typeface="+mn-ea"/>
                <a:cs typeface="+mn-cs"/>
              </a:rPr>
              <a:t>การ</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จัดการข้อมูลลับใน</a:t>
            </a:r>
            <a:r>
              <a:rPr lang="en-US" sz="1200" b="1" i="0" kern="1200" dirty="0">
                <a:solidFill>
                  <a:schemeClr val="tx1"/>
                </a:solidFill>
                <a:effectLst/>
                <a:latin typeface="+mn-lt"/>
                <a:ea typeface="+mn-ea"/>
                <a:cs typeface="+mn-cs"/>
              </a:rPr>
              <a:t> Kubernetes </a:t>
            </a:r>
            <a:r>
              <a:rPr lang="en-US" sz="1200" b="1" i="0" kern="1200" dirty="0" err="1">
                <a:solidFill>
                  <a:schemeClr val="tx1"/>
                </a:solidFill>
                <a:effectLst/>
                <a:latin typeface="+mn-lt"/>
                <a:ea typeface="+mn-ea"/>
                <a:cs typeface="+mn-cs"/>
              </a:rPr>
              <a:t>อย่างปลอดภัย</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Password, API Key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Connection String </a:t>
            </a:r>
            <a:r>
              <a:rPr lang="en-US" sz="1200" b="0" i="0" kern="1200" dirty="0" err="1">
                <a:solidFill>
                  <a:schemeClr val="tx1"/>
                </a:solidFill>
                <a:effectLst/>
                <a:latin typeface="+mn-lt"/>
                <a:ea typeface="+mn-ea"/>
                <a:cs typeface="+mn-cs"/>
              </a:rPr>
              <a:t>โดยไม่ฝังค่าเหล่านี้ไว้ใน</a:t>
            </a:r>
            <a:r>
              <a:rPr lang="en-US" sz="1200" b="0" i="0" kern="1200" dirty="0">
                <a:solidFill>
                  <a:schemeClr val="tx1"/>
                </a:solidFill>
                <a:effectLst/>
                <a:latin typeface="+mn-lt"/>
                <a:ea typeface="+mn-ea"/>
                <a:cs typeface="+mn-cs"/>
              </a:rPr>
              <a:t> Application </a:t>
            </a:r>
            <a:r>
              <a:rPr lang="en-US" sz="1200" b="0" i="0" kern="1200" dirty="0" err="1">
                <a:solidFill>
                  <a:schemeClr val="tx1"/>
                </a:solidFill>
                <a:effectLst/>
                <a:latin typeface="+mn-lt"/>
                <a:ea typeface="+mn-ea"/>
                <a:cs typeface="+mn-cs"/>
              </a:rPr>
              <a:t>หรือไฟล์</a:t>
            </a:r>
            <a:r>
              <a:rPr lang="en-US" sz="1200" b="0" i="0" kern="1200" dirty="0">
                <a:solidFill>
                  <a:schemeClr val="tx1"/>
                </a:solidFill>
                <a:effectLst/>
                <a:latin typeface="+mn-lt"/>
                <a:ea typeface="+mn-ea"/>
                <a:cs typeface="+mn-cs"/>
              </a:rPr>
              <a:t> Deployment </a:t>
            </a:r>
            <a:r>
              <a:rPr lang="en-US" sz="1200" b="0" i="0" kern="1200" dirty="0" err="1">
                <a:solidFill>
                  <a:schemeClr val="tx1"/>
                </a:solidFill>
                <a:effectLst/>
                <a:latin typeface="+mn-lt"/>
                <a:ea typeface="+mn-ea"/>
                <a:cs typeface="+mn-cs"/>
              </a:rPr>
              <a:t>โดยตรง</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Kubernetes Secrets</a:t>
            </a:r>
          </a:p>
          <a:p>
            <a:pPr fontAlgn="t"/>
            <a:r>
              <a:rPr lang="en-US" sz="1200" b="0" i="0" kern="1200" dirty="0" err="1">
                <a:solidFill>
                  <a:schemeClr val="tx1"/>
                </a:solidFill>
                <a:effectLst/>
                <a:latin typeface="+mn-lt"/>
                <a:ea typeface="+mn-ea"/>
                <a:cs typeface="+mn-cs"/>
              </a:rPr>
              <a:t>ใช้เก็บข้อมูล</a:t>
            </a:r>
            <a:r>
              <a:rPr lang="en-US" sz="1200" b="0" i="0" kern="1200" dirty="0">
                <a:solidFill>
                  <a:schemeClr val="tx1"/>
                </a:solidFill>
                <a:effectLst/>
                <a:latin typeface="+mn-lt"/>
                <a:ea typeface="+mn-ea"/>
                <a:cs typeface="+mn-cs"/>
              </a:rPr>
              <a:t> Sensitive </a:t>
            </a:r>
            <a:r>
              <a:rPr lang="en-US" sz="1200" b="0" i="0" kern="1200" dirty="0" err="1">
                <a:solidFill>
                  <a:schemeClr val="tx1"/>
                </a:solidFill>
                <a:effectLst/>
                <a:latin typeface="+mn-lt"/>
                <a:ea typeface="+mn-ea"/>
                <a:cs typeface="+mn-cs"/>
              </a:rPr>
              <a:t>เช่น</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Credentials</a:t>
            </a:r>
          </a:p>
          <a:p>
            <a:pPr lvl="0" fontAlgn="t"/>
            <a:r>
              <a:rPr lang="en-US" sz="1200" b="0" i="0" kern="1200" dirty="0">
                <a:solidFill>
                  <a:schemeClr val="tx1"/>
                </a:solidFill>
                <a:effectLst/>
                <a:latin typeface="+mn-lt"/>
                <a:ea typeface="+mn-ea"/>
                <a:cs typeface="+mn-cs"/>
              </a:rPr>
              <a:t>API Keys</a:t>
            </a:r>
          </a:p>
          <a:p>
            <a:pPr lvl="0" fontAlgn="t"/>
            <a:r>
              <a:rPr lang="en-US" sz="1200" b="0" i="0" kern="1200" dirty="0">
                <a:solidFill>
                  <a:schemeClr val="tx1"/>
                </a:solidFill>
                <a:effectLst/>
                <a:latin typeface="+mn-lt"/>
                <a:ea typeface="+mn-ea"/>
                <a:cs typeface="+mn-cs"/>
              </a:rPr>
              <a:t>Connection Strings</a:t>
            </a:r>
          </a:p>
          <a:p>
            <a:pPr fontAlgn="t"/>
            <a:r>
              <a:rPr lang="en-US" sz="1200" b="0" i="0" kern="1200" dirty="0">
                <a:solidFill>
                  <a:schemeClr val="tx1"/>
                </a:solidFill>
                <a:effectLst/>
                <a:latin typeface="+mn-lt"/>
                <a:ea typeface="+mn-ea"/>
                <a:cs typeface="+mn-cs"/>
              </a:rPr>
              <a:t>Application </a:t>
            </a:r>
            <a:r>
              <a:rPr lang="en-US" sz="1200" b="0" i="0" kern="1200" dirty="0" err="1">
                <a:solidFill>
                  <a:schemeClr val="tx1"/>
                </a:solidFill>
                <a:effectLst/>
                <a:latin typeface="+mn-lt"/>
                <a:ea typeface="+mn-ea"/>
                <a:cs typeface="+mn-cs"/>
              </a:rPr>
              <a:t>สามารถนำ</a:t>
            </a:r>
            <a:r>
              <a:rPr lang="en-US" sz="1200" b="0" i="0" kern="1200" dirty="0">
                <a:solidFill>
                  <a:schemeClr val="tx1"/>
                </a:solidFill>
                <a:effectLst/>
                <a:latin typeface="+mn-lt"/>
                <a:ea typeface="+mn-ea"/>
                <a:cs typeface="+mn-cs"/>
              </a:rPr>
              <a:t> Secret </a:t>
            </a:r>
            <a:r>
              <a:rPr lang="en-US" sz="1200" b="0" i="0" kern="1200" dirty="0" err="1">
                <a:solidFill>
                  <a:schemeClr val="tx1"/>
                </a:solidFill>
                <a:effectLst/>
                <a:latin typeface="+mn-lt"/>
                <a:ea typeface="+mn-ea"/>
                <a:cs typeface="+mn-cs"/>
              </a:rPr>
              <a:t>ไปใช้ผ่าน</a:t>
            </a:r>
            <a:endParaRPr lang="en-US" sz="1200" b="0" i="0" kern="1200" dirty="0">
              <a:solidFill>
                <a:schemeClr val="tx1"/>
              </a:solidFill>
              <a:effectLst/>
              <a:latin typeface="+mn-lt"/>
              <a:ea typeface="+mn-ea"/>
              <a:cs typeface="+mn-cs"/>
            </a:endParaRPr>
          </a:p>
          <a:p>
            <a:pPr lvl="0" fontAlgn="t"/>
            <a:r>
              <a:rPr lang="en-US" sz="1200" b="1" i="0" kern="1200" dirty="0" err="1">
                <a:solidFill>
                  <a:schemeClr val="tx1"/>
                </a:solidFill>
                <a:effectLst/>
                <a:latin typeface="+mn-lt"/>
                <a:ea typeface="+mn-ea"/>
                <a:cs typeface="+mn-cs"/>
              </a:rPr>
              <a:t>secretKeyRef</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ส่ง</a:t>
            </a:r>
            <a:r>
              <a:rPr lang="en-US" sz="1200" b="0" i="0" kern="1200" dirty="0">
                <a:solidFill>
                  <a:schemeClr val="tx1"/>
                </a:solidFill>
                <a:effectLst/>
                <a:latin typeface="+mn-lt"/>
                <a:ea typeface="+mn-ea"/>
                <a:cs typeface="+mn-cs"/>
              </a:rPr>
              <a:t> Secret </a:t>
            </a:r>
            <a:r>
              <a:rPr lang="en-US" sz="1200" b="0" i="0" kern="1200" dirty="0" err="1">
                <a:solidFill>
                  <a:schemeClr val="tx1"/>
                </a:solidFill>
                <a:effectLst/>
                <a:latin typeface="+mn-lt"/>
                <a:ea typeface="+mn-ea"/>
                <a:cs typeface="+mn-cs"/>
              </a:rPr>
              <a:t>เข้า</a:t>
            </a:r>
            <a:r>
              <a:rPr lang="en-US" sz="1200" b="0" i="0" kern="1200" dirty="0">
                <a:solidFill>
                  <a:schemeClr val="tx1"/>
                </a:solidFill>
                <a:effectLst/>
                <a:latin typeface="+mn-lt"/>
                <a:ea typeface="+mn-ea"/>
                <a:cs typeface="+mn-cs"/>
              </a:rPr>
              <a:t> Container</a:t>
            </a:r>
          </a:p>
          <a:p>
            <a:pPr lvl="0" fontAlgn="t"/>
            <a:r>
              <a:rPr lang="en-US" sz="1200" b="1" i="0" kern="1200" dirty="0">
                <a:solidFill>
                  <a:schemeClr val="tx1"/>
                </a:solidFill>
                <a:effectLst/>
                <a:latin typeface="+mn-lt"/>
                <a:ea typeface="+mn-ea"/>
                <a:cs typeface="+mn-cs"/>
              </a:rPr>
              <a:t>Mount as files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นำ</a:t>
            </a:r>
            <a:r>
              <a:rPr lang="en-US" sz="1200" b="0" i="0" kern="1200" dirty="0">
                <a:solidFill>
                  <a:schemeClr val="tx1"/>
                </a:solidFill>
                <a:effectLst/>
                <a:latin typeface="+mn-lt"/>
                <a:ea typeface="+mn-ea"/>
                <a:cs typeface="+mn-cs"/>
              </a:rPr>
              <a:t> Secret </a:t>
            </a:r>
            <a:r>
              <a:rPr lang="en-US" sz="1200" b="0" i="0" kern="1200" dirty="0" err="1">
                <a:solidFill>
                  <a:schemeClr val="tx1"/>
                </a:solidFill>
                <a:effectLst/>
                <a:latin typeface="+mn-lt"/>
                <a:ea typeface="+mn-ea"/>
                <a:cs typeface="+mn-cs"/>
              </a:rPr>
              <a:t>เข้าไปในรูปแบบไฟล์</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Azure Key Vault Integration</a:t>
            </a:r>
          </a:p>
          <a:p>
            <a:pPr fontAlgn="t"/>
            <a:r>
              <a:rPr lang="en-US" sz="1200" b="0" i="0" kern="1200" dirty="0" err="1">
                <a:solidFill>
                  <a:schemeClr val="tx1"/>
                </a:solidFill>
                <a:effectLst/>
                <a:latin typeface="+mn-lt"/>
                <a:ea typeface="+mn-ea"/>
                <a:cs typeface="+mn-cs"/>
              </a:rPr>
              <a:t>อีกทางเลือกคือเก็บ</a:t>
            </a:r>
            <a:r>
              <a:rPr lang="en-US" sz="1200" b="0" i="0" kern="1200" dirty="0">
                <a:solidFill>
                  <a:schemeClr val="tx1"/>
                </a:solidFill>
                <a:effectLst/>
                <a:latin typeface="+mn-lt"/>
                <a:ea typeface="+mn-ea"/>
                <a:cs typeface="+mn-cs"/>
              </a:rPr>
              <a:t> Secret </a:t>
            </a:r>
            <a:r>
              <a:rPr lang="en-US" sz="1200" b="0" i="0" kern="1200" dirty="0" err="1">
                <a:solidFill>
                  <a:schemeClr val="tx1"/>
                </a:solidFill>
                <a:effectLst/>
                <a:latin typeface="+mn-lt"/>
                <a:ea typeface="+mn-ea"/>
                <a:cs typeface="+mn-cs"/>
              </a:rPr>
              <a:t>ไว้ใน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Azure Key Vault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แล้วใช้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CSI Driver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นำ</a:t>
            </a:r>
            <a:r>
              <a:rPr lang="en-US" sz="1200" b="0" i="0" kern="1200" dirty="0">
                <a:solidFill>
                  <a:schemeClr val="tx1"/>
                </a:solidFill>
                <a:effectLst/>
                <a:latin typeface="+mn-lt"/>
                <a:ea typeface="+mn-ea"/>
                <a:cs typeface="+mn-cs"/>
              </a:rPr>
              <a:t> Secret </a:t>
            </a:r>
            <a:r>
              <a:rPr lang="en-US" sz="1200" b="0" i="0" kern="1200" dirty="0" err="1">
                <a:solidFill>
                  <a:schemeClr val="tx1"/>
                </a:solidFill>
                <a:effectLst/>
                <a:latin typeface="+mn-lt"/>
                <a:ea typeface="+mn-ea"/>
                <a:cs typeface="+mn-cs"/>
              </a:rPr>
              <a:t>เข้าไปยัง</a:t>
            </a:r>
            <a:r>
              <a:rPr lang="en-US" sz="1200" b="0" i="0" kern="1200" dirty="0">
                <a:solidFill>
                  <a:schemeClr val="tx1"/>
                </a:solidFill>
                <a:effectLst/>
                <a:latin typeface="+mn-lt"/>
                <a:ea typeface="+mn-ea"/>
                <a:cs typeface="+mn-cs"/>
              </a:rPr>
              <a:t> Pods </a:t>
            </a:r>
            <a:r>
              <a:rPr lang="en-US" sz="1200" b="0" i="0" kern="1200" dirty="0" err="1">
                <a:solidFill>
                  <a:schemeClr val="tx1"/>
                </a:solidFill>
                <a:effectLst/>
                <a:latin typeface="+mn-lt"/>
                <a:ea typeface="+mn-ea"/>
                <a:cs typeface="+mn-cs"/>
              </a:rPr>
              <a:t>โดยตรง</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ข้อดีที่สไลด์เน้นคือ</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รองรับ</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การหมุนเวียน</a:t>
            </a:r>
            <a:r>
              <a:rPr lang="en-US" sz="1200" b="1" i="0" kern="1200" dirty="0">
                <a:solidFill>
                  <a:schemeClr val="tx1"/>
                </a:solidFill>
                <a:effectLst/>
                <a:latin typeface="+mn-lt"/>
                <a:ea typeface="+mn-ea"/>
                <a:cs typeface="+mn-cs"/>
              </a:rPr>
              <a:t> Secret </a:t>
            </a:r>
            <a:r>
              <a:rPr lang="en-US" sz="1200" b="1" i="0" kern="1200" dirty="0" err="1">
                <a:solidFill>
                  <a:schemeClr val="tx1"/>
                </a:solidFill>
                <a:effectLst/>
                <a:latin typeface="+mn-lt"/>
                <a:ea typeface="+mn-ea"/>
                <a:cs typeface="+mn-cs"/>
              </a:rPr>
              <a:t>อัตโนมัติ</a:t>
            </a:r>
            <a:r>
              <a:rPr lang="en-US" sz="1200" b="1" i="0" kern="1200" dirty="0">
                <a:solidFill>
                  <a:schemeClr val="tx1"/>
                </a:solidFill>
                <a:effectLst/>
                <a:latin typeface="+mn-lt"/>
                <a:ea typeface="+mn-ea"/>
                <a:cs typeface="+mn-cs"/>
              </a:rPr>
              <a:t> (Auto-rotation)</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มี</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Audit Logging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สำหรับตรวจสอบย้อนหลัง</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3. </a:t>
            </a:r>
            <a:r>
              <a:rPr lang="en-US" sz="1200" b="1" i="0" kern="1200" dirty="0" err="1">
                <a:solidFill>
                  <a:schemeClr val="tx1"/>
                </a:solidFill>
                <a:effectLst/>
                <a:latin typeface="+mn-lt"/>
                <a:ea typeface="+mn-ea"/>
                <a:cs typeface="+mn-cs"/>
              </a:rPr>
              <a:t>แนวทางที่ควรทำ</a:t>
            </a:r>
            <a:endParaRPr lang="en-US" sz="1200" b="1"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จำกัดสิทธิ์การเข้าถึงด้วย</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RBAC</a:t>
            </a:r>
            <a:endParaRPr lang="en-US" sz="1200" b="0" i="0" kern="1200" dirty="0">
              <a:solidFill>
                <a:schemeClr val="tx1"/>
              </a:solidFill>
              <a:effectLst/>
              <a:latin typeface="+mn-lt"/>
              <a:ea typeface="+mn-ea"/>
              <a:cs typeface="+mn-cs"/>
            </a:endParaRPr>
          </a:p>
          <a:p>
            <a:pPr lvl="0" fontAlgn="t"/>
            <a:r>
              <a:rPr lang="en-US" sz="1200" b="1" i="0" kern="1200" dirty="0" err="1">
                <a:solidFill>
                  <a:schemeClr val="tx1"/>
                </a:solidFill>
                <a:effectLst/>
                <a:latin typeface="+mn-lt"/>
                <a:ea typeface="+mn-ea"/>
                <a:cs typeface="+mn-cs"/>
              </a:rPr>
              <a:t>ไม่ใส่</a:t>
            </a:r>
            <a:r>
              <a:rPr lang="en-US" sz="1200" b="1" i="0" kern="1200" dirty="0">
                <a:solidFill>
                  <a:schemeClr val="tx1"/>
                </a:solidFill>
                <a:effectLst/>
                <a:latin typeface="+mn-lt"/>
                <a:ea typeface="+mn-ea"/>
                <a:cs typeface="+mn-cs"/>
              </a:rPr>
              <a:t> Secret </a:t>
            </a:r>
            <a:r>
              <a:rPr lang="en-US" sz="1200" b="1" i="0" kern="1200" dirty="0" err="1">
                <a:solidFill>
                  <a:schemeClr val="tx1"/>
                </a:solidFill>
                <a:effectLst/>
                <a:latin typeface="+mn-lt"/>
                <a:ea typeface="+mn-ea"/>
                <a:cs typeface="+mn-cs"/>
              </a:rPr>
              <a:t>จริงลงใน</a:t>
            </a:r>
            <a:r>
              <a:rPr lang="en-US" sz="1200" b="1" i="0" kern="1200" dirty="0">
                <a:solidFill>
                  <a:schemeClr val="tx1"/>
                </a:solidFill>
                <a:effectLst/>
                <a:latin typeface="+mn-lt"/>
                <a:ea typeface="+mn-ea"/>
                <a:cs typeface="+mn-cs"/>
              </a:rPr>
              <a:t> Source Code/Manifest</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เปลี่ยน</a:t>
            </a:r>
            <a:r>
              <a:rPr lang="en-US" sz="1200" b="0" i="0" kern="1200" dirty="0">
                <a:solidFill>
                  <a:schemeClr val="tx1"/>
                </a:solidFill>
                <a:effectLst/>
                <a:latin typeface="+mn-lt"/>
                <a:ea typeface="+mn-ea"/>
                <a:cs typeface="+mn-cs"/>
              </a:rPr>
              <a:t> Credentials </a:t>
            </a:r>
            <a:r>
              <a:rPr lang="en-US" sz="1200" b="0" i="0" kern="1200" dirty="0" err="1">
                <a:solidFill>
                  <a:schemeClr val="tx1"/>
                </a:solidFill>
                <a:effectLst/>
                <a:latin typeface="+mn-lt"/>
                <a:ea typeface="+mn-ea"/>
                <a:cs typeface="+mn-cs"/>
              </a:rPr>
              <a:t>เป็นระยะ</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Rollout Application </a:t>
            </a:r>
            <a:r>
              <a:rPr lang="en-US" sz="1200" b="0" i="0" kern="1200" dirty="0" err="1">
                <a:solidFill>
                  <a:schemeClr val="tx1"/>
                </a:solidFill>
                <a:effectLst/>
                <a:latin typeface="+mn-lt"/>
                <a:ea typeface="+mn-ea"/>
                <a:cs typeface="+mn-cs"/>
              </a:rPr>
              <a:t>เมื่อจำเป็น</a:t>
            </a: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สรุปจำง่าย</a:t>
            </a:r>
            <a:endParaRPr lang="en-US" sz="1200" b="1"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ConfigMap</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ค่าตั้งค่าทั่วไปที่ไม่เป็นความลับ</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Kubernetes Secret</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เก็บข้อมูลลับภายใน</a:t>
            </a:r>
            <a:r>
              <a:rPr lang="en-US" sz="1200" b="0" i="0" kern="1200" dirty="0">
                <a:solidFill>
                  <a:schemeClr val="tx1"/>
                </a:solidFill>
                <a:effectLst/>
                <a:latin typeface="+mn-lt"/>
                <a:ea typeface="+mn-ea"/>
                <a:cs typeface="+mn-cs"/>
              </a:rPr>
              <a:t> Cluster</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Azure Key Vault + CSI Driver</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ดึง</a:t>
            </a:r>
            <a:r>
              <a:rPr lang="en-US" sz="1200" b="0" i="0" kern="1200" dirty="0">
                <a:solidFill>
                  <a:schemeClr val="tx1"/>
                </a:solidFill>
                <a:effectLst/>
                <a:latin typeface="+mn-lt"/>
                <a:ea typeface="+mn-ea"/>
                <a:cs typeface="+mn-cs"/>
              </a:rPr>
              <a:t> Secret </a:t>
            </a:r>
            <a:r>
              <a:rPr lang="en-US" sz="1200" b="0" i="0" kern="1200" dirty="0" err="1">
                <a:solidFill>
                  <a:schemeClr val="tx1"/>
                </a:solidFill>
                <a:effectLst/>
                <a:latin typeface="+mn-lt"/>
                <a:ea typeface="+mn-ea"/>
                <a:cs typeface="+mn-cs"/>
              </a:rPr>
              <a:t>จาก</a:t>
            </a:r>
            <a:r>
              <a:rPr lang="en-US" sz="1200" b="0" i="0" kern="1200" dirty="0">
                <a:solidFill>
                  <a:schemeClr val="tx1"/>
                </a:solidFill>
                <a:effectLst/>
                <a:latin typeface="+mn-lt"/>
                <a:ea typeface="+mn-ea"/>
                <a:cs typeface="+mn-cs"/>
              </a:rPr>
              <a:t> Key Vault </a:t>
            </a:r>
            <a:r>
              <a:rPr lang="en-US" sz="1200" b="0" i="0" kern="1200" dirty="0" err="1">
                <a:solidFill>
                  <a:schemeClr val="tx1"/>
                </a:solidFill>
                <a:effectLst/>
                <a:latin typeface="+mn-lt"/>
                <a:ea typeface="+mn-ea"/>
                <a:cs typeface="+mn-cs"/>
              </a:rPr>
              <a:t>มาให้</a:t>
            </a:r>
            <a:r>
              <a:rPr lang="en-US" sz="1200" b="0" i="0" kern="1200" dirty="0">
                <a:solidFill>
                  <a:schemeClr val="tx1"/>
                </a:solidFill>
                <a:effectLst/>
                <a:latin typeface="+mn-lt"/>
                <a:ea typeface="+mn-ea"/>
                <a:cs typeface="+mn-cs"/>
              </a:rPr>
              <a:t> Pod </a:t>
            </a:r>
            <a:r>
              <a:rPr lang="en-US" sz="1200" b="0" i="0" kern="1200" dirty="0" err="1">
                <a:solidFill>
                  <a:schemeClr val="tx1"/>
                </a:solidFill>
                <a:effectLst/>
                <a:latin typeface="+mn-lt"/>
                <a:ea typeface="+mn-ea"/>
                <a:cs typeface="+mn-cs"/>
              </a:rPr>
              <a:t>ใช้งาน</a:t>
            </a:r>
            <a:endParaRPr lang="en-US" sz="1200" b="0" i="0" kern="1200" dirty="0">
              <a:solidFill>
                <a:schemeClr val="tx1"/>
              </a:solidFill>
              <a:effectLst/>
              <a:latin typeface="+mn-lt"/>
              <a:ea typeface="+mn-ea"/>
              <a:cs typeface="+mn-cs"/>
            </a:endParaRPr>
          </a:p>
        </p:txBody>
      </p:sp>
      <p:sp>
        <p:nvSpPr>
          <p:cNvPr id="2128058546"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47576082" name="Slide Image Placeholder 1"/>
          <p:cNvSpPr>
            <a:spLocks noGrp="1" noRot="1" noChangeAspect="1"/>
          </p:cNvSpPr>
          <p:nvPr>
            <p:ph type="sldImg"/>
          </p:nvPr>
        </p:nvSpPr>
        <p:spPr bwMode="auto">
          <a:xfrm>
            <a:off x="217488" y="812800"/>
            <a:ext cx="7124700" cy="4008438"/>
          </a:xfrm>
        </p:spPr>
      </p:sp>
      <p:sp>
        <p:nvSpPr>
          <p:cNvPr id="1325862882" name="Notes Placeholder 2"/>
          <p:cNvSpPr>
            <a:spLocks noGrp="1"/>
          </p:cNvSpPr>
          <p:nvPr>
            <p:ph type="body" idx="1"/>
          </p:nvPr>
        </p:nvSpPr>
        <p:spPr bwMode="auto"/>
        <p:txBody>
          <a:bodyPr/>
          <a:lstStyle/>
          <a:p>
            <a:pPr fontAlgn="t"/>
            <a:r>
              <a:rPr lang="en-US" sz="1200" b="0" i="0" kern="1200" dirty="0" err="1">
                <a:solidFill>
                  <a:schemeClr val="tx1"/>
                </a:solidFill>
                <a:effectLst/>
                <a:latin typeface="+mn-lt"/>
                <a:ea typeface="+mn-ea"/>
                <a:cs typeface="+mn-cs"/>
              </a:rPr>
              <a:t>การทำ</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Persistent Storage </a:t>
            </a:r>
            <a:r>
              <a:rPr lang="en-US" sz="1200" b="1" i="0" kern="1200" dirty="0" err="1">
                <a:solidFill>
                  <a:schemeClr val="tx1"/>
                </a:solidFill>
                <a:effectLst/>
                <a:latin typeface="+mn-lt"/>
                <a:ea typeface="+mn-ea"/>
                <a:cs typeface="+mn-cs"/>
              </a:rPr>
              <a:t>บน</a:t>
            </a:r>
            <a:r>
              <a:rPr lang="en-US" sz="1200" b="1" i="0" kern="1200" dirty="0">
                <a:solidFill>
                  <a:schemeClr val="tx1"/>
                </a:solidFill>
                <a:effectLst/>
                <a:latin typeface="+mn-lt"/>
                <a:ea typeface="+mn-ea"/>
                <a:cs typeface="+mn-cs"/>
              </a:rPr>
              <a:t> Kubernetes/AKS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เพื่อให้ข้อมูลยังอยู่แม้</a:t>
            </a:r>
            <a:r>
              <a:rPr lang="en-US" sz="1200" b="0" i="0" kern="1200" dirty="0">
                <a:solidFill>
                  <a:schemeClr val="tx1"/>
                </a:solidFill>
                <a:effectLst/>
                <a:latin typeface="+mn-lt"/>
                <a:ea typeface="+mn-ea"/>
                <a:cs typeface="+mn-cs"/>
              </a:rPr>
              <a:t> Pod </a:t>
            </a:r>
            <a:r>
              <a:rPr lang="en-US" sz="1200" b="0" i="0" kern="1200" dirty="0" err="1">
                <a:solidFill>
                  <a:schemeClr val="tx1"/>
                </a:solidFill>
                <a:effectLst/>
                <a:latin typeface="+mn-lt"/>
                <a:ea typeface="+mn-ea"/>
                <a:cs typeface="+mn-cs"/>
              </a:rPr>
              <a:t>จะถูกลบหรือสร้างใหม่</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PVC </a:t>
            </a:r>
            <a:r>
              <a:rPr lang="en-US" sz="1200" b="1" i="0" kern="1200" dirty="0" err="1">
                <a:solidFill>
                  <a:schemeClr val="tx1"/>
                </a:solidFill>
                <a:effectLst/>
                <a:latin typeface="+mn-lt"/>
                <a:ea typeface="+mn-ea"/>
                <a:cs typeface="+mn-cs"/>
              </a:rPr>
              <a:t>คืออะไร</a:t>
            </a:r>
            <a:r>
              <a:rPr lang="en-US" sz="1200" b="1" i="0" kern="1200" dirty="0">
                <a:solidFill>
                  <a:schemeClr val="tx1"/>
                </a:solidFill>
                <a:effectLst/>
                <a:latin typeface="+mn-lt"/>
                <a:ea typeface="+mn-ea"/>
                <a:cs typeface="+mn-cs"/>
              </a:rPr>
              <a:t>?</a:t>
            </a:r>
          </a:p>
          <a:p>
            <a:pPr fontAlgn="t"/>
            <a:r>
              <a:rPr lang="en-US" sz="1200" b="1" i="0" kern="1200" dirty="0">
                <a:solidFill>
                  <a:schemeClr val="tx1"/>
                </a:solidFill>
                <a:effectLst/>
                <a:latin typeface="+mn-lt"/>
                <a:ea typeface="+mn-ea"/>
                <a:cs typeface="+mn-cs"/>
              </a:rPr>
              <a:t>PVC (Persistent Volume Claim)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คือการที่</a:t>
            </a:r>
            <a:r>
              <a:rPr lang="en-US" sz="1200" b="0" i="0" kern="1200" dirty="0">
                <a:solidFill>
                  <a:schemeClr val="tx1"/>
                </a:solidFill>
                <a:effectLst/>
                <a:latin typeface="+mn-lt"/>
                <a:ea typeface="+mn-ea"/>
                <a:cs typeface="+mn-cs"/>
              </a:rPr>
              <a:t> Application “</a:t>
            </a:r>
            <a:r>
              <a:rPr lang="en-US" sz="1200" b="0" i="0" kern="1200" dirty="0" err="1">
                <a:solidFill>
                  <a:schemeClr val="tx1"/>
                </a:solidFill>
                <a:effectLst/>
                <a:latin typeface="+mn-lt"/>
                <a:ea typeface="+mn-ea"/>
                <a:cs typeface="+mn-cs"/>
              </a:rPr>
              <a:t>ขอพื้นที่</a:t>
            </a:r>
            <a:r>
              <a:rPr lang="en-US" sz="1200" b="0" i="0" kern="1200" dirty="0">
                <a:solidFill>
                  <a:schemeClr val="tx1"/>
                </a:solidFill>
                <a:effectLst/>
                <a:latin typeface="+mn-lt"/>
                <a:ea typeface="+mn-ea"/>
                <a:cs typeface="+mn-cs"/>
              </a:rPr>
              <a:t> Storage” </a:t>
            </a:r>
            <a:r>
              <a:rPr lang="en-US" sz="1200" b="0" i="0" kern="1200" dirty="0" err="1">
                <a:solidFill>
                  <a:schemeClr val="tx1"/>
                </a:solidFill>
                <a:effectLst/>
                <a:latin typeface="+mn-lt"/>
                <a:ea typeface="+mn-ea"/>
                <a:cs typeface="+mn-cs"/>
              </a:rPr>
              <a:t>โดยระบุ</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ขนาดและรูปแบบการเข้าถึง</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จากนั้น</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StorageClass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สามารถจัดเตรียม</a:t>
            </a:r>
            <a:r>
              <a:rPr lang="en-US" sz="1200" b="0" i="0" kern="1200" dirty="0">
                <a:solidFill>
                  <a:schemeClr val="tx1"/>
                </a:solidFill>
                <a:effectLst/>
                <a:latin typeface="+mn-lt"/>
                <a:ea typeface="+mn-ea"/>
                <a:cs typeface="+mn-cs"/>
              </a:rPr>
              <a:t> Storage </a:t>
            </a:r>
            <a:r>
              <a:rPr lang="en-US" sz="1200" b="0" i="0" kern="1200" dirty="0" err="1">
                <a:solidFill>
                  <a:schemeClr val="tx1"/>
                </a:solidFill>
                <a:effectLst/>
                <a:latin typeface="+mn-lt"/>
                <a:ea typeface="+mn-ea"/>
                <a:cs typeface="+mn-cs"/>
              </a:rPr>
              <a:t>ให้</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Azure Disk</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Azure Files</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a:t>
            </a:r>
            <a:r>
              <a:rPr lang="en-US" sz="1200" b="1" i="0" kern="1200" dirty="0" err="1">
                <a:solidFill>
                  <a:schemeClr val="tx1"/>
                </a:solidFill>
                <a:effectLst/>
                <a:latin typeface="+mn-lt"/>
                <a:ea typeface="+mn-ea"/>
                <a:cs typeface="+mn-cs"/>
              </a:rPr>
              <a:t>เลือก</a:t>
            </a:r>
            <a:r>
              <a:rPr lang="en-US" sz="1200" b="1" i="0" kern="1200" dirty="0">
                <a:solidFill>
                  <a:schemeClr val="tx1"/>
                </a:solidFill>
                <a:effectLst/>
                <a:latin typeface="+mn-lt"/>
                <a:ea typeface="+mn-ea"/>
                <a:cs typeface="+mn-cs"/>
              </a:rPr>
              <a:t> Storage </a:t>
            </a:r>
            <a:r>
              <a:rPr lang="en-US" sz="1200" b="1" i="0" kern="1200" dirty="0" err="1">
                <a:solidFill>
                  <a:schemeClr val="tx1"/>
                </a:solidFill>
                <a:effectLst/>
                <a:latin typeface="+mn-lt"/>
                <a:ea typeface="+mn-ea"/>
                <a:cs typeface="+mn-cs"/>
              </a:rPr>
              <a:t>ตามการใช้งาน</a:t>
            </a:r>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Azure Disk + </a:t>
            </a:r>
            <a:r>
              <a:rPr lang="en-US" sz="1200" b="1" i="0" kern="1200" dirty="0" err="1">
                <a:solidFill>
                  <a:schemeClr val="tx1"/>
                </a:solidFill>
                <a:effectLst/>
                <a:latin typeface="+mn-lt"/>
                <a:ea typeface="+mn-ea"/>
                <a:cs typeface="+mn-cs"/>
              </a:rPr>
              <a:t>ReadWriteOnce</a:t>
            </a:r>
            <a:r>
              <a:rPr lang="en-US" sz="1200" b="0" i="0" kern="1200" dirty="0">
                <a:solidFill>
                  <a:schemeClr val="tx1"/>
                </a:solidFill>
                <a:effectLst/>
                <a:latin typeface="+mn-lt"/>
                <a:ea typeface="+mn-ea"/>
                <a:cs typeface="+mn-cs"/>
              </a:rPr>
              <a:t> → Storage </a:t>
            </a:r>
            <a:r>
              <a:rPr lang="en-US" sz="1200" b="0" i="0" kern="1200" dirty="0" err="1">
                <a:solidFill>
                  <a:schemeClr val="tx1"/>
                </a:solidFill>
                <a:effectLst/>
                <a:latin typeface="+mn-lt"/>
                <a:ea typeface="+mn-ea"/>
                <a:cs typeface="+mn-cs"/>
              </a:rPr>
              <a:t>ที่ใช้งานจาก</a:t>
            </a:r>
            <a:r>
              <a:rPr lang="en-US" sz="1200" b="0" i="0" kern="1200" dirty="0">
                <a:solidFill>
                  <a:schemeClr val="tx1"/>
                </a:solidFill>
                <a:effectLst/>
                <a:latin typeface="+mn-lt"/>
                <a:ea typeface="+mn-ea"/>
                <a:cs typeface="+mn-cs"/>
              </a:rPr>
              <a:t> Node </a:t>
            </a:r>
            <a:r>
              <a:rPr lang="en-US" sz="1200" b="0" i="0" kern="1200" dirty="0" err="1">
                <a:solidFill>
                  <a:schemeClr val="tx1"/>
                </a:solidFill>
                <a:effectLst/>
                <a:latin typeface="+mn-lt"/>
                <a:ea typeface="+mn-ea"/>
                <a:cs typeface="+mn-cs"/>
              </a:rPr>
              <a:t>เดียว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เหมาะกับกรณีไม่ต้องแชร์ไฟล์หลาย</a:t>
            </a:r>
            <a:r>
              <a:rPr lang="en-US" sz="1200" b="0" i="0" kern="1200" dirty="0">
                <a:solidFill>
                  <a:schemeClr val="tx1"/>
                </a:solidFill>
                <a:effectLst/>
                <a:latin typeface="+mn-lt"/>
                <a:ea typeface="+mn-ea"/>
                <a:cs typeface="+mn-cs"/>
              </a:rPr>
              <a:t> Pods</a:t>
            </a:r>
          </a:p>
          <a:p>
            <a:pPr lvl="0" fontAlgn="t"/>
            <a:r>
              <a:rPr lang="en-US" sz="1200" b="1" i="0" kern="1200" dirty="0">
                <a:solidFill>
                  <a:schemeClr val="tx1"/>
                </a:solidFill>
                <a:effectLst/>
                <a:latin typeface="+mn-lt"/>
                <a:ea typeface="+mn-ea"/>
                <a:cs typeface="+mn-cs"/>
              </a:rPr>
              <a:t>Azure Files + </a:t>
            </a:r>
            <a:r>
              <a:rPr lang="en-US" sz="1200" b="1" i="0" kern="1200" dirty="0" err="1">
                <a:solidFill>
                  <a:schemeClr val="tx1"/>
                </a:solidFill>
                <a:effectLst/>
                <a:latin typeface="+mn-lt"/>
                <a:ea typeface="+mn-ea"/>
                <a:cs typeface="+mn-cs"/>
              </a:rPr>
              <a:t>ReadWriteMany</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ให้หลาย</a:t>
            </a:r>
            <a:r>
              <a:rPr lang="en-US" sz="1200" b="0" i="0" kern="1200" dirty="0">
                <a:solidFill>
                  <a:schemeClr val="tx1"/>
                </a:solidFill>
                <a:effectLst/>
                <a:latin typeface="+mn-lt"/>
                <a:ea typeface="+mn-ea"/>
                <a:cs typeface="+mn-cs"/>
              </a:rPr>
              <a:t> Pods </a:t>
            </a:r>
            <a:r>
              <a:rPr lang="en-US" sz="1200" b="0" i="0" kern="1200" dirty="0" err="1">
                <a:solidFill>
                  <a:schemeClr val="tx1"/>
                </a:solidFill>
                <a:effectLst/>
                <a:latin typeface="+mn-lt"/>
                <a:ea typeface="+mn-ea"/>
                <a:cs typeface="+mn-cs"/>
              </a:rPr>
              <a:t>เข้าถึงไฟล์ชุดเดียวกันได้</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จำง่าย</a:t>
            </a:r>
            <a:r>
              <a:rPr lang="en-US" sz="1200" b="0" i="0" kern="1200" dirty="0">
                <a:solidFill>
                  <a:schemeClr val="tx1"/>
                </a:solidFill>
                <a:effectLst/>
                <a:latin typeface="+mn-lt"/>
                <a:ea typeface="+mn-ea"/>
                <a:cs typeface="+mn-cs"/>
              </a:rPr>
              <a:t> ๆ:</a:t>
            </a:r>
          </a:p>
          <a:p>
            <a:pPr fontAlgn="t"/>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Azure Disk = </a:t>
            </a:r>
            <a:r>
              <a:rPr lang="en-US" sz="1200" b="1" i="0" kern="1200" dirty="0" err="1">
                <a:solidFill>
                  <a:schemeClr val="tx1"/>
                </a:solidFill>
                <a:effectLst/>
                <a:latin typeface="+mn-lt"/>
                <a:ea typeface="+mn-ea"/>
                <a:cs typeface="+mn-cs"/>
              </a:rPr>
              <a:t>ใช้แบบ</a:t>
            </a:r>
            <a:r>
              <a:rPr lang="en-US" sz="1200" b="1" i="0" kern="1200" dirty="0">
                <a:solidFill>
                  <a:schemeClr val="tx1"/>
                </a:solidFill>
                <a:effectLst/>
                <a:latin typeface="+mn-lt"/>
                <a:ea typeface="+mn-ea"/>
                <a:cs typeface="+mn-cs"/>
              </a:rPr>
              <a:t> Single-node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Azure Files = </a:t>
            </a:r>
            <a:r>
              <a:rPr lang="en-US" sz="1200" b="1" i="0" kern="1200" dirty="0" err="1">
                <a:solidFill>
                  <a:schemeClr val="tx1"/>
                </a:solidFill>
                <a:effectLst/>
                <a:latin typeface="+mn-lt"/>
                <a:ea typeface="+mn-ea"/>
                <a:cs typeface="+mn-cs"/>
              </a:rPr>
              <a:t>แชร์ระหว่างหลาย</a:t>
            </a:r>
            <a:r>
              <a:rPr lang="en-US" sz="1200" b="1" i="0" kern="1200" dirty="0">
                <a:solidFill>
                  <a:schemeClr val="tx1"/>
                </a:solidFill>
                <a:effectLst/>
                <a:latin typeface="+mn-lt"/>
                <a:ea typeface="+mn-ea"/>
                <a:cs typeface="+mn-cs"/>
              </a:rPr>
              <a:t> Pods</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3. </a:t>
            </a:r>
            <a:r>
              <a:rPr lang="en-US" sz="1200" b="1" i="0" kern="1200" dirty="0" err="1">
                <a:solidFill>
                  <a:schemeClr val="tx1"/>
                </a:solidFill>
                <a:effectLst/>
                <a:latin typeface="+mn-lt"/>
                <a:ea typeface="+mn-ea"/>
                <a:cs typeface="+mn-cs"/>
              </a:rPr>
              <a:t>ตรวจสอบว่า</a:t>
            </a:r>
            <a:r>
              <a:rPr lang="en-US" sz="1200" b="1" i="0" kern="1200" dirty="0">
                <a:solidFill>
                  <a:schemeClr val="tx1"/>
                </a:solidFill>
                <a:effectLst/>
                <a:latin typeface="+mn-lt"/>
                <a:ea typeface="+mn-ea"/>
                <a:cs typeface="+mn-cs"/>
              </a:rPr>
              <a:t> Storage </a:t>
            </a:r>
            <a:r>
              <a:rPr lang="en-US" sz="1200" b="1" i="0" kern="1200" dirty="0" err="1">
                <a:solidFill>
                  <a:schemeClr val="tx1"/>
                </a:solidFill>
                <a:effectLst/>
                <a:latin typeface="+mn-lt"/>
                <a:ea typeface="+mn-ea"/>
                <a:cs typeface="+mn-cs"/>
              </a:rPr>
              <a:t>ทำงานจริง</a:t>
            </a:r>
            <a:endParaRPr lang="en-US" sz="1200" b="1"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หลัง</a:t>
            </a:r>
            <a:r>
              <a:rPr lang="en-US" sz="1200" b="0" i="0" kern="1200" dirty="0">
                <a:solidFill>
                  <a:schemeClr val="tx1"/>
                </a:solidFill>
                <a:effectLst/>
                <a:latin typeface="+mn-lt"/>
                <a:ea typeface="+mn-ea"/>
                <a:cs typeface="+mn-cs"/>
              </a:rPr>
              <a:t> Deploy </a:t>
            </a:r>
            <a:r>
              <a:rPr lang="en-US" sz="1200" b="0" i="0" kern="1200" dirty="0" err="1">
                <a:solidFill>
                  <a:schemeClr val="tx1"/>
                </a:solidFill>
                <a:effectLst/>
                <a:latin typeface="+mn-lt"/>
                <a:ea typeface="+mn-ea"/>
                <a:cs typeface="+mn-cs"/>
              </a:rPr>
              <a:t>ควรตรวจว่า</a:t>
            </a:r>
            <a:r>
              <a:rPr lang="en-US" sz="1200" b="0" i="0" kern="1200" dirty="0">
                <a:solidFill>
                  <a:schemeClr val="tx1"/>
                </a:solidFill>
                <a:effectLst/>
                <a:latin typeface="+mn-lt"/>
                <a:ea typeface="+mn-ea"/>
                <a:cs typeface="+mn-cs"/>
              </a:rPr>
              <a:t> PVC </a:t>
            </a:r>
            <a:r>
              <a:rPr lang="en-US" sz="1200" b="0" i="0" kern="1200" dirty="0" err="1">
                <a:solidFill>
                  <a:schemeClr val="tx1"/>
                </a:solidFill>
                <a:effectLst/>
                <a:latin typeface="+mn-lt"/>
                <a:ea typeface="+mn-ea"/>
                <a:cs typeface="+mn-cs"/>
              </a:rPr>
              <a:t>มีสถานะ</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Bound</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จากนั้นทดสอบ</a:t>
            </a:r>
            <a:r>
              <a:rPr lang="en-US" sz="1200" b="0" i="0" kern="1200" dirty="0">
                <a:solidFill>
                  <a:schemeClr val="tx1"/>
                </a:solidFill>
                <a:effectLst/>
                <a:latin typeface="+mn-lt"/>
                <a:ea typeface="+mn-ea"/>
                <a:cs typeface="+mn-cs"/>
              </a:rPr>
              <a:t>:</a:t>
            </a:r>
          </a:p>
          <a:p>
            <a:pPr fontAlgn="t"/>
            <a:r>
              <a:rPr lang="en-US" sz="1200" b="1" i="0" kern="1200" dirty="0" err="1">
                <a:solidFill>
                  <a:schemeClr val="tx1"/>
                </a:solidFill>
                <a:effectLst/>
                <a:latin typeface="+mn-lt"/>
                <a:ea typeface="+mn-ea"/>
                <a:cs typeface="+mn-cs"/>
              </a:rPr>
              <a:t>สร้างไฟล์</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ลบ</a:t>
            </a:r>
            <a:r>
              <a:rPr lang="en-US" sz="1200" b="1" i="0" kern="1200" dirty="0">
                <a:solidFill>
                  <a:schemeClr val="tx1"/>
                </a:solidFill>
                <a:effectLst/>
                <a:latin typeface="+mn-lt"/>
                <a:ea typeface="+mn-ea"/>
                <a:cs typeface="+mn-cs"/>
              </a:rPr>
              <a:t> Pod → </a:t>
            </a:r>
            <a:r>
              <a:rPr lang="en-US" sz="1200" b="1" i="0" kern="1200" dirty="0" err="1">
                <a:solidFill>
                  <a:schemeClr val="tx1"/>
                </a:solidFill>
                <a:effectLst/>
                <a:latin typeface="+mn-lt"/>
                <a:ea typeface="+mn-ea"/>
                <a:cs typeface="+mn-cs"/>
              </a:rPr>
              <a:t>ให้</a:t>
            </a:r>
            <a:r>
              <a:rPr lang="en-US" sz="1200" b="1" i="0" kern="1200" dirty="0">
                <a:solidFill>
                  <a:schemeClr val="tx1"/>
                </a:solidFill>
                <a:effectLst/>
                <a:latin typeface="+mn-lt"/>
                <a:ea typeface="+mn-ea"/>
                <a:cs typeface="+mn-cs"/>
              </a:rPr>
              <a:t> Pod </a:t>
            </a:r>
            <a:r>
              <a:rPr lang="en-US" sz="1200" b="1" i="0" kern="1200" dirty="0" err="1">
                <a:solidFill>
                  <a:schemeClr val="tx1"/>
                </a:solidFill>
                <a:effectLst/>
                <a:latin typeface="+mn-lt"/>
                <a:ea typeface="+mn-ea"/>
                <a:cs typeface="+mn-cs"/>
              </a:rPr>
              <a:t>ถูกสร้างใหม่</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ตรวจว่าไฟล์ยังอยู่</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ถ้าข้อมูลยังอยู่</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แสดงว่า</a:t>
            </a:r>
            <a:r>
              <a:rPr lang="en-US" sz="1200" b="0" i="0" kern="1200" dirty="0">
                <a:solidFill>
                  <a:schemeClr val="tx1"/>
                </a:solidFill>
                <a:effectLst/>
                <a:latin typeface="+mn-lt"/>
                <a:ea typeface="+mn-ea"/>
                <a:cs typeface="+mn-cs"/>
              </a:rPr>
              <a:t> Persistent Storage </a:t>
            </a:r>
            <a:r>
              <a:rPr lang="en-US" sz="1200" b="0" i="0" kern="1200" dirty="0" err="1">
                <a:solidFill>
                  <a:schemeClr val="tx1"/>
                </a:solidFill>
                <a:effectLst/>
                <a:latin typeface="+mn-lt"/>
                <a:ea typeface="+mn-ea"/>
                <a:cs typeface="+mn-cs"/>
              </a:rPr>
              <a:t>ทำงานตามที่ต้องการ</a:t>
            </a: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สรุปสั้น</a:t>
            </a:r>
            <a:r>
              <a:rPr lang="en-US" sz="1200" b="1" i="0" kern="1200" dirty="0">
                <a:solidFill>
                  <a:schemeClr val="tx1"/>
                </a:solidFill>
                <a:effectLst/>
                <a:latin typeface="+mn-lt"/>
                <a:ea typeface="+mn-ea"/>
                <a:cs typeface="+mn-cs"/>
              </a:rPr>
              <a:t> ๆ</a:t>
            </a:r>
          </a:p>
          <a:p>
            <a:pPr fontAlgn="t"/>
            <a:r>
              <a:rPr lang="en-US" sz="1200" b="1" i="0" kern="1200" dirty="0">
                <a:solidFill>
                  <a:schemeClr val="tx1"/>
                </a:solidFill>
                <a:effectLst/>
                <a:latin typeface="+mn-lt"/>
                <a:ea typeface="+mn-ea"/>
                <a:cs typeface="+mn-cs"/>
              </a:rPr>
              <a:t>Pod </a:t>
            </a:r>
            <a:r>
              <a:rPr lang="en-US" sz="1200" b="1" i="0" kern="1200" dirty="0" err="1">
                <a:solidFill>
                  <a:schemeClr val="tx1"/>
                </a:solidFill>
                <a:effectLst/>
                <a:latin typeface="+mn-lt"/>
                <a:ea typeface="+mn-ea"/>
                <a:cs typeface="+mn-cs"/>
              </a:rPr>
              <a:t>เป็นสิ่งที่สามารถถูกสร้างและลบได้</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แต่ข้อมูลสำคัญไม่ควรหายตาม</a:t>
            </a:r>
            <a:r>
              <a:rPr lang="en-US" sz="1200" b="1" i="0" kern="1200" dirty="0">
                <a:solidFill>
                  <a:schemeClr val="tx1"/>
                </a:solidFill>
                <a:effectLst/>
                <a:latin typeface="+mn-lt"/>
                <a:ea typeface="+mn-ea"/>
                <a:cs typeface="+mn-cs"/>
              </a:rPr>
              <a:t> Pod</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ดังนั้นจึงใช้</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Pod → PVC → Azure Disk / Azure Files → </a:t>
            </a:r>
            <a:r>
              <a:rPr lang="en-US" sz="1200" b="1" i="0" kern="1200" dirty="0" err="1">
                <a:solidFill>
                  <a:schemeClr val="tx1"/>
                </a:solidFill>
                <a:effectLst/>
                <a:latin typeface="+mn-lt"/>
                <a:ea typeface="+mn-ea"/>
                <a:cs typeface="+mn-cs"/>
              </a:rPr>
              <a:t>ข้อมูลยังคงอยู่</a:t>
            </a:r>
            <a:r>
              <a:rPr lang="en-US" sz="1200" b="0" i="0" kern="1200" dirty="0">
                <a:solidFill>
                  <a:schemeClr val="tx1"/>
                </a:solidFill>
                <a:effectLst/>
                <a:latin typeface="+mn-lt"/>
                <a:ea typeface="+mn-ea"/>
                <a:cs typeface="+mn-cs"/>
              </a:rPr>
              <a:t> ✅</a:t>
            </a:r>
          </a:p>
        </p:txBody>
      </p:sp>
      <p:sp>
        <p:nvSpPr>
          <p:cNvPr id="100832036"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85B264-E53A-7301-379E-73E6A5CA84A9}"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21124263" name="Slide Image Placeholder 1"/>
          <p:cNvSpPr>
            <a:spLocks noGrp="1" noRot="1" noChangeAspect="1"/>
          </p:cNvSpPr>
          <p:nvPr>
            <p:ph type="sldImg"/>
          </p:nvPr>
        </p:nvSpPr>
        <p:spPr bwMode="auto">
          <a:xfrm>
            <a:off x="217488" y="812800"/>
            <a:ext cx="7124700" cy="4008438"/>
          </a:xfrm>
        </p:spPr>
      </p:sp>
      <p:sp>
        <p:nvSpPr>
          <p:cNvPr id="134490877" name="Notes Placeholder 2"/>
          <p:cNvSpPr>
            <a:spLocks noGrp="1"/>
          </p:cNvSpPr>
          <p:nvPr>
            <p:ph type="body" idx="1"/>
          </p:nvPr>
        </p:nvSpPr>
        <p:spPr bwMode="auto"/>
        <p:txBody>
          <a:bodyPr/>
          <a:lstStyle/>
          <a:p>
            <a:pPr>
              <a:lnSpc>
                <a:spcPct val="90000"/>
              </a:lnSpc>
              <a:spcAft>
                <a:spcPts val="332"/>
              </a:spcAft>
              <a:defRPr/>
            </a:pPr>
            <a:r>
              <a:rPr lang="en-US"/>
              <a:t>This exercise requires an Azure subscription, which should be provided by the lab hoster supporting your delivery of this course.</a:t>
            </a:r>
            <a:endParaRPr lang="en-US">
              <a:solidFill>
                <a:srgbClr val="444444"/>
              </a:solidFill>
            </a:endParaRPr>
          </a:p>
          <a:p>
            <a:pPr>
              <a:lnSpc>
                <a:spcPct val="90000"/>
              </a:lnSpc>
              <a:spcAft>
                <a:spcPts val="332"/>
              </a:spcAft>
              <a:defRPr/>
            </a:pPr>
            <a:r>
              <a:rPr lang="en-US"/>
              <a:t>If you are not able to provide students with Azure subscriptions, you can demonstrate the lab using your own subscription (if you have one available).</a:t>
            </a:r>
            <a:endParaRPr/>
          </a:p>
        </p:txBody>
      </p:sp>
      <p:sp>
        <p:nvSpPr>
          <p:cNvPr id="1129112749" name="Header Placeholder 3"/>
          <p:cNvSpPr>
            <a:spLocks noGrp="1"/>
          </p:cNvSpPr>
          <p:nvPr>
            <p:ph type="hdr" sz="quarter"/>
          </p:nvPr>
        </p:nvSpPr>
        <p:spPr bwMode="auto"/>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771747118" name="Footer Placeholder 4"/>
          <p:cNvSpPr>
            <a:spLocks noGrp="1"/>
          </p:cNvSpPr>
          <p:nvPr>
            <p:ph type="ftr" sz="quarter" idx="4"/>
          </p:nvPr>
        </p:nvSpPr>
        <p:spPr bwMode="auto"/>
        <p:txBody>
          <a:bodyPr/>
          <a:lstStyle/>
          <a:p>
            <a:pPr marL="0" marR="0" lvl="0" indent="0" algn="l" defTabSz="914098" rtl="0" eaLnBrk="1" fontAlgn="auto" latinLnBrk="0" hangingPunct="1">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a:ea typeface="Segoe UI"/>
                <a:cs typeface="Segoe UI"/>
              </a:rPr>
              <a:t>© Microsoft Corporation. All rights reserved. MICROSOFT MAKES NO WARRANTIES, EXPRESS, IMPLIED OR STATUTORY, AS TO THE INFORMATION IN THIS PRESENTATION.</a:t>
            </a:r>
            <a:endParaRPr kumimoji="0" sz="1200" b="0" i="0" u="none" strike="noStrike" kern="0" cap="none" spc="0" normalizeH="0" baseline="0" noProof="0">
              <a:ln>
                <a:noFill/>
              </a:ln>
              <a:solidFill>
                <a:prstClr val="black"/>
              </a:solidFill>
              <a:effectLst/>
              <a:uLnTx/>
              <a:uFillTx/>
              <a:latin typeface="Aptos"/>
              <a:cs typeface="Arial"/>
            </a:endParaRPr>
          </a:p>
        </p:txBody>
      </p:sp>
      <p:sp>
        <p:nvSpPr>
          <p:cNvPr id="1352893862" name="Date Placeholder 5"/>
          <p:cNvSpPr>
            <a:spLocks noGrp="1"/>
          </p:cNvSpPr>
          <p:nvPr>
            <p:ph type="dt" idx="1"/>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FD8069-D363-B1FD-C85A-30544EF19ECA}" type="datetime8">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10/27/2026 8:46 AM</a:t>
            </a:fld>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393163586" name="Slide Number Placeholder 6"/>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32D111-37E3-EE75-0870-1F0A4C533A8B}"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28445146" name="Slide Image Placeholder 1"/>
          <p:cNvSpPr>
            <a:spLocks noGrp="1" noRot="1" noChangeAspect="1"/>
          </p:cNvSpPr>
          <p:nvPr>
            <p:ph type="sldImg"/>
          </p:nvPr>
        </p:nvSpPr>
        <p:spPr bwMode="auto">
          <a:xfrm>
            <a:off x="217488" y="812800"/>
            <a:ext cx="7124700" cy="4008438"/>
          </a:xfrm>
        </p:spPr>
      </p:sp>
      <p:sp>
        <p:nvSpPr>
          <p:cNvPr id="1885273830" name="Notes Placeholder 2"/>
          <p:cNvSpPr>
            <a:spLocks noGrp="1"/>
          </p:cNvSpPr>
          <p:nvPr>
            <p:ph type="body" idx="1"/>
          </p:nvPr>
        </p:nvSpPr>
        <p:spPr bwMode="auto"/>
        <p:txBody>
          <a:bodyPr/>
          <a:lstStyle/>
          <a:p>
            <a:pPr>
              <a:defRPr/>
            </a:pPr>
            <a:r>
              <a:rPr lang="en-US"/>
              <a:t>Link to module: </a:t>
            </a:r>
            <a:r>
              <a:rPr lang="en-US" u="sng">
                <a:solidFill>
                  <a:schemeClr val="hlink"/>
                </a:solidFill>
                <a:hlinkClick r:id="rId3"/>
              </a:rPr>
              <a:t>https://learn.microsoft.com/training/modules/monitor-apps-azure-kubernetes-service/</a:t>
            </a:r>
            <a:endParaRPr lang="en-US"/>
          </a:p>
          <a:p>
            <a:pPr>
              <a:defRPr/>
            </a:pPr>
            <a:endParaRPr lang="en-US"/>
          </a:p>
        </p:txBody>
      </p:sp>
      <p:sp>
        <p:nvSpPr>
          <p:cNvPr id="1094737759"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280039" name="Slide Image Placeholder 1"/>
          <p:cNvSpPr>
            <a:spLocks noGrp="1" noRot="1" noChangeAspect="1"/>
          </p:cNvSpPr>
          <p:nvPr>
            <p:ph type="sldImg"/>
          </p:nvPr>
        </p:nvSpPr>
        <p:spPr bwMode="auto">
          <a:xfrm>
            <a:off x="217488" y="812800"/>
            <a:ext cx="7124700" cy="4008438"/>
          </a:xfrm>
        </p:spPr>
      </p:sp>
      <p:sp>
        <p:nvSpPr>
          <p:cNvPr id="1685435387" name="Notes Placeholder 2"/>
          <p:cNvSpPr>
            <a:spLocks noGrp="1"/>
          </p:cNvSpPr>
          <p:nvPr>
            <p:ph type="body" idx="1"/>
          </p:nvPr>
        </p:nvSpPr>
        <p:spPr bwMode="auto"/>
        <p:txBody>
          <a:bodyPr/>
          <a:lstStyle/>
          <a:p>
            <a:pPr fontAlgn="t"/>
            <a:r>
              <a:rPr lang="en-US" sz="1200" b="0" i="0" kern="1200" dirty="0" err="1">
                <a:solidFill>
                  <a:schemeClr val="tx1"/>
                </a:solidFill>
                <a:effectLst/>
                <a:latin typeface="+mn-lt"/>
                <a:ea typeface="+mn-ea"/>
                <a:cs typeface="+mn-cs"/>
              </a:rPr>
              <a:t>การ</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Monitor Application </a:t>
            </a:r>
            <a:r>
              <a:rPr lang="en-US" sz="1200" b="1" i="0" kern="1200" dirty="0" err="1">
                <a:solidFill>
                  <a:schemeClr val="tx1"/>
                </a:solidFill>
                <a:effectLst/>
                <a:latin typeface="+mn-lt"/>
                <a:ea typeface="+mn-ea"/>
                <a:cs typeface="+mn-cs"/>
              </a:rPr>
              <a:t>บน</a:t>
            </a:r>
            <a:r>
              <a:rPr lang="en-US" sz="1200" b="1" i="0" kern="1200" dirty="0">
                <a:solidFill>
                  <a:schemeClr val="tx1"/>
                </a:solidFill>
                <a:effectLst/>
                <a:latin typeface="+mn-lt"/>
                <a:ea typeface="+mn-ea"/>
                <a:cs typeface="+mn-cs"/>
              </a:rPr>
              <a:t> Kubernetes/AKS </a:t>
            </a:r>
            <a:r>
              <a:rPr lang="en-US" sz="1200" b="1" i="0" kern="1200" dirty="0" err="1">
                <a:solidFill>
                  <a:schemeClr val="tx1"/>
                </a:solidFill>
                <a:effectLst/>
                <a:latin typeface="+mn-lt"/>
                <a:ea typeface="+mn-ea"/>
                <a:cs typeface="+mn-cs"/>
              </a:rPr>
              <a:t>ด้วย</a:t>
            </a:r>
            <a:r>
              <a:rPr lang="en-US" sz="1200" b="1" i="0" kern="1200" dirty="0">
                <a:solidFill>
                  <a:schemeClr val="tx1"/>
                </a:solidFill>
                <a:effectLst/>
                <a:latin typeface="+mn-lt"/>
                <a:ea typeface="+mn-ea"/>
                <a:cs typeface="+mn-cs"/>
              </a:rPr>
              <a:t> Logs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Metrics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เพื่อดูว่าระบบทำงานปกติหรือมีปัญหาตรงไหน</a:t>
            </a:r>
            <a:endParaRPr lang="en-US" sz="1200" b="0"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สิ่งสำคัญที่ควร</a:t>
            </a:r>
            <a:r>
              <a:rPr lang="en-US" sz="1200" b="1" i="0" kern="1200" dirty="0">
                <a:solidFill>
                  <a:schemeClr val="tx1"/>
                </a:solidFill>
                <a:effectLst/>
                <a:latin typeface="+mn-lt"/>
                <a:ea typeface="+mn-ea"/>
                <a:cs typeface="+mn-cs"/>
              </a:rPr>
              <a:t> Monitor</a:t>
            </a:r>
          </a:p>
          <a:p>
            <a:pPr lvl="0" fontAlgn="t"/>
            <a:r>
              <a:rPr lang="en-US" sz="1200" b="1" i="0" kern="1200" dirty="0">
                <a:solidFill>
                  <a:schemeClr val="tx1"/>
                </a:solidFill>
                <a:effectLst/>
                <a:latin typeface="+mn-lt"/>
                <a:ea typeface="+mn-ea"/>
                <a:cs typeface="+mn-cs"/>
              </a:rPr>
              <a:t>Latency</a:t>
            </a:r>
            <a:r>
              <a:rPr lang="en-US" sz="1200" b="0" i="0" kern="1200" dirty="0">
                <a:solidFill>
                  <a:schemeClr val="tx1"/>
                </a:solidFill>
                <a:effectLst/>
                <a:latin typeface="+mn-lt"/>
                <a:ea typeface="+mn-ea"/>
                <a:cs typeface="+mn-cs"/>
              </a:rPr>
              <a:t> → Application </a:t>
            </a:r>
            <a:r>
              <a:rPr lang="en-US" sz="1200" b="0" i="0" kern="1200" dirty="0" err="1">
                <a:solidFill>
                  <a:schemeClr val="tx1"/>
                </a:solidFill>
                <a:effectLst/>
                <a:latin typeface="+mn-lt"/>
                <a:ea typeface="+mn-ea"/>
                <a:cs typeface="+mn-cs"/>
              </a:rPr>
              <a:t>ตอบสนองช้าหรือไม่</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Error rate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เกิด</a:t>
            </a:r>
            <a:r>
              <a:rPr lang="en-US" sz="1200" b="0" i="0" kern="1200" dirty="0">
                <a:solidFill>
                  <a:schemeClr val="tx1"/>
                </a:solidFill>
                <a:effectLst/>
                <a:latin typeface="+mn-lt"/>
                <a:ea typeface="+mn-ea"/>
                <a:cs typeface="+mn-cs"/>
              </a:rPr>
              <a:t> Error </a:t>
            </a:r>
            <a:r>
              <a:rPr lang="en-US" sz="1200" b="0" i="0" kern="1200" dirty="0" err="1">
                <a:solidFill>
                  <a:schemeClr val="tx1"/>
                </a:solidFill>
                <a:effectLst/>
                <a:latin typeface="+mn-lt"/>
                <a:ea typeface="+mn-ea"/>
                <a:cs typeface="+mn-cs"/>
              </a:rPr>
              <a:t>มากน้อยแค่ไหน</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Pod restart</a:t>
            </a:r>
            <a:r>
              <a:rPr lang="en-US" sz="1200" b="0" i="0" kern="1200" dirty="0">
                <a:solidFill>
                  <a:schemeClr val="tx1"/>
                </a:solidFill>
                <a:effectLst/>
                <a:latin typeface="+mn-lt"/>
                <a:ea typeface="+mn-ea"/>
                <a:cs typeface="+mn-cs"/>
              </a:rPr>
              <a:t> → Pod </a:t>
            </a:r>
            <a:r>
              <a:rPr lang="en-US" sz="1200" b="0" i="0" kern="1200" dirty="0" err="1">
                <a:solidFill>
                  <a:schemeClr val="tx1"/>
                </a:solidFill>
                <a:effectLst/>
                <a:latin typeface="+mn-lt"/>
                <a:ea typeface="+mn-ea"/>
                <a:cs typeface="+mn-cs"/>
              </a:rPr>
              <a:t>ถูก</a:t>
            </a:r>
            <a:r>
              <a:rPr lang="en-US" sz="1200" b="0" i="0" kern="1200" dirty="0">
                <a:solidFill>
                  <a:schemeClr val="tx1"/>
                </a:solidFill>
                <a:effectLst/>
                <a:latin typeface="+mn-lt"/>
                <a:ea typeface="+mn-ea"/>
                <a:cs typeface="+mn-cs"/>
              </a:rPr>
              <a:t> Restart </a:t>
            </a:r>
            <a:r>
              <a:rPr lang="en-US" sz="1200" b="0" i="0" kern="1200" dirty="0" err="1">
                <a:solidFill>
                  <a:schemeClr val="tx1"/>
                </a:solidFill>
                <a:effectLst/>
                <a:latin typeface="+mn-lt"/>
                <a:ea typeface="+mn-ea"/>
                <a:cs typeface="+mn-cs"/>
              </a:rPr>
              <a:t>บ่อยหรือไม่</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CPU / Memory</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ใช้งานเทียบกับ</a:t>
            </a:r>
            <a:r>
              <a:rPr lang="en-US" sz="1200" b="0" i="0" kern="1200" dirty="0">
                <a:solidFill>
                  <a:schemeClr val="tx1"/>
                </a:solidFill>
                <a:effectLst/>
                <a:latin typeface="+mn-lt"/>
                <a:ea typeface="+mn-ea"/>
                <a:cs typeface="+mn-cs"/>
              </a:rPr>
              <a:t> Requests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Limits </a:t>
            </a:r>
            <a:r>
              <a:rPr lang="en-US" sz="1200" b="0" i="0" kern="1200" dirty="0" err="1">
                <a:solidFill>
                  <a:schemeClr val="tx1"/>
                </a:solidFill>
                <a:effectLst/>
                <a:latin typeface="+mn-lt"/>
                <a:ea typeface="+mn-ea"/>
                <a:cs typeface="+mn-cs"/>
              </a:rPr>
              <a:t>ที่ตั้งไว้</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Exit code / Health probe</a:t>
            </a:r>
            <a:r>
              <a:rPr lang="en-US" sz="1200" b="0" i="0" kern="1200" dirty="0">
                <a:solidFill>
                  <a:schemeClr val="tx1"/>
                </a:solidFill>
                <a:effectLst/>
                <a:latin typeface="+mn-lt"/>
                <a:ea typeface="+mn-ea"/>
                <a:cs typeface="+mn-cs"/>
              </a:rPr>
              <a:t> → Container </a:t>
            </a:r>
            <a:r>
              <a:rPr lang="en-US" sz="1200" b="0" i="0" kern="1200" dirty="0" err="1">
                <a:solidFill>
                  <a:schemeClr val="tx1"/>
                </a:solidFill>
                <a:effectLst/>
                <a:latin typeface="+mn-lt"/>
                <a:ea typeface="+mn-ea"/>
                <a:cs typeface="+mn-cs"/>
              </a:rPr>
              <a:t>หยุดเพราะอะไร</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Health Check </a:t>
            </a:r>
            <a:r>
              <a:rPr lang="en-US" sz="1200" b="0" i="0" kern="1200" dirty="0" err="1">
                <a:solidFill>
                  <a:schemeClr val="tx1"/>
                </a:solidFill>
                <a:effectLst/>
                <a:latin typeface="+mn-lt"/>
                <a:ea typeface="+mn-ea"/>
                <a:cs typeface="+mn-cs"/>
              </a:rPr>
              <a:t>ผ่านหรือไม่</a:t>
            </a:r>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เครื่องมือที่ใช้ดู</a:t>
            </a:r>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Azure Portal + Container Insights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ดูภาพรวมทั้ง</a:t>
            </a:r>
            <a:r>
              <a:rPr lang="en-US" sz="1200" b="0" i="0" kern="1200" dirty="0">
                <a:solidFill>
                  <a:schemeClr val="tx1"/>
                </a:solidFill>
                <a:effectLst/>
                <a:latin typeface="+mn-lt"/>
                <a:ea typeface="+mn-ea"/>
                <a:cs typeface="+mn-cs"/>
              </a:rPr>
              <a:t> Cluster</a:t>
            </a:r>
          </a:p>
          <a:p>
            <a:pPr lvl="0" fontAlgn="t"/>
            <a:r>
              <a:rPr lang="en-US" sz="1200" b="1" i="0" kern="1200" dirty="0">
                <a:solidFill>
                  <a:schemeClr val="tx1"/>
                </a:solidFill>
                <a:effectLst/>
                <a:latin typeface="+mn-lt"/>
                <a:ea typeface="+mn-ea"/>
                <a:cs typeface="+mn-cs"/>
              </a:rPr>
              <a:t>Live Logs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ดู</a:t>
            </a:r>
            <a:r>
              <a:rPr lang="en-US" sz="1200" b="0" i="0" kern="1200" dirty="0">
                <a:solidFill>
                  <a:schemeClr val="tx1"/>
                </a:solidFill>
                <a:effectLst/>
                <a:latin typeface="+mn-lt"/>
                <a:ea typeface="+mn-ea"/>
                <a:cs typeface="+mn-cs"/>
              </a:rPr>
              <a:t> Log </a:t>
            </a:r>
            <a:r>
              <a:rPr lang="en-US" sz="1200" b="0" i="0" kern="1200" dirty="0" err="1">
                <a:solidFill>
                  <a:schemeClr val="tx1"/>
                </a:solidFill>
                <a:effectLst/>
                <a:latin typeface="+mn-lt"/>
                <a:ea typeface="+mn-ea"/>
                <a:cs typeface="+mn-cs"/>
              </a:rPr>
              <a:t>แบบ</a:t>
            </a:r>
            <a:r>
              <a:rPr lang="en-US" sz="1200" b="0" i="0" kern="1200" dirty="0">
                <a:solidFill>
                  <a:schemeClr val="tx1"/>
                </a:solidFill>
                <a:effectLst/>
                <a:latin typeface="+mn-lt"/>
                <a:ea typeface="+mn-ea"/>
                <a:cs typeface="+mn-cs"/>
              </a:rPr>
              <a:t> Real-time</a:t>
            </a:r>
          </a:p>
          <a:p>
            <a:pPr lvl="0" fontAlgn="t"/>
            <a:r>
              <a:rPr lang="en-US" sz="1200" b="1" i="0" kern="1200" dirty="0" err="1">
                <a:solidFill>
                  <a:schemeClr val="tx1"/>
                </a:solidFill>
                <a:effectLst/>
                <a:latin typeface="+mn-lt"/>
                <a:ea typeface="+mn-ea"/>
                <a:cs typeface="+mn-cs"/>
              </a:rPr>
              <a:t>kubectl</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ตรวจสอบเฉพาะจุดผ่าน</a:t>
            </a:r>
            <a:r>
              <a:rPr lang="en-US" sz="1200" b="0" i="0" kern="1200" dirty="0">
                <a:solidFill>
                  <a:schemeClr val="tx1"/>
                </a:solidFill>
                <a:effectLst/>
                <a:latin typeface="+mn-lt"/>
                <a:ea typeface="+mn-ea"/>
                <a:cs typeface="+mn-cs"/>
              </a:rPr>
              <a:t> Command Line</a:t>
            </a:r>
          </a:p>
          <a:p>
            <a:pPr lvl="0" fontAlgn="t"/>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ตัวอย่างคำสั่งในสไลด์</a:t>
            </a:r>
            <a:r>
              <a:rPr lang="en-US" sz="1200" b="0" i="0" kern="1200" dirty="0">
                <a:solidFill>
                  <a:schemeClr val="tx1"/>
                </a:solidFill>
                <a:effectLst/>
                <a:latin typeface="+mn-lt"/>
                <a:ea typeface="+mn-ea"/>
                <a:cs typeface="+mn-cs"/>
              </a:rPr>
              <a:t>:</a:t>
            </a:r>
          </a:p>
          <a:p>
            <a:pPr fontAlgn="t"/>
            <a:r>
              <a:rPr lang="en-US" sz="1200" b="0" i="0" kern="1200" dirty="0" err="1">
                <a:solidFill>
                  <a:schemeClr val="tx1"/>
                </a:solidFill>
                <a:effectLst/>
                <a:latin typeface="+mn-lt"/>
                <a:ea typeface="+mn-ea"/>
                <a:cs typeface="+mn-cs"/>
              </a:rPr>
              <a:t>โดย</a:t>
            </a:r>
            <a:r>
              <a:rPr lang="en-US" sz="1200" b="0" i="0" kern="1200" dirty="0">
                <a:solidFill>
                  <a:schemeClr val="tx1"/>
                </a:solidFill>
                <a:effectLst/>
                <a:latin typeface="+mn-lt"/>
                <a:ea typeface="+mn-ea"/>
                <a:cs typeface="+mn-cs"/>
              </a:rPr>
              <a:t> -f </a:t>
            </a:r>
            <a:r>
              <a:rPr lang="en-US" sz="1200" b="0" i="0" kern="1200" dirty="0" err="1">
                <a:solidFill>
                  <a:schemeClr val="tx1"/>
                </a:solidFill>
                <a:effectLst/>
                <a:latin typeface="+mn-lt"/>
                <a:ea typeface="+mn-ea"/>
                <a:cs typeface="+mn-cs"/>
              </a:rPr>
              <a:t>ใช้ติดตาม</a:t>
            </a:r>
            <a:r>
              <a:rPr lang="en-US" sz="1200" b="0" i="0" kern="1200" dirty="0">
                <a:solidFill>
                  <a:schemeClr val="tx1"/>
                </a:solidFill>
                <a:effectLst/>
                <a:latin typeface="+mn-lt"/>
                <a:ea typeface="+mn-ea"/>
                <a:cs typeface="+mn-cs"/>
              </a:rPr>
              <a:t> Log </a:t>
            </a:r>
            <a:r>
              <a:rPr lang="en-US" sz="1200" b="0" i="0" kern="1200" dirty="0" err="1">
                <a:solidFill>
                  <a:schemeClr val="tx1"/>
                </a:solidFill>
                <a:effectLst/>
                <a:latin typeface="+mn-lt"/>
                <a:ea typeface="+mn-ea"/>
                <a:cs typeface="+mn-cs"/>
              </a:rPr>
              <a:t>แบบต่อเนื่อง</a:t>
            </a: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สรุปจำง่าย</a:t>
            </a:r>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Logs = </a:t>
            </a:r>
            <a:r>
              <a:rPr lang="en-US" sz="1200" b="1" i="0" kern="1200" dirty="0" err="1">
                <a:solidFill>
                  <a:schemeClr val="tx1"/>
                </a:solidFill>
                <a:effectLst/>
                <a:latin typeface="+mn-lt"/>
                <a:ea typeface="+mn-ea"/>
                <a:cs typeface="+mn-cs"/>
              </a:rPr>
              <a:t>บอกว่า</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เกิดอะไรขึ้น</a:t>
            </a:r>
            <a:r>
              <a:rPr lang="en-US" sz="1200" b="1"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Metrics = </a:t>
            </a:r>
            <a:r>
              <a:rPr lang="en-US" sz="1200" b="1" i="0" kern="1200" dirty="0" err="1">
                <a:solidFill>
                  <a:schemeClr val="tx1"/>
                </a:solidFill>
                <a:effectLst/>
                <a:latin typeface="+mn-lt"/>
                <a:ea typeface="+mn-ea"/>
                <a:cs typeface="+mn-cs"/>
              </a:rPr>
              <a:t>บอกว่า</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ระบบทำงานหนักแค่ไหน</a:t>
            </a:r>
            <a:r>
              <a:rPr lang="en-US" sz="1200" b="1" i="0"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ดังนั้นเวลาระบบมีปัญหา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ให้ดู</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สถานะ</a:t>
            </a:r>
            <a:r>
              <a:rPr lang="en-US" sz="1200" b="1" i="0" kern="1200" dirty="0">
                <a:solidFill>
                  <a:schemeClr val="tx1"/>
                </a:solidFill>
                <a:effectLst/>
                <a:latin typeface="+mn-lt"/>
                <a:ea typeface="+mn-ea"/>
                <a:cs typeface="+mn-cs"/>
              </a:rPr>
              <a:t> Pod → Logs → CPU/Memory → Health Probe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เพื่อช่วยหาสาเหตุได้เป็นระบบ</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p:txBody>
      </p:sp>
      <p:sp>
        <p:nvSpPr>
          <p:cNvPr id="635179376"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BC796B-60B1-EC1A-87B6-BA28E3526489}"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93741520" name="Slide Image Placeholder 1"/>
          <p:cNvSpPr>
            <a:spLocks noGrp="1" noRot="1" noChangeAspect="1"/>
          </p:cNvSpPr>
          <p:nvPr>
            <p:ph type="sldImg"/>
          </p:nvPr>
        </p:nvSpPr>
        <p:spPr bwMode="auto">
          <a:xfrm>
            <a:off x="217488" y="812800"/>
            <a:ext cx="7124700" cy="4008438"/>
          </a:xfrm>
        </p:spPr>
      </p:sp>
      <p:sp>
        <p:nvSpPr>
          <p:cNvPr id="1059814908" name="Notes Placeholder 2"/>
          <p:cNvSpPr>
            <a:spLocks noGrp="1"/>
          </p:cNvSpPr>
          <p:nvPr>
            <p:ph type="body" idx="1"/>
          </p:nvPr>
        </p:nvSpPr>
        <p:spPr bwMode="auto"/>
        <p:txBody>
          <a:bodyPr/>
          <a:lstStyle/>
          <a:p>
            <a:pPr fontAlgn="t"/>
            <a:r>
              <a:rPr lang="en-US" sz="1200" b="0" i="0" kern="1200" dirty="0" err="1">
                <a:solidFill>
                  <a:schemeClr val="tx1"/>
                </a:solidFill>
                <a:effectLst/>
                <a:latin typeface="+mn-lt"/>
                <a:ea typeface="+mn-ea"/>
                <a:cs typeface="+mn-cs"/>
              </a:rPr>
              <a:t>วิธี</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Troubleshoot </a:t>
            </a:r>
            <a:r>
              <a:rPr lang="en-US" sz="1200" b="1" i="0" kern="1200" dirty="0" err="1">
                <a:solidFill>
                  <a:schemeClr val="tx1"/>
                </a:solidFill>
                <a:effectLst/>
                <a:latin typeface="+mn-lt"/>
                <a:ea typeface="+mn-ea"/>
                <a:cs typeface="+mn-cs"/>
              </a:rPr>
              <a:t>ปัญหา</a:t>
            </a:r>
            <a:r>
              <a:rPr lang="en-US" sz="1200" b="1" i="0" kern="1200" dirty="0">
                <a:solidFill>
                  <a:schemeClr val="tx1"/>
                </a:solidFill>
                <a:effectLst/>
                <a:latin typeface="+mn-lt"/>
                <a:ea typeface="+mn-ea"/>
                <a:cs typeface="+mn-cs"/>
              </a:rPr>
              <a:t> Pod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Service </a:t>
            </a:r>
            <a:r>
              <a:rPr lang="en-US" sz="1200" b="1" i="0" kern="1200" dirty="0" err="1">
                <a:solidFill>
                  <a:schemeClr val="tx1"/>
                </a:solidFill>
                <a:effectLst/>
                <a:latin typeface="+mn-lt"/>
                <a:ea typeface="+mn-ea"/>
                <a:cs typeface="+mn-cs"/>
              </a:rPr>
              <a:t>บน</a:t>
            </a:r>
            <a:r>
              <a:rPr lang="en-US" sz="1200" b="1" i="0" kern="1200" dirty="0">
                <a:solidFill>
                  <a:schemeClr val="tx1"/>
                </a:solidFill>
                <a:effectLst/>
                <a:latin typeface="+mn-lt"/>
                <a:ea typeface="+mn-ea"/>
                <a:cs typeface="+mn-cs"/>
              </a:rPr>
              <a:t> Kubernetes/AKS </a:t>
            </a:r>
            <a:r>
              <a:rPr lang="en-US" sz="1200" b="1" i="0" kern="1200" dirty="0" err="1">
                <a:solidFill>
                  <a:schemeClr val="tx1"/>
                </a:solidFill>
                <a:effectLst/>
                <a:latin typeface="+mn-lt"/>
                <a:ea typeface="+mn-ea"/>
                <a:cs typeface="+mn-cs"/>
              </a:rPr>
              <a:t>อย่างเป็นลำดับ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เพื่อหาสาเหตุก่อนแก้</a:t>
            </a:r>
            <a:r>
              <a:rPr lang="en-US" sz="1200" b="0" i="0" kern="1200" dirty="0">
                <a:solidFill>
                  <a:schemeClr val="tx1"/>
                </a:solidFill>
                <a:effectLst/>
                <a:latin typeface="+mn-lt"/>
                <a:ea typeface="+mn-ea"/>
                <a:cs typeface="+mn-cs"/>
              </a:rPr>
              <a:t> Configuration</a:t>
            </a:r>
          </a:p>
          <a:p>
            <a:pPr fontAlgn="t"/>
            <a:r>
              <a:rPr lang="en-US" sz="1200" b="1" i="0" kern="1200" dirty="0">
                <a:solidFill>
                  <a:schemeClr val="tx1"/>
                </a:solidFill>
                <a:effectLst/>
                <a:latin typeface="+mn-lt"/>
                <a:ea typeface="+mn-ea"/>
                <a:cs typeface="+mn-cs"/>
              </a:rPr>
              <a:t>Error </a:t>
            </a:r>
            <a:r>
              <a:rPr lang="en-US" sz="1200" b="1" i="0" kern="1200" dirty="0" err="1">
                <a:solidFill>
                  <a:schemeClr val="tx1"/>
                </a:solidFill>
                <a:effectLst/>
                <a:latin typeface="+mn-lt"/>
                <a:ea typeface="+mn-ea"/>
                <a:cs typeface="+mn-cs"/>
              </a:rPr>
              <a:t>ที่พบบ่อย</a:t>
            </a:r>
            <a:endParaRPr lang="en-US" sz="1200" b="1" i="0" kern="1200" dirty="0">
              <a:solidFill>
                <a:schemeClr val="tx1"/>
              </a:solidFill>
              <a:effectLst/>
              <a:latin typeface="+mn-lt"/>
              <a:ea typeface="+mn-ea"/>
              <a:cs typeface="+mn-cs"/>
            </a:endParaRPr>
          </a:p>
          <a:p>
            <a:pPr lvl="0" fontAlgn="t"/>
            <a:endParaRPr lang="en-US" sz="1200" b="1" i="0" kern="1200" dirty="0">
              <a:solidFill>
                <a:schemeClr val="tx1"/>
              </a:solidFill>
              <a:effectLst/>
              <a:latin typeface="+mn-lt"/>
              <a:ea typeface="+mn-ea"/>
              <a:cs typeface="+mn-cs"/>
            </a:endParaRPr>
          </a:p>
          <a:p>
            <a:pPr lvl="0" fontAlgn="t"/>
            <a:r>
              <a:rPr lang="en-US" sz="1200" b="1" i="0" kern="1200" dirty="0" err="1">
                <a:solidFill>
                  <a:schemeClr val="tx1"/>
                </a:solidFill>
                <a:effectLst/>
                <a:latin typeface="+mn-lt"/>
                <a:ea typeface="+mn-ea"/>
                <a:cs typeface="+mn-cs"/>
              </a:rPr>
              <a:t>ImagePullBackOff</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ดึง</a:t>
            </a:r>
            <a:r>
              <a:rPr lang="en-US" sz="1200" b="0" i="0" kern="1200" dirty="0">
                <a:solidFill>
                  <a:schemeClr val="tx1"/>
                </a:solidFill>
                <a:effectLst/>
                <a:latin typeface="+mn-lt"/>
                <a:ea typeface="+mn-ea"/>
                <a:cs typeface="+mn-cs"/>
              </a:rPr>
              <a:t> Container Image </a:t>
            </a:r>
            <a:r>
              <a:rPr lang="en-US" sz="1200" b="0" i="0" kern="1200" dirty="0" err="1">
                <a:solidFill>
                  <a:schemeClr val="tx1"/>
                </a:solidFill>
                <a:effectLst/>
                <a:latin typeface="+mn-lt"/>
                <a:ea typeface="+mn-ea"/>
                <a:cs typeface="+mn-cs"/>
              </a:rPr>
              <a:t>ไม่ได้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มักเกี่ยวกับ</a:t>
            </a:r>
            <a:r>
              <a:rPr lang="en-US" sz="1200" b="0" i="0" kern="1200" dirty="0">
                <a:solidFill>
                  <a:schemeClr val="tx1"/>
                </a:solidFill>
                <a:effectLst/>
                <a:latin typeface="+mn-lt"/>
                <a:ea typeface="+mn-ea"/>
                <a:cs typeface="+mn-cs"/>
              </a:rPr>
              <a:t> Registry path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Credentials</a:t>
            </a:r>
          </a:p>
          <a:p>
            <a:pPr lvl="0" fontAlgn="t"/>
            <a:r>
              <a:rPr lang="en-US" sz="1200" b="1" i="0" kern="1200" dirty="0" err="1">
                <a:solidFill>
                  <a:schemeClr val="tx1"/>
                </a:solidFill>
                <a:effectLst/>
                <a:latin typeface="+mn-lt"/>
                <a:ea typeface="+mn-ea"/>
                <a:cs typeface="+mn-cs"/>
              </a:rPr>
              <a:t>CrashLoopBackOff</a:t>
            </a:r>
            <a:r>
              <a:rPr lang="en-US" sz="1200" b="0" i="0" kern="1200" dirty="0">
                <a:solidFill>
                  <a:schemeClr val="tx1"/>
                </a:solidFill>
                <a:effectLst/>
                <a:latin typeface="+mn-lt"/>
                <a:ea typeface="+mn-ea"/>
                <a:cs typeface="+mn-cs"/>
              </a:rPr>
              <a:t> → Application </a:t>
            </a:r>
            <a:r>
              <a:rPr lang="en-US" sz="1200" b="0" i="0" kern="1200" dirty="0" err="1">
                <a:solidFill>
                  <a:schemeClr val="tx1"/>
                </a:solidFill>
                <a:effectLst/>
                <a:latin typeface="+mn-lt"/>
                <a:ea typeface="+mn-ea"/>
                <a:cs typeface="+mn-cs"/>
              </a:rPr>
              <a:t>เริ่มแล้วหยุด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Health Check </a:t>
            </a:r>
            <a:r>
              <a:rPr lang="en-US" sz="1200" b="0" i="0" kern="1200" dirty="0" err="1">
                <a:solidFill>
                  <a:schemeClr val="tx1"/>
                </a:solidFill>
                <a:effectLst/>
                <a:latin typeface="+mn-lt"/>
                <a:ea typeface="+mn-ea"/>
                <a:cs typeface="+mn-cs"/>
              </a:rPr>
              <a:t>ไม่ผ่าน</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Pending</a:t>
            </a:r>
            <a:r>
              <a:rPr lang="en-US" sz="1200" b="0" i="0" kern="1200" dirty="0">
                <a:solidFill>
                  <a:schemeClr val="tx1"/>
                </a:solidFill>
                <a:effectLst/>
                <a:latin typeface="+mn-lt"/>
                <a:ea typeface="+mn-ea"/>
                <a:cs typeface="+mn-cs"/>
              </a:rPr>
              <a:t> → Node </a:t>
            </a:r>
            <a:r>
              <a:rPr lang="en-US" sz="1200" b="0" i="0" kern="1200" dirty="0" err="1">
                <a:solidFill>
                  <a:schemeClr val="tx1"/>
                </a:solidFill>
                <a:effectLst/>
                <a:latin typeface="+mn-lt"/>
                <a:ea typeface="+mn-ea"/>
                <a:cs typeface="+mn-cs"/>
              </a:rPr>
              <a:t>มี</a:t>
            </a:r>
            <a:r>
              <a:rPr lang="en-US" sz="1200" b="0" i="0" kern="1200" dirty="0">
                <a:solidFill>
                  <a:schemeClr val="tx1"/>
                </a:solidFill>
                <a:effectLst/>
                <a:latin typeface="+mn-lt"/>
                <a:ea typeface="+mn-ea"/>
                <a:cs typeface="+mn-cs"/>
              </a:rPr>
              <a:t> Resource </a:t>
            </a:r>
            <a:r>
              <a:rPr lang="en-US" sz="1200" b="0" i="0" kern="1200" dirty="0" err="1">
                <a:solidFill>
                  <a:schemeClr val="tx1"/>
                </a:solidFill>
                <a:effectLst/>
                <a:latin typeface="+mn-lt"/>
                <a:ea typeface="+mn-ea"/>
                <a:cs typeface="+mn-cs"/>
              </a:rPr>
              <a:t>ไม่เพียงพอตามที่</a:t>
            </a:r>
            <a:r>
              <a:rPr lang="en-US" sz="1200" b="0" i="0" kern="1200" dirty="0">
                <a:solidFill>
                  <a:schemeClr val="tx1"/>
                </a:solidFill>
                <a:effectLst/>
                <a:latin typeface="+mn-lt"/>
                <a:ea typeface="+mn-ea"/>
                <a:cs typeface="+mn-cs"/>
              </a:rPr>
              <a:t> Pod Request</a:t>
            </a:r>
          </a:p>
          <a:p>
            <a:pPr lvl="0"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ขั้นตอนตรวจสอบ</a:t>
            </a:r>
            <a:r>
              <a:rPr lang="en-US" sz="1200" b="1" i="0" kern="1200" dirty="0">
                <a:solidFill>
                  <a:schemeClr val="tx1"/>
                </a:solidFill>
                <a:effectLst/>
                <a:latin typeface="+mn-lt"/>
                <a:ea typeface="+mn-ea"/>
                <a:cs typeface="+mn-cs"/>
              </a:rPr>
              <a:t> 5 </a:t>
            </a:r>
            <a:r>
              <a:rPr lang="en-US" sz="1200" b="1" i="0" kern="1200" dirty="0" err="1">
                <a:solidFill>
                  <a:schemeClr val="tx1"/>
                </a:solidFill>
                <a:effectLst/>
                <a:latin typeface="+mn-lt"/>
                <a:ea typeface="+mn-ea"/>
                <a:cs typeface="+mn-cs"/>
              </a:rPr>
              <a:t>ขั้น</a:t>
            </a:r>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Check Pod Status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ดูก่อนว่า</a:t>
            </a:r>
            <a:r>
              <a:rPr lang="en-US" sz="1200" b="0" i="0" kern="1200" dirty="0">
                <a:solidFill>
                  <a:schemeClr val="tx1"/>
                </a:solidFill>
                <a:effectLst/>
                <a:latin typeface="+mn-lt"/>
                <a:ea typeface="+mn-ea"/>
                <a:cs typeface="+mn-cs"/>
              </a:rPr>
              <a:t> Pod </a:t>
            </a:r>
            <a:r>
              <a:rPr lang="en-US" sz="1200" b="0" i="0" kern="1200" dirty="0" err="1">
                <a:solidFill>
                  <a:schemeClr val="tx1"/>
                </a:solidFill>
                <a:effectLst/>
                <a:latin typeface="+mn-lt"/>
                <a:ea typeface="+mn-ea"/>
                <a:cs typeface="+mn-cs"/>
              </a:rPr>
              <a:t>อยู่สถานะอะไร</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2. Describe Pod</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ดูรายละเอียดและ</a:t>
            </a:r>
            <a:r>
              <a:rPr lang="en-US" sz="1200" b="0" i="0" kern="1200" dirty="0">
                <a:solidFill>
                  <a:schemeClr val="tx1"/>
                </a:solidFill>
                <a:effectLst/>
                <a:latin typeface="+mn-lt"/>
                <a:ea typeface="+mn-ea"/>
                <a:cs typeface="+mn-cs"/>
              </a:rPr>
              <a:t> Events </a:t>
            </a:r>
            <a:r>
              <a:rPr lang="en-US" sz="1200" b="0" i="0" kern="1200" dirty="0" err="1">
                <a:solidFill>
                  <a:schemeClr val="tx1"/>
                </a:solidFill>
                <a:effectLst/>
                <a:latin typeface="+mn-lt"/>
                <a:ea typeface="+mn-ea"/>
                <a:cs typeface="+mn-cs"/>
              </a:rPr>
              <a:t>เพื่อหาเบาะแส</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3. Review Logs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อ่าน</a:t>
            </a:r>
            <a:r>
              <a:rPr lang="en-US" sz="1200" b="0" i="0" kern="1200" dirty="0">
                <a:solidFill>
                  <a:schemeClr val="tx1"/>
                </a:solidFill>
                <a:effectLst/>
                <a:latin typeface="+mn-lt"/>
                <a:ea typeface="+mn-ea"/>
                <a:cs typeface="+mn-cs"/>
              </a:rPr>
              <a:t> Log </a:t>
            </a:r>
            <a:r>
              <a:rPr lang="en-US" sz="1200" b="0" i="0" kern="1200" dirty="0" err="1">
                <a:solidFill>
                  <a:schemeClr val="tx1"/>
                </a:solidFill>
                <a:effectLst/>
                <a:latin typeface="+mn-lt"/>
                <a:ea typeface="+mn-ea"/>
                <a:cs typeface="+mn-cs"/>
              </a:rPr>
              <a:t>เพื่อดู</a:t>
            </a:r>
            <a:r>
              <a:rPr lang="en-US" sz="1200" b="0" i="0" kern="1200" dirty="0">
                <a:solidFill>
                  <a:schemeClr val="tx1"/>
                </a:solidFill>
                <a:effectLst/>
                <a:latin typeface="+mn-lt"/>
                <a:ea typeface="+mn-ea"/>
                <a:cs typeface="+mn-cs"/>
              </a:rPr>
              <a:t> Error </a:t>
            </a:r>
            <a:r>
              <a:rPr lang="en-US" sz="1200" b="0" i="0" kern="1200" dirty="0" err="1">
                <a:solidFill>
                  <a:schemeClr val="tx1"/>
                </a:solidFill>
                <a:effectLst/>
                <a:latin typeface="+mn-lt"/>
                <a:ea typeface="+mn-ea"/>
                <a:cs typeface="+mn-cs"/>
              </a:rPr>
              <a:t>จาก</a:t>
            </a:r>
            <a:r>
              <a:rPr lang="en-US" sz="1200" b="0" i="0" kern="1200" dirty="0">
                <a:solidFill>
                  <a:schemeClr val="tx1"/>
                </a:solidFill>
                <a:effectLst/>
                <a:latin typeface="+mn-lt"/>
                <a:ea typeface="+mn-ea"/>
                <a:cs typeface="+mn-cs"/>
              </a:rPr>
              <a:t> Application</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4. Debug Container</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ตรวจสอบ</a:t>
            </a:r>
            <a:r>
              <a:rPr lang="en-US" sz="1200" b="0" i="0" kern="1200" dirty="0">
                <a:solidFill>
                  <a:schemeClr val="tx1"/>
                </a:solidFill>
                <a:effectLst/>
                <a:latin typeface="+mn-lt"/>
                <a:ea typeface="+mn-ea"/>
                <a:cs typeface="+mn-cs"/>
              </a:rPr>
              <a:t> Container, Probe, Environment Variables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Secrets</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5. Validate Service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ตรวจว่า</a:t>
            </a:r>
            <a:r>
              <a:rPr lang="en-US" sz="1200" b="0" i="0" kern="1200" dirty="0">
                <a:solidFill>
                  <a:schemeClr val="tx1"/>
                </a:solidFill>
                <a:effectLst/>
                <a:latin typeface="+mn-lt"/>
                <a:ea typeface="+mn-ea"/>
                <a:cs typeface="+mn-cs"/>
              </a:rPr>
              <a:t> Service </a:t>
            </a:r>
            <a:r>
              <a:rPr lang="en-US" sz="1200" b="0" i="0" kern="1200" dirty="0" err="1">
                <a:solidFill>
                  <a:schemeClr val="tx1"/>
                </a:solidFill>
                <a:effectLst/>
                <a:latin typeface="+mn-lt"/>
                <a:ea typeface="+mn-ea"/>
                <a:cs typeface="+mn-cs"/>
              </a:rPr>
              <a:t>เชื่อมต่อกับ</a:t>
            </a:r>
            <a:r>
              <a:rPr lang="en-US" sz="1200" b="0" i="0" kern="1200" dirty="0">
                <a:solidFill>
                  <a:schemeClr val="tx1"/>
                </a:solidFill>
                <a:effectLst/>
                <a:latin typeface="+mn-lt"/>
                <a:ea typeface="+mn-ea"/>
                <a:cs typeface="+mn-cs"/>
              </a:rPr>
              <a:t> Pod </a:t>
            </a:r>
            <a:r>
              <a:rPr lang="en-US" sz="1200" b="0" i="0" kern="1200" dirty="0" err="1">
                <a:solidFill>
                  <a:schemeClr val="tx1"/>
                </a:solidFill>
                <a:effectLst/>
                <a:latin typeface="+mn-lt"/>
                <a:ea typeface="+mn-ea"/>
                <a:cs typeface="+mn-cs"/>
              </a:rPr>
              <a:t>ถูกต้อง</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นอกจากนี้สามารถใช้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Azure Portal: Diagnose and solve problems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เพื่อช่วยตรวจสอบปัญหาได้</a:t>
            </a: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สรุปจำง่าย</a:t>
            </a:r>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Status → Describe → Logs → Debug → Service</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หัวใจสำคัญคือ</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อย่ารีบแก้</a:t>
            </a:r>
            <a:r>
              <a:rPr lang="en-US" sz="1200" b="1" i="0" kern="1200" dirty="0">
                <a:solidFill>
                  <a:schemeClr val="tx1"/>
                </a:solidFill>
                <a:effectLst/>
                <a:latin typeface="+mn-lt"/>
                <a:ea typeface="+mn-ea"/>
                <a:cs typeface="+mn-cs"/>
              </a:rPr>
              <a:t> YAML </a:t>
            </a:r>
            <a:r>
              <a:rPr lang="en-US" sz="1200" b="1" i="0" kern="1200" dirty="0" err="1">
                <a:solidFill>
                  <a:schemeClr val="tx1"/>
                </a:solidFill>
                <a:effectLst/>
                <a:latin typeface="+mn-lt"/>
                <a:ea typeface="+mn-ea"/>
                <a:cs typeface="+mn-cs"/>
              </a:rPr>
              <a:t>ทันที</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ให้ไล่ตรวจตามลำดับเพื่อหาว่าปัญหาเกิดจาก</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Image, Application, Resource </a:t>
            </a:r>
            <a:r>
              <a:rPr lang="en-US" sz="1200" b="1" i="0" kern="1200" dirty="0" err="1">
                <a:solidFill>
                  <a:schemeClr val="tx1"/>
                </a:solidFill>
                <a:effectLst/>
                <a:latin typeface="+mn-lt"/>
                <a:ea typeface="+mn-ea"/>
                <a:cs typeface="+mn-cs"/>
              </a:rPr>
              <a:t>หรือ</a:t>
            </a:r>
            <a:r>
              <a:rPr lang="en-US" sz="1200" b="1" i="0" kern="1200" dirty="0">
                <a:solidFill>
                  <a:schemeClr val="tx1"/>
                </a:solidFill>
                <a:effectLst/>
                <a:latin typeface="+mn-lt"/>
                <a:ea typeface="+mn-ea"/>
                <a:cs typeface="+mn-cs"/>
              </a:rPr>
              <a:t> Configuration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ก่อน</a:t>
            </a:r>
            <a:endParaRPr lang="en-US" sz="1200" b="0" i="0" kern="1200" dirty="0">
              <a:solidFill>
                <a:schemeClr val="tx1"/>
              </a:solidFill>
              <a:effectLst/>
              <a:latin typeface="+mn-lt"/>
              <a:ea typeface="+mn-ea"/>
              <a:cs typeface="+mn-cs"/>
            </a:endParaRPr>
          </a:p>
        </p:txBody>
      </p:sp>
      <p:sp>
        <p:nvSpPr>
          <p:cNvPr id="125193192"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69259296" name="Slide Image Placeholder 1"/>
          <p:cNvSpPr>
            <a:spLocks noGrp="1" noRot="1" noChangeAspect="1"/>
          </p:cNvSpPr>
          <p:nvPr>
            <p:ph type="sldImg"/>
          </p:nvPr>
        </p:nvSpPr>
        <p:spPr bwMode="auto">
          <a:xfrm>
            <a:off x="217488" y="812800"/>
            <a:ext cx="7124700" cy="4008438"/>
          </a:xfrm>
        </p:spPr>
      </p:sp>
      <p:sp>
        <p:nvSpPr>
          <p:cNvPr id="449342698" name="Notes Placeholder 2"/>
          <p:cNvSpPr>
            <a:spLocks noGrp="1"/>
          </p:cNvSpPr>
          <p:nvPr>
            <p:ph type="body" idx="1"/>
          </p:nvPr>
        </p:nvSpPr>
        <p:spPr bwMode="auto"/>
        <p:txBody>
          <a:bodyPr/>
          <a:lstStyle/>
          <a:p>
            <a:pPr fontAlgn="t"/>
            <a:r>
              <a:rPr lang="en-US" sz="1200" b="0" i="0" kern="1200" dirty="0" err="1">
                <a:solidFill>
                  <a:schemeClr val="tx1"/>
                </a:solidFill>
                <a:effectLst/>
                <a:latin typeface="+mn-lt"/>
                <a:ea typeface="+mn-ea"/>
                <a:cs typeface="+mn-cs"/>
              </a:rPr>
              <a:t>วิธี</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ตรวจสอบว่า</a:t>
            </a:r>
            <a:r>
              <a:rPr lang="en-US" sz="1200" b="1" i="0" kern="1200" dirty="0">
                <a:solidFill>
                  <a:schemeClr val="tx1"/>
                </a:solidFill>
                <a:effectLst/>
                <a:latin typeface="+mn-lt"/>
                <a:ea typeface="+mn-ea"/>
                <a:cs typeface="+mn-cs"/>
              </a:rPr>
              <a:t> Client </a:t>
            </a:r>
            <a:r>
              <a:rPr lang="en-US" sz="1200" b="1" i="0" kern="1200" dirty="0" err="1">
                <a:solidFill>
                  <a:schemeClr val="tx1"/>
                </a:solidFill>
                <a:effectLst/>
                <a:latin typeface="+mn-lt"/>
                <a:ea typeface="+mn-ea"/>
                <a:cs typeface="+mn-cs"/>
              </a:rPr>
              <a:t>สามารถเชื่อมต่อไปถึง</a:t>
            </a:r>
            <a:r>
              <a:rPr lang="en-US" sz="1200" b="1" i="0" kern="1200" dirty="0">
                <a:solidFill>
                  <a:schemeClr val="tx1"/>
                </a:solidFill>
                <a:effectLst/>
                <a:latin typeface="+mn-lt"/>
                <a:ea typeface="+mn-ea"/>
                <a:cs typeface="+mn-cs"/>
              </a:rPr>
              <a:t> Pods </a:t>
            </a:r>
            <a:r>
              <a:rPr lang="en-US" sz="1200" b="1" i="0" kern="1200" dirty="0" err="1">
                <a:solidFill>
                  <a:schemeClr val="tx1"/>
                </a:solidFill>
                <a:effectLst/>
                <a:latin typeface="+mn-lt"/>
                <a:ea typeface="+mn-ea"/>
                <a:cs typeface="+mn-cs"/>
              </a:rPr>
              <a:t>ใน</a:t>
            </a:r>
            <a:r>
              <a:rPr lang="en-US" sz="1200" b="1" i="0" kern="1200" dirty="0">
                <a:solidFill>
                  <a:schemeClr val="tx1"/>
                </a:solidFill>
                <a:effectLst/>
                <a:latin typeface="+mn-lt"/>
                <a:ea typeface="+mn-ea"/>
                <a:cs typeface="+mn-cs"/>
              </a:rPr>
              <a:t> Kubernetes/AKS </a:t>
            </a:r>
            <a:r>
              <a:rPr lang="en-US" sz="1200" b="1" i="0" kern="1200" dirty="0" err="1">
                <a:solidFill>
                  <a:schemeClr val="tx1"/>
                </a:solidFill>
                <a:effectLst/>
                <a:latin typeface="+mn-lt"/>
                <a:ea typeface="+mn-ea"/>
                <a:cs typeface="+mn-cs"/>
              </a:rPr>
              <a:t>ได้จริงหรือไม่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โดยไล่ดูเส้นทางของ</a:t>
            </a:r>
            <a:r>
              <a:rPr lang="en-US" sz="1200" b="0" i="0" kern="1200" dirty="0">
                <a:solidFill>
                  <a:schemeClr val="tx1"/>
                </a:solidFill>
                <a:effectLst/>
                <a:latin typeface="+mn-lt"/>
                <a:ea typeface="+mn-ea"/>
                <a:cs typeface="+mn-cs"/>
              </a:rPr>
              <a:t> Traffic </a:t>
            </a:r>
            <a:r>
              <a:rPr lang="en-US" sz="1200" b="0" i="0" kern="1200" dirty="0" err="1">
                <a:solidFill>
                  <a:schemeClr val="tx1"/>
                </a:solidFill>
                <a:effectLst/>
                <a:latin typeface="+mn-lt"/>
                <a:ea typeface="+mn-ea"/>
                <a:cs typeface="+mn-cs"/>
              </a:rPr>
              <a:t>ทีละชั้น</a:t>
            </a: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เส้นทางการเชื่อมต่อ</a:t>
            </a:r>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Client → Load Balancer / Ingress → Service → </a:t>
            </a:r>
            <a:r>
              <a:rPr lang="en-US" sz="1200" b="1" i="0" kern="1200" dirty="0" err="1">
                <a:solidFill>
                  <a:schemeClr val="tx1"/>
                </a:solidFill>
                <a:effectLst/>
                <a:latin typeface="+mn-lt"/>
                <a:ea typeface="+mn-ea"/>
                <a:cs typeface="+mn-cs"/>
              </a:rPr>
              <a:t>EndpointSlices</a:t>
            </a:r>
            <a:r>
              <a:rPr lang="en-US" sz="1200" b="1" i="0" kern="1200" dirty="0">
                <a:solidFill>
                  <a:schemeClr val="tx1"/>
                </a:solidFill>
                <a:effectLst/>
                <a:latin typeface="+mn-lt"/>
                <a:ea typeface="+mn-ea"/>
                <a:cs typeface="+mn-cs"/>
              </a:rPr>
              <a:t> → Pods</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แต่ละส่วนต้องตั้งค่าถูกต้อง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จึงจะส่ง</a:t>
            </a:r>
            <a:r>
              <a:rPr lang="en-US" sz="1200" b="0" i="0" kern="1200" dirty="0">
                <a:solidFill>
                  <a:schemeClr val="tx1"/>
                </a:solidFill>
                <a:effectLst/>
                <a:latin typeface="+mn-lt"/>
                <a:ea typeface="+mn-ea"/>
                <a:cs typeface="+mn-cs"/>
              </a:rPr>
              <a:t> Traffic </a:t>
            </a:r>
            <a:r>
              <a:rPr lang="en-US" sz="1200" b="0" i="0" kern="1200" dirty="0" err="1">
                <a:solidFill>
                  <a:schemeClr val="tx1"/>
                </a:solidFill>
                <a:effectLst/>
                <a:latin typeface="+mn-lt"/>
                <a:ea typeface="+mn-ea"/>
                <a:cs typeface="+mn-cs"/>
              </a:rPr>
              <a:t>ไปถึง</a:t>
            </a:r>
            <a:r>
              <a:rPr lang="en-US" sz="1200" b="0" i="0" kern="1200" dirty="0">
                <a:solidFill>
                  <a:schemeClr val="tx1"/>
                </a:solidFill>
                <a:effectLst/>
                <a:latin typeface="+mn-lt"/>
                <a:ea typeface="+mn-ea"/>
                <a:cs typeface="+mn-cs"/>
              </a:rPr>
              <a:t> Application </a:t>
            </a:r>
            <a:r>
              <a:rPr lang="en-US" sz="1200" b="0" i="0" kern="1200" dirty="0" err="1">
                <a:solidFill>
                  <a:schemeClr val="tx1"/>
                </a:solidFill>
                <a:effectLst/>
                <a:latin typeface="+mn-lt"/>
                <a:ea typeface="+mn-ea"/>
                <a:cs typeface="+mn-cs"/>
              </a:rPr>
              <a:t>ได้</a:t>
            </a: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จุดสำคัญที่ต้องตรวจ</a:t>
            </a:r>
            <a:endParaRPr lang="en-US" sz="1200" b="1" i="0" kern="1200" dirty="0">
              <a:solidFill>
                <a:schemeClr val="tx1"/>
              </a:solidFill>
              <a:effectLst/>
              <a:latin typeface="+mn-lt"/>
              <a:ea typeface="+mn-ea"/>
              <a:cs typeface="+mn-cs"/>
            </a:endParaRPr>
          </a:p>
          <a:p>
            <a:pPr lvl="0" fontAlgn="t"/>
            <a:r>
              <a:rPr lang="en-US" sz="1200" b="1" i="0" kern="1200" dirty="0" err="1">
                <a:solidFill>
                  <a:schemeClr val="tx1"/>
                </a:solidFill>
                <a:effectLst/>
                <a:latin typeface="+mn-lt"/>
                <a:ea typeface="+mn-ea"/>
                <a:cs typeface="+mn-cs"/>
              </a:rPr>
              <a:t>ClusterIP</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ใช้สำหรับ</a:t>
            </a:r>
            <a:r>
              <a:rPr lang="en-US" sz="1200" b="0" i="0" kern="1200" dirty="0">
                <a:solidFill>
                  <a:schemeClr val="tx1"/>
                </a:solidFill>
                <a:effectLst/>
                <a:latin typeface="+mn-lt"/>
                <a:ea typeface="+mn-ea"/>
                <a:cs typeface="+mn-cs"/>
              </a:rPr>
              <a:t> Traffic </a:t>
            </a:r>
            <a:r>
              <a:rPr lang="en-US" sz="1200" b="0" i="0" kern="1200" dirty="0" err="1">
                <a:solidFill>
                  <a:schemeClr val="tx1"/>
                </a:solidFill>
                <a:effectLst/>
                <a:latin typeface="+mn-lt"/>
                <a:ea typeface="+mn-ea"/>
                <a:cs typeface="+mn-cs"/>
              </a:rPr>
              <a:t>ภายใน</a:t>
            </a:r>
            <a:r>
              <a:rPr lang="en-US" sz="1200" b="0" i="0" kern="1200" dirty="0">
                <a:solidFill>
                  <a:schemeClr val="tx1"/>
                </a:solidFill>
                <a:effectLst/>
                <a:latin typeface="+mn-lt"/>
                <a:ea typeface="+mn-ea"/>
                <a:cs typeface="+mn-cs"/>
              </a:rPr>
              <a:t> Cluster</a:t>
            </a:r>
          </a:p>
          <a:p>
            <a:pPr lvl="0" fontAlgn="t"/>
            <a:r>
              <a:rPr lang="en-US" sz="1200" b="1" i="0" kern="1200" dirty="0" err="1">
                <a:solidFill>
                  <a:schemeClr val="tx1"/>
                </a:solidFill>
                <a:effectLst/>
                <a:latin typeface="+mn-lt"/>
                <a:ea typeface="+mn-ea"/>
                <a:cs typeface="+mn-cs"/>
              </a:rPr>
              <a:t>LoadBalancer</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ใช้เปิดให้ระบบภายนอกเข้าถึง</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Selector Labels</a:t>
            </a:r>
            <a:r>
              <a:rPr lang="en-US" sz="1200" b="0" i="0" kern="1200" dirty="0">
                <a:solidFill>
                  <a:schemeClr val="tx1"/>
                </a:solidFill>
                <a:effectLst/>
                <a:latin typeface="+mn-lt"/>
                <a:ea typeface="+mn-ea"/>
                <a:cs typeface="+mn-cs"/>
              </a:rPr>
              <a:t> ของ Service </a:t>
            </a:r>
            <a:r>
              <a:rPr lang="en-US" sz="1200" b="0" i="0" kern="1200" dirty="0" err="1">
                <a:solidFill>
                  <a:schemeClr val="tx1"/>
                </a:solidFill>
                <a:effectLst/>
                <a:latin typeface="+mn-lt"/>
                <a:ea typeface="+mn-ea"/>
                <a:cs typeface="+mn-cs"/>
              </a:rPr>
              <a:t>ต้องตรงกับ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Pod Labels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มิฉะนั้น</a:t>
            </a:r>
            <a:r>
              <a:rPr lang="en-US" sz="1200" b="0" i="0" kern="1200" dirty="0">
                <a:solidFill>
                  <a:schemeClr val="tx1"/>
                </a:solidFill>
                <a:effectLst/>
                <a:latin typeface="+mn-lt"/>
                <a:ea typeface="+mn-ea"/>
                <a:cs typeface="+mn-cs"/>
              </a:rPr>
              <a:t> Service </a:t>
            </a:r>
            <a:r>
              <a:rPr lang="en-US" sz="1200" b="0" i="0" kern="1200" dirty="0" err="1">
                <a:solidFill>
                  <a:schemeClr val="tx1"/>
                </a:solidFill>
                <a:effectLst/>
                <a:latin typeface="+mn-lt"/>
                <a:ea typeface="+mn-ea"/>
                <a:cs typeface="+mn-cs"/>
              </a:rPr>
              <a:t>จะหา</a:t>
            </a:r>
            <a:r>
              <a:rPr lang="en-US" sz="1200" b="0" i="0" kern="1200" dirty="0">
                <a:solidFill>
                  <a:schemeClr val="tx1"/>
                </a:solidFill>
                <a:effectLst/>
                <a:latin typeface="+mn-lt"/>
                <a:ea typeface="+mn-ea"/>
                <a:cs typeface="+mn-cs"/>
              </a:rPr>
              <a:t> Pod </a:t>
            </a:r>
            <a:r>
              <a:rPr lang="en-US" sz="1200" b="0" i="0" kern="1200" dirty="0" err="1">
                <a:solidFill>
                  <a:schemeClr val="tx1"/>
                </a:solidFill>
                <a:effectLst/>
                <a:latin typeface="+mn-lt"/>
                <a:ea typeface="+mn-ea"/>
                <a:cs typeface="+mn-cs"/>
              </a:rPr>
              <a:t>ไม่เจอ</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port / </a:t>
            </a:r>
            <a:r>
              <a:rPr lang="en-US" sz="1200" b="1" i="0" kern="1200" dirty="0" err="1">
                <a:solidFill>
                  <a:schemeClr val="tx1"/>
                </a:solidFill>
                <a:effectLst/>
                <a:latin typeface="+mn-lt"/>
                <a:ea typeface="+mn-ea"/>
                <a:cs typeface="+mn-cs"/>
              </a:rPr>
              <a:t>targetPort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ต้องตรงกับ</a:t>
            </a:r>
            <a:r>
              <a:rPr lang="en-US" sz="1200" b="0" i="0" kern="1200" dirty="0">
                <a:solidFill>
                  <a:schemeClr val="tx1"/>
                </a:solidFill>
                <a:effectLst/>
                <a:latin typeface="+mn-lt"/>
                <a:ea typeface="+mn-ea"/>
                <a:cs typeface="+mn-cs"/>
              </a:rPr>
              <a:t> Port </a:t>
            </a:r>
            <a:r>
              <a:rPr lang="en-US" sz="1200" b="0" i="0" kern="1200" dirty="0" err="1">
                <a:solidFill>
                  <a:schemeClr val="tx1"/>
                </a:solidFill>
                <a:effectLst/>
                <a:latin typeface="+mn-lt"/>
                <a:ea typeface="+mn-ea"/>
                <a:cs typeface="+mn-cs"/>
              </a:rPr>
              <a:t>ที่</a:t>
            </a:r>
            <a:r>
              <a:rPr lang="en-US" sz="1200" b="0" i="0" kern="1200" dirty="0">
                <a:solidFill>
                  <a:schemeClr val="tx1"/>
                </a:solidFill>
                <a:effectLst/>
                <a:latin typeface="+mn-lt"/>
                <a:ea typeface="+mn-ea"/>
                <a:cs typeface="+mn-cs"/>
              </a:rPr>
              <a:t> Container </a:t>
            </a:r>
            <a:r>
              <a:rPr lang="en-US" sz="1200" b="0" i="0" kern="1200" dirty="0" err="1">
                <a:solidFill>
                  <a:schemeClr val="tx1"/>
                </a:solidFill>
                <a:effectLst/>
                <a:latin typeface="+mn-lt"/>
                <a:ea typeface="+mn-ea"/>
                <a:cs typeface="+mn-cs"/>
              </a:rPr>
              <a:t>เปิดรับอยู่</a:t>
            </a: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EndpointSlices</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คืออะไร</a:t>
            </a:r>
            <a:r>
              <a:rPr lang="en-US" sz="1200" b="1" i="0" kern="1200" dirty="0">
                <a:solidFill>
                  <a:schemeClr val="tx1"/>
                </a:solidFill>
                <a:effectLst/>
                <a:latin typeface="+mn-lt"/>
                <a:ea typeface="+mn-ea"/>
                <a:cs typeface="+mn-cs"/>
              </a:rPr>
              <a:t>?</a:t>
            </a:r>
          </a:p>
          <a:p>
            <a:pPr fontAlgn="t"/>
            <a:r>
              <a:rPr lang="en-US" sz="1200" b="0" i="0" kern="1200" dirty="0" err="1">
                <a:solidFill>
                  <a:schemeClr val="tx1"/>
                </a:solidFill>
                <a:effectLst/>
                <a:latin typeface="+mn-lt"/>
                <a:ea typeface="+mn-ea"/>
                <a:cs typeface="+mn-cs"/>
              </a:rPr>
              <a:t>คิดง่าย</a:t>
            </a:r>
            <a:r>
              <a:rPr lang="en-US" sz="1200" b="0" i="0" kern="1200" dirty="0">
                <a:solidFill>
                  <a:schemeClr val="tx1"/>
                </a:solidFill>
                <a:effectLst/>
                <a:latin typeface="+mn-lt"/>
                <a:ea typeface="+mn-ea"/>
                <a:cs typeface="+mn-cs"/>
              </a:rPr>
              <a:t> ๆ </a:t>
            </a:r>
            <a:r>
              <a:rPr lang="en-US" sz="1200" b="0" i="0" kern="1200" dirty="0" err="1">
                <a:solidFill>
                  <a:schemeClr val="tx1"/>
                </a:solidFill>
                <a:effectLst/>
                <a:latin typeface="+mn-lt"/>
                <a:ea typeface="+mn-ea"/>
                <a:cs typeface="+mn-cs"/>
              </a:rPr>
              <a:t>ว่า</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EndpointSlices</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คือรายการที่บอก</a:t>
            </a:r>
            <a:r>
              <a:rPr lang="en-US" sz="1200" b="1" i="0" kern="1200" dirty="0">
                <a:solidFill>
                  <a:schemeClr val="tx1"/>
                </a:solidFill>
                <a:effectLst/>
                <a:latin typeface="+mn-lt"/>
                <a:ea typeface="+mn-ea"/>
                <a:cs typeface="+mn-cs"/>
              </a:rPr>
              <a:t> Service </a:t>
            </a:r>
            <a:r>
              <a:rPr lang="en-US" sz="1200" b="1" i="0" kern="1200" dirty="0" err="1">
                <a:solidFill>
                  <a:schemeClr val="tx1"/>
                </a:solidFill>
                <a:effectLst/>
                <a:latin typeface="+mn-lt"/>
                <a:ea typeface="+mn-ea"/>
                <a:cs typeface="+mn-cs"/>
              </a:rPr>
              <a:t>ว่า</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มี</a:t>
            </a:r>
            <a:r>
              <a:rPr lang="en-US" sz="1200" b="1" i="0" kern="1200" dirty="0">
                <a:solidFill>
                  <a:schemeClr val="tx1"/>
                </a:solidFill>
                <a:effectLst/>
                <a:latin typeface="+mn-lt"/>
                <a:ea typeface="+mn-ea"/>
                <a:cs typeface="+mn-cs"/>
              </a:rPr>
              <a:t> Pod </a:t>
            </a:r>
            <a:r>
              <a:rPr lang="en-US" sz="1200" b="1" i="0" kern="1200" dirty="0" err="1">
                <a:solidFill>
                  <a:schemeClr val="tx1"/>
                </a:solidFill>
                <a:effectLst/>
                <a:latin typeface="+mn-lt"/>
                <a:ea typeface="+mn-ea"/>
                <a:cs typeface="+mn-cs"/>
              </a:rPr>
              <a:t>ตัวไหนบ้างที่สามารถส่ง</a:t>
            </a:r>
            <a:r>
              <a:rPr lang="en-US" sz="1200" b="1" i="0" kern="1200" dirty="0">
                <a:solidFill>
                  <a:schemeClr val="tx1"/>
                </a:solidFill>
                <a:effectLst/>
                <a:latin typeface="+mn-lt"/>
                <a:ea typeface="+mn-ea"/>
                <a:cs typeface="+mn-cs"/>
              </a:rPr>
              <a:t> Traffic </a:t>
            </a:r>
            <a:r>
              <a:rPr lang="en-US" sz="1200" b="1" i="0" kern="1200" dirty="0" err="1">
                <a:solidFill>
                  <a:schemeClr val="tx1"/>
                </a:solidFill>
                <a:effectLst/>
                <a:latin typeface="+mn-lt"/>
                <a:ea typeface="+mn-ea"/>
                <a:cs typeface="+mn-cs"/>
              </a:rPr>
              <a:t>ไปหาได้</a:t>
            </a:r>
            <a:r>
              <a:rPr lang="en-US" sz="1200" b="1" i="0"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ดังนั้นถ้า</a:t>
            </a:r>
            <a:r>
              <a:rPr lang="en-US" sz="1200" b="0" i="0" kern="1200" dirty="0">
                <a:solidFill>
                  <a:schemeClr val="tx1"/>
                </a:solidFill>
                <a:effectLst/>
                <a:latin typeface="+mn-lt"/>
                <a:ea typeface="+mn-ea"/>
                <a:cs typeface="+mn-cs"/>
              </a:rPr>
              <a:t> Service </a:t>
            </a:r>
            <a:r>
              <a:rPr lang="en-US" sz="1200" b="0" i="0" kern="1200" dirty="0" err="1">
                <a:solidFill>
                  <a:schemeClr val="tx1"/>
                </a:solidFill>
                <a:effectLst/>
                <a:latin typeface="+mn-lt"/>
                <a:ea typeface="+mn-ea"/>
                <a:cs typeface="+mn-cs"/>
              </a:rPr>
              <a:t>มีปัญหาและไม่มี</a:t>
            </a:r>
            <a:r>
              <a:rPr lang="en-US" sz="1200" b="0" i="0" kern="1200" dirty="0">
                <a:solidFill>
                  <a:schemeClr val="tx1"/>
                </a:solidFill>
                <a:effectLst/>
                <a:latin typeface="+mn-lt"/>
                <a:ea typeface="+mn-ea"/>
                <a:cs typeface="+mn-cs"/>
              </a:rPr>
              <a:t> Endpoint </a:t>
            </a:r>
            <a:r>
              <a:rPr lang="en-US" sz="1200" b="0" i="0" kern="1200" dirty="0" err="1">
                <a:solidFill>
                  <a:schemeClr val="tx1"/>
                </a:solidFill>
                <a:effectLst/>
                <a:latin typeface="+mn-lt"/>
                <a:ea typeface="+mn-ea"/>
                <a:cs typeface="+mn-cs"/>
              </a:rPr>
              <a:t>อาจต้องตรวจว่า</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Selector </a:t>
            </a:r>
            <a:r>
              <a:rPr lang="en-US" sz="1200" b="1" i="0" kern="1200" dirty="0" err="1">
                <a:solidFill>
                  <a:schemeClr val="tx1"/>
                </a:solidFill>
                <a:effectLst/>
                <a:latin typeface="+mn-lt"/>
                <a:ea typeface="+mn-ea"/>
                <a:cs typeface="+mn-cs"/>
              </a:rPr>
              <a:t>กับ</a:t>
            </a:r>
            <a:r>
              <a:rPr lang="en-US" sz="1200" b="1" i="0" kern="1200" dirty="0">
                <a:solidFill>
                  <a:schemeClr val="tx1"/>
                </a:solidFill>
                <a:effectLst/>
                <a:latin typeface="+mn-lt"/>
                <a:ea typeface="+mn-ea"/>
                <a:cs typeface="+mn-cs"/>
              </a:rPr>
              <a:t> Pod Labels </a:t>
            </a:r>
            <a:r>
              <a:rPr lang="en-US" sz="1200" b="1" i="0" kern="1200" dirty="0" err="1">
                <a:solidFill>
                  <a:schemeClr val="tx1"/>
                </a:solidFill>
                <a:effectLst/>
                <a:latin typeface="+mn-lt"/>
                <a:ea typeface="+mn-ea"/>
                <a:cs typeface="+mn-cs"/>
              </a:rPr>
              <a:t>ตรงกันหรือไม่</a:t>
            </a: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วิธีตรวจสอบ</a:t>
            </a:r>
            <a:endParaRPr lang="en-US" sz="1200" b="1"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ตรวจ</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EndpointSlices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ว่ามี</a:t>
            </a:r>
            <a:r>
              <a:rPr lang="en-US" sz="1200" b="0" i="0" kern="1200" dirty="0">
                <a:solidFill>
                  <a:schemeClr val="tx1"/>
                </a:solidFill>
                <a:effectLst/>
                <a:latin typeface="+mn-lt"/>
                <a:ea typeface="+mn-ea"/>
                <a:cs typeface="+mn-cs"/>
              </a:rPr>
              <a:t> Pods </a:t>
            </a:r>
            <a:r>
              <a:rPr lang="en-US" sz="1200" b="0" i="0" kern="1200" dirty="0" err="1">
                <a:solidFill>
                  <a:schemeClr val="tx1"/>
                </a:solidFill>
                <a:effectLst/>
                <a:latin typeface="+mn-lt"/>
                <a:ea typeface="+mn-ea"/>
                <a:cs typeface="+mn-cs"/>
              </a:rPr>
              <a:t>เชื่อมกับ</a:t>
            </a:r>
            <a:r>
              <a:rPr lang="en-US" sz="1200" b="0" i="0" kern="1200" dirty="0">
                <a:solidFill>
                  <a:schemeClr val="tx1"/>
                </a:solidFill>
                <a:effectLst/>
                <a:latin typeface="+mn-lt"/>
                <a:ea typeface="+mn-ea"/>
                <a:cs typeface="+mn-cs"/>
              </a:rPr>
              <a:t> Service </a:t>
            </a:r>
            <a:r>
              <a:rPr lang="en-US" sz="1200" b="0" i="0" kern="1200" dirty="0" err="1">
                <a:solidFill>
                  <a:schemeClr val="tx1"/>
                </a:solidFill>
                <a:effectLst/>
                <a:latin typeface="+mn-lt"/>
                <a:ea typeface="+mn-ea"/>
                <a:cs typeface="+mn-cs"/>
              </a:rPr>
              <a:t>หรือไม่</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Port Forward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ทดสอบ</a:t>
            </a:r>
            <a:r>
              <a:rPr lang="en-US" sz="1200" b="0" i="0" kern="1200" dirty="0">
                <a:solidFill>
                  <a:schemeClr val="tx1"/>
                </a:solidFill>
                <a:effectLst/>
                <a:latin typeface="+mn-lt"/>
                <a:ea typeface="+mn-ea"/>
                <a:cs typeface="+mn-cs"/>
              </a:rPr>
              <a:t> Endpoint </a:t>
            </a:r>
            <a:r>
              <a:rPr lang="en-US" sz="1200" b="0" i="0" kern="1200" dirty="0" err="1">
                <a:solidFill>
                  <a:schemeClr val="tx1"/>
                </a:solidFill>
                <a:effectLst/>
                <a:latin typeface="+mn-lt"/>
                <a:ea typeface="+mn-ea"/>
                <a:cs typeface="+mn-cs"/>
              </a:rPr>
              <a:t>ก่อนเปิดให้ภายนอกเข้าถึง</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ตรวจ</a:t>
            </a:r>
            <a:r>
              <a:rPr lang="en-US" sz="1200" b="0" i="0" kern="1200" dirty="0">
                <a:solidFill>
                  <a:schemeClr val="tx1"/>
                </a:solidFill>
                <a:effectLst/>
                <a:latin typeface="+mn-lt"/>
                <a:ea typeface="+mn-ea"/>
                <a:cs typeface="+mn-cs"/>
              </a:rPr>
              <a:t> Service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Ingress </a:t>
            </a:r>
            <a:r>
              <a:rPr lang="en-US" sz="1200" b="0" i="0" kern="1200" dirty="0" err="1">
                <a:solidFill>
                  <a:schemeClr val="tx1"/>
                </a:solidFill>
                <a:effectLst/>
                <a:latin typeface="+mn-lt"/>
                <a:ea typeface="+mn-ea"/>
                <a:cs typeface="+mn-cs"/>
              </a:rPr>
              <a:t>เพื่อดู</a:t>
            </a:r>
            <a:r>
              <a:rPr lang="en-US" sz="1200" b="0" i="0" kern="1200" dirty="0">
                <a:solidFill>
                  <a:schemeClr val="tx1"/>
                </a:solidFill>
                <a:effectLst/>
                <a:latin typeface="+mn-lt"/>
                <a:ea typeface="+mn-ea"/>
                <a:cs typeface="+mn-cs"/>
              </a:rPr>
              <a:t> External IP</a:t>
            </a:r>
          </a:p>
          <a:p>
            <a:pPr fontAlgn="t"/>
            <a:r>
              <a:rPr lang="en-US" sz="1200" b="1" i="0" kern="1200" dirty="0" err="1">
                <a:solidFill>
                  <a:schemeClr val="tx1"/>
                </a:solidFill>
                <a:effectLst/>
                <a:latin typeface="+mn-lt"/>
                <a:ea typeface="+mn-ea"/>
                <a:cs typeface="+mn-cs"/>
              </a:rPr>
              <a:t>สรุปจำง่าย</a:t>
            </a:r>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Client </a:t>
            </a:r>
            <a:r>
              <a:rPr lang="en-US" sz="1200" b="1" i="0" kern="1200" dirty="0" err="1">
                <a:solidFill>
                  <a:schemeClr val="tx1"/>
                </a:solidFill>
                <a:effectLst/>
                <a:latin typeface="+mn-lt"/>
                <a:ea typeface="+mn-ea"/>
                <a:cs typeface="+mn-cs"/>
              </a:rPr>
              <a:t>เข้าไม่ได้</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ไล่ตรวจจาก</a:t>
            </a:r>
            <a:r>
              <a:rPr lang="en-US" sz="1200" b="1" i="0" kern="1200" dirty="0">
                <a:solidFill>
                  <a:schemeClr val="tx1"/>
                </a:solidFill>
                <a:effectLst/>
                <a:latin typeface="+mn-lt"/>
                <a:ea typeface="+mn-ea"/>
                <a:cs typeface="+mn-cs"/>
              </a:rPr>
              <a:t> Load Balancer/Ingress → Service → </a:t>
            </a:r>
            <a:r>
              <a:rPr lang="en-US" sz="1200" b="1" i="0" kern="1200" dirty="0" err="1">
                <a:solidFill>
                  <a:schemeClr val="tx1"/>
                </a:solidFill>
                <a:effectLst/>
                <a:latin typeface="+mn-lt"/>
                <a:ea typeface="+mn-ea"/>
                <a:cs typeface="+mn-cs"/>
              </a:rPr>
              <a:t>EndpointSlices</a:t>
            </a:r>
            <a:r>
              <a:rPr lang="en-US" sz="1200" b="1" i="0" kern="1200" dirty="0">
                <a:solidFill>
                  <a:schemeClr val="tx1"/>
                </a:solidFill>
                <a:effectLst/>
                <a:latin typeface="+mn-lt"/>
                <a:ea typeface="+mn-ea"/>
                <a:cs typeface="+mn-cs"/>
              </a:rPr>
              <a:t> → Pods</a:t>
            </a:r>
            <a:endParaRPr lang="en-US" sz="1200" b="0" i="0" kern="1200" dirty="0">
              <a:solidFill>
                <a:schemeClr val="tx1"/>
              </a:solidFill>
              <a:effectLst/>
              <a:latin typeface="+mn-lt"/>
              <a:ea typeface="+mn-ea"/>
              <a:cs typeface="+mn-cs"/>
            </a:endParaRPr>
          </a:p>
        </p:txBody>
      </p:sp>
      <p:sp>
        <p:nvSpPr>
          <p:cNvPr id="1108473052"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59E423-A47E-586E-FBF1-2B304E084B05}"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1272715" name="Slide Image Placeholder 1"/>
          <p:cNvSpPr>
            <a:spLocks noGrp="1" noRot="1" noChangeAspect="1"/>
          </p:cNvSpPr>
          <p:nvPr>
            <p:ph type="sldImg"/>
          </p:nvPr>
        </p:nvSpPr>
        <p:spPr bwMode="auto">
          <a:xfrm>
            <a:off x="217488" y="812800"/>
            <a:ext cx="7124700" cy="4008438"/>
          </a:xfrm>
        </p:spPr>
      </p:sp>
      <p:sp>
        <p:nvSpPr>
          <p:cNvPr id="758094938" name="Notes Placeholder 2"/>
          <p:cNvSpPr>
            <a:spLocks noGrp="1"/>
          </p:cNvSpPr>
          <p:nvPr>
            <p:ph type="body" idx="1"/>
          </p:nvPr>
        </p:nvSpPr>
        <p:spPr bwMode="auto"/>
        <p:txBody>
          <a:bodyPr/>
          <a:lstStyle/>
          <a:p>
            <a:pPr>
              <a:lnSpc>
                <a:spcPct val="90000"/>
              </a:lnSpc>
              <a:spcAft>
                <a:spcPts val="332"/>
              </a:spcAft>
              <a:defRPr/>
            </a:pPr>
            <a:r>
              <a:rPr lang="en-US"/>
              <a:t>This exercise requires an Azure subscription, which should be provided by the lab hoster supporting your delivery of this course.</a:t>
            </a:r>
            <a:endParaRPr lang="en-US">
              <a:solidFill>
                <a:srgbClr val="444444"/>
              </a:solidFill>
            </a:endParaRPr>
          </a:p>
          <a:p>
            <a:pPr>
              <a:lnSpc>
                <a:spcPct val="90000"/>
              </a:lnSpc>
              <a:spcAft>
                <a:spcPts val="332"/>
              </a:spcAft>
              <a:defRPr/>
            </a:pPr>
            <a:r>
              <a:rPr lang="en-US"/>
              <a:t>If you are not able to provide students with Azure subscriptions, you can demonstrate the lab using your own subscription (if you have one available).</a:t>
            </a:r>
            <a:endParaRPr/>
          </a:p>
        </p:txBody>
      </p:sp>
      <p:sp>
        <p:nvSpPr>
          <p:cNvPr id="1328496051" name="Header Placeholder 3"/>
          <p:cNvSpPr>
            <a:spLocks noGrp="1"/>
          </p:cNvSpPr>
          <p:nvPr>
            <p:ph type="hdr" sz="quarter"/>
          </p:nvPr>
        </p:nvSpPr>
        <p:spPr bwMode="auto"/>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1949824850" name="Footer Placeholder 4"/>
          <p:cNvSpPr>
            <a:spLocks noGrp="1"/>
          </p:cNvSpPr>
          <p:nvPr>
            <p:ph type="ftr" sz="quarter" idx="4"/>
          </p:nvPr>
        </p:nvSpPr>
        <p:spPr bwMode="auto"/>
        <p:txBody>
          <a:bodyPr/>
          <a:lstStyle/>
          <a:p>
            <a:pPr marL="0" marR="0" lvl="0" indent="0" algn="l" defTabSz="914098" rtl="0" eaLnBrk="1" fontAlgn="auto" latinLnBrk="0" hangingPunct="1">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a:ea typeface="Segoe UI"/>
                <a:cs typeface="Segoe UI"/>
              </a:rPr>
              <a:t>© Microsoft Corporation. All rights reserved. MICROSOFT MAKES NO WARRANTIES, EXPRESS, IMPLIED OR STATUTORY, AS TO THE INFORMATION IN THIS PRESENTATION.</a:t>
            </a:r>
            <a:endParaRPr kumimoji="0" sz="1200" b="0" i="0" u="none" strike="noStrike" kern="0" cap="none" spc="0" normalizeH="0" baseline="0" noProof="0">
              <a:ln>
                <a:noFill/>
              </a:ln>
              <a:solidFill>
                <a:prstClr val="black"/>
              </a:solidFill>
              <a:effectLst/>
              <a:uLnTx/>
              <a:uFillTx/>
              <a:latin typeface="Aptos"/>
              <a:cs typeface="Arial"/>
            </a:endParaRPr>
          </a:p>
        </p:txBody>
      </p:sp>
      <p:sp>
        <p:nvSpPr>
          <p:cNvPr id="1066111997" name="Date Placeholder 5"/>
          <p:cNvSpPr>
            <a:spLocks noGrp="1"/>
          </p:cNvSpPr>
          <p:nvPr>
            <p:ph type="dt" idx="1"/>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FD8069-D363-B1FD-C85A-30544EF19ECA}" type="datetime8">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10/27/2026 8:46 AM</a:t>
            </a:fld>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959360582" name="Slide Number Placeholder 6"/>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32D111-37E3-EE75-0870-1F0A4C533A8B}"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14950106" name="Slide Image Placeholder 1"/>
          <p:cNvSpPr>
            <a:spLocks noGrp="1" noRot="1" noChangeAspect="1"/>
          </p:cNvSpPr>
          <p:nvPr>
            <p:ph type="sldImg"/>
          </p:nvPr>
        </p:nvSpPr>
        <p:spPr bwMode="auto">
          <a:xfrm>
            <a:off x="217488" y="812800"/>
            <a:ext cx="7124700" cy="4008438"/>
          </a:xfrm>
        </p:spPr>
      </p:sp>
      <p:sp>
        <p:nvSpPr>
          <p:cNvPr id="1637953882" name="Notes Placeholder 2"/>
          <p:cNvSpPr>
            <a:spLocks noGrp="1"/>
          </p:cNvSpPr>
          <p:nvPr>
            <p:ph type="body" idx="1"/>
          </p:nvPr>
        </p:nvSpPr>
        <p:spPr bwMode="auto"/>
        <p:txBody>
          <a:bodyPr/>
          <a:lstStyle/>
          <a:p>
            <a:pPr marL="0" marR="0" lvl="0" indent="0" algn="l" defTabSz="914400" rtl="0">
              <a:lnSpc>
                <a:spcPct val="100000"/>
              </a:lnSpc>
              <a:spcBef>
                <a:spcPts val="0"/>
              </a:spcBef>
              <a:spcAft>
                <a:spcPts val="0"/>
              </a:spcAft>
              <a:buClrTx/>
              <a:buSzTx/>
              <a:buFontTx/>
              <a:buNone/>
              <a:defRPr/>
            </a:pPr>
            <a:r>
              <a:rPr lang="en-US" b="0"/>
              <a:t>These Learn modules are part of the </a:t>
            </a:r>
            <a:r>
              <a:rPr lang="en-US"/>
              <a:t>Develop AI solutions with Azure Cosmos DB for NoSQL learning path:</a:t>
            </a:r>
            <a:r>
              <a:rPr lang="en-US" b="0" i="0">
                <a:solidFill>
                  <a:srgbClr val="171717"/>
                </a:solidFill>
                <a:latin typeface="Segoe UI"/>
              </a:rPr>
              <a:t> (</a:t>
            </a:r>
            <a:r>
              <a:rPr lang="en-US" sz="1200" b="0" i="0" u="sng" strike="noStrike" cap="none" spc="0">
                <a:solidFill>
                  <a:schemeClr val="tx1"/>
                </a:solidFill>
                <a:latin typeface="Aptos"/>
                <a:ea typeface="Aptos"/>
                <a:cs typeface="Aptos"/>
                <a:hlinkClick r:id="rId3"/>
              </a:rPr>
              <a:t>https://learn.microsoft.com/training/paths/develop-ai-solutions-azure-cosmos-db/</a:t>
            </a:r>
            <a:endParaRPr/>
          </a:p>
          <a:p>
            <a:pPr>
              <a:defRPr/>
            </a:pPr>
            <a:endParaRPr lang="en-US"/>
          </a:p>
        </p:txBody>
      </p:sp>
      <p:sp>
        <p:nvSpPr>
          <p:cNvPr id="342603296"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02487901" name="Slide Image Placeholder 1"/>
          <p:cNvSpPr>
            <a:spLocks noGrp="1" noRot="1" noChangeAspect="1"/>
          </p:cNvSpPr>
          <p:nvPr>
            <p:ph type="sldImg"/>
          </p:nvPr>
        </p:nvSpPr>
        <p:spPr bwMode="auto">
          <a:xfrm>
            <a:off x="217488" y="812800"/>
            <a:ext cx="7124700" cy="4008438"/>
          </a:xfrm>
        </p:spPr>
      </p:sp>
      <p:sp>
        <p:nvSpPr>
          <p:cNvPr id="113403722" name="Notes Placeholder 2"/>
          <p:cNvSpPr>
            <a:spLocks noGrp="1"/>
          </p:cNvSpPr>
          <p:nvPr>
            <p:ph type="body" idx="1"/>
          </p:nvPr>
        </p:nvSpPr>
        <p:spPr bwMode="auto"/>
        <p:txBody>
          <a:bodyPr/>
          <a:lstStyle/>
          <a:p>
            <a:pPr lvl="0">
              <a:defRPr/>
            </a:pPr>
            <a:r>
              <a:rPr lang="en-US" sz="1200" b="0" i="0" u="none" strike="noStrike" cap="none" spc="0">
                <a:solidFill>
                  <a:schemeClr val="tx1"/>
                </a:solidFill>
                <a:latin typeface="+mn-lt"/>
                <a:ea typeface="+mn-ea"/>
                <a:cs typeface="+mn-cs"/>
              </a:rPr>
              <a:t>This module covers connecting to Cosmos DB for NoSQL, performing data operations with the SDK, and writing efficient queries</a:t>
            </a:r>
            <a:endParaRPr sz="1200"/>
          </a:p>
          <a:p>
            <a:pPr>
              <a:defRPr/>
            </a:pPr>
            <a:endParaRPr/>
          </a:p>
          <a:p>
            <a:pPr>
              <a:defRPr/>
            </a:pPr>
            <a:r>
              <a:rPr lang="en-US"/>
              <a:t>Link to module: </a:t>
            </a:r>
            <a:r>
              <a:rPr lang="en-US" u="sng">
                <a:hlinkClick r:id="rId3"/>
              </a:rPr>
              <a:t>https://learn.microsoft.com/training/modules/build-query-azure-cosmos-db/</a:t>
            </a:r>
            <a:endParaRPr/>
          </a:p>
        </p:txBody>
      </p:sp>
      <p:sp>
        <p:nvSpPr>
          <p:cNvPr id="1967022090"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597621" name="Slide Image Placeholder 1"/>
          <p:cNvSpPr>
            <a:spLocks noGrp="1" noRot="1" noChangeAspect="1"/>
          </p:cNvSpPr>
          <p:nvPr>
            <p:ph type="sldImg"/>
          </p:nvPr>
        </p:nvSpPr>
        <p:spPr bwMode="auto">
          <a:xfrm>
            <a:off x="217488" y="812800"/>
            <a:ext cx="7124700" cy="4008438"/>
          </a:xfrm>
        </p:spPr>
      </p:sp>
      <p:sp>
        <p:nvSpPr>
          <p:cNvPr id="601324901" name="Notes Placeholder 2"/>
          <p:cNvSpPr>
            <a:spLocks noGrp="1"/>
          </p:cNvSpPr>
          <p:nvPr>
            <p:ph type="body" idx="1"/>
          </p:nvPr>
        </p:nvSpPr>
        <p:spPr bwMode="auto"/>
        <p:txBody>
          <a:bodyPr/>
          <a:lstStyle/>
          <a:p>
            <a:pPr fontAlgn="t"/>
            <a:r>
              <a:rPr lang="en-US" sz="1200" b="1" i="0" kern="1200" dirty="0">
                <a:solidFill>
                  <a:schemeClr val="tx1"/>
                </a:solidFill>
                <a:effectLst/>
                <a:latin typeface="+mn-lt"/>
                <a:ea typeface="+mn-ea"/>
                <a:cs typeface="+mn-cs"/>
              </a:rPr>
              <a:t>Azure Cosmos DB for NoSQL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ซึ่งเป็นฐานข้อมูลที่จัดเก็บข้อมูลในรูปแบบ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JSON Document</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a:t>
            </a:r>
            <a:r>
              <a:rPr lang="en-US" sz="1200" b="1" i="0" kern="1200" dirty="0" err="1">
                <a:solidFill>
                  <a:schemeClr val="tx1"/>
                </a:solidFill>
                <a:effectLst/>
                <a:latin typeface="+mn-lt"/>
                <a:ea typeface="+mn-ea"/>
                <a:cs typeface="+mn-cs"/>
              </a:rPr>
              <a:t>โครงสร้างข้อมูล</a:t>
            </a:r>
            <a:r>
              <a:rPr lang="en-US" sz="1200" b="1" i="0" kern="1200" dirty="0">
                <a:solidFill>
                  <a:schemeClr val="tx1"/>
                </a:solidFill>
                <a:effectLst/>
                <a:latin typeface="+mn-lt"/>
                <a:ea typeface="+mn-ea"/>
                <a:cs typeface="+mn-cs"/>
              </a:rPr>
              <a:t> 4 </a:t>
            </a:r>
            <a:r>
              <a:rPr lang="en-US" sz="1200" b="1" i="0" kern="1200" dirty="0" err="1">
                <a:solidFill>
                  <a:schemeClr val="tx1"/>
                </a:solidFill>
                <a:effectLst/>
                <a:latin typeface="+mn-lt"/>
                <a:ea typeface="+mn-ea"/>
                <a:cs typeface="+mn-cs"/>
              </a:rPr>
              <a:t>ระดับ</a:t>
            </a:r>
            <a:endParaRPr lang="en-US" sz="1200" b="1"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จำง่าย</a:t>
            </a:r>
            <a:r>
              <a:rPr lang="en-US" sz="1200" b="0" i="0" kern="1200" dirty="0">
                <a:solidFill>
                  <a:schemeClr val="tx1"/>
                </a:solidFill>
                <a:effectLst/>
                <a:latin typeface="+mn-lt"/>
                <a:ea typeface="+mn-ea"/>
                <a:cs typeface="+mn-cs"/>
              </a:rPr>
              <a:t> ๆ </a:t>
            </a:r>
            <a:r>
              <a:rPr lang="en-US" sz="1200" b="0" i="0" kern="1200" dirty="0" err="1">
                <a:solidFill>
                  <a:schemeClr val="tx1"/>
                </a:solidFill>
                <a:effectLst/>
                <a:latin typeface="+mn-lt"/>
                <a:ea typeface="+mn-ea"/>
                <a:cs typeface="+mn-cs"/>
              </a:rPr>
              <a:t>จากใหญ่ไปเล็ก</a:t>
            </a:r>
            <a:r>
              <a:rPr lang="en-US" sz="1200" b="0" i="0" kern="1200" dirty="0">
                <a:solidFill>
                  <a:schemeClr val="tx1"/>
                </a:solidFill>
                <a:effectLst/>
                <a:latin typeface="+mn-lt"/>
                <a:ea typeface="+mn-ea"/>
                <a:cs typeface="+mn-cs"/>
              </a:rPr>
              <a:t>:</a:t>
            </a:r>
          </a:p>
          <a:p>
            <a:pPr fontAlgn="t"/>
            <a:r>
              <a:rPr lang="en-US" sz="1200" b="1" i="0" kern="1200" dirty="0">
                <a:solidFill>
                  <a:schemeClr val="tx1"/>
                </a:solidFill>
                <a:effectLst/>
                <a:latin typeface="+mn-lt"/>
                <a:ea typeface="+mn-ea"/>
                <a:cs typeface="+mn-cs"/>
              </a:rPr>
              <a:t>Account → Database → Container → Item</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Account</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ระดับบนสุด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มี</a:t>
            </a:r>
            <a:r>
              <a:rPr lang="en-US" sz="1200" b="0" i="0" kern="1200" dirty="0">
                <a:solidFill>
                  <a:schemeClr val="tx1"/>
                </a:solidFill>
                <a:effectLst/>
                <a:latin typeface="+mn-lt"/>
                <a:ea typeface="+mn-ea"/>
                <a:cs typeface="+mn-cs"/>
              </a:rPr>
              <a:t> Endpoint </a:t>
            </a:r>
            <a:r>
              <a:rPr lang="en-US" sz="1200" b="0" i="0" kern="1200" dirty="0" err="1">
                <a:solidFill>
                  <a:schemeClr val="tx1"/>
                </a:solidFill>
                <a:effectLst/>
                <a:latin typeface="+mn-lt"/>
                <a:ea typeface="+mn-ea"/>
                <a:cs typeface="+mn-cs"/>
              </a:rPr>
              <a:t>และการตั้งค่า</a:t>
            </a:r>
            <a:r>
              <a:rPr lang="en-US" sz="1200" b="0" i="0" kern="1200" dirty="0">
                <a:solidFill>
                  <a:schemeClr val="tx1"/>
                </a:solidFill>
                <a:effectLst/>
                <a:latin typeface="+mn-lt"/>
                <a:ea typeface="+mn-ea"/>
                <a:cs typeface="+mn-cs"/>
              </a:rPr>
              <a:t> Consistency</a:t>
            </a:r>
          </a:p>
          <a:p>
            <a:pPr lvl="0" fontAlgn="t"/>
            <a:r>
              <a:rPr lang="en-US" sz="1200" b="1" i="0" kern="1200" dirty="0">
                <a:solidFill>
                  <a:schemeClr val="tx1"/>
                </a:solidFill>
                <a:effectLst/>
                <a:latin typeface="+mn-lt"/>
                <a:ea typeface="+mn-ea"/>
                <a:cs typeface="+mn-cs"/>
              </a:rPr>
              <a:t>Database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พื้นที่จัดกลุ่มข้อมูล</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Container</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ที่เก็บ</a:t>
            </a:r>
            <a:r>
              <a:rPr lang="en-US" sz="1200" b="0" i="0" kern="1200" dirty="0">
                <a:solidFill>
                  <a:schemeClr val="tx1"/>
                </a:solidFill>
                <a:effectLst/>
                <a:latin typeface="+mn-lt"/>
                <a:ea typeface="+mn-ea"/>
                <a:cs typeface="+mn-cs"/>
              </a:rPr>
              <a:t> Items </a:t>
            </a:r>
            <a:r>
              <a:rPr lang="en-US" sz="1200" b="0" i="0" kern="1200" dirty="0" err="1">
                <a:solidFill>
                  <a:schemeClr val="tx1"/>
                </a:solidFill>
                <a:effectLst/>
                <a:latin typeface="+mn-lt"/>
                <a:ea typeface="+mn-ea"/>
                <a:cs typeface="+mn-cs"/>
              </a:rPr>
              <a:t>และเป็นจุดสำคัญในการกำหนด</a:t>
            </a:r>
            <a:r>
              <a:rPr lang="en-US" sz="1200" b="0" i="0" kern="1200" dirty="0">
                <a:solidFill>
                  <a:schemeClr val="tx1"/>
                </a:solidFill>
                <a:effectLst/>
                <a:latin typeface="+mn-lt"/>
                <a:ea typeface="+mn-ea"/>
                <a:cs typeface="+mn-cs"/>
              </a:rPr>
              <a:t> Partition Key</a:t>
            </a:r>
          </a:p>
          <a:p>
            <a:pPr lvl="0" fontAlgn="t"/>
            <a:r>
              <a:rPr lang="en-US" sz="1200" b="1" i="0" kern="1200" dirty="0">
                <a:solidFill>
                  <a:schemeClr val="tx1"/>
                </a:solidFill>
                <a:effectLst/>
                <a:latin typeface="+mn-lt"/>
                <a:ea typeface="+mn-ea"/>
                <a:cs typeface="+mn-cs"/>
              </a:rPr>
              <a:t>Item</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ข้อมูลจริงแต่ละรายการในรูปแบบ</a:t>
            </a:r>
            <a:r>
              <a:rPr lang="en-US" sz="1200" b="0" i="0" kern="1200" dirty="0">
                <a:solidFill>
                  <a:schemeClr val="tx1"/>
                </a:solidFill>
                <a:effectLst/>
                <a:latin typeface="+mn-lt"/>
                <a:ea typeface="+mn-ea"/>
                <a:cs typeface="+mn-cs"/>
              </a:rPr>
              <a:t> JSON</a:t>
            </a:r>
          </a:p>
          <a:p>
            <a:pPr fontAlgn="t"/>
            <a:r>
              <a:rPr lang="en-US" sz="1200" b="1" i="0" kern="1200" dirty="0">
                <a:solidFill>
                  <a:schemeClr val="tx1"/>
                </a:solidFill>
                <a:effectLst/>
                <a:latin typeface="+mn-lt"/>
                <a:ea typeface="+mn-ea"/>
                <a:cs typeface="+mn-cs"/>
              </a:rPr>
              <a:t>2. Partition Key </a:t>
            </a:r>
            <a:r>
              <a:rPr lang="en-US" sz="1200" b="1" i="0" kern="1200" dirty="0" err="1">
                <a:solidFill>
                  <a:schemeClr val="tx1"/>
                </a:solidFill>
                <a:effectLst/>
                <a:latin typeface="+mn-lt"/>
                <a:ea typeface="+mn-ea"/>
                <a:cs typeface="+mn-cs"/>
              </a:rPr>
              <a:t>สำคัญมาก</a:t>
            </a:r>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Partition Key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ใช้ช่วยแบ่งข้อมูลเพื่อให้ระบบรองรับข้อมูลและการทำงานในปริมาณมาก</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สไลด์แนะนำให้เลือกข้อมูลที่มีค่าหลากหลายสูง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userId</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tenantId</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categoryId</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จำง่าย</a:t>
            </a:r>
            <a:r>
              <a:rPr lang="en-US" sz="1200" b="0" i="0" kern="1200" dirty="0">
                <a:solidFill>
                  <a:schemeClr val="tx1"/>
                </a:solidFill>
                <a:effectLst/>
                <a:latin typeface="+mn-lt"/>
                <a:ea typeface="+mn-ea"/>
                <a:cs typeface="+mn-cs"/>
              </a:rPr>
              <a:t> ๆ: </a:t>
            </a:r>
            <a:r>
              <a:rPr lang="en-US" sz="1200" b="1" i="0" kern="1200" dirty="0">
                <a:solidFill>
                  <a:schemeClr val="tx1"/>
                </a:solidFill>
                <a:effectLst/>
                <a:latin typeface="+mn-lt"/>
                <a:ea typeface="+mn-ea"/>
                <a:cs typeface="+mn-cs"/>
              </a:rPr>
              <a:t>Partition Key = </a:t>
            </a:r>
            <a:r>
              <a:rPr lang="en-US" sz="1200" b="1" i="0" kern="1200" dirty="0" err="1">
                <a:solidFill>
                  <a:schemeClr val="tx1"/>
                </a:solidFill>
                <a:effectLst/>
                <a:latin typeface="+mn-lt"/>
                <a:ea typeface="+mn-ea"/>
                <a:cs typeface="+mn-cs"/>
              </a:rPr>
              <a:t>กุญแจสำหรับแบ่งข้อมูลออกเป็นกลุ่ม</a:t>
            </a:r>
            <a:r>
              <a:rPr lang="en-US" sz="1200" b="1" i="0" kern="1200" dirty="0">
                <a:solidFill>
                  <a:schemeClr val="tx1"/>
                </a:solidFill>
                <a:effectLst/>
                <a:latin typeface="+mn-lt"/>
                <a:ea typeface="+mn-ea"/>
                <a:cs typeface="+mn-cs"/>
              </a:rPr>
              <a:t> ๆ</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3. Throughput </a:t>
            </a:r>
            <a:r>
              <a:rPr lang="en-US" sz="1200" b="1" i="0" kern="1200" dirty="0" err="1">
                <a:solidFill>
                  <a:schemeClr val="tx1"/>
                </a:solidFill>
                <a:effectLst/>
                <a:latin typeface="+mn-lt"/>
                <a:ea typeface="+mn-ea"/>
                <a:cs typeface="+mn-cs"/>
              </a:rPr>
              <a:t>วัดเป็น</a:t>
            </a:r>
            <a:r>
              <a:rPr lang="en-US" sz="1200" b="1" i="0" kern="1200" dirty="0">
                <a:solidFill>
                  <a:schemeClr val="tx1"/>
                </a:solidFill>
                <a:effectLst/>
                <a:latin typeface="+mn-lt"/>
                <a:ea typeface="+mn-ea"/>
                <a:cs typeface="+mn-cs"/>
              </a:rPr>
              <a:t> RU/s</a:t>
            </a:r>
          </a:p>
          <a:p>
            <a:pPr fontAlgn="t"/>
            <a:r>
              <a:rPr lang="en-US" sz="1200" b="0" i="0" kern="1200" dirty="0">
                <a:solidFill>
                  <a:schemeClr val="tx1"/>
                </a:solidFill>
                <a:effectLst/>
                <a:latin typeface="+mn-lt"/>
                <a:ea typeface="+mn-ea"/>
                <a:cs typeface="+mn-cs"/>
              </a:rPr>
              <a:t>Cosmos DB </a:t>
            </a:r>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Request Units (RUs)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วัดต้นทุนของการทำงานกับฐานข้อมูล</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มี</a:t>
            </a:r>
            <a:r>
              <a:rPr lang="en-US" sz="1200" b="0" i="0" kern="1200" dirty="0">
                <a:solidFill>
                  <a:schemeClr val="tx1"/>
                </a:solidFill>
                <a:effectLst/>
                <a:latin typeface="+mn-lt"/>
                <a:ea typeface="+mn-ea"/>
                <a:cs typeface="+mn-cs"/>
              </a:rPr>
              <a:t> 2 </a:t>
            </a:r>
            <a:r>
              <a:rPr lang="en-US" sz="1200" b="0" i="0" kern="1200" dirty="0" err="1">
                <a:solidFill>
                  <a:schemeClr val="tx1"/>
                </a:solidFill>
                <a:effectLst/>
                <a:latin typeface="+mn-lt"/>
                <a:ea typeface="+mn-ea"/>
                <a:cs typeface="+mn-cs"/>
              </a:rPr>
              <a:t>รูปแบบในสไลด์</a:t>
            </a:r>
            <a:r>
              <a:rPr lang="en-US" sz="1200" b="0" i="0" kern="1200" dirty="0">
                <a:solidFill>
                  <a:schemeClr val="tx1"/>
                </a:solidFill>
                <a:effectLst/>
                <a:latin typeface="+mn-lt"/>
                <a:ea typeface="+mn-ea"/>
                <a:cs typeface="+mn-cs"/>
              </a:rPr>
              <a:t>:</a:t>
            </a:r>
          </a:p>
          <a:p>
            <a:pPr lvl="0" fontAlgn="t"/>
            <a:r>
              <a:rPr lang="en-US" sz="1200" b="1" i="0" kern="1200" dirty="0">
                <a:solidFill>
                  <a:schemeClr val="tx1"/>
                </a:solidFill>
                <a:effectLst/>
                <a:latin typeface="+mn-lt"/>
                <a:ea typeface="+mn-ea"/>
                <a:cs typeface="+mn-cs"/>
              </a:rPr>
              <a:t>Manual</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กำหนด</a:t>
            </a:r>
            <a:r>
              <a:rPr lang="en-US" sz="1200" b="0" i="0" kern="1200" dirty="0">
                <a:solidFill>
                  <a:schemeClr val="tx1"/>
                </a:solidFill>
                <a:effectLst/>
                <a:latin typeface="+mn-lt"/>
                <a:ea typeface="+mn-ea"/>
                <a:cs typeface="+mn-cs"/>
              </a:rPr>
              <a:t> RU/s </a:t>
            </a:r>
            <a:r>
              <a:rPr lang="en-US" sz="1200" b="0" i="0" kern="1200" dirty="0" err="1">
                <a:solidFill>
                  <a:schemeClr val="tx1"/>
                </a:solidFill>
                <a:effectLst/>
                <a:latin typeface="+mn-lt"/>
                <a:ea typeface="+mn-ea"/>
                <a:cs typeface="+mn-cs"/>
              </a:rPr>
              <a:t>แบบคงที่</a:t>
            </a:r>
            <a:endParaRPr lang="en-US" sz="1200" b="0" i="0" kern="1200" dirty="0">
              <a:solidFill>
                <a:schemeClr val="tx1"/>
              </a:solidFill>
              <a:effectLst/>
              <a:latin typeface="+mn-lt"/>
              <a:ea typeface="+mn-ea"/>
              <a:cs typeface="+mn-cs"/>
            </a:endParaRPr>
          </a:p>
          <a:p>
            <a:pPr lvl="0" fontAlgn="t"/>
            <a:r>
              <a:rPr lang="en-US" sz="1200" b="1" i="0" kern="1200" dirty="0" err="1">
                <a:solidFill>
                  <a:schemeClr val="tx1"/>
                </a:solidFill>
                <a:effectLst/>
                <a:latin typeface="+mn-lt"/>
                <a:ea typeface="+mn-ea"/>
                <a:cs typeface="+mn-cs"/>
              </a:rPr>
              <a:t>Autoscale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ปรับระหว่าง</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10%–100% </a:t>
            </a:r>
            <a:r>
              <a:rPr lang="en-US" sz="1200" b="1" i="0" kern="1200" dirty="0" err="1">
                <a:solidFill>
                  <a:schemeClr val="tx1"/>
                </a:solidFill>
                <a:effectLst/>
                <a:latin typeface="+mn-lt"/>
                <a:ea typeface="+mn-ea"/>
                <a:cs typeface="+mn-cs"/>
              </a:rPr>
              <a:t>ของค่าสูงสุด</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ตัวอย่างในสไลด์</a:t>
            </a:r>
            <a:r>
              <a:rPr lang="en-US" sz="1200" b="0" i="0" kern="1200" dirty="0">
                <a:solidFill>
                  <a:schemeClr val="tx1"/>
                </a:solidFill>
                <a:effectLst/>
                <a:latin typeface="+mn-lt"/>
                <a:ea typeface="+mn-ea"/>
                <a:cs typeface="+mn-cs"/>
              </a:rPr>
              <a:t>:</a:t>
            </a:r>
          </a:p>
          <a:p>
            <a:pPr lvl="0" fontAlgn="t"/>
            <a:r>
              <a:rPr lang="en-US" sz="1200" b="0" i="0" kern="1200" dirty="0">
                <a:solidFill>
                  <a:schemeClr val="tx1"/>
                </a:solidFill>
                <a:effectLst/>
                <a:latin typeface="+mn-lt"/>
                <a:ea typeface="+mn-ea"/>
                <a:cs typeface="+mn-cs"/>
              </a:rPr>
              <a:t>Point Read ≈ </a:t>
            </a:r>
            <a:r>
              <a:rPr lang="en-US" sz="1200" b="1" i="0" kern="1200" dirty="0">
                <a:solidFill>
                  <a:schemeClr val="tx1"/>
                </a:solidFill>
                <a:effectLst/>
                <a:latin typeface="+mn-lt"/>
                <a:ea typeface="+mn-ea"/>
                <a:cs typeface="+mn-cs"/>
              </a:rPr>
              <a:t>1 RU</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Write ≈ </a:t>
            </a:r>
            <a:r>
              <a:rPr lang="en-US" sz="1200" b="1" i="0" kern="1200" dirty="0">
                <a:solidFill>
                  <a:schemeClr val="tx1"/>
                </a:solidFill>
                <a:effectLst/>
                <a:latin typeface="+mn-lt"/>
                <a:ea typeface="+mn-ea"/>
                <a:cs typeface="+mn-cs"/>
              </a:rPr>
              <a:t>5–10 RUs</a:t>
            </a: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สรุปจำง่าย</a:t>
            </a:r>
            <a:endParaRPr lang="en-US" sz="1200" b="1"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Container</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ที่เก็บข้อมูล</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Item</a:t>
            </a:r>
            <a:r>
              <a:rPr lang="en-US" sz="1200" b="0" i="0" kern="1200" dirty="0">
                <a:solidFill>
                  <a:schemeClr val="tx1"/>
                </a:solidFill>
                <a:effectLst/>
                <a:latin typeface="+mn-lt"/>
                <a:ea typeface="+mn-ea"/>
                <a:cs typeface="+mn-cs"/>
              </a:rPr>
              <a:t> = JSON </a:t>
            </a:r>
            <a:r>
              <a:rPr lang="en-US" sz="1200" b="0" i="0" kern="1200" dirty="0" err="1">
                <a:solidFill>
                  <a:schemeClr val="tx1"/>
                </a:solidFill>
                <a:effectLst/>
                <a:latin typeface="+mn-lt"/>
                <a:ea typeface="+mn-ea"/>
                <a:cs typeface="+mn-cs"/>
              </a:rPr>
              <a:t>แต่ละรายการ</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Partition Key</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วิธีแบ่งข้อมูล</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RU</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หน่วยวัดการใช้ทรัพยากรในการอ่าน</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เขียนข้อมูล</a:t>
            </a:r>
            <a:endParaRPr lang="en-US" sz="1200" b="0" i="0" kern="1200" dirty="0">
              <a:solidFill>
                <a:schemeClr val="tx1"/>
              </a:solidFill>
              <a:effectLst/>
              <a:latin typeface="+mn-lt"/>
              <a:ea typeface="+mn-ea"/>
              <a:cs typeface="+mn-cs"/>
            </a:endParaRPr>
          </a:p>
        </p:txBody>
      </p:sp>
      <p:sp>
        <p:nvSpPr>
          <p:cNvPr id="1790624962"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28E26C-F9C7-A99A-F8D9-A2B511D66EC9}"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93443453" name="Slide Image Placeholder 1"/>
          <p:cNvSpPr>
            <a:spLocks noGrp="1" noRot="1" noChangeAspect="1"/>
          </p:cNvSpPr>
          <p:nvPr>
            <p:ph type="sldImg"/>
          </p:nvPr>
        </p:nvSpPr>
        <p:spPr bwMode="auto">
          <a:xfrm>
            <a:off x="217488" y="812800"/>
            <a:ext cx="7124700" cy="4008438"/>
          </a:xfrm>
        </p:spPr>
      </p:sp>
      <p:sp>
        <p:nvSpPr>
          <p:cNvPr id="948456483" name="Notes Placeholder 2"/>
          <p:cNvSpPr>
            <a:spLocks noGrp="1"/>
          </p:cNvSpPr>
          <p:nvPr>
            <p:ph type="body" idx="1"/>
          </p:nvPr>
        </p:nvSpPr>
        <p:spPr bwMode="auto"/>
        <p:txBody>
          <a:bodyPr/>
          <a:lstStyle/>
          <a:p>
            <a:pPr fontAlgn="t"/>
            <a:r>
              <a:rPr lang="en-US" sz="1200" b="1" i="0" kern="1200" dirty="0">
                <a:solidFill>
                  <a:schemeClr val="tx1"/>
                </a:solidFill>
                <a:effectLst/>
                <a:latin typeface="+mn-lt"/>
                <a:ea typeface="+mn-ea"/>
                <a:cs typeface="+mn-cs"/>
              </a:rPr>
              <a:t>Azure Cosmos DB for NoSQL SDK</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ให้มีประสิทธิภาพ</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โดยเน้น</a:t>
            </a:r>
            <a:r>
              <a:rPr lang="en-US" sz="1200" b="0" i="0" kern="1200" dirty="0">
                <a:solidFill>
                  <a:schemeClr val="tx1"/>
                </a:solidFill>
                <a:effectLst/>
                <a:latin typeface="+mn-lt"/>
                <a:ea typeface="+mn-ea"/>
                <a:cs typeface="+mn-cs"/>
              </a:rPr>
              <a:t> 2 </a:t>
            </a:r>
            <a:r>
              <a:rPr lang="en-US" sz="1200" b="0" i="0" kern="1200" dirty="0" err="1">
                <a:solidFill>
                  <a:schemeClr val="tx1"/>
                </a:solidFill>
                <a:effectLst/>
                <a:latin typeface="+mn-lt"/>
                <a:ea typeface="+mn-ea"/>
                <a:cs typeface="+mn-cs"/>
              </a:rPr>
              <a:t>เรื่องหลัก</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คือ</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การใช้</a:t>
            </a:r>
            <a:r>
              <a:rPr lang="en-US" sz="1200" b="1" i="0" kern="1200" dirty="0">
                <a:solidFill>
                  <a:schemeClr val="tx1"/>
                </a:solidFill>
                <a:effectLst/>
                <a:latin typeface="+mn-lt"/>
                <a:ea typeface="+mn-ea"/>
                <a:cs typeface="+mn-cs"/>
              </a:rPr>
              <a:t> Client </a:t>
            </a:r>
            <a:r>
              <a:rPr lang="en-US" sz="1200" b="1" i="0" kern="1200" dirty="0" err="1">
                <a:solidFill>
                  <a:schemeClr val="tx1"/>
                </a:solidFill>
                <a:effectLst/>
                <a:latin typeface="+mn-lt"/>
                <a:ea typeface="+mn-ea"/>
                <a:cs typeface="+mn-cs"/>
              </a:rPr>
              <a:t>ซ้ำ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เลือกวิธีอ่านข้อมูลให้เหมาะสม</a:t>
            </a:r>
            <a:endParaRPr lang="en-US" sz="1200" b="1"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a:t>
            </a:r>
            <a:r>
              <a:rPr lang="en-US" sz="1200" b="1" i="0" kern="1200" dirty="0" err="1">
                <a:solidFill>
                  <a:schemeClr val="tx1"/>
                </a:solidFill>
                <a:effectLst/>
                <a:latin typeface="+mn-lt"/>
                <a:ea typeface="+mn-ea"/>
                <a:cs typeface="+mn-cs"/>
              </a:rPr>
              <a:t>ใช้</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CosmosClient</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ตัวเดียว</a:t>
            </a:r>
            <a:endParaRPr lang="en-US" sz="1200" b="1"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ควรสร้าง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CosmosClient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แล้ว</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ใช้ซ้ำตลอดอายุของ</a:t>
            </a:r>
            <a:r>
              <a:rPr lang="en-US" sz="1200" b="1" i="0" kern="1200" dirty="0">
                <a:solidFill>
                  <a:schemeClr val="tx1"/>
                </a:solidFill>
                <a:effectLst/>
                <a:latin typeface="+mn-lt"/>
                <a:ea typeface="+mn-ea"/>
                <a:cs typeface="+mn-cs"/>
              </a:rPr>
              <a:t> Application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ไม่ควรสร้างใหม่ทุก</a:t>
            </a:r>
            <a:r>
              <a:rPr lang="en-US" sz="1200" b="0" i="0" kern="1200" dirty="0">
                <a:solidFill>
                  <a:schemeClr val="tx1"/>
                </a:solidFill>
                <a:effectLst/>
                <a:latin typeface="+mn-lt"/>
                <a:ea typeface="+mn-ea"/>
                <a:cs typeface="+mn-cs"/>
              </a:rPr>
              <a:t> Request</a:t>
            </a:r>
          </a:p>
          <a:p>
            <a:pPr fontAlgn="t"/>
            <a:r>
              <a:rPr lang="en-US" sz="1200" b="0" i="0" kern="1200" dirty="0" err="1">
                <a:solidFill>
                  <a:schemeClr val="tx1"/>
                </a:solidFill>
                <a:effectLst/>
                <a:latin typeface="+mn-lt"/>
                <a:ea typeface="+mn-ea"/>
                <a:cs typeface="+mn-cs"/>
              </a:rPr>
              <a:t>เพราะ</a:t>
            </a:r>
            <a:r>
              <a:rPr lang="en-US" sz="1200" b="0" i="0" kern="1200" dirty="0">
                <a:solidFill>
                  <a:schemeClr val="tx1"/>
                </a:solidFill>
                <a:effectLst/>
                <a:latin typeface="+mn-lt"/>
                <a:ea typeface="+mn-ea"/>
                <a:cs typeface="+mn-cs"/>
              </a:rPr>
              <a:t> Client </a:t>
            </a:r>
            <a:r>
              <a:rPr lang="en-US" sz="1200" b="0" i="0" kern="1200" dirty="0" err="1">
                <a:solidFill>
                  <a:schemeClr val="tx1"/>
                </a:solidFill>
                <a:effectLst/>
                <a:latin typeface="+mn-lt"/>
                <a:ea typeface="+mn-ea"/>
                <a:cs typeface="+mn-cs"/>
              </a:rPr>
              <a:t>เป็นตัวดูแล</a:t>
            </a:r>
            <a:r>
              <a:rPr lang="en-US" sz="1200" b="0" i="0" kern="1200" dirty="0">
                <a:solidFill>
                  <a:schemeClr val="tx1"/>
                </a:solidFill>
                <a:effectLst/>
                <a:latin typeface="+mn-lt"/>
                <a:ea typeface="+mn-ea"/>
                <a:cs typeface="+mn-cs"/>
              </a:rPr>
              <a:t>:</a:t>
            </a:r>
          </a:p>
          <a:p>
            <a:pPr lvl="0" fontAlgn="t"/>
            <a:r>
              <a:rPr lang="en-US" sz="1200" b="0" i="0" kern="1200" dirty="0">
                <a:solidFill>
                  <a:schemeClr val="tx1"/>
                </a:solidFill>
                <a:effectLst/>
                <a:latin typeface="+mn-lt"/>
                <a:ea typeface="+mn-ea"/>
                <a:cs typeface="+mn-cs"/>
              </a:rPr>
              <a:t>Connection pools</a:t>
            </a:r>
          </a:p>
          <a:p>
            <a:pPr lvl="0" fontAlgn="t"/>
            <a:r>
              <a:rPr lang="en-US" sz="1200" b="0" i="0" kern="1200" dirty="0">
                <a:solidFill>
                  <a:schemeClr val="tx1"/>
                </a:solidFill>
                <a:effectLst/>
                <a:latin typeface="+mn-lt"/>
                <a:ea typeface="+mn-ea"/>
                <a:cs typeface="+mn-cs"/>
              </a:rPr>
              <a:t>Cache</a:t>
            </a:r>
          </a:p>
          <a:p>
            <a:pPr lvl="0" fontAlgn="t"/>
            <a:r>
              <a:rPr lang="en-US" sz="1200" b="0" i="0" kern="1200" dirty="0">
                <a:solidFill>
                  <a:schemeClr val="tx1"/>
                </a:solidFill>
                <a:effectLst/>
                <a:latin typeface="+mn-lt"/>
                <a:ea typeface="+mn-ea"/>
                <a:cs typeface="+mn-cs"/>
              </a:rPr>
              <a:t>Routing</a:t>
            </a:r>
          </a:p>
          <a:p>
            <a:pPr fontAlgn="t"/>
            <a:r>
              <a:rPr lang="en-US" sz="1200" b="0" i="0" kern="1200" dirty="0" err="1">
                <a:solidFill>
                  <a:schemeClr val="tx1"/>
                </a:solidFill>
                <a:effectLst/>
                <a:latin typeface="+mn-lt"/>
                <a:ea typeface="+mn-ea"/>
                <a:cs typeface="+mn-cs"/>
              </a:rPr>
              <a:t>ส่วน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get_database_client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get_container_client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เป็น</a:t>
            </a:r>
            <a:r>
              <a:rPr lang="en-US" sz="1200" b="0" i="0" kern="1200" dirty="0">
                <a:solidFill>
                  <a:schemeClr val="tx1"/>
                </a:solidFill>
                <a:effectLst/>
                <a:latin typeface="+mn-lt"/>
                <a:ea typeface="+mn-ea"/>
                <a:cs typeface="+mn-cs"/>
              </a:rPr>
              <a:t> lightweight handles </a:t>
            </a:r>
            <a:r>
              <a:rPr lang="en-US" sz="1200" b="0" i="0" kern="1200" dirty="0" err="1">
                <a:solidFill>
                  <a:schemeClr val="tx1"/>
                </a:solidFill>
                <a:effectLst/>
                <a:latin typeface="+mn-lt"/>
                <a:ea typeface="+mn-ea"/>
                <a:cs typeface="+mn-cs"/>
              </a:rPr>
              <a:t>จึงเรียกใช้งานได้ตามต้องการ</a:t>
            </a:r>
            <a:endParaRPr lang="en-US" sz="1200" b="0"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Point Read vs Query</a:t>
            </a:r>
          </a:p>
          <a:p>
            <a:pPr fontAlgn="t"/>
            <a:r>
              <a:rPr lang="en-US" sz="1200" b="1" i="0" kern="1200" dirty="0">
                <a:solidFill>
                  <a:schemeClr val="tx1"/>
                </a:solidFill>
                <a:effectLst/>
                <a:latin typeface="+mn-lt"/>
                <a:ea typeface="+mn-ea"/>
                <a:cs typeface="+mn-cs"/>
              </a:rPr>
              <a:t>Point Read</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ใช้เมื่อรู้ทั้ง</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id + partition key</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read_item</a:t>
            </a:r>
            <a:r>
              <a:rPr lang="en-US" sz="1200" b="0" i="0" kern="1200" dirty="0">
                <a:solidFill>
                  <a:schemeClr val="tx1"/>
                </a:solidFill>
                <a:effectLst/>
                <a:latin typeface="+mn-lt"/>
                <a:ea typeface="+mn-ea"/>
                <a:cs typeface="+mn-cs"/>
              </a:rPr>
              <a:t>()</a:t>
            </a:r>
          </a:p>
          <a:p>
            <a:pPr lvl="0" fontAlgn="t"/>
            <a:r>
              <a:rPr lang="en-US" sz="1200" b="0" i="0" kern="1200" dirty="0" err="1">
                <a:solidFill>
                  <a:schemeClr val="tx1"/>
                </a:solidFill>
                <a:effectLst/>
                <a:latin typeface="+mn-lt"/>
                <a:ea typeface="+mn-ea"/>
                <a:cs typeface="+mn-cs"/>
              </a:rPr>
              <a:t>ในสไลด์ระบุค่าใช้จ่ายประมาณ</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1 RU </a:t>
            </a:r>
            <a:r>
              <a:rPr lang="en-US" sz="1200" b="1" i="0" kern="1200" dirty="0" err="1">
                <a:solidFill>
                  <a:schemeClr val="tx1"/>
                </a:solidFill>
                <a:effectLst/>
                <a:latin typeface="+mn-lt"/>
                <a:ea typeface="+mn-ea"/>
                <a:cs typeface="+mn-cs"/>
              </a:rPr>
              <a:t>สำหรับข้อมูล</a:t>
            </a:r>
            <a:r>
              <a:rPr lang="en-US" sz="1200" b="1" i="0" kern="1200" dirty="0">
                <a:solidFill>
                  <a:schemeClr val="tx1"/>
                </a:solidFill>
                <a:effectLst/>
                <a:latin typeface="+mn-lt"/>
                <a:ea typeface="+mn-ea"/>
                <a:cs typeface="+mn-cs"/>
              </a:rPr>
              <a:t> 1 KB</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Latency </a:t>
            </a:r>
            <a:r>
              <a:rPr lang="en-US" sz="1200" b="0" i="0" kern="1200" dirty="0" err="1">
                <a:solidFill>
                  <a:schemeClr val="tx1"/>
                </a:solidFill>
                <a:effectLst/>
                <a:latin typeface="+mn-lt"/>
                <a:ea typeface="+mn-ea"/>
                <a:cs typeface="+mn-cs"/>
              </a:rPr>
              <a:t>ต่ำที่สุด</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Query</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ใช้เมื่อจำเป็นต้อง</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ค้นหา</a:t>
            </a:r>
            <a:r>
              <a:rPr lang="en-US" sz="1200" b="1" i="0" kern="1200" dirty="0">
                <a:solidFill>
                  <a:schemeClr val="tx1"/>
                </a:solidFill>
                <a:effectLst/>
                <a:latin typeface="+mn-lt"/>
                <a:ea typeface="+mn-ea"/>
                <a:cs typeface="+mn-cs"/>
              </a:rPr>
              <a:t>/</a:t>
            </a:r>
            <a:r>
              <a:rPr lang="en-US" sz="1200" b="1" i="0" kern="1200" dirty="0" err="1">
                <a:solidFill>
                  <a:schemeClr val="tx1"/>
                </a:solidFill>
                <a:effectLst/>
                <a:latin typeface="+mn-lt"/>
                <a:ea typeface="+mn-ea"/>
                <a:cs typeface="+mn-cs"/>
              </a:rPr>
              <a:t>กรองข้อมูล</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query_items</a:t>
            </a:r>
            <a:r>
              <a:rPr lang="en-US" sz="1200" b="0" i="0" kern="1200" dirty="0">
                <a:solidFill>
                  <a:schemeClr val="tx1"/>
                </a:solidFill>
                <a:effectLst/>
                <a:latin typeface="+mn-lt"/>
                <a:ea typeface="+mn-ea"/>
                <a:cs typeface="+mn-cs"/>
              </a:rPr>
              <a:t>()</a:t>
            </a:r>
          </a:p>
          <a:p>
            <a:pPr lvl="0" fontAlgn="t"/>
            <a:r>
              <a:rPr lang="en-US" sz="1200" b="0" i="0" kern="1200" dirty="0" err="1">
                <a:solidFill>
                  <a:schemeClr val="tx1"/>
                </a:solidFill>
                <a:effectLst/>
                <a:latin typeface="+mn-lt"/>
                <a:ea typeface="+mn-ea"/>
                <a:cs typeface="+mn-cs"/>
              </a:rPr>
              <a:t>ค่าใช้จ่ายอาจตั้งแต่</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3 </a:t>
            </a:r>
            <a:r>
              <a:rPr lang="en-US" sz="1200" b="1" i="0" kern="1200" dirty="0" err="1">
                <a:solidFill>
                  <a:schemeClr val="tx1"/>
                </a:solidFill>
                <a:effectLst/>
                <a:latin typeface="+mn-lt"/>
                <a:ea typeface="+mn-ea"/>
                <a:cs typeface="+mn-cs"/>
              </a:rPr>
              <a:t>ไปจนถึงหลักร้อย</a:t>
            </a:r>
            <a:r>
              <a:rPr lang="en-US" sz="1200" b="1" i="0" kern="1200" dirty="0">
                <a:solidFill>
                  <a:schemeClr val="tx1"/>
                </a:solidFill>
                <a:effectLst/>
                <a:latin typeface="+mn-lt"/>
                <a:ea typeface="+mn-ea"/>
                <a:cs typeface="+mn-cs"/>
              </a:rPr>
              <a:t> RUs</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Latency </a:t>
            </a:r>
            <a:r>
              <a:rPr lang="en-US" sz="1200" b="0" i="0" kern="1200" dirty="0" err="1">
                <a:solidFill>
                  <a:schemeClr val="tx1"/>
                </a:solidFill>
                <a:effectLst/>
                <a:latin typeface="+mn-lt"/>
                <a:ea typeface="+mn-ea"/>
                <a:cs typeface="+mn-cs"/>
              </a:rPr>
              <a:t>แตกต่างตาม</a:t>
            </a:r>
            <a:r>
              <a:rPr lang="en-US" sz="1200" b="0" i="0" kern="1200" dirty="0">
                <a:solidFill>
                  <a:schemeClr val="tx1"/>
                </a:solidFill>
                <a:effectLst/>
                <a:latin typeface="+mn-lt"/>
                <a:ea typeface="+mn-ea"/>
                <a:cs typeface="+mn-cs"/>
              </a:rPr>
              <a:t> Query</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3. </a:t>
            </a:r>
            <a:r>
              <a:rPr lang="en-US" sz="1200" b="1" i="0" kern="1200" dirty="0" err="1">
                <a:solidFill>
                  <a:schemeClr val="tx1"/>
                </a:solidFill>
                <a:effectLst/>
                <a:latin typeface="+mn-lt"/>
                <a:ea typeface="+mn-ea"/>
                <a:cs typeface="+mn-cs"/>
              </a:rPr>
              <a:t>การสร้าง</a:t>
            </a:r>
            <a:r>
              <a:rPr lang="en-US" sz="1200" b="1" i="0" kern="1200" dirty="0">
                <a:solidFill>
                  <a:schemeClr val="tx1"/>
                </a:solidFill>
                <a:effectLst/>
                <a:latin typeface="+mn-lt"/>
                <a:ea typeface="+mn-ea"/>
                <a:cs typeface="+mn-cs"/>
              </a:rPr>
              <a:t> Resource</a:t>
            </a:r>
          </a:p>
          <a:p>
            <a:pPr fontAlgn="t"/>
            <a:r>
              <a:rPr lang="en-US" sz="1200" b="0" i="0" kern="1200" dirty="0" err="1">
                <a:solidFill>
                  <a:schemeClr val="tx1"/>
                </a:solidFill>
                <a:effectLst/>
                <a:latin typeface="+mn-lt"/>
                <a:ea typeface="+mn-ea"/>
                <a:cs typeface="+mn-cs"/>
              </a:rPr>
              <a:t>สามารถใช้รูปแบบ</a:t>
            </a:r>
            <a:r>
              <a:rPr lang="en-US" sz="1200" b="0" i="0" kern="1200" dirty="0">
                <a:solidFill>
                  <a:schemeClr val="tx1"/>
                </a:solidFill>
                <a:effectLst/>
                <a:latin typeface="+mn-lt"/>
                <a:ea typeface="+mn-ea"/>
                <a:cs typeface="+mn-cs"/>
              </a:rPr>
              <a:t> create_*_</a:t>
            </a:r>
            <a:r>
              <a:rPr lang="en-US" sz="1200" b="0" i="0" kern="1200" dirty="0" err="1">
                <a:solidFill>
                  <a:schemeClr val="tx1"/>
                </a:solidFill>
                <a:effectLst/>
                <a:latin typeface="+mn-lt"/>
                <a:ea typeface="+mn-ea"/>
                <a:cs typeface="+mn-cs"/>
              </a:rPr>
              <a:t>if_not_exists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เพื่อให้การ</a:t>
            </a:r>
            <a:r>
              <a:rPr lang="en-US" sz="1200" b="0" i="0" kern="1200" dirty="0">
                <a:solidFill>
                  <a:schemeClr val="tx1"/>
                </a:solidFill>
                <a:effectLst/>
                <a:latin typeface="+mn-lt"/>
                <a:ea typeface="+mn-ea"/>
                <a:cs typeface="+mn-cs"/>
              </a:rPr>
              <a:t> Setup </a:t>
            </a:r>
            <a:r>
              <a:rPr lang="en-US" sz="1200" b="0" i="0" kern="1200" dirty="0" err="1">
                <a:solidFill>
                  <a:schemeClr val="tx1"/>
                </a:solidFill>
                <a:effectLst/>
                <a:latin typeface="+mn-lt"/>
                <a:ea typeface="+mn-ea"/>
                <a:cs typeface="+mn-cs"/>
              </a:rPr>
              <a:t>แบบเดิมซ้ำได้โดยไม่ต้องสร้าง</a:t>
            </a:r>
            <a:r>
              <a:rPr lang="en-US" sz="1200" b="0" i="0" kern="1200" dirty="0">
                <a:solidFill>
                  <a:schemeClr val="tx1"/>
                </a:solidFill>
                <a:effectLst/>
                <a:latin typeface="+mn-lt"/>
                <a:ea typeface="+mn-ea"/>
                <a:cs typeface="+mn-cs"/>
              </a:rPr>
              <a:t> Resource </a:t>
            </a:r>
            <a:r>
              <a:rPr lang="en-US" sz="1200" b="0" i="0" kern="1200" dirty="0" err="1">
                <a:solidFill>
                  <a:schemeClr val="tx1"/>
                </a:solidFill>
                <a:effectLst/>
                <a:latin typeface="+mn-lt"/>
                <a:ea typeface="+mn-ea"/>
                <a:cs typeface="+mn-cs"/>
              </a:rPr>
              <a:t>ซ้ำโดยไม่จำเป็น</a:t>
            </a: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สรุปจำง่าย</a:t>
            </a:r>
            <a:endParaRPr lang="en-US" sz="1200" b="1"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รู้</a:t>
            </a:r>
            <a:r>
              <a:rPr lang="en-US" sz="1200" b="1" i="0" kern="1200" dirty="0">
                <a:solidFill>
                  <a:schemeClr val="tx1"/>
                </a:solidFill>
                <a:effectLst/>
                <a:latin typeface="+mn-lt"/>
                <a:ea typeface="+mn-ea"/>
                <a:cs typeface="+mn-cs"/>
              </a:rPr>
              <a:t> id + Partition Key → Point Read</a:t>
            </a:r>
            <a:r>
              <a:rPr lang="en-US" sz="1200" b="0" i="0" kern="1200" dirty="0">
                <a:solidFill>
                  <a:schemeClr val="tx1"/>
                </a:solidFill>
                <a:effectLst/>
                <a:latin typeface="+mn-lt"/>
                <a:ea typeface="+mn-ea"/>
                <a:cs typeface="+mn-cs"/>
              </a:rPr>
              <a:t> ✅</a:t>
            </a:r>
            <a:br>
              <a:rPr lang="en-US" sz="1200" b="0" i="0" kern="1200" dirty="0">
                <a:solidFill>
                  <a:schemeClr val="tx1"/>
                </a:solidFill>
                <a:effectLst/>
                <a:latin typeface="+mn-lt"/>
                <a:ea typeface="+mn-ea"/>
                <a:cs typeface="+mn-cs"/>
              </a:rPr>
            </a:br>
            <a:r>
              <a:rPr lang="en-US" sz="1200" b="1" i="0" kern="1200" dirty="0" err="1">
                <a:solidFill>
                  <a:schemeClr val="tx1"/>
                </a:solidFill>
                <a:effectLst/>
                <a:latin typeface="+mn-lt"/>
                <a:ea typeface="+mn-ea"/>
                <a:cs typeface="+mn-cs"/>
              </a:rPr>
              <a:t>ต้องค้นหา</a:t>
            </a:r>
            <a:r>
              <a:rPr lang="en-US" sz="1200" b="1" i="0" kern="1200" dirty="0">
                <a:solidFill>
                  <a:schemeClr val="tx1"/>
                </a:solidFill>
                <a:effectLst/>
                <a:latin typeface="+mn-lt"/>
                <a:ea typeface="+mn-ea"/>
                <a:cs typeface="+mn-cs"/>
              </a:rPr>
              <a:t>/Filter → Query</a:t>
            </a:r>
            <a:r>
              <a:rPr lang="en-US" sz="1200" b="0" i="0" kern="1200" dirty="0">
                <a:solidFill>
                  <a:schemeClr val="tx1"/>
                </a:solidFill>
                <a:effectLst/>
                <a:latin typeface="+mn-lt"/>
                <a:ea typeface="+mn-ea"/>
                <a:cs typeface="+mn-cs"/>
              </a:rPr>
              <a:t> 🔎</a:t>
            </a:r>
            <a:br>
              <a:rPr lang="en-US" sz="1200" b="0" i="0" kern="1200" dirty="0">
                <a:solidFill>
                  <a:schemeClr val="tx1"/>
                </a:solidFill>
                <a:effectLst/>
                <a:latin typeface="+mn-lt"/>
                <a:ea typeface="+mn-ea"/>
                <a:cs typeface="+mn-cs"/>
              </a:rPr>
            </a:br>
            <a:r>
              <a:rPr lang="en-US" sz="1200" b="1" i="0" kern="1200" dirty="0" err="1">
                <a:solidFill>
                  <a:schemeClr val="tx1"/>
                </a:solidFill>
                <a:effectLst/>
                <a:latin typeface="+mn-lt"/>
                <a:ea typeface="+mn-ea"/>
                <a:cs typeface="+mn-cs"/>
              </a:rPr>
              <a:t>CosmosClient</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สร้างครั้งเดียวแล้วใช้ซ้ำ</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หัวใจสำคัญคือ</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ถ้ารู้ตำแหน่งข้อมูลแน่นอน</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ให้ใช้</a:t>
            </a:r>
            <a:r>
              <a:rPr lang="en-US" sz="1200" b="1" i="0" kern="1200" dirty="0">
                <a:solidFill>
                  <a:schemeClr val="tx1"/>
                </a:solidFill>
                <a:effectLst/>
                <a:latin typeface="+mn-lt"/>
                <a:ea typeface="+mn-ea"/>
                <a:cs typeface="+mn-cs"/>
              </a:rPr>
              <a:t> Point Read </a:t>
            </a:r>
            <a:r>
              <a:rPr lang="en-US" sz="1200" b="1" i="0" kern="1200" dirty="0" err="1">
                <a:solidFill>
                  <a:schemeClr val="tx1"/>
                </a:solidFill>
                <a:effectLst/>
                <a:latin typeface="+mn-lt"/>
                <a:ea typeface="+mn-ea"/>
                <a:cs typeface="+mn-cs"/>
              </a:rPr>
              <a:t>เพราะเร็วกว่าและใช้</a:t>
            </a:r>
            <a:r>
              <a:rPr lang="en-US" sz="1200" b="1" i="0" kern="1200" dirty="0">
                <a:solidFill>
                  <a:schemeClr val="tx1"/>
                </a:solidFill>
                <a:effectLst/>
                <a:latin typeface="+mn-lt"/>
                <a:ea typeface="+mn-ea"/>
                <a:cs typeface="+mn-cs"/>
              </a:rPr>
              <a:t> RU </a:t>
            </a:r>
            <a:r>
              <a:rPr lang="en-US" sz="1200" b="1" i="0" kern="1200" dirty="0" err="1">
                <a:solidFill>
                  <a:schemeClr val="tx1"/>
                </a:solidFill>
                <a:effectLst/>
                <a:latin typeface="+mn-lt"/>
                <a:ea typeface="+mn-ea"/>
                <a:cs typeface="+mn-cs"/>
              </a:rPr>
              <a:t>น้อยกว่า</a:t>
            </a:r>
            <a:r>
              <a:rPr lang="en-US" sz="1200" b="1" i="0" kern="1200" dirty="0">
                <a:solidFill>
                  <a:schemeClr val="tx1"/>
                </a:solidFill>
                <a:effectLst/>
                <a:latin typeface="+mn-lt"/>
                <a:ea typeface="+mn-ea"/>
                <a:cs typeface="+mn-cs"/>
              </a:rPr>
              <a:t> Query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ตาม</a:t>
            </a:r>
            <a:endParaRPr lang="en-US" sz="1200" b="0" i="0" kern="1200" dirty="0">
              <a:solidFill>
                <a:schemeClr val="tx1"/>
              </a:solidFill>
              <a:effectLst/>
              <a:latin typeface="+mn-lt"/>
              <a:ea typeface="+mn-ea"/>
              <a:cs typeface="+mn-cs"/>
            </a:endParaRPr>
          </a:p>
        </p:txBody>
      </p:sp>
      <p:sp>
        <p:nvSpPr>
          <p:cNvPr id="1915687547"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1C9CAB2-F6D1-5DF8-53D6-33F8B28B7A84}"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06856195" name="Slide Image Placeholder 1"/>
          <p:cNvSpPr>
            <a:spLocks noGrp="1" noRot="1" noChangeAspect="1"/>
          </p:cNvSpPr>
          <p:nvPr>
            <p:ph type="sldImg"/>
          </p:nvPr>
        </p:nvSpPr>
        <p:spPr bwMode="auto">
          <a:xfrm>
            <a:off x="217488" y="812800"/>
            <a:ext cx="7124700" cy="4008438"/>
          </a:xfrm>
        </p:spPr>
      </p:sp>
      <p:sp>
        <p:nvSpPr>
          <p:cNvPr id="1041669402" name="Notes Placeholder 2"/>
          <p:cNvSpPr>
            <a:spLocks noGrp="1"/>
          </p:cNvSpPr>
          <p:nvPr>
            <p:ph type="body" idx="1"/>
          </p:nvPr>
        </p:nvSpPr>
        <p:spPr bwMode="auto"/>
        <p:txBody>
          <a:bodyPr/>
          <a:lstStyle/>
          <a:p>
            <a:pPr>
              <a:defRPr/>
            </a:pPr>
            <a:endParaRPr dirty="0"/>
          </a:p>
        </p:txBody>
      </p:sp>
      <p:sp>
        <p:nvSpPr>
          <p:cNvPr id="850950527"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5725CAB-E4F3-6D0E-0C48-729327C3C83C}"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57912552" name="Slide Image Placeholder 1"/>
          <p:cNvSpPr>
            <a:spLocks noGrp="1" noRot="1" noChangeAspect="1"/>
          </p:cNvSpPr>
          <p:nvPr>
            <p:ph type="sldImg"/>
          </p:nvPr>
        </p:nvSpPr>
        <p:spPr bwMode="auto">
          <a:xfrm>
            <a:off x="217488" y="812800"/>
            <a:ext cx="7124700" cy="4008438"/>
          </a:xfrm>
        </p:spPr>
      </p:sp>
      <p:sp>
        <p:nvSpPr>
          <p:cNvPr id="2048816456" name="Notes Placeholder 2"/>
          <p:cNvSpPr>
            <a:spLocks noGrp="1"/>
          </p:cNvSpPr>
          <p:nvPr>
            <p:ph type="body" idx="1"/>
          </p:nvPr>
        </p:nvSpPr>
        <p:spPr bwMode="auto"/>
        <p:txBody>
          <a:bodyPr/>
          <a:lstStyle/>
          <a:p>
            <a:pPr fontAlgn="t"/>
            <a:r>
              <a:rPr lang="en-US" sz="1200" b="1" i="0" kern="1200" dirty="0">
                <a:solidFill>
                  <a:schemeClr val="tx1"/>
                </a:solidFill>
                <a:effectLst/>
                <a:latin typeface="+mn-lt"/>
                <a:ea typeface="+mn-ea"/>
                <a:cs typeface="+mn-cs"/>
              </a:rPr>
              <a:t>Single-partition </a:t>
            </a:r>
            <a:r>
              <a:rPr lang="en-US" sz="1200" b="1" i="0" kern="1200" dirty="0" err="1">
                <a:solidFill>
                  <a:schemeClr val="tx1"/>
                </a:solidFill>
                <a:effectLst/>
                <a:latin typeface="+mn-lt"/>
                <a:ea typeface="+mn-ea"/>
                <a:cs typeface="+mn-cs"/>
              </a:rPr>
              <a:t>คืออะไร</a:t>
            </a:r>
            <a:r>
              <a:rPr lang="en-US" sz="1200" b="1" i="0" kern="1200" dirty="0">
                <a:solidFill>
                  <a:schemeClr val="tx1"/>
                </a:solidFill>
                <a:effectLst/>
                <a:latin typeface="+mn-lt"/>
                <a:ea typeface="+mn-ea"/>
                <a:cs typeface="+mn-cs"/>
              </a:rPr>
              <a:t>?</a:t>
            </a:r>
          </a:p>
          <a:p>
            <a:pPr fontAlgn="t"/>
            <a:r>
              <a:rPr lang="en-US" sz="1200" b="0" i="0" kern="1200" dirty="0" err="1">
                <a:solidFill>
                  <a:schemeClr val="tx1"/>
                </a:solidFill>
                <a:effectLst/>
                <a:latin typeface="+mn-lt"/>
                <a:ea typeface="+mn-ea"/>
                <a:cs typeface="+mn-cs"/>
              </a:rPr>
              <a:t>คือการ</a:t>
            </a:r>
            <a:r>
              <a:rPr lang="en-US" sz="1200" b="0" i="0" kern="1200" dirty="0">
                <a:solidFill>
                  <a:schemeClr val="tx1"/>
                </a:solidFill>
                <a:effectLst/>
                <a:latin typeface="+mn-lt"/>
                <a:ea typeface="+mn-ea"/>
                <a:cs typeface="+mn-cs"/>
              </a:rPr>
              <a:t> Query </a:t>
            </a:r>
            <a:r>
              <a:rPr lang="en-US" sz="1200" b="0" i="0" kern="1200" dirty="0" err="1">
                <a:solidFill>
                  <a:schemeClr val="tx1"/>
                </a:solidFill>
                <a:effectLst/>
                <a:latin typeface="+mn-lt"/>
                <a:ea typeface="+mn-ea"/>
                <a:cs typeface="+mn-cs"/>
              </a:rPr>
              <a:t>ที่ส่งคำขอไปยัง</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Partition </a:t>
            </a:r>
            <a:r>
              <a:rPr lang="en-US" sz="1200" b="1" i="0" kern="1200" dirty="0" err="1">
                <a:solidFill>
                  <a:schemeClr val="tx1"/>
                </a:solidFill>
                <a:effectLst/>
                <a:latin typeface="+mn-lt"/>
                <a:ea typeface="+mn-ea"/>
                <a:cs typeface="+mn-cs"/>
              </a:rPr>
              <a:t>เดียว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แทนที่จะค้นหาทุก</a:t>
            </a:r>
            <a:r>
              <a:rPr lang="en-US" sz="1200" b="0" i="0" kern="1200" dirty="0">
                <a:solidFill>
                  <a:schemeClr val="tx1"/>
                </a:solidFill>
                <a:effectLst/>
                <a:latin typeface="+mn-lt"/>
                <a:ea typeface="+mn-ea"/>
                <a:cs typeface="+mn-cs"/>
              </a:rPr>
              <a:t> Partition</a:t>
            </a:r>
          </a:p>
          <a:p>
            <a:pPr fontAlgn="t"/>
            <a:r>
              <a:rPr lang="en-US" sz="1200" b="0" i="0" kern="1200" dirty="0" err="1">
                <a:solidFill>
                  <a:schemeClr val="tx1"/>
                </a:solidFill>
                <a:effectLst/>
                <a:latin typeface="+mn-lt"/>
                <a:ea typeface="+mn-ea"/>
                <a:cs typeface="+mn-cs"/>
              </a:rPr>
              <a:t>ข้อดี</a:t>
            </a:r>
            <a:r>
              <a:rPr lang="en-US" sz="1200" b="0" i="0" kern="1200" dirty="0">
                <a:solidFill>
                  <a:schemeClr val="tx1"/>
                </a:solidFill>
                <a:effectLst/>
                <a:latin typeface="+mn-lt"/>
                <a:ea typeface="+mn-ea"/>
                <a:cs typeface="+mn-cs"/>
              </a:rPr>
              <a:t>:</a:t>
            </a:r>
          </a:p>
          <a:p>
            <a:pPr lvl="0" fontAlgn="t"/>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Latency </a:t>
            </a:r>
            <a:r>
              <a:rPr lang="en-US" sz="1200" b="1" i="0" kern="1200" dirty="0" err="1">
                <a:solidFill>
                  <a:schemeClr val="tx1"/>
                </a:solidFill>
                <a:effectLst/>
                <a:latin typeface="+mn-lt"/>
                <a:ea typeface="+mn-ea"/>
                <a:cs typeface="+mn-cs"/>
              </a:rPr>
              <a:t>ต่ำกว่า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เพราะค้นหาเฉพาะ</a:t>
            </a:r>
            <a:r>
              <a:rPr lang="en-US" sz="1200" b="0" i="0" kern="1200" dirty="0">
                <a:solidFill>
                  <a:schemeClr val="tx1"/>
                </a:solidFill>
                <a:effectLst/>
                <a:latin typeface="+mn-lt"/>
                <a:ea typeface="+mn-ea"/>
                <a:cs typeface="+mn-cs"/>
              </a:rPr>
              <a:t> Partition </a:t>
            </a:r>
            <a:r>
              <a:rPr lang="en-US" sz="1200" b="0" i="0" kern="1200" dirty="0" err="1">
                <a:solidFill>
                  <a:schemeClr val="tx1"/>
                </a:solidFill>
                <a:effectLst/>
                <a:latin typeface="+mn-lt"/>
                <a:ea typeface="+mn-ea"/>
                <a:cs typeface="+mn-cs"/>
              </a:rPr>
              <a:t>ที่เกี่ยวข้อง</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ใช้</a:t>
            </a:r>
            <a:r>
              <a:rPr lang="en-US" sz="1200" b="1" i="0" kern="1200" dirty="0">
                <a:solidFill>
                  <a:schemeClr val="tx1"/>
                </a:solidFill>
                <a:effectLst/>
                <a:latin typeface="+mn-lt"/>
                <a:ea typeface="+mn-ea"/>
                <a:cs typeface="+mn-cs"/>
              </a:rPr>
              <a:t> RU </a:t>
            </a:r>
            <a:r>
              <a:rPr lang="en-US" sz="1200" b="1" i="0" kern="1200" dirty="0" err="1">
                <a:solidFill>
                  <a:schemeClr val="tx1"/>
                </a:solidFill>
                <a:effectLst/>
                <a:latin typeface="+mn-lt"/>
                <a:ea typeface="+mn-ea"/>
                <a:cs typeface="+mn-cs"/>
              </a:rPr>
              <a:t>น้อยกว่า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เพราะไม่ต้องกระจาย</a:t>
            </a:r>
            <a:r>
              <a:rPr lang="en-US" sz="1200" b="0" i="0" kern="1200" dirty="0">
                <a:solidFill>
                  <a:schemeClr val="tx1"/>
                </a:solidFill>
                <a:effectLst/>
                <a:latin typeface="+mn-lt"/>
                <a:ea typeface="+mn-ea"/>
                <a:cs typeface="+mn-cs"/>
              </a:rPr>
              <a:t> Query </a:t>
            </a:r>
            <a:r>
              <a:rPr lang="en-US" sz="1200" b="0" i="0" kern="1200" dirty="0" err="1">
                <a:solidFill>
                  <a:schemeClr val="tx1"/>
                </a:solidFill>
                <a:effectLst/>
                <a:latin typeface="+mn-lt"/>
                <a:ea typeface="+mn-ea"/>
                <a:cs typeface="+mn-cs"/>
              </a:rPr>
              <a:t>ไปหลาย</a:t>
            </a:r>
            <a:r>
              <a:rPr lang="en-US" sz="1200" b="0" i="0" kern="1200" dirty="0">
                <a:solidFill>
                  <a:schemeClr val="tx1"/>
                </a:solidFill>
                <a:effectLst/>
                <a:latin typeface="+mn-lt"/>
                <a:ea typeface="+mn-ea"/>
                <a:cs typeface="+mn-cs"/>
              </a:rPr>
              <a:t> Partition</a:t>
            </a:r>
          </a:p>
          <a:p>
            <a:pPr lvl="0" fontAlgn="t"/>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จึงเป็นแนวทางที่ควรเลือกเมื่อรู้</a:t>
            </a:r>
            <a:r>
              <a:rPr lang="en-US" sz="1200" b="0" i="0" kern="1200" dirty="0">
                <a:solidFill>
                  <a:schemeClr val="tx1"/>
                </a:solidFill>
                <a:effectLst/>
                <a:latin typeface="+mn-lt"/>
                <a:ea typeface="+mn-ea"/>
                <a:cs typeface="+mn-cs"/>
              </a:rPr>
              <a:t> Partition Key</a:t>
            </a:r>
          </a:p>
          <a:p>
            <a:pPr lvl="0" fontAlgn="t"/>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Cross-partition </a:t>
            </a:r>
            <a:r>
              <a:rPr lang="en-US" sz="1200" b="1" i="0" kern="1200" dirty="0" err="1">
                <a:solidFill>
                  <a:schemeClr val="tx1"/>
                </a:solidFill>
                <a:effectLst/>
                <a:latin typeface="+mn-lt"/>
                <a:ea typeface="+mn-ea"/>
                <a:cs typeface="+mn-cs"/>
              </a:rPr>
              <a:t>คืออะไร</a:t>
            </a:r>
            <a:r>
              <a:rPr lang="en-US" sz="1200" b="1" i="0" kern="1200" dirty="0">
                <a:solidFill>
                  <a:schemeClr val="tx1"/>
                </a:solidFill>
                <a:effectLst/>
                <a:latin typeface="+mn-lt"/>
                <a:ea typeface="+mn-ea"/>
                <a:cs typeface="+mn-cs"/>
              </a:rPr>
              <a:t>?</a:t>
            </a:r>
          </a:p>
          <a:p>
            <a:pPr fontAlgn="t"/>
            <a:r>
              <a:rPr lang="en-US" sz="1200" b="0" i="0" kern="1200" dirty="0" err="1">
                <a:solidFill>
                  <a:schemeClr val="tx1"/>
                </a:solidFill>
                <a:effectLst/>
                <a:latin typeface="+mn-lt"/>
                <a:ea typeface="+mn-ea"/>
                <a:cs typeface="+mn-cs"/>
              </a:rPr>
              <a:t>เมื่อเงื่อนไขในการค้นหา</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ไม่ได้ระบุ</a:t>
            </a:r>
            <a:r>
              <a:rPr lang="en-US" sz="1200" b="1" i="0" kern="1200" dirty="0">
                <a:solidFill>
                  <a:schemeClr val="tx1"/>
                </a:solidFill>
                <a:effectLst/>
                <a:latin typeface="+mn-lt"/>
                <a:ea typeface="+mn-ea"/>
                <a:cs typeface="+mn-cs"/>
              </a:rPr>
              <a:t> Partition Key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ระบบจึงไม่รู้ว่าข้อมูลอยู่</a:t>
            </a:r>
            <a:r>
              <a:rPr lang="en-US" sz="1200" b="0" i="0" kern="1200" dirty="0">
                <a:solidFill>
                  <a:schemeClr val="tx1"/>
                </a:solidFill>
                <a:effectLst/>
                <a:latin typeface="+mn-lt"/>
                <a:ea typeface="+mn-ea"/>
                <a:cs typeface="+mn-cs"/>
              </a:rPr>
              <a:t> Partition </a:t>
            </a:r>
            <a:r>
              <a:rPr lang="en-US" sz="1200" b="0" i="0" kern="1200" dirty="0" err="1">
                <a:solidFill>
                  <a:schemeClr val="tx1"/>
                </a:solidFill>
                <a:effectLst/>
                <a:latin typeface="+mn-lt"/>
                <a:ea typeface="+mn-ea"/>
                <a:cs typeface="+mn-cs"/>
              </a:rPr>
              <a:t>ไหน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และต้องกระจาย</a:t>
            </a:r>
            <a:r>
              <a:rPr lang="en-US" sz="1200" b="0" i="0" kern="1200" dirty="0">
                <a:solidFill>
                  <a:schemeClr val="tx1"/>
                </a:solidFill>
                <a:effectLst/>
                <a:latin typeface="+mn-lt"/>
                <a:ea typeface="+mn-ea"/>
                <a:cs typeface="+mn-cs"/>
              </a:rPr>
              <a:t> Query </a:t>
            </a:r>
            <a:r>
              <a:rPr lang="en-US" sz="1200" b="0" i="0" kern="1200" dirty="0" err="1">
                <a:solidFill>
                  <a:schemeClr val="tx1"/>
                </a:solidFill>
                <a:effectLst/>
                <a:latin typeface="+mn-lt"/>
                <a:ea typeface="+mn-ea"/>
                <a:cs typeface="+mn-cs"/>
              </a:rPr>
              <a:t>ไปค้นหาหลาย</a:t>
            </a:r>
            <a:r>
              <a:rPr lang="en-US" sz="1200" b="0" i="0" kern="1200" dirty="0">
                <a:solidFill>
                  <a:schemeClr val="tx1"/>
                </a:solidFill>
                <a:effectLst/>
                <a:latin typeface="+mn-lt"/>
                <a:ea typeface="+mn-ea"/>
                <a:cs typeface="+mn-cs"/>
              </a:rPr>
              <a:t> Partition</a:t>
            </a:r>
          </a:p>
          <a:p>
            <a:pPr fontAlgn="t"/>
            <a:r>
              <a:rPr lang="en-US" sz="1200" b="1" i="0" kern="1200" dirty="0">
                <a:solidFill>
                  <a:schemeClr val="tx1"/>
                </a:solidFill>
                <a:effectLst/>
                <a:latin typeface="+mn-lt"/>
                <a:ea typeface="+mn-ea"/>
                <a:cs typeface="+mn-cs"/>
              </a:rPr>
              <a:t>Query → Partition A + Partition B + Partition C + ... → </a:t>
            </a:r>
            <a:r>
              <a:rPr lang="en-US" sz="1200" b="1" i="0" kern="1200" dirty="0" err="1">
                <a:solidFill>
                  <a:schemeClr val="tx1"/>
                </a:solidFill>
                <a:effectLst/>
                <a:latin typeface="+mn-lt"/>
                <a:ea typeface="+mn-ea"/>
                <a:cs typeface="+mn-cs"/>
              </a:rPr>
              <a:t>รวมผลลัพธ์</a:t>
            </a: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ผลที่ตามมา</a:t>
            </a:r>
            <a:endParaRPr lang="en-US" sz="1200" b="1"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ต้องค้นหาข้อมูลจากหลาย</a:t>
            </a:r>
            <a:r>
              <a:rPr lang="en-US" sz="1200" b="0" i="0" kern="1200" dirty="0">
                <a:solidFill>
                  <a:schemeClr val="tx1"/>
                </a:solidFill>
                <a:effectLst/>
                <a:latin typeface="+mn-lt"/>
                <a:ea typeface="+mn-ea"/>
                <a:cs typeface="+mn-cs"/>
              </a:rPr>
              <a:t> Partition</a:t>
            </a:r>
          </a:p>
          <a:p>
            <a:pPr lvl="0" fontAlgn="t"/>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โดยทั่วไปใช้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RU </a:t>
            </a:r>
            <a:r>
              <a:rPr lang="en-US" sz="1200" b="1" i="0" kern="1200" dirty="0" err="1">
                <a:solidFill>
                  <a:schemeClr val="tx1"/>
                </a:solidFill>
                <a:effectLst/>
                <a:latin typeface="+mn-lt"/>
                <a:ea typeface="+mn-ea"/>
                <a:cs typeface="+mn-cs"/>
              </a:rPr>
              <a:t>สูงกว่า</a:t>
            </a:r>
            <a:r>
              <a:rPr lang="en-US" sz="1200" b="0" i="0" kern="1200" dirty="0">
                <a:solidFill>
                  <a:schemeClr val="tx1"/>
                </a:solidFill>
                <a:effectLst/>
                <a:latin typeface="+mn-lt"/>
                <a:ea typeface="+mn-ea"/>
                <a:cs typeface="+mn-cs"/>
              </a:rPr>
              <a:t> Single-partition</a:t>
            </a:r>
          </a:p>
          <a:p>
            <a:pPr lvl="0" fontAlgn="t"/>
            <a:r>
              <a:rPr lang="en-US" sz="1200" b="0" i="0" kern="1200" dirty="0" err="1">
                <a:solidFill>
                  <a:schemeClr val="tx1"/>
                </a:solidFill>
                <a:effectLst/>
                <a:latin typeface="+mn-lt"/>
                <a:ea typeface="+mn-ea"/>
                <a:cs typeface="+mn-cs"/>
              </a:rPr>
              <a:t>ใช้เมื่อไม่สามารถระบุ</a:t>
            </a:r>
            <a:r>
              <a:rPr lang="en-US" sz="1200" b="0" i="0" kern="1200" dirty="0">
                <a:solidFill>
                  <a:schemeClr val="tx1"/>
                </a:solidFill>
                <a:effectLst/>
                <a:latin typeface="+mn-lt"/>
                <a:ea typeface="+mn-ea"/>
                <a:cs typeface="+mn-cs"/>
              </a:rPr>
              <a:t> Partition Key </a:t>
            </a:r>
            <a:r>
              <a:rPr lang="en-US" sz="1200" b="0" i="0" kern="1200" dirty="0" err="1">
                <a:solidFill>
                  <a:schemeClr val="tx1"/>
                </a:solidFill>
                <a:effectLst/>
                <a:latin typeface="+mn-lt"/>
                <a:ea typeface="+mn-ea"/>
                <a:cs typeface="+mn-cs"/>
              </a:rPr>
              <a:t>ในเงื่อนไขการค้นหาได้</a:t>
            </a:r>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p:txBody>
      </p:sp>
      <p:sp>
        <p:nvSpPr>
          <p:cNvPr id="92264843"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D3D470-B456-7C01-680E-788832F774F2}"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10973265" name="Slide Image Placeholder 1"/>
          <p:cNvSpPr>
            <a:spLocks noGrp="1" noRot="1" noChangeAspect="1"/>
          </p:cNvSpPr>
          <p:nvPr>
            <p:ph type="sldImg"/>
          </p:nvPr>
        </p:nvSpPr>
        <p:spPr bwMode="auto">
          <a:xfrm>
            <a:off x="217488" y="812800"/>
            <a:ext cx="7124700" cy="4008438"/>
          </a:xfrm>
        </p:spPr>
      </p:sp>
      <p:sp>
        <p:nvSpPr>
          <p:cNvPr id="1605403113" name="Notes Placeholder 2"/>
          <p:cNvSpPr>
            <a:spLocks noGrp="1"/>
          </p:cNvSpPr>
          <p:nvPr>
            <p:ph type="body" idx="1"/>
          </p:nvPr>
        </p:nvSpPr>
        <p:spPr bwMode="auto"/>
        <p:txBody>
          <a:bodyPr/>
          <a:lstStyle/>
          <a:p>
            <a:pPr>
              <a:lnSpc>
                <a:spcPct val="90000"/>
              </a:lnSpc>
              <a:spcAft>
                <a:spcPts val="333"/>
              </a:spcAft>
              <a:defRPr/>
            </a:pPr>
            <a:r>
              <a:rPr lang="en-US"/>
              <a:t>This exercise requires an Azure subscription, which should be provided by the lab hoster supporting your delivery of this course.</a:t>
            </a:r>
            <a:endParaRPr lang="en-US">
              <a:solidFill>
                <a:srgbClr val="444444"/>
              </a:solidFill>
            </a:endParaRPr>
          </a:p>
          <a:p>
            <a:pPr>
              <a:lnSpc>
                <a:spcPct val="90000"/>
              </a:lnSpc>
              <a:spcAft>
                <a:spcPts val="333"/>
              </a:spcAft>
              <a:defRPr/>
            </a:pPr>
            <a:r>
              <a:rPr lang="en-US"/>
              <a:t>If you are not able to provide students with Azure subscriptions, you can demonstrate the lab using your own subscription (if you have one available).</a:t>
            </a:r>
            <a:endParaRPr/>
          </a:p>
        </p:txBody>
      </p:sp>
      <p:sp>
        <p:nvSpPr>
          <p:cNvPr id="1979716108" name="Header Placeholder 3"/>
          <p:cNvSpPr>
            <a:spLocks noGrp="1"/>
          </p:cNvSpPr>
          <p:nvPr>
            <p:ph type="hdr" sz="quarter"/>
          </p:nvPr>
        </p:nvSpPr>
        <p:spPr bwMode="auto"/>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744551116" name="Footer Placeholder 4"/>
          <p:cNvSpPr>
            <a:spLocks noGrp="1"/>
          </p:cNvSpPr>
          <p:nvPr>
            <p:ph type="ftr" sz="quarter" idx="4"/>
          </p:nvPr>
        </p:nvSpPr>
        <p:spPr bwMode="auto"/>
        <p:txBody>
          <a:bodyPr/>
          <a:lstStyle/>
          <a:p>
            <a:pPr marL="0" marR="0" lvl="0" indent="0" algn="l" defTabSz="914099" rtl="0" eaLnBrk="1" fontAlgn="auto" latinLnBrk="0" hangingPunct="1">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a:ea typeface="Segoe UI"/>
                <a:cs typeface="Segoe UI"/>
              </a:rPr>
              <a:t>© Microsoft Corporation. All rights reserved. MICROSOFT MAKES NO WARRANTIES, EXPRESS, IMPLIED OR STATUTORY, AS TO THE INFORMATION IN THIS PRESENTATION.</a:t>
            </a:r>
            <a:endParaRPr kumimoji="0" sz="1200" b="0" i="0" u="none" strike="noStrike" kern="0" cap="none" spc="0" normalizeH="0" baseline="0" noProof="0">
              <a:ln>
                <a:noFill/>
              </a:ln>
              <a:solidFill>
                <a:prstClr val="black"/>
              </a:solidFill>
              <a:effectLst/>
              <a:uLnTx/>
              <a:uFillTx/>
              <a:latin typeface="Aptos"/>
              <a:cs typeface="Arial"/>
            </a:endParaRPr>
          </a:p>
        </p:txBody>
      </p:sp>
      <p:sp>
        <p:nvSpPr>
          <p:cNvPr id="1955947857" name="Date Placeholder 5"/>
          <p:cNvSpPr>
            <a:spLocks noGrp="1"/>
          </p:cNvSpPr>
          <p:nvPr>
            <p:ph type="dt" idx="1"/>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A51BF8-686D-4FC0-9A39-E85C36FAB20B}" type="datetime8">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10/27/2026 8:46 AM</a:t>
            </a:fld>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1441992548" name="Slide Number Placeholder 6"/>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54461151" name="Slide Image Placeholder 1"/>
          <p:cNvSpPr>
            <a:spLocks noGrp="1" noRot="1" noChangeAspect="1"/>
          </p:cNvSpPr>
          <p:nvPr>
            <p:ph type="sldImg"/>
          </p:nvPr>
        </p:nvSpPr>
        <p:spPr bwMode="auto">
          <a:xfrm>
            <a:off x="217488" y="812800"/>
            <a:ext cx="7124700" cy="4008438"/>
          </a:xfrm>
        </p:spPr>
      </p:sp>
      <p:sp>
        <p:nvSpPr>
          <p:cNvPr id="280089210" name="Notes Placeholder 2"/>
          <p:cNvSpPr>
            <a:spLocks noGrp="1"/>
          </p:cNvSpPr>
          <p:nvPr>
            <p:ph type="body" idx="1"/>
          </p:nvPr>
        </p:nvSpPr>
        <p:spPr bwMode="auto"/>
        <p:txBody>
          <a:bodyPr/>
          <a:lstStyle/>
          <a:p>
            <a:pPr>
              <a:defRPr/>
            </a:pPr>
            <a:r>
              <a:rPr lang="en-US"/>
              <a:t>Link to module: </a:t>
            </a:r>
            <a:r>
              <a:rPr lang="en-US" u="sng">
                <a:hlinkClick r:id="rId3"/>
              </a:rPr>
              <a:t>https://learn.microsoft.com/training/modules/implement-vector-search-azure-cosmos-db/</a:t>
            </a:r>
            <a:endParaRPr lang="en-US"/>
          </a:p>
          <a:p>
            <a:pPr>
              <a:defRPr/>
            </a:pPr>
            <a:endParaRPr lang="en-US"/>
          </a:p>
        </p:txBody>
      </p:sp>
      <p:sp>
        <p:nvSpPr>
          <p:cNvPr id="1774389869"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33603858" name="Slide Image Placeholder 1"/>
          <p:cNvSpPr>
            <a:spLocks noGrp="1" noRot="1" noChangeAspect="1"/>
          </p:cNvSpPr>
          <p:nvPr>
            <p:ph type="sldImg"/>
          </p:nvPr>
        </p:nvSpPr>
        <p:spPr bwMode="auto">
          <a:xfrm>
            <a:off x="217488" y="812800"/>
            <a:ext cx="7124700" cy="4008438"/>
          </a:xfrm>
        </p:spPr>
      </p:sp>
      <p:sp>
        <p:nvSpPr>
          <p:cNvPr id="685561067"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เก็บและค้นหา</a:t>
            </a:r>
            <a:r>
              <a:rPr lang="en-US" sz="1200" b="1" i="0" kern="1200" dirty="0">
                <a:solidFill>
                  <a:schemeClr val="tx1"/>
                </a:solidFill>
                <a:effectLst/>
                <a:latin typeface="+mn-lt"/>
                <a:ea typeface="+mn-ea"/>
                <a:cs typeface="+mn-cs"/>
              </a:rPr>
              <a:t> Embeddings </a:t>
            </a:r>
            <a:r>
              <a:rPr lang="en-US" sz="1200" b="1" i="0" kern="1200" dirty="0" err="1">
                <a:solidFill>
                  <a:schemeClr val="tx1"/>
                </a:solidFill>
                <a:effectLst/>
                <a:latin typeface="+mn-lt"/>
                <a:ea typeface="+mn-ea"/>
                <a:cs typeface="+mn-cs"/>
              </a:rPr>
              <a:t>ใน</a:t>
            </a:r>
            <a:r>
              <a:rPr lang="en-US" sz="1200" b="1" i="0" kern="1200" dirty="0">
                <a:solidFill>
                  <a:schemeClr val="tx1"/>
                </a:solidFill>
                <a:effectLst/>
                <a:latin typeface="+mn-lt"/>
                <a:ea typeface="+mn-ea"/>
                <a:cs typeface="+mn-cs"/>
              </a:rPr>
              <a:t> Azure Cosmos DB</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เพื่อรองรับงานประเภท</a:t>
            </a:r>
            <a:r>
              <a:rPr lang="en-US" sz="1200" b="0" i="0" kern="1200" dirty="0">
                <a:solidFill>
                  <a:schemeClr val="tx1"/>
                </a:solidFill>
                <a:effectLst/>
                <a:latin typeface="+mn-lt"/>
                <a:ea typeface="+mn-ea"/>
                <a:cs typeface="+mn-cs"/>
              </a:rPr>
              <a:t> Vector Search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การค้นหาเอกสารที่มีความหมายใกล้เคียงกัน</a:t>
            </a:r>
            <a:endParaRPr lang="en-US" sz="1200" b="0"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Embedding </a:t>
            </a:r>
            <a:r>
              <a:rPr lang="en-US" sz="1200" b="1" i="0" kern="1200" dirty="0" err="1">
                <a:solidFill>
                  <a:schemeClr val="tx1"/>
                </a:solidFill>
                <a:effectLst/>
                <a:latin typeface="+mn-lt"/>
                <a:ea typeface="+mn-ea"/>
                <a:cs typeface="+mn-cs"/>
              </a:rPr>
              <a:t>คืออะไร</a:t>
            </a:r>
            <a:r>
              <a:rPr lang="en-US" sz="1200" b="1" i="0" kern="1200" dirty="0">
                <a:solidFill>
                  <a:schemeClr val="tx1"/>
                </a:solidFill>
                <a:effectLst/>
                <a:latin typeface="+mn-lt"/>
                <a:ea typeface="+mn-ea"/>
                <a:cs typeface="+mn-cs"/>
              </a:rPr>
              <a:t>?</a:t>
            </a:r>
          </a:p>
          <a:p>
            <a:pPr fontAlgn="t"/>
            <a:r>
              <a:rPr lang="en-US" sz="1200" b="0" i="0" kern="1200" dirty="0">
                <a:solidFill>
                  <a:schemeClr val="tx1"/>
                </a:solidFill>
                <a:effectLst/>
                <a:latin typeface="+mn-lt"/>
                <a:ea typeface="+mn-ea"/>
                <a:cs typeface="+mn-cs"/>
              </a:rPr>
              <a:t>Embedding </a:t>
            </a:r>
            <a:r>
              <a:rPr lang="en-US" sz="1200" b="0" i="0" kern="1200" dirty="0" err="1">
                <a:solidFill>
                  <a:schemeClr val="tx1"/>
                </a:solidFill>
                <a:effectLst/>
                <a:latin typeface="+mn-lt"/>
                <a:ea typeface="+mn-ea"/>
                <a:cs typeface="+mn-cs"/>
              </a:rPr>
              <a:t>คือการแปลงข้อมูล</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ข้อความ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ให้กลายเป็น</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ชุดตัวเลข</a:t>
            </a:r>
            <a:r>
              <a:rPr lang="en-US" sz="1200" b="1" i="0" kern="1200" dirty="0">
                <a:solidFill>
                  <a:schemeClr val="tx1"/>
                </a:solidFill>
                <a:effectLst/>
                <a:latin typeface="+mn-lt"/>
                <a:ea typeface="+mn-ea"/>
                <a:cs typeface="+mn-cs"/>
              </a:rPr>
              <a:t> (Vector)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JSON</a:t>
            </a:r>
          </a:p>
          <a:p>
            <a:pPr fontAlgn="t"/>
            <a:r>
              <a:rPr lang="en-US" sz="1200" b="0" i="0" kern="1200" dirty="0">
                <a:solidFill>
                  <a:schemeClr val="tx1"/>
                </a:solidFill>
                <a:effectLst/>
                <a:latin typeface="+mn-lt"/>
                <a:ea typeface="+mn-ea"/>
                <a:cs typeface="+mn-cs"/>
              </a:rPr>
              <a:t>"embedding": [0.023, -0.041, ...]</a:t>
            </a:r>
          </a:p>
          <a:p>
            <a:pPr fontAlgn="t"/>
            <a:r>
              <a:rPr lang="en-US" sz="1200" b="0" i="0" kern="1200" dirty="0">
                <a:solidFill>
                  <a:schemeClr val="tx1"/>
                </a:solidFill>
                <a:effectLst/>
                <a:latin typeface="+mn-lt"/>
                <a:ea typeface="+mn-ea"/>
                <a:cs typeface="+mn-cs"/>
              </a:rPr>
              <a:t>Vector </a:t>
            </a:r>
            <a:r>
              <a:rPr lang="en-US" sz="1200" b="0" i="0" kern="1200" dirty="0" err="1">
                <a:solidFill>
                  <a:schemeClr val="tx1"/>
                </a:solidFill>
                <a:effectLst/>
                <a:latin typeface="+mn-lt"/>
                <a:ea typeface="+mn-ea"/>
                <a:cs typeface="+mn-cs"/>
              </a:rPr>
              <a:t>นี้ถูกเก็บอยู่ใน</a:t>
            </a:r>
            <a:r>
              <a:rPr lang="en-US" sz="1200" b="0" i="0" kern="1200" dirty="0">
                <a:solidFill>
                  <a:schemeClr val="tx1"/>
                </a:solidFill>
                <a:effectLst/>
                <a:latin typeface="+mn-lt"/>
                <a:ea typeface="+mn-ea"/>
                <a:cs typeface="+mn-cs"/>
              </a:rPr>
              <a:t> Item </a:t>
            </a:r>
            <a:r>
              <a:rPr lang="en-US" sz="1200" b="0" i="0" kern="1200" dirty="0" err="1">
                <a:solidFill>
                  <a:schemeClr val="tx1"/>
                </a:solidFill>
                <a:effectLst/>
                <a:latin typeface="+mn-lt"/>
                <a:ea typeface="+mn-ea"/>
                <a:cs typeface="+mn-cs"/>
              </a:rPr>
              <a:t>เดียวกับข้อมูล</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title, content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category</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Vector Policy</a:t>
            </a:r>
          </a:p>
          <a:p>
            <a:pPr fontAlgn="t"/>
            <a:r>
              <a:rPr lang="en-US" sz="1200" b="0" i="0" kern="1200" dirty="0" err="1">
                <a:solidFill>
                  <a:schemeClr val="tx1"/>
                </a:solidFill>
                <a:effectLst/>
                <a:latin typeface="+mn-lt"/>
                <a:ea typeface="+mn-ea"/>
                <a:cs typeface="+mn-cs"/>
              </a:rPr>
              <a:t>ตอนสร้าง</a:t>
            </a:r>
            <a:r>
              <a:rPr lang="en-US" sz="1200" b="0" i="0" kern="1200" dirty="0">
                <a:solidFill>
                  <a:schemeClr val="tx1"/>
                </a:solidFill>
                <a:effectLst/>
                <a:latin typeface="+mn-lt"/>
                <a:ea typeface="+mn-ea"/>
                <a:cs typeface="+mn-cs"/>
              </a:rPr>
              <a:t> Container </a:t>
            </a:r>
            <a:r>
              <a:rPr lang="en-US" sz="1200" b="0" i="0" kern="1200" dirty="0" err="1">
                <a:solidFill>
                  <a:schemeClr val="tx1"/>
                </a:solidFill>
                <a:effectLst/>
                <a:latin typeface="+mn-lt"/>
                <a:ea typeface="+mn-ea"/>
                <a:cs typeface="+mn-cs"/>
              </a:rPr>
              <a:t>ต้องกำหนดว่าข้อมูล</a:t>
            </a:r>
            <a:r>
              <a:rPr lang="en-US" sz="1200" b="0" i="0" kern="1200" dirty="0">
                <a:solidFill>
                  <a:schemeClr val="tx1"/>
                </a:solidFill>
                <a:effectLst/>
                <a:latin typeface="+mn-lt"/>
                <a:ea typeface="+mn-ea"/>
                <a:cs typeface="+mn-cs"/>
              </a:rPr>
              <a:t> Vector </a:t>
            </a:r>
            <a:r>
              <a:rPr lang="en-US" sz="1200" b="0" i="0" kern="1200" dirty="0" err="1">
                <a:solidFill>
                  <a:schemeClr val="tx1"/>
                </a:solidFill>
                <a:effectLst/>
                <a:latin typeface="+mn-lt"/>
                <a:ea typeface="+mn-ea"/>
                <a:cs typeface="+mn-cs"/>
              </a:rPr>
              <a:t>เป็นแบบไหน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path</a:t>
            </a:r>
            <a:r>
              <a:rPr lang="en-US" sz="1200" b="0" i="0" kern="1200" dirty="0">
                <a:solidFill>
                  <a:schemeClr val="tx1"/>
                </a:solidFill>
                <a:effectLst/>
                <a:latin typeface="+mn-lt"/>
                <a:ea typeface="+mn-ea"/>
                <a:cs typeface="+mn-cs"/>
              </a:rPr>
              <a:t> → Vector </a:t>
            </a:r>
            <a:r>
              <a:rPr lang="en-US" sz="1200" b="0" i="0" kern="1200" dirty="0" err="1">
                <a:solidFill>
                  <a:schemeClr val="tx1"/>
                </a:solidFill>
                <a:effectLst/>
                <a:latin typeface="+mn-lt"/>
                <a:ea typeface="+mn-ea"/>
                <a:cs typeface="+mn-cs"/>
              </a:rPr>
              <a:t>เก็บอยู่ตรงไหนใน</a:t>
            </a:r>
            <a:r>
              <a:rPr lang="en-US" sz="1200" b="0" i="0" kern="1200" dirty="0">
                <a:solidFill>
                  <a:schemeClr val="tx1"/>
                </a:solidFill>
                <a:effectLst/>
                <a:latin typeface="+mn-lt"/>
                <a:ea typeface="+mn-ea"/>
                <a:cs typeface="+mn-cs"/>
              </a:rPr>
              <a:t> JSON</a:t>
            </a:r>
          </a:p>
          <a:p>
            <a:pPr lvl="0" fontAlgn="t"/>
            <a:r>
              <a:rPr lang="en-US" sz="1200" b="1" i="0" kern="1200" dirty="0" err="1">
                <a:solidFill>
                  <a:schemeClr val="tx1"/>
                </a:solidFill>
                <a:effectLst/>
                <a:latin typeface="+mn-lt"/>
                <a:ea typeface="+mn-ea"/>
                <a:cs typeface="+mn-cs"/>
              </a:rPr>
              <a:t>dataType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float32, float16, int8, uint8</a:t>
            </a:r>
          </a:p>
          <a:p>
            <a:pPr lvl="0" fontAlgn="t"/>
            <a:r>
              <a:rPr lang="en-US" sz="1200" b="1" i="0" kern="1200" dirty="0">
                <a:solidFill>
                  <a:schemeClr val="tx1"/>
                </a:solidFill>
                <a:effectLst/>
                <a:latin typeface="+mn-lt"/>
                <a:ea typeface="+mn-ea"/>
                <a:cs typeface="+mn-cs"/>
              </a:rPr>
              <a:t>dimensions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จำนวนมิติ</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ต้องตรงกับ</a:t>
            </a:r>
            <a:r>
              <a:rPr lang="en-US" sz="1200" b="0" i="0" kern="1200" dirty="0">
                <a:solidFill>
                  <a:schemeClr val="tx1"/>
                </a:solidFill>
                <a:effectLst/>
                <a:latin typeface="+mn-lt"/>
                <a:ea typeface="+mn-ea"/>
                <a:cs typeface="+mn-cs"/>
              </a:rPr>
              <a:t> Embedding Model</a:t>
            </a:r>
          </a:p>
          <a:p>
            <a:pPr lvl="0" fontAlgn="t"/>
            <a:r>
              <a:rPr lang="en-US" sz="1200" b="1" i="0" kern="1200" dirty="0" err="1">
                <a:solidFill>
                  <a:schemeClr val="tx1"/>
                </a:solidFill>
                <a:effectLst/>
                <a:latin typeface="+mn-lt"/>
                <a:ea typeface="+mn-ea"/>
                <a:cs typeface="+mn-cs"/>
              </a:rPr>
              <a:t>distanceFunction</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วิธีวัดความคล้าย</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cosine, </a:t>
            </a:r>
            <a:r>
              <a:rPr lang="en-US" sz="1200" b="0" i="0" kern="1200" dirty="0" err="1">
                <a:solidFill>
                  <a:schemeClr val="tx1"/>
                </a:solidFill>
                <a:effectLst/>
                <a:latin typeface="+mn-lt"/>
                <a:ea typeface="+mn-ea"/>
                <a:cs typeface="+mn-cs"/>
              </a:rPr>
              <a:t>dotproduct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euclidean</a:t>
            </a: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จุดสำคัญ</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ตามสไลด์</a:t>
            </a:r>
            <a:r>
              <a:rPr lang="en-US" sz="1200" b="0" i="0" kern="1200" dirty="0">
                <a:solidFill>
                  <a:schemeClr val="tx1"/>
                </a:solidFill>
                <a:effectLst/>
                <a:latin typeface="+mn-lt"/>
                <a:ea typeface="+mn-ea"/>
                <a:cs typeface="+mn-cs"/>
              </a:rPr>
              <a:t> Vector Policy </a:t>
            </a:r>
            <a:r>
              <a:rPr lang="en-US" sz="1200" b="0" i="0" kern="1200" dirty="0" err="1">
                <a:solidFill>
                  <a:schemeClr val="tx1"/>
                </a:solidFill>
                <a:effectLst/>
                <a:latin typeface="+mn-lt"/>
                <a:ea typeface="+mn-ea"/>
                <a:cs typeface="+mn-cs"/>
              </a:rPr>
              <a:t>ต้องกำหนดตอนสร้าง</a:t>
            </a:r>
            <a:r>
              <a:rPr lang="en-US" sz="1200" b="0" i="0" kern="1200" dirty="0">
                <a:solidFill>
                  <a:schemeClr val="tx1"/>
                </a:solidFill>
                <a:effectLst/>
                <a:latin typeface="+mn-lt"/>
                <a:ea typeface="+mn-ea"/>
                <a:cs typeface="+mn-cs"/>
              </a:rPr>
              <a:t> Container </a:t>
            </a:r>
            <a:r>
              <a:rPr lang="en-US" sz="1200" b="0" i="0" kern="1200" dirty="0" err="1">
                <a:solidFill>
                  <a:schemeClr val="tx1"/>
                </a:solidFill>
                <a:effectLst/>
                <a:latin typeface="+mn-lt"/>
                <a:ea typeface="+mn-ea"/>
                <a:cs typeface="+mn-cs"/>
              </a:rPr>
              <a:t>และไม่สามารถแก้ไขภายหลังได้</a:t>
            </a:r>
            <a:endParaRPr lang="en-US" sz="1200" b="0"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3. </a:t>
            </a:r>
            <a:r>
              <a:rPr lang="en-US" sz="1200" b="1" i="0" kern="1200" dirty="0" err="1">
                <a:solidFill>
                  <a:schemeClr val="tx1"/>
                </a:solidFill>
                <a:effectLst/>
                <a:latin typeface="+mn-lt"/>
                <a:ea typeface="+mn-ea"/>
                <a:cs typeface="+mn-cs"/>
              </a:rPr>
              <a:t>เลือก</a:t>
            </a:r>
            <a:r>
              <a:rPr lang="en-US" sz="1200" b="1" i="0" kern="1200" dirty="0">
                <a:solidFill>
                  <a:schemeClr val="tx1"/>
                </a:solidFill>
                <a:effectLst/>
                <a:latin typeface="+mn-lt"/>
                <a:ea typeface="+mn-ea"/>
                <a:cs typeface="+mn-cs"/>
              </a:rPr>
              <a:t> Vector Index </a:t>
            </a:r>
            <a:r>
              <a:rPr lang="en-US" sz="1200" b="1" i="0" kern="1200" dirty="0" err="1">
                <a:solidFill>
                  <a:schemeClr val="tx1"/>
                </a:solidFill>
                <a:effectLst/>
                <a:latin typeface="+mn-lt"/>
                <a:ea typeface="+mn-ea"/>
                <a:cs typeface="+mn-cs"/>
              </a:rPr>
              <a:t>ให้เหมาะกับขนาดข้อมูล</a:t>
            </a:r>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flat</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ค้นหาค่าแบบ</a:t>
            </a:r>
            <a:r>
              <a:rPr lang="en-US" sz="1200" b="0" i="0" kern="1200" dirty="0">
                <a:solidFill>
                  <a:schemeClr val="tx1"/>
                </a:solidFill>
                <a:effectLst/>
                <a:latin typeface="+mn-lt"/>
                <a:ea typeface="+mn-ea"/>
                <a:cs typeface="+mn-cs"/>
              </a:rPr>
              <a:t> Exact </a:t>
            </a:r>
            <a:r>
              <a:rPr lang="en-US" sz="1200" b="0" i="0" kern="1200" dirty="0" err="1">
                <a:solidFill>
                  <a:schemeClr val="tx1"/>
                </a:solidFill>
                <a:effectLst/>
                <a:latin typeface="+mn-lt"/>
                <a:ea typeface="+mn-ea"/>
                <a:cs typeface="+mn-cs"/>
              </a:rPr>
              <a:t>รองรับสูงสุด</a:t>
            </a:r>
            <a:r>
              <a:rPr lang="en-US" sz="1200" b="0" i="0" kern="1200" dirty="0">
                <a:solidFill>
                  <a:schemeClr val="tx1"/>
                </a:solidFill>
                <a:effectLst/>
                <a:latin typeface="+mn-lt"/>
                <a:ea typeface="+mn-ea"/>
                <a:cs typeface="+mn-cs"/>
              </a:rPr>
              <a:t> 505 dimensions</a:t>
            </a:r>
          </a:p>
          <a:p>
            <a:pPr lvl="0" fontAlgn="t"/>
            <a:r>
              <a:rPr lang="en-US" sz="1200" b="1" i="0" kern="1200" dirty="0" err="1">
                <a:solidFill>
                  <a:schemeClr val="tx1"/>
                </a:solidFill>
                <a:effectLst/>
                <a:latin typeface="+mn-lt"/>
                <a:ea typeface="+mn-ea"/>
                <a:cs typeface="+mn-cs"/>
              </a:rPr>
              <a:t>quantizedFlat</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มีการบีบอัด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เหมาะกับข้อมูลประมาณสูงสุด</a:t>
            </a:r>
            <a:r>
              <a:rPr lang="en-US" sz="1200" b="0" i="0" kern="1200" dirty="0">
                <a:solidFill>
                  <a:schemeClr val="tx1"/>
                </a:solidFill>
                <a:effectLst/>
                <a:latin typeface="+mn-lt"/>
                <a:ea typeface="+mn-ea"/>
                <a:cs typeface="+mn-cs"/>
              </a:rPr>
              <a:t> ~50K vectors/partition</a:t>
            </a:r>
          </a:p>
          <a:p>
            <a:pPr lvl="0" fontAlgn="t"/>
            <a:r>
              <a:rPr lang="en-US" sz="1200" b="1" i="0" kern="1200" dirty="0" err="1">
                <a:solidFill>
                  <a:schemeClr val="tx1"/>
                </a:solidFill>
                <a:effectLst/>
                <a:latin typeface="+mn-lt"/>
                <a:ea typeface="+mn-ea"/>
                <a:cs typeface="+mn-cs"/>
              </a:rPr>
              <a:t>diskANN</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เหมาะกับข้อมูลขนาดใหญ่</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รองรับสูงสุด</a:t>
            </a:r>
            <a:r>
              <a:rPr lang="en-US" sz="1200" b="0" i="0" kern="1200" dirty="0">
                <a:solidFill>
                  <a:schemeClr val="tx1"/>
                </a:solidFill>
                <a:effectLst/>
                <a:latin typeface="+mn-lt"/>
                <a:ea typeface="+mn-ea"/>
                <a:cs typeface="+mn-cs"/>
              </a:rPr>
              <a:t> 4,096 dimensions</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4. </a:t>
            </a:r>
            <a:r>
              <a:rPr lang="en-US" sz="1200" b="1" i="0" kern="1200" dirty="0" err="1">
                <a:solidFill>
                  <a:schemeClr val="tx1"/>
                </a:solidFill>
                <a:effectLst/>
                <a:latin typeface="+mn-lt"/>
                <a:ea typeface="+mn-ea"/>
                <a:cs typeface="+mn-cs"/>
              </a:rPr>
              <a:t>เรื่อง</a:t>
            </a:r>
            <a:r>
              <a:rPr lang="en-US" sz="1200" b="1" i="0" kern="1200" dirty="0">
                <a:solidFill>
                  <a:schemeClr val="tx1"/>
                </a:solidFill>
                <a:effectLst/>
                <a:latin typeface="+mn-lt"/>
                <a:ea typeface="+mn-ea"/>
                <a:cs typeface="+mn-cs"/>
              </a:rPr>
              <a:t> Storage</a:t>
            </a:r>
          </a:p>
          <a:p>
            <a:pPr fontAlgn="t"/>
            <a:r>
              <a:rPr lang="en-US" sz="1200" b="0" i="0" kern="1200" dirty="0" err="1">
                <a:solidFill>
                  <a:schemeClr val="tx1"/>
                </a:solidFill>
                <a:effectLst/>
                <a:latin typeface="+mn-lt"/>
                <a:ea typeface="+mn-ea"/>
                <a:cs typeface="+mn-cs"/>
              </a:rPr>
              <a:t>สไลด์แนะนำว่า</a:t>
            </a:r>
            <a:r>
              <a:rPr lang="en-US" sz="1200" b="0" i="0" kern="1200" dirty="0">
                <a:solidFill>
                  <a:schemeClr val="tx1"/>
                </a:solidFill>
                <a:effectLst/>
                <a:latin typeface="+mn-lt"/>
                <a:ea typeface="+mn-ea"/>
                <a:cs typeface="+mn-cs"/>
              </a:rPr>
              <a:t> float16 </a:t>
            </a:r>
            <a:r>
              <a:rPr lang="en-US" sz="1200" b="0" i="0" kern="1200" dirty="0" err="1">
                <a:solidFill>
                  <a:schemeClr val="tx1"/>
                </a:solidFill>
                <a:effectLst/>
                <a:latin typeface="+mn-lt"/>
                <a:ea typeface="+mn-ea"/>
                <a:cs typeface="+mn-cs"/>
              </a:rPr>
              <a:t>สามารถช่วยลดพื้นที่จัดเก็บลงประมาณ</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50%</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โดยแลกกับการสูญเสียคุณภาพเล็กน้อย</a:t>
            </a: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สรุปจำง่าย</a:t>
            </a:r>
            <a:endParaRPr lang="en-US" sz="1200" b="1"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ข้อมูล</a:t>
            </a:r>
            <a:r>
              <a:rPr lang="en-US" sz="1200" b="1" i="0" kern="1200" dirty="0">
                <a:solidFill>
                  <a:schemeClr val="tx1"/>
                </a:solidFill>
                <a:effectLst/>
                <a:latin typeface="+mn-lt"/>
                <a:ea typeface="+mn-ea"/>
                <a:cs typeface="+mn-cs"/>
              </a:rPr>
              <a:t>/</a:t>
            </a:r>
            <a:r>
              <a:rPr lang="en-US" sz="1200" b="1" i="0" kern="1200" dirty="0" err="1">
                <a:solidFill>
                  <a:schemeClr val="tx1"/>
                </a:solidFill>
                <a:effectLst/>
                <a:latin typeface="+mn-lt"/>
                <a:ea typeface="+mn-ea"/>
                <a:cs typeface="+mn-cs"/>
              </a:rPr>
              <a:t>ข้อความ</a:t>
            </a:r>
            <a:r>
              <a:rPr lang="en-US" sz="1200" b="1" i="0" kern="1200" dirty="0">
                <a:solidFill>
                  <a:schemeClr val="tx1"/>
                </a:solidFill>
                <a:effectLst/>
                <a:latin typeface="+mn-lt"/>
                <a:ea typeface="+mn-ea"/>
                <a:cs typeface="+mn-cs"/>
              </a:rPr>
              <a:t> → Embedding Model → Vector → </a:t>
            </a:r>
            <a:r>
              <a:rPr lang="en-US" sz="1200" b="1" i="0" kern="1200" dirty="0" err="1">
                <a:solidFill>
                  <a:schemeClr val="tx1"/>
                </a:solidFill>
                <a:effectLst/>
                <a:latin typeface="+mn-lt"/>
                <a:ea typeface="+mn-ea"/>
                <a:cs typeface="+mn-cs"/>
              </a:rPr>
              <a:t>เก็บใน</a:t>
            </a:r>
            <a:r>
              <a:rPr lang="en-US" sz="1200" b="1" i="0" kern="1200" dirty="0">
                <a:solidFill>
                  <a:schemeClr val="tx1"/>
                </a:solidFill>
                <a:effectLst/>
                <a:latin typeface="+mn-lt"/>
                <a:ea typeface="+mn-ea"/>
                <a:cs typeface="+mn-cs"/>
              </a:rPr>
              <a:t> Cosmos DB → Vector Search → </a:t>
            </a:r>
            <a:r>
              <a:rPr lang="en-US" sz="1200" b="1" i="0" kern="1200" dirty="0" err="1">
                <a:solidFill>
                  <a:schemeClr val="tx1"/>
                </a:solidFill>
                <a:effectLst/>
                <a:latin typeface="+mn-lt"/>
                <a:ea typeface="+mn-ea"/>
                <a:cs typeface="+mn-cs"/>
              </a:rPr>
              <a:t>หาเอกสารที่มีความหมายใกล้เคียง</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หัวใจสำคัญคือ</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Dimension </a:t>
            </a:r>
            <a:r>
              <a:rPr lang="en-US" sz="1200" b="1" i="0" kern="1200" dirty="0" err="1">
                <a:solidFill>
                  <a:schemeClr val="tx1"/>
                </a:solidFill>
                <a:effectLst/>
                <a:latin typeface="+mn-lt"/>
                <a:ea typeface="+mn-ea"/>
                <a:cs typeface="+mn-cs"/>
              </a:rPr>
              <a:t>ต้องตรงกับ</a:t>
            </a:r>
            <a:r>
              <a:rPr lang="en-US" sz="1200" b="1" i="0" kern="1200" dirty="0">
                <a:solidFill>
                  <a:schemeClr val="tx1"/>
                </a:solidFill>
                <a:effectLst/>
                <a:latin typeface="+mn-lt"/>
                <a:ea typeface="+mn-ea"/>
                <a:cs typeface="+mn-cs"/>
              </a:rPr>
              <a:t> Model </a:t>
            </a:r>
            <a:r>
              <a:rPr lang="en-US" sz="1200" b="1" i="0" kern="1200" dirty="0" err="1">
                <a:solidFill>
                  <a:schemeClr val="tx1"/>
                </a:solidFill>
                <a:effectLst/>
                <a:latin typeface="+mn-lt"/>
                <a:ea typeface="+mn-ea"/>
                <a:cs typeface="+mn-cs"/>
              </a:rPr>
              <a:t>และต้องเลือก</a:t>
            </a:r>
            <a:r>
              <a:rPr lang="en-US" sz="1200" b="1" i="0" kern="1200" dirty="0">
                <a:solidFill>
                  <a:schemeClr val="tx1"/>
                </a:solidFill>
                <a:effectLst/>
                <a:latin typeface="+mn-lt"/>
                <a:ea typeface="+mn-ea"/>
                <a:cs typeface="+mn-cs"/>
              </a:rPr>
              <a:t> Vector Index </a:t>
            </a:r>
            <a:r>
              <a:rPr lang="en-US" sz="1200" b="1" i="0" kern="1200" dirty="0" err="1">
                <a:solidFill>
                  <a:schemeClr val="tx1"/>
                </a:solidFill>
                <a:effectLst/>
                <a:latin typeface="+mn-lt"/>
                <a:ea typeface="+mn-ea"/>
                <a:cs typeface="+mn-cs"/>
              </a:rPr>
              <a:t>ให้เหมาะกับปริมาณข้อมูล</a:t>
            </a:r>
            <a:endParaRPr lang="en-US" sz="1200" b="0" i="0" kern="1200" dirty="0">
              <a:solidFill>
                <a:schemeClr val="tx1"/>
              </a:solidFill>
              <a:effectLst/>
              <a:latin typeface="+mn-lt"/>
              <a:ea typeface="+mn-ea"/>
              <a:cs typeface="+mn-cs"/>
            </a:endParaRPr>
          </a:p>
        </p:txBody>
      </p:sp>
      <p:sp>
        <p:nvSpPr>
          <p:cNvPr id="45564499"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58988796" name="Slide Image Placeholder 1"/>
          <p:cNvSpPr>
            <a:spLocks noGrp="1" noRot="1" noChangeAspect="1"/>
          </p:cNvSpPr>
          <p:nvPr>
            <p:ph type="sldImg"/>
          </p:nvPr>
        </p:nvSpPr>
        <p:spPr bwMode="auto">
          <a:xfrm>
            <a:off x="217488" y="812800"/>
            <a:ext cx="7124700" cy="4008438"/>
          </a:xfrm>
        </p:spPr>
      </p:sp>
      <p:sp>
        <p:nvSpPr>
          <p:cNvPr id="386691530" name="Notes Placeholder 2"/>
          <p:cNvSpPr>
            <a:spLocks noGrp="1"/>
          </p:cNvSpPr>
          <p:nvPr>
            <p:ph type="body" idx="1"/>
          </p:nvPr>
        </p:nvSpPr>
        <p:spPr bwMode="auto"/>
        <p:txBody>
          <a:bodyPr/>
          <a:lstStyle/>
          <a:p>
            <a:pPr fontAlgn="t"/>
            <a:r>
              <a:rPr lang="en-US" sz="1200" b="1" i="0" kern="1200" dirty="0">
                <a:solidFill>
                  <a:schemeClr val="tx1"/>
                </a:solidFill>
                <a:effectLst/>
                <a:latin typeface="+mn-lt"/>
                <a:ea typeface="+mn-ea"/>
                <a:cs typeface="+mn-cs"/>
              </a:rPr>
              <a:t>Semantic Search </a:t>
            </a:r>
            <a:r>
              <a:rPr lang="en-US" sz="1200" b="1" i="0" kern="1200" dirty="0" err="1">
                <a:solidFill>
                  <a:schemeClr val="tx1"/>
                </a:solidFill>
                <a:effectLst/>
                <a:latin typeface="+mn-lt"/>
                <a:ea typeface="+mn-ea"/>
                <a:cs typeface="+mn-cs"/>
              </a:rPr>
              <a:t>ด้วย</a:t>
            </a:r>
            <a:r>
              <a:rPr lang="en-US" sz="1200" b="1" i="0" kern="1200" dirty="0">
                <a:solidFill>
                  <a:schemeClr val="tx1"/>
                </a:solidFill>
                <a:effectLst/>
                <a:latin typeface="+mn-lt"/>
                <a:ea typeface="+mn-ea"/>
                <a:cs typeface="+mn-cs"/>
              </a:rPr>
              <a:t> Vector Similarity </a:t>
            </a:r>
            <a:r>
              <a:rPr lang="en-US" sz="1200" b="1" i="0" kern="1200" dirty="0" err="1">
                <a:solidFill>
                  <a:schemeClr val="tx1"/>
                </a:solidFill>
                <a:effectLst/>
                <a:latin typeface="+mn-lt"/>
                <a:ea typeface="+mn-ea"/>
                <a:cs typeface="+mn-cs"/>
              </a:rPr>
              <a:t>ใน</a:t>
            </a:r>
            <a:r>
              <a:rPr lang="en-US" sz="1200" b="1" i="0" kern="1200" dirty="0">
                <a:solidFill>
                  <a:schemeClr val="tx1"/>
                </a:solidFill>
                <a:effectLst/>
                <a:latin typeface="+mn-lt"/>
                <a:ea typeface="+mn-ea"/>
                <a:cs typeface="+mn-cs"/>
              </a:rPr>
              <a:t> Azure Cosmos DB</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คือการค้นหาข้อมูลจาก</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ความหมายที่ใกล้เคียง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ไม่ใช่แค่คำที่ตรงกัน</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ตัวอย่างผู้ใช้ค้นหา</a:t>
            </a:r>
            <a:r>
              <a:rPr lang="en-US" sz="1200" b="0" i="0" kern="1200" dirty="0">
                <a:solidFill>
                  <a:schemeClr val="tx1"/>
                </a:solidFill>
                <a:effectLst/>
                <a:latin typeface="+mn-lt"/>
                <a:ea typeface="+mn-ea"/>
                <a:cs typeface="+mn-cs"/>
              </a:rPr>
              <a:t>:</a:t>
            </a:r>
          </a:p>
          <a:p>
            <a:pPr fontAlgn="t"/>
            <a:r>
              <a:rPr lang="en-US" sz="1200" b="1" i="0" kern="1200" dirty="0">
                <a:solidFill>
                  <a:schemeClr val="tx1"/>
                </a:solidFill>
                <a:effectLst/>
                <a:latin typeface="+mn-lt"/>
                <a:ea typeface="+mn-ea"/>
                <a:cs typeface="+mn-cs"/>
              </a:rPr>
              <a:t>“</a:t>
            </a:r>
            <a:r>
              <a:rPr lang="en-US" sz="1200" b="1" i="0" kern="1200" dirty="0" err="1">
                <a:solidFill>
                  <a:schemeClr val="tx1"/>
                </a:solidFill>
                <a:effectLst/>
                <a:latin typeface="+mn-lt"/>
                <a:ea typeface="+mn-ea"/>
                <a:cs typeface="+mn-cs"/>
              </a:rPr>
              <a:t>WiFi</a:t>
            </a:r>
            <a:r>
              <a:rPr lang="en-US" sz="1200" b="1" i="0" kern="1200" dirty="0">
                <a:solidFill>
                  <a:schemeClr val="tx1"/>
                </a:solidFill>
                <a:effectLst/>
                <a:latin typeface="+mn-lt"/>
                <a:ea typeface="+mn-ea"/>
                <a:cs typeface="+mn-cs"/>
              </a:rPr>
              <a:t> not working”</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ระบบจะทำงานตามลำดับ</a:t>
            </a:r>
            <a:r>
              <a:rPr lang="en-US" sz="1200" b="0" i="0" kern="1200" dirty="0">
                <a:solidFill>
                  <a:schemeClr val="tx1"/>
                </a:solidFill>
                <a:effectLst/>
                <a:latin typeface="+mn-lt"/>
                <a:ea typeface="+mn-ea"/>
                <a:cs typeface="+mn-cs"/>
              </a:rPr>
              <a:t>:</a:t>
            </a:r>
          </a:p>
          <a:p>
            <a:pPr fontAlgn="t"/>
            <a:r>
              <a:rPr lang="en-US" sz="1200" b="1" i="0" kern="1200" dirty="0">
                <a:solidFill>
                  <a:schemeClr val="tx1"/>
                </a:solidFill>
                <a:effectLst/>
                <a:latin typeface="+mn-lt"/>
                <a:ea typeface="+mn-ea"/>
                <a:cs typeface="+mn-cs"/>
              </a:rPr>
              <a:t>User Query → Embedding API → Query Vector → Cosmos DB → </a:t>
            </a:r>
            <a:r>
              <a:rPr lang="en-US" sz="1200" b="1" i="0" kern="1200" dirty="0" err="1">
                <a:solidFill>
                  <a:schemeClr val="tx1"/>
                </a:solidFill>
                <a:effectLst/>
                <a:latin typeface="+mn-lt"/>
                <a:ea typeface="+mn-ea"/>
                <a:cs typeface="+mn-cs"/>
              </a:rPr>
              <a:t>เอกสารที่คล้ายที่สุด</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Embedding API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แปลงข้อความค้นหาเป็น</a:t>
            </a:r>
            <a:r>
              <a:rPr lang="en-US" sz="1200" b="0" i="0" kern="1200" dirty="0">
                <a:solidFill>
                  <a:schemeClr val="tx1"/>
                </a:solidFill>
                <a:effectLst/>
                <a:latin typeface="+mn-lt"/>
                <a:ea typeface="+mn-ea"/>
                <a:cs typeface="+mn-cs"/>
              </a:rPr>
              <a:t> Vector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[0.02, -0.04, ...]</a:t>
            </a:r>
          </a:p>
          <a:p>
            <a:pPr lvl="0" fontAlgn="t"/>
            <a:r>
              <a:rPr lang="en-US" sz="1200" b="0" i="0" kern="1200" dirty="0">
                <a:solidFill>
                  <a:schemeClr val="tx1"/>
                </a:solidFill>
                <a:effectLst/>
                <a:latin typeface="+mn-lt"/>
                <a:ea typeface="+mn-ea"/>
                <a:cs typeface="+mn-cs"/>
              </a:rPr>
              <a:t>Cosmos DB </a:t>
            </a:r>
            <a:r>
              <a:rPr lang="en-US" sz="1200" b="0" i="0" kern="1200" dirty="0" err="1">
                <a:solidFill>
                  <a:schemeClr val="tx1"/>
                </a:solidFill>
                <a:effectLst/>
                <a:latin typeface="+mn-lt"/>
                <a:ea typeface="+mn-ea"/>
                <a:cs typeface="+mn-cs"/>
              </a:rPr>
              <a:t>นำ</a:t>
            </a:r>
            <a:r>
              <a:rPr lang="en-US" sz="1200" b="0" i="0" kern="1200" dirty="0">
                <a:solidFill>
                  <a:schemeClr val="tx1"/>
                </a:solidFill>
                <a:effectLst/>
                <a:latin typeface="+mn-lt"/>
                <a:ea typeface="+mn-ea"/>
                <a:cs typeface="+mn-cs"/>
              </a:rPr>
              <a:t> Query Vector </a:t>
            </a:r>
            <a:r>
              <a:rPr lang="en-US" sz="1200" b="0" i="0" kern="1200" dirty="0" err="1">
                <a:solidFill>
                  <a:schemeClr val="tx1"/>
                </a:solidFill>
                <a:effectLst/>
                <a:latin typeface="+mn-lt"/>
                <a:ea typeface="+mn-ea"/>
                <a:cs typeface="+mn-cs"/>
              </a:rPr>
              <a:t>ไปเปรียบเทียบกับ</a:t>
            </a:r>
            <a:r>
              <a:rPr lang="en-US" sz="1200" b="0" i="0" kern="1200" dirty="0">
                <a:solidFill>
                  <a:schemeClr val="tx1"/>
                </a:solidFill>
                <a:effectLst/>
                <a:latin typeface="+mn-lt"/>
                <a:ea typeface="+mn-ea"/>
                <a:cs typeface="+mn-cs"/>
              </a:rPr>
              <a:t> Embedding </a:t>
            </a:r>
            <a:r>
              <a:rPr lang="en-US" sz="1200" b="0" i="0" kern="1200" dirty="0" err="1">
                <a:solidFill>
                  <a:schemeClr val="tx1"/>
                </a:solidFill>
                <a:effectLst/>
                <a:latin typeface="+mn-lt"/>
                <a:ea typeface="+mn-ea"/>
                <a:cs typeface="+mn-cs"/>
              </a:rPr>
              <a:t>ของเอกสาร</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VectorDistance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วัดความใกล้เคียง</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เรียงผลลัพธ์และคืน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Top 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ที่มีความหมายใกล้ที่สุด</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จุดสำคัญ</a:t>
            </a:r>
            <a:endParaRPr lang="en-US" sz="1200" b="1"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Query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Documents </a:t>
            </a:r>
            <a:r>
              <a:rPr lang="en-US" sz="1200" b="0" i="0" kern="1200" dirty="0" err="1">
                <a:solidFill>
                  <a:schemeClr val="tx1"/>
                </a:solidFill>
                <a:effectLst/>
                <a:latin typeface="+mn-lt"/>
                <a:ea typeface="+mn-ea"/>
                <a:cs typeface="+mn-cs"/>
              </a:rPr>
              <a:t>ต้องใช้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Embedding Model </a:t>
            </a:r>
            <a:r>
              <a:rPr lang="en-US" sz="1200" b="1" i="0" kern="1200" dirty="0" err="1">
                <a:solidFill>
                  <a:schemeClr val="tx1"/>
                </a:solidFill>
                <a:effectLst/>
                <a:latin typeface="+mn-lt"/>
                <a:ea typeface="+mn-ea"/>
                <a:cs typeface="+mn-cs"/>
              </a:rPr>
              <a:t>เดียวกัน</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ควรกำหนด</a:t>
            </a:r>
            <a:r>
              <a:rPr lang="en-US" sz="1200" b="0" i="0" kern="1200" dirty="0">
                <a:solidFill>
                  <a:schemeClr val="tx1"/>
                </a:solidFill>
                <a:effectLst/>
                <a:latin typeface="+mn-lt"/>
                <a:ea typeface="+mn-ea"/>
                <a:cs typeface="+mn-cs"/>
              </a:rPr>
              <a:t> TOP N </a:t>
            </a:r>
            <a:r>
              <a:rPr lang="en-US" sz="1200" b="0" i="0" kern="1200" dirty="0" err="1">
                <a:solidFill>
                  <a:schemeClr val="tx1"/>
                </a:solidFill>
                <a:effectLst/>
                <a:latin typeface="+mn-lt"/>
                <a:ea typeface="+mn-ea"/>
                <a:cs typeface="+mn-cs"/>
              </a:rPr>
              <a:t>เพื่อจำกัดจำนวนผลลัพธ์</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ไม่เช่นนั้นอาจต้อง</a:t>
            </a:r>
            <a:r>
              <a:rPr lang="en-US" sz="1200" b="0" i="0" kern="1200" dirty="0">
                <a:solidFill>
                  <a:schemeClr val="tx1"/>
                </a:solidFill>
                <a:effectLst/>
                <a:latin typeface="+mn-lt"/>
                <a:ea typeface="+mn-ea"/>
                <a:cs typeface="+mn-cs"/>
              </a:rPr>
              <a:t> Scan </a:t>
            </a:r>
            <a:r>
              <a:rPr lang="en-US" sz="1200" b="0" i="0" kern="1200" dirty="0" err="1">
                <a:solidFill>
                  <a:schemeClr val="tx1"/>
                </a:solidFill>
                <a:effectLst/>
                <a:latin typeface="+mn-lt"/>
                <a:ea typeface="+mn-ea"/>
                <a:cs typeface="+mn-cs"/>
              </a:rPr>
              <a:t>มากขึ้น</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@queryVector </a:t>
            </a:r>
            <a:r>
              <a:rPr lang="en-US" sz="1200" b="0" i="0" kern="1200" dirty="0" err="1">
                <a:solidFill>
                  <a:schemeClr val="tx1"/>
                </a:solidFill>
                <a:effectLst/>
                <a:latin typeface="+mn-lt"/>
                <a:ea typeface="+mn-ea"/>
                <a:cs typeface="+mn-cs"/>
              </a:rPr>
              <a:t>เป็น</a:t>
            </a:r>
            <a:r>
              <a:rPr lang="en-US" sz="1200" b="0" i="0" kern="1200" dirty="0">
                <a:solidFill>
                  <a:schemeClr val="tx1"/>
                </a:solidFill>
                <a:effectLst/>
                <a:latin typeface="+mn-lt"/>
                <a:ea typeface="+mn-ea"/>
                <a:cs typeface="+mn-cs"/>
              </a:rPr>
              <a:t> Parameter </a:t>
            </a:r>
            <a:r>
              <a:rPr lang="en-US" sz="1200" b="0" i="0" kern="1200" dirty="0" err="1">
                <a:solidFill>
                  <a:schemeClr val="tx1"/>
                </a:solidFill>
                <a:effectLst/>
                <a:latin typeface="+mn-lt"/>
                <a:ea typeface="+mn-ea"/>
                <a:cs typeface="+mn-cs"/>
              </a:rPr>
              <a:t>ช่วยให้จัดการ</a:t>
            </a:r>
            <a:r>
              <a:rPr lang="en-US" sz="1200" b="0" i="0" kern="1200" dirty="0">
                <a:solidFill>
                  <a:schemeClr val="tx1"/>
                </a:solidFill>
                <a:effectLst/>
                <a:latin typeface="+mn-lt"/>
                <a:ea typeface="+mn-ea"/>
                <a:cs typeface="+mn-cs"/>
              </a:rPr>
              <a:t> Query </a:t>
            </a:r>
            <a:r>
              <a:rPr lang="en-US" sz="1200" b="0" i="0" kern="1200" dirty="0" err="1">
                <a:solidFill>
                  <a:schemeClr val="tx1"/>
                </a:solidFill>
                <a:effectLst/>
                <a:latin typeface="+mn-lt"/>
                <a:ea typeface="+mn-ea"/>
                <a:cs typeface="+mn-cs"/>
              </a:rPr>
              <a:t>ได้เป็นระบบ</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ในตัวอย่างใช้</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DiskANN</a:t>
            </a:r>
            <a:r>
              <a:rPr lang="en-US" sz="1200" b="1" i="0" kern="1200" dirty="0">
                <a:solidFill>
                  <a:schemeClr val="tx1"/>
                </a:solidFill>
                <a:effectLst/>
                <a:latin typeface="+mn-lt"/>
                <a:ea typeface="+mn-ea"/>
                <a:cs typeface="+mn-cs"/>
              </a:rPr>
              <a:t> Index</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ช่วยในการค้นหา</a:t>
            </a:r>
            <a:r>
              <a:rPr lang="en-US" sz="1200" b="0" i="0" kern="1200" dirty="0">
                <a:solidFill>
                  <a:schemeClr val="tx1"/>
                </a:solidFill>
                <a:effectLst/>
                <a:latin typeface="+mn-lt"/>
                <a:ea typeface="+mn-ea"/>
                <a:cs typeface="+mn-cs"/>
              </a:rPr>
              <a:t> Vector</a:t>
            </a:r>
          </a:p>
          <a:p>
            <a:pPr fontAlgn="t"/>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Keyword Search</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หาคำที่ตรงกัน</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Semantic Search</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หาเนื้อหาที่</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ความหมายใกล้กัน</a:t>
            </a:r>
            <a:r>
              <a:rPr lang="en-US" sz="1200" b="0" i="0" kern="1200" dirty="0">
                <a:solidFill>
                  <a:schemeClr val="tx1"/>
                </a:solidFill>
                <a:effectLst/>
                <a:latin typeface="+mn-lt"/>
                <a:ea typeface="+mn-ea"/>
                <a:cs typeface="+mn-cs"/>
              </a:rPr>
              <a:t>”</a:t>
            </a:r>
          </a:p>
          <a:p>
            <a:pPr fontAlgn="t"/>
            <a:endParaRPr lang="en-US" sz="1200" b="0" i="0" kern="1200" dirty="0">
              <a:solidFill>
                <a:schemeClr val="tx1"/>
              </a:solidFill>
              <a:effectLst/>
              <a:latin typeface="+mn-lt"/>
              <a:ea typeface="+mn-ea"/>
              <a:cs typeface="+mn-cs"/>
            </a:endParaRPr>
          </a:p>
        </p:txBody>
      </p:sp>
      <p:sp>
        <p:nvSpPr>
          <p:cNvPr id="952077173"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38567391" name="Slide Image Placeholder 1"/>
          <p:cNvSpPr>
            <a:spLocks noGrp="1" noRot="1" noChangeAspect="1"/>
          </p:cNvSpPr>
          <p:nvPr>
            <p:ph type="sldImg"/>
          </p:nvPr>
        </p:nvSpPr>
        <p:spPr bwMode="auto">
          <a:xfrm>
            <a:off x="217488" y="812800"/>
            <a:ext cx="7124700" cy="4008438"/>
          </a:xfrm>
        </p:spPr>
      </p:sp>
      <p:sp>
        <p:nvSpPr>
          <p:cNvPr id="618169302" name="Notes Placeholder 2"/>
          <p:cNvSpPr>
            <a:spLocks noGrp="1"/>
          </p:cNvSpPr>
          <p:nvPr>
            <p:ph type="body" idx="1"/>
          </p:nvPr>
        </p:nvSpPr>
        <p:spPr bwMode="auto"/>
        <p:txBody>
          <a:bodyPr/>
          <a:lstStyle/>
          <a:p>
            <a:pPr fontAlgn="t"/>
            <a:r>
              <a:rPr lang="en-US" sz="1200" b="0" i="0" kern="1200" dirty="0" err="1">
                <a:solidFill>
                  <a:schemeClr val="tx1"/>
                </a:solidFill>
                <a:effectLst/>
                <a:latin typeface="+mn-lt"/>
                <a:ea typeface="+mn-ea"/>
                <a:cs typeface="+mn-cs"/>
              </a:rPr>
              <a:t>การ</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เพิ่มความแม่นยำของ</a:t>
            </a:r>
            <a:r>
              <a:rPr lang="en-US" sz="1200" b="1" i="0" kern="1200" dirty="0">
                <a:solidFill>
                  <a:schemeClr val="tx1"/>
                </a:solidFill>
                <a:effectLst/>
                <a:latin typeface="+mn-lt"/>
                <a:ea typeface="+mn-ea"/>
                <a:cs typeface="+mn-cs"/>
              </a:rPr>
              <a:t> Vector Search </a:t>
            </a:r>
            <a:r>
              <a:rPr lang="en-US" sz="1200" b="1" i="0" kern="1200" dirty="0" err="1">
                <a:solidFill>
                  <a:schemeClr val="tx1"/>
                </a:solidFill>
                <a:effectLst/>
                <a:latin typeface="+mn-lt"/>
                <a:ea typeface="+mn-ea"/>
                <a:cs typeface="+mn-cs"/>
              </a:rPr>
              <a:t>ใน</a:t>
            </a:r>
            <a:r>
              <a:rPr lang="en-US" sz="1200" b="1" i="0" kern="1200" dirty="0">
                <a:solidFill>
                  <a:schemeClr val="tx1"/>
                </a:solidFill>
                <a:effectLst/>
                <a:latin typeface="+mn-lt"/>
                <a:ea typeface="+mn-ea"/>
                <a:cs typeface="+mn-cs"/>
              </a:rPr>
              <a:t> Cosmos DB</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โดยผสมการค้นหาจาก</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ความหมาย</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เข้ากับเงื่อนไขอื่น</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Filtered Vector Search</a:t>
            </a:r>
          </a:p>
          <a:p>
            <a:pPr fontAlgn="t"/>
            <a:r>
              <a:rPr lang="en-US" sz="1200" b="0" i="0" kern="1200" dirty="0" err="1">
                <a:solidFill>
                  <a:schemeClr val="tx1"/>
                </a:solidFill>
                <a:effectLst/>
                <a:latin typeface="+mn-lt"/>
                <a:ea typeface="+mn-ea"/>
                <a:cs typeface="+mn-cs"/>
              </a:rPr>
              <a:t>คือ</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กรองข้อมูลก่อน</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แล้วค่อยหา</a:t>
            </a:r>
            <a:r>
              <a:rPr lang="en-US" sz="1200" b="1" i="0" kern="1200" dirty="0">
                <a:solidFill>
                  <a:schemeClr val="tx1"/>
                </a:solidFill>
                <a:effectLst/>
                <a:latin typeface="+mn-lt"/>
                <a:ea typeface="+mn-ea"/>
                <a:cs typeface="+mn-cs"/>
              </a:rPr>
              <a:t> Vector </a:t>
            </a:r>
            <a:r>
              <a:rPr lang="en-US" sz="1200" b="1" i="0" kern="1200" dirty="0" err="1">
                <a:solidFill>
                  <a:schemeClr val="tx1"/>
                </a:solidFill>
                <a:effectLst/>
                <a:latin typeface="+mn-lt"/>
                <a:ea typeface="+mn-ea"/>
                <a:cs typeface="+mn-cs"/>
              </a:rPr>
              <a:t>ที่ใกล้เคียง</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ตัวอย่างในสไลด์</a:t>
            </a:r>
            <a:r>
              <a:rPr lang="en-US" sz="1200" b="0" i="0" kern="1200" dirty="0">
                <a:solidFill>
                  <a:schemeClr val="tx1"/>
                </a:solidFill>
                <a:effectLst/>
                <a:latin typeface="+mn-lt"/>
                <a:ea typeface="+mn-ea"/>
                <a:cs typeface="+mn-cs"/>
              </a:rPr>
              <a:t>:</a:t>
            </a:r>
          </a:p>
          <a:p>
            <a:pPr lvl="0" fontAlgn="t"/>
            <a:r>
              <a:rPr lang="en-US" sz="1200" b="0" i="0" kern="1200" dirty="0" err="1">
                <a:solidFill>
                  <a:schemeClr val="tx1"/>
                </a:solidFill>
                <a:effectLst/>
                <a:latin typeface="+mn-lt"/>
                <a:ea typeface="+mn-ea"/>
                <a:cs typeface="+mn-cs"/>
              </a:rPr>
              <a:t>กรอง</a:t>
            </a:r>
            <a:r>
              <a:rPr lang="en-US" sz="1200" b="0" i="0" kern="1200" dirty="0">
                <a:solidFill>
                  <a:schemeClr val="tx1"/>
                </a:solidFill>
                <a:effectLst/>
                <a:latin typeface="+mn-lt"/>
                <a:ea typeface="+mn-ea"/>
                <a:cs typeface="+mn-cs"/>
              </a:rPr>
              <a:t> category</a:t>
            </a:r>
          </a:p>
          <a:p>
            <a:pPr lvl="0" fontAlgn="t"/>
            <a:r>
              <a:rPr lang="en-US" sz="1200" b="0" i="0" kern="1200" dirty="0" err="1">
                <a:solidFill>
                  <a:schemeClr val="tx1"/>
                </a:solidFill>
                <a:effectLst/>
                <a:latin typeface="+mn-lt"/>
                <a:ea typeface="+mn-ea"/>
                <a:cs typeface="+mn-cs"/>
              </a:rPr>
              <a:t>กรอง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createdDate</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แล้วใช้</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VectorDistance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หา</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Top 10</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ที่ใกล้เคียงที่สุด</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ข้อดีคือ</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ลดพื้นที่ในการค้นหา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และถ้าเงื่อนไขมี</a:t>
            </a:r>
            <a:r>
              <a:rPr lang="en-US" sz="1200" b="0" i="0" kern="1200" dirty="0">
                <a:solidFill>
                  <a:schemeClr val="tx1"/>
                </a:solidFill>
                <a:effectLst/>
                <a:latin typeface="+mn-lt"/>
                <a:ea typeface="+mn-ea"/>
                <a:cs typeface="+mn-cs"/>
              </a:rPr>
              <a:t> Partition Key </a:t>
            </a:r>
            <a:r>
              <a:rPr lang="en-US" sz="1200" b="0" i="0" kern="1200" dirty="0" err="1">
                <a:solidFill>
                  <a:schemeClr val="tx1"/>
                </a:solidFill>
                <a:effectLst/>
                <a:latin typeface="+mn-lt"/>
                <a:ea typeface="+mn-ea"/>
                <a:cs typeface="+mn-cs"/>
              </a:rPr>
              <a:t>ก็สามารถส่ง</a:t>
            </a:r>
            <a:r>
              <a:rPr lang="en-US" sz="1200" b="0" i="0" kern="1200" dirty="0">
                <a:solidFill>
                  <a:schemeClr val="tx1"/>
                </a:solidFill>
                <a:effectLst/>
                <a:latin typeface="+mn-lt"/>
                <a:ea typeface="+mn-ea"/>
                <a:cs typeface="+mn-cs"/>
              </a:rPr>
              <a:t> Query </a:t>
            </a:r>
            <a:r>
              <a:rPr lang="en-US" sz="1200" b="0" i="0" kern="1200" dirty="0" err="1">
                <a:solidFill>
                  <a:schemeClr val="tx1"/>
                </a:solidFill>
                <a:effectLst/>
                <a:latin typeface="+mn-lt"/>
                <a:ea typeface="+mn-ea"/>
                <a:cs typeface="+mn-cs"/>
              </a:rPr>
              <a:t>ไปยัง</a:t>
            </a:r>
            <a:r>
              <a:rPr lang="en-US" sz="1200" b="0" i="0" kern="1200" dirty="0">
                <a:solidFill>
                  <a:schemeClr val="tx1"/>
                </a:solidFill>
                <a:effectLst/>
                <a:latin typeface="+mn-lt"/>
                <a:ea typeface="+mn-ea"/>
                <a:cs typeface="+mn-cs"/>
              </a:rPr>
              <a:t> Partition </a:t>
            </a:r>
            <a:r>
              <a:rPr lang="en-US" sz="1200" b="0" i="0" kern="1200" dirty="0" err="1">
                <a:solidFill>
                  <a:schemeClr val="tx1"/>
                </a:solidFill>
                <a:effectLst/>
                <a:latin typeface="+mn-lt"/>
                <a:ea typeface="+mn-ea"/>
                <a:cs typeface="+mn-cs"/>
              </a:rPr>
              <a:t>ที่เกี่ยวข้องได้โดยตรง</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Filter </a:t>
            </a:r>
            <a:r>
              <a:rPr lang="en-US" sz="1200" b="1" i="0" kern="1200" dirty="0" err="1">
                <a:solidFill>
                  <a:schemeClr val="tx1"/>
                </a:solidFill>
                <a:effectLst/>
                <a:latin typeface="+mn-lt"/>
                <a:ea typeface="+mn-ea"/>
                <a:cs typeface="+mn-cs"/>
              </a:rPr>
              <a:t>ก่อน</a:t>
            </a:r>
            <a:r>
              <a:rPr lang="en-US" sz="1200" b="1" i="0" kern="1200" dirty="0">
                <a:solidFill>
                  <a:schemeClr val="tx1"/>
                </a:solidFill>
                <a:effectLst/>
                <a:latin typeface="+mn-lt"/>
                <a:ea typeface="+mn-ea"/>
                <a:cs typeface="+mn-cs"/>
              </a:rPr>
              <a:t> → Vector Search → Top 10</a:t>
            </a:r>
            <a:endParaRPr lang="en-US" sz="1200" b="0" i="0" kern="1200" dirty="0">
              <a:solidFill>
                <a:schemeClr val="tx1"/>
              </a:solidFill>
              <a:effectLst/>
              <a:latin typeface="+mn-lt"/>
              <a:ea typeface="+mn-ea"/>
              <a:cs typeface="+mn-cs"/>
            </a:endParaRPr>
          </a:p>
          <a:p>
            <a:pPr fontAlgn="t"/>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Hybrid Search + RRF</a:t>
            </a:r>
          </a:p>
          <a:p>
            <a:pPr fontAlgn="t"/>
            <a:r>
              <a:rPr lang="en-US" sz="1200" b="0" i="0" kern="1200" dirty="0" err="1">
                <a:solidFill>
                  <a:schemeClr val="tx1"/>
                </a:solidFill>
                <a:effectLst/>
                <a:latin typeface="+mn-lt"/>
                <a:ea typeface="+mn-ea"/>
                <a:cs typeface="+mn-cs"/>
              </a:rPr>
              <a:t>เป็นการรวมผลจาก</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2 </a:t>
            </a:r>
            <a:r>
              <a:rPr lang="en-US" sz="1200" b="1" i="0" kern="1200" dirty="0" err="1">
                <a:solidFill>
                  <a:schemeClr val="tx1"/>
                </a:solidFill>
                <a:effectLst/>
                <a:latin typeface="+mn-lt"/>
                <a:ea typeface="+mn-ea"/>
                <a:cs typeface="+mn-cs"/>
              </a:rPr>
              <a:t>วิธีค้นหา</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Vector Search</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หาเนื้อหาที่</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ความหมายใกล้เคียง</a:t>
            </a:r>
            <a:r>
              <a:rPr lang="en-US" sz="1200" b="0" i="0" kern="1200" dirty="0">
                <a:solidFill>
                  <a:schemeClr val="tx1"/>
                </a:solidFill>
                <a:effectLst/>
                <a:latin typeface="+mn-lt"/>
                <a:ea typeface="+mn-ea"/>
                <a:cs typeface="+mn-cs"/>
              </a:rPr>
              <a:t>”</a:t>
            </a:r>
          </a:p>
          <a:p>
            <a:pPr lvl="0" fontAlgn="t"/>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Full-text Search</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หาเนื้อหาที่</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คำหรือข้อความตรงกัน</a:t>
            </a:r>
            <a:r>
              <a:rPr lang="en-US" sz="1200" b="0" i="0" kern="1200" dirty="0">
                <a:solidFill>
                  <a:schemeClr val="tx1"/>
                </a:solidFill>
                <a:effectLst/>
                <a:latin typeface="+mn-lt"/>
                <a:ea typeface="+mn-ea"/>
                <a:cs typeface="+mn-cs"/>
              </a:rPr>
              <a:t>”</a:t>
            </a:r>
          </a:p>
          <a:p>
            <a:pPr fontAlgn="t"/>
            <a:r>
              <a:rPr lang="en-US" sz="1200" b="0" i="0" kern="1200" dirty="0" err="1">
                <a:solidFill>
                  <a:schemeClr val="tx1"/>
                </a:solidFill>
                <a:effectLst/>
                <a:latin typeface="+mn-lt"/>
                <a:ea typeface="+mn-ea"/>
                <a:cs typeface="+mn-cs"/>
              </a:rPr>
              <a:t>จากนั้นใช้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RRF (Reciprocal Rank Fusion)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รวม</a:t>
            </a:r>
            <a:r>
              <a:rPr lang="en-US" sz="1200" b="0" i="0" kern="1200" dirty="0">
                <a:solidFill>
                  <a:schemeClr val="tx1"/>
                </a:solidFill>
                <a:effectLst/>
                <a:latin typeface="+mn-lt"/>
                <a:ea typeface="+mn-ea"/>
                <a:cs typeface="+mn-cs"/>
              </a:rPr>
              <a:t> Ranking </a:t>
            </a:r>
            <a:r>
              <a:rPr lang="en-US" sz="1200" b="0" i="0" kern="1200" dirty="0" err="1">
                <a:solidFill>
                  <a:schemeClr val="tx1"/>
                </a:solidFill>
                <a:effectLst/>
                <a:latin typeface="+mn-lt"/>
                <a:ea typeface="+mn-ea"/>
                <a:cs typeface="+mn-cs"/>
              </a:rPr>
              <a:t>ของทั้งสองวิธี</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เพื่อจัดอันดับผลลัพธ์อีกครั้ง</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เหมาะกับกรณีที่ต้องค้นหาทั้ง</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คำเฉพาะ</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ภาษาธรรมชาติ</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Error Code, Product Name </a:t>
            </a:r>
            <a:r>
              <a:rPr lang="en-US" sz="1200" b="0" i="0" kern="1200" dirty="0" err="1">
                <a:solidFill>
                  <a:schemeClr val="tx1"/>
                </a:solidFill>
                <a:effectLst/>
                <a:latin typeface="+mn-lt"/>
                <a:ea typeface="+mn-ea"/>
                <a:cs typeface="+mn-cs"/>
              </a:rPr>
              <a:t>และคำถามของผู้ใช้</a:t>
            </a:r>
            <a:endParaRPr lang="en-US" sz="1200" b="0"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Filtered Vector Search</a:t>
            </a:r>
            <a:r>
              <a:rPr lang="en-US" sz="1200" b="0"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กรองก่อน</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แล้วค้นหาความหมาย</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Hybrid Search</a:t>
            </a:r>
            <a:r>
              <a:rPr lang="en-US" sz="1200" b="0"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ค้นหาความหมาย</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ค้นหาคำ</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รวมผล</a:t>
            </a:r>
            <a:r>
              <a:rPr lang="en-US" sz="1200" b="1" i="0" kern="1200" dirty="0">
                <a:solidFill>
                  <a:schemeClr val="tx1"/>
                </a:solidFill>
                <a:effectLst/>
                <a:latin typeface="+mn-lt"/>
                <a:ea typeface="+mn-ea"/>
                <a:cs typeface="+mn-cs"/>
              </a:rPr>
              <a:t> Ranking</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ดังนั้น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ถ้าต้องการค้นหา</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เฉพาะกลุ่มข้อมูล</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Filtered Vector Search </a:t>
            </a:r>
            <a:r>
              <a:rPr lang="en-US" sz="1200" b="0" i="0" kern="1200" dirty="0" err="1">
                <a:solidFill>
                  <a:schemeClr val="tx1"/>
                </a:solidFill>
                <a:effectLst/>
                <a:latin typeface="+mn-lt"/>
                <a:ea typeface="+mn-ea"/>
                <a:cs typeface="+mn-cs"/>
              </a:rPr>
              <a:t>แต่ถ้าต้องการให้</a:t>
            </a:r>
            <a:r>
              <a:rPr lang="en-US" sz="1200" b="0" i="0" kern="1200" dirty="0">
                <a:solidFill>
                  <a:schemeClr val="tx1"/>
                </a:solidFill>
                <a:effectLst/>
                <a:latin typeface="+mn-lt"/>
                <a:ea typeface="+mn-ea"/>
                <a:cs typeface="+mn-cs"/>
              </a:rPr>
              <a:t> Search </a:t>
            </a:r>
            <a:r>
              <a:rPr lang="en-US" sz="1200" b="0" i="0" kern="1200" dirty="0" err="1">
                <a:solidFill>
                  <a:schemeClr val="tx1"/>
                </a:solidFill>
                <a:effectLst/>
                <a:latin typeface="+mn-lt"/>
                <a:ea typeface="+mn-ea"/>
                <a:cs typeface="+mn-cs"/>
              </a:rPr>
              <a:t>เข้าใจทั้ง</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Keyword </a:t>
            </a:r>
            <a:r>
              <a:rPr lang="en-US" sz="1200" b="1" i="0" kern="1200" dirty="0" err="1">
                <a:solidFill>
                  <a:schemeClr val="tx1"/>
                </a:solidFill>
                <a:effectLst/>
                <a:latin typeface="+mn-lt"/>
                <a:ea typeface="+mn-ea"/>
                <a:cs typeface="+mn-cs"/>
              </a:rPr>
              <a:t>และความหมาย</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ให้ใช้</a:t>
            </a:r>
            <a:r>
              <a:rPr lang="en-US" sz="1200" b="0" i="0" kern="1200" dirty="0">
                <a:solidFill>
                  <a:schemeClr val="tx1"/>
                </a:solidFill>
                <a:effectLst/>
                <a:latin typeface="+mn-lt"/>
                <a:ea typeface="+mn-ea"/>
                <a:cs typeface="+mn-cs"/>
              </a:rPr>
              <a:t> Hybrid Search</a:t>
            </a:r>
          </a:p>
        </p:txBody>
      </p:sp>
      <p:sp>
        <p:nvSpPr>
          <p:cNvPr id="104570738"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85B264-E53A-7301-379E-73E6A5CA84A9}"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10418993" name="Slide Image Placeholder 1"/>
          <p:cNvSpPr>
            <a:spLocks noGrp="1" noRot="1" noChangeAspect="1"/>
          </p:cNvSpPr>
          <p:nvPr>
            <p:ph type="sldImg"/>
          </p:nvPr>
        </p:nvSpPr>
        <p:spPr bwMode="auto">
          <a:xfrm>
            <a:off x="217488" y="812800"/>
            <a:ext cx="7124700" cy="4008438"/>
          </a:xfrm>
        </p:spPr>
      </p:sp>
      <p:sp>
        <p:nvSpPr>
          <p:cNvPr id="1553643506" name="Notes Placeholder 2"/>
          <p:cNvSpPr>
            <a:spLocks noGrp="1"/>
          </p:cNvSpPr>
          <p:nvPr>
            <p:ph type="body" idx="1"/>
          </p:nvPr>
        </p:nvSpPr>
        <p:spPr bwMode="auto"/>
        <p:txBody>
          <a:bodyPr/>
          <a:lstStyle/>
          <a:p>
            <a:pPr fontAlgn="t"/>
            <a:r>
              <a:rPr lang="en-US" sz="1200" b="1" i="0" kern="1200" dirty="0">
                <a:solidFill>
                  <a:schemeClr val="tx1"/>
                </a:solidFill>
                <a:effectLst/>
                <a:latin typeface="+mn-lt"/>
                <a:ea typeface="+mn-ea"/>
                <a:cs typeface="+mn-cs"/>
              </a:rPr>
              <a:t>Document </a:t>
            </a:r>
            <a:r>
              <a:rPr lang="en-US" sz="1200" b="1" i="0" kern="1200" dirty="0" err="1">
                <a:solidFill>
                  <a:schemeClr val="tx1"/>
                </a:solidFill>
                <a:effectLst/>
                <a:latin typeface="+mn-lt"/>
                <a:ea typeface="+mn-ea"/>
                <a:cs typeface="+mn-cs"/>
              </a:rPr>
              <a:t>เปลี่ยน</a:t>
            </a:r>
            <a:r>
              <a:rPr lang="en-US" sz="1200" b="1" i="0" kern="1200" dirty="0">
                <a:solidFill>
                  <a:schemeClr val="tx1"/>
                </a:solidFill>
                <a:effectLst/>
                <a:latin typeface="+mn-lt"/>
                <a:ea typeface="+mn-ea"/>
                <a:cs typeface="+mn-cs"/>
              </a:rPr>
              <a:t> → Change Feed → Azure Function → </a:t>
            </a:r>
            <a:r>
              <a:rPr lang="en-US" sz="1200" b="1" i="0" kern="1200" dirty="0" err="1">
                <a:solidFill>
                  <a:schemeClr val="tx1"/>
                </a:solidFill>
                <a:effectLst/>
                <a:latin typeface="+mn-lt"/>
                <a:ea typeface="+mn-ea"/>
                <a:cs typeface="+mn-cs"/>
              </a:rPr>
              <a:t>สร้าง</a:t>
            </a:r>
            <a:r>
              <a:rPr lang="en-US" sz="1200" b="1" i="0" kern="1200" dirty="0">
                <a:solidFill>
                  <a:schemeClr val="tx1"/>
                </a:solidFill>
                <a:effectLst/>
                <a:latin typeface="+mn-lt"/>
                <a:ea typeface="+mn-ea"/>
                <a:cs typeface="+mn-cs"/>
              </a:rPr>
              <a:t> Embedding </a:t>
            </a:r>
            <a:r>
              <a:rPr lang="en-US" sz="1200" b="1" i="0" kern="1200" dirty="0" err="1">
                <a:solidFill>
                  <a:schemeClr val="tx1"/>
                </a:solidFill>
                <a:effectLst/>
                <a:latin typeface="+mn-lt"/>
                <a:ea typeface="+mn-ea"/>
                <a:cs typeface="+mn-cs"/>
              </a:rPr>
              <a:t>ใหม่</a:t>
            </a:r>
            <a:r>
              <a:rPr lang="en-US" sz="1200" b="1" i="0" kern="1200" dirty="0">
                <a:solidFill>
                  <a:schemeClr val="tx1"/>
                </a:solidFill>
                <a:effectLst/>
                <a:latin typeface="+mn-lt"/>
                <a:ea typeface="+mn-ea"/>
                <a:cs typeface="+mn-cs"/>
              </a:rPr>
              <a:t> → Update Cosmos DB</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Push Model</a:t>
            </a:r>
          </a:p>
          <a:p>
            <a:pPr fontAlgn="t"/>
            <a:r>
              <a:rPr lang="en-US" sz="1200" b="0" i="0" kern="1200" dirty="0" err="1">
                <a:solidFill>
                  <a:schemeClr val="tx1"/>
                </a:solidFill>
                <a:effectLst/>
                <a:latin typeface="+mn-lt"/>
                <a:ea typeface="+mn-ea"/>
                <a:cs typeface="+mn-cs"/>
              </a:rPr>
              <a:t>เมื่อข้อมูลเปลี่ยน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Cosmos DB Trigger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จะส่งการเปลี่ยนแปลงไปให้</a:t>
            </a:r>
            <a:r>
              <a:rPr lang="en-US" sz="1200" b="0" i="0" kern="1200" dirty="0">
                <a:solidFill>
                  <a:schemeClr val="tx1"/>
                </a:solidFill>
                <a:effectLst/>
                <a:latin typeface="+mn-lt"/>
                <a:ea typeface="+mn-ea"/>
                <a:cs typeface="+mn-cs"/>
              </a:rPr>
              <a:t> Azure Function </a:t>
            </a:r>
            <a:r>
              <a:rPr lang="en-US" sz="1200" b="0" i="0" kern="1200" dirty="0" err="1">
                <a:solidFill>
                  <a:schemeClr val="tx1"/>
                </a:solidFill>
                <a:effectLst/>
                <a:latin typeface="+mn-lt"/>
                <a:ea typeface="+mn-ea"/>
                <a:cs typeface="+mn-cs"/>
              </a:rPr>
              <a:t>อัตโนมัติ</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Lease Container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ช่วยติดตาม</a:t>
            </a:r>
            <a:r>
              <a:rPr lang="en-US" sz="1200" b="0" i="0" kern="1200" dirty="0">
                <a:solidFill>
                  <a:schemeClr val="tx1"/>
                </a:solidFill>
                <a:effectLst/>
                <a:latin typeface="+mn-lt"/>
                <a:ea typeface="+mn-ea"/>
                <a:cs typeface="+mn-cs"/>
              </a:rPr>
              <a:t> Partition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Checkpoint </a:t>
            </a:r>
            <a:r>
              <a:rPr lang="en-US" sz="1200" b="0" i="0" kern="1200" dirty="0" err="1">
                <a:solidFill>
                  <a:schemeClr val="tx1"/>
                </a:solidFill>
                <a:effectLst/>
                <a:latin typeface="+mn-lt"/>
                <a:ea typeface="+mn-ea"/>
                <a:cs typeface="+mn-cs"/>
              </a:rPr>
              <a:t>ว่าประมวลผลถึงไหนแล้ว</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รองรับการ</a:t>
            </a:r>
            <a:r>
              <a:rPr lang="en-US" sz="1200" b="0" i="0" kern="1200" dirty="0">
                <a:solidFill>
                  <a:schemeClr val="tx1"/>
                </a:solidFill>
                <a:effectLst/>
                <a:latin typeface="+mn-lt"/>
                <a:ea typeface="+mn-ea"/>
                <a:cs typeface="+mn-cs"/>
              </a:rPr>
              <a:t> Scale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Failover</a:t>
            </a:r>
          </a:p>
          <a:p>
            <a:pPr fontAlgn="t"/>
            <a:r>
              <a:rPr lang="en-US" sz="1200" b="1" i="0" kern="1200" dirty="0">
                <a:solidFill>
                  <a:schemeClr val="tx1"/>
                </a:solidFill>
                <a:effectLst/>
                <a:latin typeface="+mn-lt"/>
                <a:ea typeface="+mn-ea"/>
                <a:cs typeface="+mn-cs"/>
              </a:rPr>
              <a:t>2. Selective Refresh</a:t>
            </a:r>
          </a:p>
          <a:p>
            <a:pPr fontAlgn="t"/>
            <a:r>
              <a:rPr lang="en-US" sz="1200" b="0" i="0" kern="1200" dirty="0" err="1">
                <a:solidFill>
                  <a:schemeClr val="tx1"/>
                </a:solidFill>
                <a:effectLst/>
                <a:latin typeface="+mn-lt"/>
                <a:ea typeface="+mn-ea"/>
                <a:cs typeface="+mn-cs"/>
              </a:rPr>
              <a:t>ไม่จำเป็นต้องสร้าง</a:t>
            </a:r>
            <a:r>
              <a:rPr lang="en-US" sz="1200" b="0" i="0" kern="1200" dirty="0">
                <a:solidFill>
                  <a:schemeClr val="tx1"/>
                </a:solidFill>
                <a:effectLst/>
                <a:latin typeface="+mn-lt"/>
                <a:ea typeface="+mn-ea"/>
                <a:cs typeface="+mn-cs"/>
              </a:rPr>
              <a:t> Embedding </a:t>
            </a:r>
            <a:r>
              <a:rPr lang="en-US" sz="1200" b="0" i="0" kern="1200" dirty="0" err="1">
                <a:solidFill>
                  <a:schemeClr val="tx1"/>
                </a:solidFill>
                <a:effectLst/>
                <a:latin typeface="+mn-lt"/>
                <a:ea typeface="+mn-ea"/>
                <a:cs typeface="+mn-cs"/>
              </a:rPr>
              <a:t>ใหม่ทุกครั้ง</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Content </a:t>
            </a:r>
            <a:r>
              <a:rPr lang="en-US" sz="1200" b="1" i="0" kern="1200" dirty="0" err="1">
                <a:solidFill>
                  <a:schemeClr val="tx1"/>
                </a:solidFill>
                <a:effectLst/>
                <a:latin typeface="+mn-lt"/>
                <a:ea typeface="+mn-ea"/>
                <a:cs typeface="+mn-cs"/>
              </a:rPr>
              <a:t>สำคัญเปลี่ยน</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สร้าง</a:t>
            </a:r>
            <a:r>
              <a:rPr lang="en-US" sz="1200" b="0" i="0" kern="1200" dirty="0">
                <a:solidFill>
                  <a:schemeClr val="tx1"/>
                </a:solidFill>
                <a:effectLst/>
                <a:latin typeface="+mn-lt"/>
                <a:ea typeface="+mn-ea"/>
                <a:cs typeface="+mn-cs"/>
              </a:rPr>
              <a:t> Embedding </a:t>
            </a:r>
            <a:r>
              <a:rPr lang="en-US" sz="1200" b="0" i="0" kern="1200" dirty="0" err="1">
                <a:solidFill>
                  <a:schemeClr val="tx1"/>
                </a:solidFill>
                <a:effectLst/>
                <a:latin typeface="+mn-lt"/>
                <a:ea typeface="+mn-ea"/>
                <a:cs typeface="+mn-cs"/>
              </a:rPr>
              <a:t>ใหม่</a:t>
            </a:r>
            <a:endParaRPr lang="en-US" sz="1200" b="0" i="0" kern="1200" dirty="0">
              <a:solidFill>
                <a:schemeClr val="tx1"/>
              </a:solidFill>
              <a:effectLst/>
              <a:latin typeface="+mn-lt"/>
              <a:ea typeface="+mn-ea"/>
              <a:cs typeface="+mn-cs"/>
            </a:endParaRPr>
          </a:p>
          <a:p>
            <a:pPr lvl="0" fontAlgn="t"/>
            <a:r>
              <a:rPr lang="en-US" sz="1200" b="1" i="0" kern="1200" dirty="0" err="1">
                <a:solidFill>
                  <a:schemeClr val="tx1"/>
                </a:solidFill>
                <a:effectLst/>
                <a:latin typeface="+mn-lt"/>
                <a:ea typeface="+mn-ea"/>
                <a:cs typeface="+mn-cs"/>
              </a:rPr>
              <a:t>เปลี่ยนเฉพาะ</a:t>
            </a:r>
            <a:r>
              <a:rPr lang="en-US" sz="1200" b="1" i="0" kern="1200" dirty="0">
                <a:solidFill>
                  <a:schemeClr val="tx1"/>
                </a:solidFill>
                <a:effectLst/>
                <a:latin typeface="+mn-lt"/>
                <a:ea typeface="+mn-ea"/>
                <a:cs typeface="+mn-cs"/>
              </a:rPr>
              <a:t> Metadata</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ข้ามได้</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งานจำนวนมาก</a:t>
            </a:r>
            <a:r>
              <a:rPr lang="en-US" sz="1200" b="0" i="0" kern="1200" dirty="0">
                <a:solidFill>
                  <a:schemeClr val="tx1"/>
                </a:solidFill>
                <a:effectLst/>
                <a:latin typeface="+mn-lt"/>
                <a:ea typeface="+mn-ea"/>
                <a:cs typeface="+mn-cs"/>
              </a:rPr>
              <a:t> → Batch </a:t>
            </a:r>
            <a:r>
              <a:rPr lang="en-US" sz="1200" b="0" i="0" kern="1200" dirty="0" err="1">
                <a:solidFill>
                  <a:schemeClr val="tx1"/>
                </a:solidFill>
                <a:effectLst/>
                <a:latin typeface="+mn-lt"/>
                <a:ea typeface="+mn-ea"/>
                <a:cs typeface="+mn-cs"/>
              </a:rPr>
              <a:t>การเรียก</a:t>
            </a:r>
            <a:r>
              <a:rPr lang="en-US" sz="1200" b="0" i="0" kern="1200" dirty="0">
                <a:solidFill>
                  <a:schemeClr val="tx1"/>
                </a:solidFill>
                <a:effectLst/>
                <a:latin typeface="+mn-lt"/>
                <a:ea typeface="+mn-ea"/>
                <a:cs typeface="+mn-cs"/>
              </a:rPr>
              <a:t> Embedding API</a:t>
            </a:r>
          </a:p>
          <a:p>
            <a:pPr fontAlgn="t"/>
            <a:r>
              <a:rPr lang="en-US" sz="1200" b="1" i="0" kern="1200" dirty="0">
                <a:solidFill>
                  <a:schemeClr val="tx1"/>
                </a:solidFill>
                <a:effectLst/>
                <a:latin typeface="+mn-lt"/>
                <a:ea typeface="+mn-ea"/>
                <a:cs typeface="+mn-cs"/>
              </a:rPr>
              <a:t>3. Error Handling</a:t>
            </a:r>
          </a:p>
          <a:p>
            <a:pPr fontAlgn="t"/>
            <a:r>
              <a:rPr lang="en-US" sz="1200" b="0" i="0" kern="1200" dirty="0" err="1">
                <a:solidFill>
                  <a:schemeClr val="tx1"/>
                </a:solidFill>
                <a:effectLst/>
                <a:latin typeface="+mn-lt"/>
                <a:ea typeface="+mn-ea"/>
                <a:cs typeface="+mn-cs"/>
              </a:rPr>
              <a:t>การประมวลผลควรเป็น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Idempotent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หมายถึง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ทำรายการเดิมซ้ำได้โดยไม่ทำให้ผลลัพธ์ผิดเพี้ยน</a:t>
            </a:r>
            <a:r>
              <a:rPr lang="en-US" sz="1200" b="0" i="0" kern="1200" dirty="0">
                <a:solidFill>
                  <a:schemeClr val="tx1"/>
                </a:solidFill>
                <a:effectLst/>
                <a:latin typeface="+mn-lt"/>
                <a:ea typeface="+mn-ea"/>
                <a:cs typeface="+mn-cs"/>
              </a:rPr>
              <a:t>”</a:t>
            </a:r>
          </a:p>
          <a:p>
            <a:pPr fontAlgn="t"/>
            <a:r>
              <a:rPr lang="en-US" sz="1200" b="0" i="0" kern="1200" dirty="0" err="1">
                <a:solidFill>
                  <a:schemeClr val="tx1"/>
                </a:solidFill>
                <a:effectLst/>
                <a:latin typeface="+mn-lt"/>
                <a:ea typeface="+mn-ea"/>
                <a:cs typeface="+mn-cs"/>
              </a:rPr>
              <a:t>หากบางรายการล้มเหลวต่อเนื่อง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สามารถแยกไปที่</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Dead-letter Queue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เพื่อจัดการภายหลัง</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Change Feed = </a:t>
            </a:r>
            <a:r>
              <a:rPr lang="en-US" sz="1200" b="1" i="0" kern="1200" dirty="0" err="1">
                <a:solidFill>
                  <a:schemeClr val="tx1"/>
                </a:solidFill>
                <a:effectLst/>
                <a:latin typeface="+mn-lt"/>
                <a:ea typeface="+mn-ea"/>
                <a:cs typeface="+mn-cs"/>
              </a:rPr>
              <a:t>จับการเปลี่ยนแปลง</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Azure Function = </a:t>
            </a:r>
            <a:r>
              <a:rPr lang="en-US" sz="1200" b="1" i="0" kern="1200" dirty="0" err="1">
                <a:solidFill>
                  <a:schemeClr val="tx1"/>
                </a:solidFill>
                <a:effectLst/>
                <a:latin typeface="+mn-lt"/>
                <a:ea typeface="+mn-ea"/>
                <a:cs typeface="+mn-cs"/>
              </a:rPr>
              <a:t>ประมวลผล</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Embedding = </a:t>
            </a:r>
            <a:r>
              <a:rPr lang="en-US" sz="1200" b="1" i="0" kern="1200" dirty="0" err="1">
                <a:solidFill>
                  <a:schemeClr val="tx1"/>
                </a:solidFill>
                <a:effectLst/>
                <a:latin typeface="+mn-lt"/>
                <a:ea typeface="+mn-ea"/>
                <a:cs typeface="+mn-cs"/>
              </a:rPr>
              <a:t>สร้างใหม่เฉพาะเมื่อจำเป็น</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Lease Container = </a:t>
            </a:r>
            <a:r>
              <a:rPr lang="en-US" sz="1200" b="1" i="0" kern="1200" dirty="0" err="1">
                <a:solidFill>
                  <a:schemeClr val="tx1"/>
                </a:solidFill>
                <a:effectLst/>
                <a:latin typeface="+mn-lt"/>
                <a:ea typeface="+mn-ea"/>
                <a:cs typeface="+mn-cs"/>
              </a:rPr>
              <a:t>จำว่าประมวลผลถึงไหนแล้ว</a:t>
            </a:r>
            <a:endParaRPr lang="en-US" sz="1200" b="0" i="0" kern="1200" dirty="0">
              <a:solidFill>
                <a:schemeClr val="tx1"/>
              </a:solidFill>
              <a:effectLst/>
              <a:latin typeface="+mn-lt"/>
              <a:ea typeface="+mn-ea"/>
              <a:cs typeface="+mn-cs"/>
            </a:endParaRPr>
          </a:p>
        </p:txBody>
      </p:sp>
      <p:sp>
        <p:nvSpPr>
          <p:cNvPr id="1112530917"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BC796B-60B1-EC1A-87B6-BA28E3526489}"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32072126" name="Slide Image Placeholder 1"/>
          <p:cNvSpPr>
            <a:spLocks noGrp="1" noRot="1" noChangeAspect="1"/>
          </p:cNvSpPr>
          <p:nvPr>
            <p:ph type="sldImg"/>
          </p:nvPr>
        </p:nvSpPr>
        <p:spPr bwMode="auto">
          <a:xfrm>
            <a:off x="217488" y="812800"/>
            <a:ext cx="7124700" cy="4008438"/>
          </a:xfrm>
        </p:spPr>
      </p:sp>
      <p:sp>
        <p:nvSpPr>
          <p:cNvPr id="764247065" name="Notes Placeholder 2"/>
          <p:cNvSpPr>
            <a:spLocks noGrp="1"/>
          </p:cNvSpPr>
          <p:nvPr>
            <p:ph type="body" idx="1"/>
          </p:nvPr>
        </p:nvSpPr>
        <p:spPr bwMode="auto"/>
        <p:txBody>
          <a:bodyPr/>
          <a:lstStyle/>
          <a:p>
            <a:pPr>
              <a:lnSpc>
                <a:spcPct val="90000"/>
              </a:lnSpc>
              <a:spcAft>
                <a:spcPts val="332"/>
              </a:spcAft>
              <a:defRPr/>
            </a:pPr>
            <a:r>
              <a:rPr lang="en-US"/>
              <a:t>This exercise requires an Azure subscription, which should be provided by the lab hoster supporting your delivery of this course.</a:t>
            </a:r>
            <a:endParaRPr lang="en-US">
              <a:solidFill>
                <a:srgbClr val="444444"/>
              </a:solidFill>
            </a:endParaRPr>
          </a:p>
          <a:p>
            <a:pPr>
              <a:lnSpc>
                <a:spcPct val="90000"/>
              </a:lnSpc>
              <a:spcAft>
                <a:spcPts val="332"/>
              </a:spcAft>
              <a:defRPr/>
            </a:pPr>
            <a:r>
              <a:rPr lang="en-US"/>
              <a:t>If you are not able to provide students with Azure subscriptions, you can demonstrate the lab using your own subscription (if you have one available).</a:t>
            </a:r>
            <a:endParaRPr/>
          </a:p>
        </p:txBody>
      </p:sp>
      <p:sp>
        <p:nvSpPr>
          <p:cNvPr id="1245938244" name="Header Placeholder 3"/>
          <p:cNvSpPr>
            <a:spLocks noGrp="1"/>
          </p:cNvSpPr>
          <p:nvPr>
            <p:ph type="hdr" sz="quarter"/>
          </p:nvPr>
        </p:nvSpPr>
        <p:spPr bwMode="auto"/>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878077577" name="Footer Placeholder 4"/>
          <p:cNvSpPr>
            <a:spLocks noGrp="1"/>
          </p:cNvSpPr>
          <p:nvPr>
            <p:ph type="ftr" sz="quarter" idx="4"/>
          </p:nvPr>
        </p:nvSpPr>
        <p:spPr bwMode="auto"/>
        <p:txBody>
          <a:bodyPr/>
          <a:lstStyle/>
          <a:p>
            <a:pPr marL="0" marR="0" lvl="0" indent="0" algn="l" defTabSz="914098" rtl="0" eaLnBrk="1" fontAlgn="auto" latinLnBrk="0" hangingPunct="1">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a:ea typeface="Segoe UI"/>
                <a:cs typeface="Segoe UI"/>
              </a:rPr>
              <a:t>© Microsoft Corporation. All rights reserved. MICROSOFT MAKES NO WARRANTIES, EXPRESS, IMPLIED OR STATUTORY, AS TO THE INFORMATION IN THIS PRESENTATION.</a:t>
            </a:r>
            <a:endParaRPr kumimoji="0" sz="1200" b="0" i="0" u="none" strike="noStrike" kern="0" cap="none" spc="0" normalizeH="0" baseline="0" noProof="0">
              <a:ln>
                <a:noFill/>
              </a:ln>
              <a:solidFill>
                <a:prstClr val="black"/>
              </a:solidFill>
              <a:effectLst/>
              <a:uLnTx/>
              <a:uFillTx/>
              <a:latin typeface="Aptos"/>
              <a:cs typeface="Arial"/>
            </a:endParaRPr>
          </a:p>
        </p:txBody>
      </p:sp>
      <p:sp>
        <p:nvSpPr>
          <p:cNvPr id="208912523" name="Date Placeholder 5"/>
          <p:cNvSpPr>
            <a:spLocks noGrp="1"/>
          </p:cNvSpPr>
          <p:nvPr>
            <p:ph type="dt" idx="1"/>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FD8069-D363-B1FD-C85A-30544EF19ECA}" type="datetime8">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10/27/2026 8:46 AM</a:t>
            </a:fld>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1387792945" name="Slide Number Placeholder 6"/>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32D111-37E3-EE75-0870-1F0A4C533A8B}"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72264796" name="Slide Image Placeholder 1"/>
          <p:cNvSpPr>
            <a:spLocks noGrp="1" noRot="1" noChangeAspect="1"/>
          </p:cNvSpPr>
          <p:nvPr>
            <p:ph type="sldImg"/>
          </p:nvPr>
        </p:nvSpPr>
        <p:spPr bwMode="auto">
          <a:xfrm>
            <a:off x="217488" y="812800"/>
            <a:ext cx="7124700" cy="4008438"/>
          </a:xfrm>
        </p:spPr>
      </p:sp>
      <p:sp>
        <p:nvSpPr>
          <p:cNvPr id="615307101" name="Notes Placeholder 2"/>
          <p:cNvSpPr>
            <a:spLocks noGrp="1"/>
          </p:cNvSpPr>
          <p:nvPr>
            <p:ph type="body" idx="1"/>
          </p:nvPr>
        </p:nvSpPr>
        <p:spPr bwMode="auto"/>
        <p:txBody>
          <a:bodyPr/>
          <a:lstStyle/>
          <a:p>
            <a:pPr>
              <a:defRPr/>
            </a:pPr>
            <a:r>
              <a:rPr lang="en-US"/>
              <a:t>Link to module: </a:t>
            </a:r>
            <a:r>
              <a:rPr lang="en-US" u="sng">
                <a:solidFill>
                  <a:schemeClr val="hlink"/>
                </a:solidFill>
                <a:hlinkClick r:id="rId3"/>
              </a:rPr>
              <a:t>https://learn.microsoft.com/training/modules/optimize-query-performance-azure-cosmos-db/</a:t>
            </a:r>
            <a:endParaRPr lang="en-US"/>
          </a:p>
          <a:p>
            <a:pPr>
              <a:defRPr/>
            </a:pPr>
            <a:endParaRPr lang="en-US"/>
          </a:p>
        </p:txBody>
      </p:sp>
      <p:sp>
        <p:nvSpPr>
          <p:cNvPr id="335751369"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79397442" name="Slide Image Placeholder 1"/>
          <p:cNvSpPr>
            <a:spLocks noGrp="1" noRot="1" noChangeAspect="1"/>
          </p:cNvSpPr>
          <p:nvPr>
            <p:ph type="sldImg"/>
          </p:nvPr>
        </p:nvSpPr>
        <p:spPr bwMode="auto">
          <a:xfrm>
            <a:off x="217488" y="812800"/>
            <a:ext cx="7124700" cy="4008438"/>
          </a:xfrm>
        </p:spPr>
      </p:sp>
      <p:sp>
        <p:nvSpPr>
          <p:cNvPr id="598582985"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ประเภทของ</a:t>
            </a:r>
            <a:r>
              <a:rPr lang="en-US" sz="1200" b="1" i="0" kern="1200" dirty="0">
                <a:solidFill>
                  <a:schemeClr val="tx1"/>
                </a:solidFill>
                <a:effectLst/>
                <a:latin typeface="+mn-lt"/>
                <a:ea typeface="+mn-ea"/>
                <a:cs typeface="+mn-cs"/>
              </a:rPr>
              <a:t> Index </a:t>
            </a:r>
            <a:r>
              <a:rPr lang="en-US" sz="1200" b="1" i="0" kern="1200" dirty="0" err="1">
                <a:solidFill>
                  <a:schemeClr val="tx1"/>
                </a:solidFill>
                <a:effectLst/>
                <a:latin typeface="+mn-lt"/>
                <a:ea typeface="+mn-ea"/>
                <a:cs typeface="+mn-cs"/>
              </a:rPr>
              <a:t>ใน</a:t>
            </a:r>
            <a:r>
              <a:rPr lang="en-US" sz="1200" b="1" i="0" kern="1200" dirty="0">
                <a:solidFill>
                  <a:schemeClr val="tx1"/>
                </a:solidFill>
                <a:effectLst/>
                <a:latin typeface="+mn-lt"/>
                <a:ea typeface="+mn-ea"/>
                <a:cs typeface="+mn-cs"/>
              </a:rPr>
              <a:t> Azure Cosmos DB</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ซึ่งช่วยให้ระบบค้นหาและเรียงข้อมูลได้มีประสิทธิภาพขึ้น</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Index </a:t>
            </a:r>
            <a:r>
              <a:rPr lang="en-US" sz="1200" b="1" i="0" kern="1200" dirty="0" err="1">
                <a:solidFill>
                  <a:schemeClr val="tx1"/>
                </a:solidFill>
                <a:effectLst/>
                <a:latin typeface="+mn-lt"/>
                <a:ea typeface="+mn-ea"/>
                <a:cs typeface="+mn-cs"/>
              </a:rPr>
              <a:t>หลัก</a:t>
            </a:r>
            <a:r>
              <a:rPr lang="en-US" sz="1200" b="1" i="0" kern="1200" dirty="0">
                <a:solidFill>
                  <a:schemeClr val="tx1"/>
                </a:solidFill>
                <a:effectLst/>
                <a:latin typeface="+mn-lt"/>
                <a:ea typeface="+mn-ea"/>
                <a:cs typeface="+mn-cs"/>
              </a:rPr>
              <a:t> ๆ </a:t>
            </a:r>
            <a:r>
              <a:rPr lang="en-US" sz="1200" b="1" i="0" kern="1200" dirty="0" err="1">
                <a:solidFill>
                  <a:schemeClr val="tx1"/>
                </a:solidFill>
                <a:effectLst/>
                <a:latin typeface="+mn-lt"/>
                <a:ea typeface="+mn-ea"/>
                <a:cs typeface="+mn-cs"/>
              </a:rPr>
              <a:t>มี</a:t>
            </a:r>
            <a:r>
              <a:rPr lang="en-US" sz="1200" b="1" i="0" kern="1200" dirty="0">
                <a:solidFill>
                  <a:schemeClr val="tx1"/>
                </a:solidFill>
                <a:effectLst/>
                <a:latin typeface="+mn-lt"/>
                <a:ea typeface="+mn-ea"/>
                <a:cs typeface="+mn-cs"/>
              </a:rPr>
              <a:t> 4 </a:t>
            </a:r>
            <a:r>
              <a:rPr lang="en-US" sz="1200" b="1" i="0" kern="1200" dirty="0" err="1">
                <a:solidFill>
                  <a:schemeClr val="tx1"/>
                </a:solidFill>
                <a:effectLst/>
                <a:latin typeface="+mn-lt"/>
                <a:ea typeface="+mn-ea"/>
                <a:cs typeface="+mn-cs"/>
              </a:rPr>
              <a:t>แบบ</a:t>
            </a:r>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Range Index</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ใช้กับการค้นหาแบบ</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ช่วงค่า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ORDER BY ของ property </a:t>
            </a:r>
            <a:r>
              <a:rPr lang="en-US" sz="1200" b="0" i="0" kern="1200" dirty="0" err="1">
                <a:solidFill>
                  <a:schemeClr val="tx1"/>
                </a:solidFill>
                <a:effectLst/>
                <a:latin typeface="+mn-lt"/>
                <a:ea typeface="+mn-ea"/>
                <a:cs typeface="+mn-cs"/>
              </a:rPr>
              <a:t>เดียว</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Composite Index</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ใช้เมื่อมี</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หลาย</a:t>
            </a:r>
            <a:r>
              <a:rPr lang="en-US" sz="1200" b="1" i="0" kern="1200" dirty="0">
                <a:solidFill>
                  <a:schemeClr val="tx1"/>
                </a:solidFill>
                <a:effectLst/>
                <a:latin typeface="+mn-lt"/>
                <a:ea typeface="+mn-ea"/>
                <a:cs typeface="+mn-cs"/>
              </a:rPr>
              <a:t> Properties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ในการ</a:t>
            </a:r>
            <a:r>
              <a:rPr lang="en-US" sz="1200" b="0" i="0" kern="1200" dirty="0">
                <a:solidFill>
                  <a:schemeClr val="tx1"/>
                </a:solidFill>
                <a:effectLst/>
                <a:latin typeface="+mn-lt"/>
                <a:ea typeface="+mn-ea"/>
                <a:cs typeface="+mn-cs"/>
              </a:rPr>
              <a:t> Filter + Sort </a:t>
            </a:r>
            <a:r>
              <a:rPr lang="en-US" sz="1200" b="0" i="0" kern="1200" dirty="0" err="1">
                <a:solidFill>
                  <a:schemeClr val="tx1"/>
                </a:solidFill>
                <a:effectLst/>
                <a:latin typeface="+mn-lt"/>
                <a:ea typeface="+mn-ea"/>
                <a:cs typeface="+mn-cs"/>
              </a:rPr>
              <a:t>ร่วมกัน</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Vector Index</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ใช้สำหรับ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Vector Similarity Search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VectorDistance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โดยมี</a:t>
            </a:r>
            <a:r>
              <a:rPr lang="en-US" sz="1200" b="0" i="0" kern="1200" dirty="0">
                <a:solidFill>
                  <a:schemeClr val="tx1"/>
                </a:solidFill>
                <a:effectLst/>
                <a:latin typeface="+mn-lt"/>
                <a:ea typeface="+mn-ea"/>
                <a:cs typeface="+mn-cs"/>
              </a:rPr>
              <a:t> flat, </a:t>
            </a:r>
            <a:r>
              <a:rPr lang="en-US" sz="1200" b="0" i="0" kern="1200" dirty="0" err="1">
                <a:solidFill>
                  <a:schemeClr val="tx1"/>
                </a:solidFill>
                <a:effectLst/>
                <a:latin typeface="+mn-lt"/>
                <a:ea typeface="+mn-ea"/>
                <a:cs typeface="+mn-cs"/>
              </a:rPr>
              <a:t>quantizedFlat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diskANN</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Spatial Index</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ใช้ค้นหาข้อมูลเชิงตำแหน่ง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ระยะทางหรือพื้นที่</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ด้วย</a:t>
            </a:r>
            <a:r>
              <a:rPr lang="en-US" sz="1200" b="0" i="0" kern="1200" dirty="0">
                <a:solidFill>
                  <a:schemeClr val="tx1"/>
                </a:solidFill>
                <a:effectLst/>
                <a:latin typeface="+mn-lt"/>
                <a:ea typeface="+mn-ea"/>
                <a:cs typeface="+mn-cs"/>
              </a:rPr>
              <a:t> ST_DISTANCE, ST_WITHIN</a:t>
            </a:r>
          </a:p>
          <a:p>
            <a:pPr lvl="0"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Path Syntax </a:t>
            </a:r>
            <a:r>
              <a:rPr lang="en-US" sz="1200" b="1" i="0" kern="1200" dirty="0" err="1">
                <a:solidFill>
                  <a:schemeClr val="tx1"/>
                </a:solidFill>
                <a:effectLst/>
                <a:latin typeface="+mn-lt"/>
                <a:ea typeface="+mn-ea"/>
                <a:cs typeface="+mn-cs"/>
              </a:rPr>
              <a:t>คืออะไร</a:t>
            </a:r>
            <a:r>
              <a:rPr lang="en-US" sz="1200" b="1" i="0" kern="1200" dirty="0">
                <a:solidFill>
                  <a:schemeClr val="tx1"/>
                </a:solidFill>
                <a:effectLst/>
                <a:latin typeface="+mn-lt"/>
                <a:ea typeface="+mn-ea"/>
                <a:cs typeface="+mn-cs"/>
              </a:rPr>
              <a:t>?</a:t>
            </a:r>
          </a:p>
          <a:p>
            <a:pPr fontAlgn="t"/>
            <a:r>
              <a:rPr lang="en-US" sz="1200" b="0" i="0" kern="1200" dirty="0" err="1">
                <a:solidFill>
                  <a:schemeClr val="tx1"/>
                </a:solidFill>
                <a:effectLst/>
                <a:latin typeface="+mn-lt"/>
                <a:ea typeface="+mn-ea"/>
                <a:cs typeface="+mn-cs"/>
              </a:rPr>
              <a:t>ใช้กำหนดว่า</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Field </a:t>
            </a:r>
            <a:r>
              <a:rPr lang="en-US" sz="1200" b="1" i="0" kern="1200" dirty="0" err="1">
                <a:solidFill>
                  <a:schemeClr val="tx1"/>
                </a:solidFill>
                <a:effectLst/>
                <a:latin typeface="+mn-lt"/>
                <a:ea typeface="+mn-ea"/>
                <a:cs typeface="+mn-cs"/>
              </a:rPr>
              <a:t>ไหนใน</a:t>
            </a:r>
            <a:r>
              <a:rPr lang="en-US" sz="1200" b="1" i="0" kern="1200" dirty="0">
                <a:solidFill>
                  <a:schemeClr val="tx1"/>
                </a:solidFill>
                <a:effectLst/>
                <a:latin typeface="+mn-lt"/>
                <a:ea typeface="+mn-ea"/>
                <a:cs typeface="+mn-cs"/>
              </a:rPr>
              <a:t> JSON </a:t>
            </a:r>
            <a:r>
              <a:rPr lang="en-US" sz="1200" b="1" i="0" kern="1200" dirty="0" err="1">
                <a:solidFill>
                  <a:schemeClr val="tx1"/>
                </a:solidFill>
                <a:effectLst/>
                <a:latin typeface="+mn-lt"/>
                <a:ea typeface="+mn-ea"/>
                <a:cs typeface="+mn-cs"/>
              </a:rPr>
              <a:t>ต้องการทำ</a:t>
            </a:r>
            <a:r>
              <a:rPr lang="en-US" sz="1200" b="1" i="0" kern="1200" dirty="0">
                <a:solidFill>
                  <a:schemeClr val="tx1"/>
                </a:solidFill>
                <a:effectLst/>
                <a:latin typeface="+mn-lt"/>
                <a:ea typeface="+mn-ea"/>
                <a:cs typeface="+mn-cs"/>
              </a:rPr>
              <a:t> Index</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 → Index properties </a:t>
            </a:r>
            <a:r>
              <a:rPr lang="en-US" sz="1200" b="0" i="0" kern="1200" dirty="0" err="1">
                <a:solidFill>
                  <a:schemeClr val="tx1"/>
                </a:solidFill>
                <a:effectLst/>
                <a:latin typeface="+mn-lt"/>
                <a:ea typeface="+mn-ea"/>
                <a:cs typeface="+mn-cs"/>
              </a:rPr>
              <a:t>ทั้งหมดแบบ</a:t>
            </a:r>
            <a:r>
              <a:rPr lang="en-US" sz="1200" b="0" i="0" kern="1200" dirty="0">
                <a:solidFill>
                  <a:schemeClr val="tx1"/>
                </a:solidFill>
                <a:effectLst/>
                <a:latin typeface="+mn-lt"/>
                <a:ea typeface="+mn-ea"/>
                <a:cs typeface="+mn-cs"/>
              </a:rPr>
              <a:t> recursive</a:t>
            </a:r>
          </a:p>
          <a:p>
            <a:pPr lvl="0" fontAlgn="t"/>
            <a:r>
              <a:rPr lang="en-US" sz="1200" b="0" i="0" kern="1200" dirty="0">
                <a:solidFill>
                  <a:schemeClr val="tx1"/>
                </a:solidFill>
                <a:effectLst/>
                <a:latin typeface="+mn-lt"/>
                <a:ea typeface="+mn-ea"/>
                <a:cs typeface="+mn-cs"/>
              </a:rPr>
              <a:t>/property/? → Index </a:t>
            </a:r>
            <a:r>
              <a:rPr lang="en-US" sz="1200" b="0" i="0" kern="1200" dirty="0" err="1">
                <a:solidFill>
                  <a:schemeClr val="tx1"/>
                </a:solidFill>
                <a:effectLst/>
                <a:latin typeface="+mn-lt"/>
                <a:ea typeface="+mn-ea"/>
                <a:cs typeface="+mn-cs"/>
              </a:rPr>
              <a:t>ค่า</a:t>
            </a:r>
            <a:r>
              <a:rPr lang="en-US" sz="1200" b="0" i="0" kern="1200" dirty="0">
                <a:solidFill>
                  <a:schemeClr val="tx1"/>
                </a:solidFill>
                <a:effectLst/>
                <a:latin typeface="+mn-lt"/>
                <a:ea typeface="+mn-ea"/>
                <a:cs typeface="+mn-cs"/>
              </a:rPr>
              <a:t> property </a:t>
            </a:r>
            <a:r>
              <a:rPr lang="en-US" sz="1200" b="0" i="0" kern="1200" dirty="0" err="1">
                <a:solidFill>
                  <a:schemeClr val="tx1"/>
                </a:solidFill>
                <a:effectLst/>
                <a:latin typeface="+mn-lt"/>
                <a:ea typeface="+mn-ea"/>
                <a:cs typeface="+mn-cs"/>
              </a:rPr>
              <a:t>หนึ่งค่า</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/array/[] → Index </a:t>
            </a:r>
            <a:r>
              <a:rPr lang="en-US" sz="1200" b="0" i="0" kern="1200" dirty="0" err="1">
                <a:solidFill>
                  <a:schemeClr val="tx1"/>
                </a:solidFill>
                <a:effectLst/>
                <a:latin typeface="+mn-lt"/>
                <a:ea typeface="+mn-ea"/>
                <a:cs typeface="+mn-cs"/>
              </a:rPr>
              <a:t>ข้อมูลที่อยู่ใน</a:t>
            </a:r>
            <a:r>
              <a:rPr lang="en-US" sz="1200" b="0" i="0" kern="1200" dirty="0">
                <a:solidFill>
                  <a:schemeClr val="tx1"/>
                </a:solidFill>
                <a:effectLst/>
                <a:latin typeface="+mn-lt"/>
                <a:ea typeface="+mn-ea"/>
                <a:cs typeface="+mn-cs"/>
              </a:rPr>
              <a:t> Array</a:t>
            </a:r>
          </a:p>
          <a:p>
            <a:pPr lvl="0" fontAlgn="t"/>
            <a:r>
              <a:rPr lang="en-US" sz="1200" b="0" i="0" kern="1200" dirty="0" err="1">
                <a:solidFill>
                  <a:schemeClr val="tx1"/>
                </a:solidFill>
                <a:effectLst/>
                <a:latin typeface="+mn-lt"/>
                <a:ea typeface="+mn-ea"/>
                <a:cs typeface="+mn-cs"/>
              </a:rPr>
              <a:t>ถ้ากำหนด</a:t>
            </a:r>
            <a:r>
              <a:rPr lang="en-US" sz="1200" b="0" i="0" kern="1200" dirty="0">
                <a:solidFill>
                  <a:schemeClr val="tx1"/>
                </a:solidFill>
                <a:effectLst/>
                <a:latin typeface="+mn-lt"/>
                <a:ea typeface="+mn-ea"/>
                <a:cs typeface="+mn-cs"/>
              </a:rPr>
              <a:t> Path </a:t>
            </a:r>
            <a:r>
              <a:rPr lang="en-US" sz="1200" b="0" i="0" kern="1200" dirty="0" err="1">
                <a:solidFill>
                  <a:schemeClr val="tx1"/>
                </a:solidFill>
                <a:effectLst/>
                <a:latin typeface="+mn-lt"/>
                <a:ea typeface="+mn-ea"/>
                <a:cs typeface="+mn-cs"/>
              </a:rPr>
              <a:t>ที่เฉพาะเจาะจงกว่า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จะมีผลเหนือกว่ากฎทั่วไป</a:t>
            </a:r>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Range = </a:t>
            </a:r>
            <a:r>
              <a:rPr lang="en-US" sz="1200" b="1" i="0" kern="1200" dirty="0" err="1">
                <a:solidFill>
                  <a:schemeClr val="tx1"/>
                </a:solidFill>
                <a:effectLst/>
                <a:latin typeface="+mn-lt"/>
                <a:ea typeface="+mn-ea"/>
                <a:cs typeface="+mn-cs"/>
              </a:rPr>
              <a:t>ค้นค่าทั่วไป</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Composite = </a:t>
            </a:r>
            <a:r>
              <a:rPr lang="en-US" sz="1200" b="1" i="0" kern="1200" dirty="0" err="1">
                <a:solidFill>
                  <a:schemeClr val="tx1"/>
                </a:solidFill>
                <a:effectLst/>
                <a:latin typeface="+mn-lt"/>
                <a:ea typeface="+mn-ea"/>
                <a:cs typeface="+mn-cs"/>
              </a:rPr>
              <a:t>หลาย</a:t>
            </a:r>
            <a:r>
              <a:rPr lang="en-US" sz="1200" b="1" i="0" kern="1200" dirty="0">
                <a:solidFill>
                  <a:schemeClr val="tx1"/>
                </a:solidFill>
                <a:effectLst/>
                <a:latin typeface="+mn-lt"/>
                <a:ea typeface="+mn-ea"/>
                <a:cs typeface="+mn-cs"/>
              </a:rPr>
              <a:t> Field </a:t>
            </a:r>
            <a:r>
              <a:rPr lang="en-US" sz="1200" b="1" i="0" kern="1200" dirty="0" err="1">
                <a:solidFill>
                  <a:schemeClr val="tx1"/>
                </a:solidFill>
                <a:effectLst/>
                <a:latin typeface="+mn-lt"/>
                <a:ea typeface="+mn-ea"/>
                <a:cs typeface="+mn-cs"/>
              </a:rPr>
              <a:t>ร่วมกัน</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Vector = </a:t>
            </a:r>
            <a:r>
              <a:rPr lang="en-US" sz="1200" b="1" i="0" kern="1200" dirty="0" err="1">
                <a:solidFill>
                  <a:schemeClr val="tx1"/>
                </a:solidFill>
                <a:effectLst/>
                <a:latin typeface="+mn-lt"/>
                <a:ea typeface="+mn-ea"/>
                <a:cs typeface="+mn-cs"/>
              </a:rPr>
              <a:t>ค้นจากความคล้ายของความหมาย</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Spatial = </a:t>
            </a:r>
            <a:r>
              <a:rPr lang="en-US" sz="1200" b="1" i="0" kern="1200" dirty="0" err="1">
                <a:solidFill>
                  <a:schemeClr val="tx1"/>
                </a:solidFill>
                <a:effectLst/>
                <a:latin typeface="+mn-lt"/>
                <a:ea typeface="+mn-ea"/>
                <a:cs typeface="+mn-cs"/>
              </a:rPr>
              <a:t>ค้นจากตำแหน่ง</a:t>
            </a:r>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p:txBody>
      </p:sp>
      <p:sp>
        <p:nvSpPr>
          <p:cNvPr id="539769013"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BC796B-60B1-EC1A-87B6-BA28E3526489}"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6748537" name="Slide Image Placeholder 1"/>
          <p:cNvSpPr>
            <a:spLocks noGrp="1" noRot="1" noChangeAspect="1"/>
          </p:cNvSpPr>
          <p:nvPr>
            <p:ph type="sldImg"/>
          </p:nvPr>
        </p:nvSpPr>
        <p:spPr bwMode="auto">
          <a:xfrm>
            <a:off x="217488" y="812800"/>
            <a:ext cx="7124700" cy="4008438"/>
          </a:xfrm>
        </p:spPr>
      </p:sp>
      <p:sp>
        <p:nvSpPr>
          <p:cNvPr id="1981181181" name="Notes Placeholder 2"/>
          <p:cNvSpPr>
            <a:spLocks noGrp="1"/>
          </p:cNvSpPr>
          <p:nvPr>
            <p:ph type="body" idx="1"/>
          </p:nvPr>
        </p:nvSpPr>
        <p:spPr bwMode="auto"/>
        <p:txBody>
          <a:bodyPr/>
          <a:lstStyle/>
          <a:p>
            <a:pPr fontAlgn="t"/>
            <a:r>
              <a:rPr lang="en-US" sz="1200" b="0" i="0" kern="1200" dirty="0" err="1">
                <a:solidFill>
                  <a:schemeClr val="tx1"/>
                </a:solidFill>
                <a:effectLst/>
                <a:latin typeface="+mn-lt"/>
                <a:ea typeface="+mn-ea"/>
                <a:cs typeface="+mn-cs"/>
              </a:rPr>
              <a:t>การตั้งค่า</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Range Index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Composite Index </a:t>
            </a:r>
            <a:r>
              <a:rPr lang="en-US" sz="1200" b="1" i="0" kern="1200" dirty="0" err="1">
                <a:solidFill>
                  <a:schemeClr val="tx1"/>
                </a:solidFill>
                <a:effectLst/>
                <a:latin typeface="+mn-lt"/>
                <a:ea typeface="+mn-ea"/>
                <a:cs typeface="+mn-cs"/>
              </a:rPr>
              <a:t>ใน</a:t>
            </a:r>
            <a:r>
              <a:rPr lang="en-US" sz="1200" b="1" i="0" kern="1200" dirty="0">
                <a:solidFill>
                  <a:schemeClr val="tx1"/>
                </a:solidFill>
                <a:effectLst/>
                <a:latin typeface="+mn-lt"/>
                <a:ea typeface="+mn-ea"/>
                <a:cs typeface="+mn-cs"/>
              </a:rPr>
              <a:t> Azure Cosmos DB</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เพื่อช่วยให้การ</a:t>
            </a:r>
            <a:r>
              <a:rPr lang="en-US" sz="1200" b="0" i="0" kern="1200" dirty="0">
                <a:solidFill>
                  <a:schemeClr val="tx1"/>
                </a:solidFill>
                <a:effectLst/>
                <a:latin typeface="+mn-lt"/>
                <a:ea typeface="+mn-ea"/>
                <a:cs typeface="+mn-cs"/>
              </a:rPr>
              <a:t> Filter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Sort </a:t>
            </a:r>
            <a:r>
              <a:rPr lang="en-US" sz="1200" b="0" i="0" kern="1200" dirty="0" err="1">
                <a:solidFill>
                  <a:schemeClr val="tx1"/>
                </a:solidFill>
                <a:effectLst/>
                <a:latin typeface="+mn-lt"/>
                <a:ea typeface="+mn-ea"/>
                <a:cs typeface="+mn-cs"/>
              </a:rPr>
              <a:t>ทำงานได้เหมาะสม</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Range Index = </a:t>
            </a:r>
            <a:r>
              <a:rPr lang="en-US" sz="1200" b="1" i="0" kern="1200" dirty="0" err="1">
                <a:solidFill>
                  <a:schemeClr val="tx1"/>
                </a:solidFill>
                <a:effectLst/>
                <a:latin typeface="+mn-lt"/>
                <a:ea typeface="+mn-ea"/>
                <a:cs typeface="+mn-cs"/>
              </a:rPr>
              <a:t>เน้นการ</a:t>
            </a:r>
            <a:r>
              <a:rPr lang="en-US" sz="1200" b="1" i="0" kern="1200" dirty="0">
                <a:solidFill>
                  <a:schemeClr val="tx1"/>
                </a:solidFill>
                <a:effectLst/>
                <a:latin typeface="+mn-lt"/>
                <a:ea typeface="+mn-ea"/>
                <a:cs typeface="+mn-cs"/>
              </a:rPr>
              <a:t> Filter</a:t>
            </a:r>
          </a:p>
          <a:p>
            <a:pPr fontAlgn="t"/>
            <a:r>
              <a:rPr lang="en-US" sz="1200" b="0" i="0" kern="1200" dirty="0" err="1">
                <a:solidFill>
                  <a:schemeClr val="tx1"/>
                </a:solidFill>
                <a:effectLst/>
                <a:latin typeface="+mn-lt"/>
                <a:ea typeface="+mn-ea"/>
                <a:cs typeface="+mn-cs"/>
              </a:rPr>
              <a:t>เหมาะกับ</a:t>
            </a:r>
            <a:r>
              <a:rPr lang="en-US" sz="1200" b="0" i="0" kern="1200" dirty="0">
                <a:solidFill>
                  <a:schemeClr val="tx1"/>
                </a:solidFill>
                <a:effectLst/>
                <a:latin typeface="+mn-lt"/>
                <a:ea typeface="+mn-ea"/>
                <a:cs typeface="+mn-cs"/>
              </a:rPr>
              <a:t> Query </a:t>
            </a:r>
            <a:r>
              <a:rPr lang="en-US" sz="1200" b="0" i="0" kern="1200" dirty="0" err="1">
                <a:solidFill>
                  <a:schemeClr val="tx1"/>
                </a:solidFill>
                <a:effectLst/>
                <a:latin typeface="+mn-lt"/>
                <a:ea typeface="+mn-ea"/>
                <a:cs typeface="+mn-cs"/>
              </a:rPr>
              <a:t>เช่น</a:t>
            </a: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SQL</a:t>
            </a:r>
          </a:p>
          <a:p>
            <a:pPr fontAlgn="t"/>
            <a:r>
              <a:rPr lang="en-US" sz="1200" b="0" i="0" kern="1200" dirty="0">
                <a:solidFill>
                  <a:schemeClr val="tx1"/>
                </a:solidFill>
                <a:effectLst/>
                <a:latin typeface="+mn-lt"/>
                <a:ea typeface="+mn-ea"/>
                <a:cs typeface="+mn-cs"/>
              </a:rPr>
              <a:t>WHERE </a:t>
            </a:r>
            <a:r>
              <a:rPr lang="en-US" sz="1200" b="0" i="0" kern="1200" dirty="0" err="1">
                <a:solidFill>
                  <a:schemeClr val="tx1"/>
                </a:solidFill>
                <a:effectLst/>
                <a:latin typeface="+mn-lt"/>
                <a:ea typeface="+mn-ea"/>
                <a:cs typeface="+mn-cs"/>
              </a:rPr>
              <a:t>c.documentType</a:t>
            </a:r>
            <a:r>
              <a:rPr lang="en-US" sz="1200" b="0" i="0" kern="1200" dirty="0">
                <a:solidFill>
                  <a:schemeClr val="tx1"/>
                </a:solidFill>
                <a:effectLst/>
                <a:latin typeface="+mn-lt"/>
                <a:ea typeface="+mn-ea"/>
                <a:cs typeface="+mn-cs"/>
              </a:rPr>
              <a:t> = 'pdf'</a:t>
            </a:r>
          </a:p>
          <a:p>
            <a:pPr fontAlgn="t"/>
            <a:r>
              <a:rPr lang="en-US" sz="1200" b="0" i="0" kern="1200" dirty="0">
                <a:solidFill>
                  <a:schemeClr val="tx1"/>
                </a:solidFill>
                <a:effectLst/>
                <a:latin typeface="+mn-lt"/>
                <a:ea typeface="+mn-ea"/>
                <a:cs typeface="+mn-cs"/>
              </a:rPr>
              <a:t>AND </a:t>
            </a:r>
            <a:r>
              <a:rPr lang="en-US" sz="1200" b="0" i="0" kern="1200" dirty="0" err="1">
                <a:solidFill>
                  <a:schemeClr val="tx1"/>
                </a:solidFill>
                <a:effectLst/>
                <a:latin typeface="+mn-lt"/>
                <a:ea typeface="+mn-ea"/>
                <a:cs typeface="+mn-cs"/>
              </a:rPr>
              <a:t>c.uploadDate</a:t>
            </a:r>
            <a:r>
              <a:rPr lang="en-US" sz="1200" b="0" i="0" kern="1200" dirty="0">
                <a:solidFill>
                  <a:schemeClr val="tx1"/>
                </a:solidFill>
                <a:effectLst/>
                <a:latin typeface="+mn-lt"/>
                <a:ea typeface="+mn-ea"/>
                <a:cs typeface="+mn-cs"/>
              </a:rPr>
              <a:t> &gt; '2024-01-01'</a:t>
            </a:r>
          </a:p>
          <a:p>
            <a:pPr fontAlgn="t"/>
            <a:r>
              <a:rPr lang="en-US" sz="1200" b="0" i="0" kern="1200" dirty="0" err="1">
                <a:solidFill>
                  <a:schemeClr val="tx1"/>
                </a:solidFill>
                <a:effectLst/>
                <a:latin typeface="+mn-lt"/>
                <a:ea typeface="+mn-ea"/>
                <a:cs typeface="+mn-cs"/>
              </a:rPr>
              <a:t>คือค้นหาด้วย</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ค่าที่เท่ากันหรือช่วงของค่า</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จำง่าย</a:t>
            </a:r>
            <a:r>
              <a:rPr lang="en-US" sz="1200" b="0" i="0" kern="1200" dirty="0">
                <a:solidFill>
                  <a:schemeClr val="tx1"/>
                </a:solidFill>
                <a:effectLst/>
                <a:latin typeface="+mn-lt"/>
                <a:ea typeface="+mn-ea"/>
                <a:cs typeface="+mn-cs"/>
              </a:rPr>
              <a:t> ๆ: </a:t>
            </a:r>
            <a:r>
              <a:rPr lang="en-US" sz="1200" b="1" i="0" kern="1200" dirty="0">
                <a:solidFill>
                  <a:schemeClr val="tx1"/>
                </a:solidFill>
                <a:effectLst/>
                <a:latin typeface="+mn-lt"/>
                <a:ea typeface="+mn-ea"/>
                <a:cs typeface="+mn-cs"/>
              </a:rPr>
              <a:t>Range Index = </a:t>
            </a:r>
            <a:r>
              <a:rPr lang="en-US" sz="1200" b="1" i="0" kern="1200" dirty="0" err="1">
                <a:solidFill>
                  <a:schemeClr val="tx1"/>
                </a:solidFill>
                <a:effectLst/>
                <a:latin typeface="+mn-lt"/>
                <a:ea typeface="+mn-ea"/>
                <a:cs typeface="+mn-cs"/>
              </a:rPr>
              <a:t>ค้นหา</a:t>
            </a:r>
            <a:r>
              <a:rPr lang="en-US" sz="1200" b="1" i="0" kern="1200" dirty="0">
                <a:solidFill>
                  <a:schemeClr val="tx1"/>
                </a:solidFill>
                <a:effectLst/>
                <a:latin typeface="+mn-lt"/>
                <a:ea typeface="+mn-ea"/>
                <a:cs typeface="+mn-cs"/>
              </a:rPr>
              <a:t>/</a:t>
            </a:r>
            <a:r>
              <a:rPr lang="en-US" sz="1200" b="1" i="0" kern="1200" dirty="0" err="1">
                <a:solidFill>
                  <a:schemeClr val="tx1"/>
                </a:solidFill>
                <a:effectLst/>
                <a:latin typeface="+mn-lt"/>
                <a:ea typeface="+mn-ea"/>
                <a:cs typeface="+mn-cs"/>
              </a:rPr>
              <a:t>กรองข้อมูล</a:t>
            </a:r>
            <a:endParaRPr lang="en-US" sz="1200" b="0" i="0" kern="1200" dirty="0">
              <a:solidFill>
                <a:schemeClr val="tx1"/>
              </a:solidFill>
              <a:effectLst/>
              <a:latin typeface="+mn-lt"/>
              <a:ea typeface="+mn-ea"/>
              <a:cs typeface="+mn-cs"/>
            </a:endParaRPr>
          </a:p>
          <a:p>
            <a:pPr fontAlgn="t"/>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Composite Index = </a:t>
            </a:r>
            <a:r>
              <a:rPr lang="en-US" sz="1200" b="1" i="0" kern="1200" dirty="0" err="1">
                <a:solidFill>
                  <a:schemeClr val="tx1"/>
                </a:solidFill>
                <a:effectLst/>
                <a:latin typeface="+mn-lt"/>
                <a:ea typeface="+mn-ea"/>
                <a:cs typeface="+mn-cs"/>
              </a:rPr>
              <a:t>เน้น</a:t>
            </a:r>
            <a:r>
              <a:rPr lang="en-US" sz="1200" b="1" i="0" kern="1200" dirty="0">
                <a:solidFill>
                  <a:schemeClr val="tx1"/>
                </a:solidFill>
                <a:effectLst/>
                <a:latin typeface="+mn-lt"/>
                <a:ea typeface="+mn-ea"/>
                <a:cs typeface="+mn-cs"/>
              </a:rPr>
              <a:t> Sort </a:t>
            </a:r>
            <a:r>
              <a:rPr lang="en-US" sz="1200" b="1" i="0" kern="1200" dirty="0" err="1">
                <a:solidFill>
                  <a:schemeClr val="tx1"/>
                </a:solidFill>
                <a:effectLst/>
                <a:latin typeface="+mn-lt"/>
                <a:ea typeface="+mn-ea"/>
                <a:cs typeface="+mn-cs"/>
              </a:rPr>
              <a:t>หลาย</a:t>
            </a:r>
            <a:r>
              <a:rPr lang="en-US" sz="1200" b="1" i="0" kern="1200" dirty="0">
                <a:solidFill>
                  <a:schemeClr val="tx1"/>
                </a:solidFill>
                <a:effectLst/>
                <a:latin typeface="+mn-lt"/>
                <a:ea typeface="+mn-ea"/>
                <a:cs typeface="+mn-cs"/>
              </a:rPr>
              <a:t> Field</a:t>
            </a:r>
          </a:p>
          <a:p>
            <a:pPr fontAlgn="t"/>
            <a:r>
              <a:rPr lang="en-US" sz="1200" b="0" i="0" kern="1200" dirty="0" err="1">
                <a:solidFill>
                  <a:schemeClr val="tx1"/>
                </a:solidFill>
                <a:effectLst/>
                <a:latin typeface="+mn-lt"/>
                <a:ea typeface="+mn-ea"/>
                <a:cs typeface="+mn-cs"/>
              </a:rPr>
              <a:t>ถ้าต้อง</a:t>
            </a:r>
            <a:r>
              <a:rPr lang="en-US" sz="1200" b="0" i="0" kern="1200" dirty="0">
                <a:solidFill>
                  <a:schemeClr val="tx1"/>
                </a:solidFill>
                <a:effectLst/>
                <a:latin typeface="+mn-lt"/>
                <a:ea typeface="+mn-ea"/>
                <a:cs typeface="+mn-cs"/>
              </a:rPr>
              <a:t> ORDER BY </a:t>
            </a:r>
            <a:r>
              <a:rPr lang="en-US" sz="1200" b="0" i="0" kern="1200" dirty="0" err="1">
                <a:solidFill>
                  <a:schemeClr val="tx1"/>
                </a:solidFill>
                <a:effectLst/>
                <a:latin typeface="+mn-lt"/>
                <a:ea typeface="+mn-ea"/>
                <a:cs typeface="+mn-cs"/>
              </a:rPr>
              <a:t>หลาย</a:t>
            </a:r>
            <a:r>
              <a:rPr lang="en-US" sz="1200" b="0" i="0" kern="1200" dirty="0">
                <a:solidFill>
                  <a:schemeClr val="tx1"/>
                </a:solidFill>
                <a:effectLst/>
                <a:latin typeface="+mn-lt"/>
                <a:ea typeface="+mn-ea"/>
                <a:cs typeface="+mn-cs"/>
              </a:rPr>
              <a:t> Property </a:t>
            </a:r>
            <a:r>
              <a:rPr lang="en-US" sz="1200" b="0" i="0" kern="1200" dirty="0" err="1">
                <a:solidFill>
                  <a:schemeClr val="tx1"/>
                </a:solidFill>
                <a:effectLst/>
                <a:latin typeface="+mn-lt"/>
                <a:ea typeface="+mn-ea"/>
                <a:cs typeface="+mn-cs"/>
              </a:rPr>
              <a:t>พร้อมกัน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SQL</a:t>
            </a:r>
          </a:p>
          <a:p>
            <a:pPr fontAlgn="t"/>
            <a:r>
              <a:rPr lang="en-US" sz="1200" b="0" i="0" kern="1200" dirty="0">
                <a:solidFill>
                  <a:schemeClr val="tx1"/>
                </a:solidFill>
                <a:effectLst/>
                <a:latin typeface="+mn-lt"/>
                <a:ea typeface="+mn-ea"/>
                <a:cs typeface="+mn-cs"/>
              </a:rPr>
              <a:t>ORDER BY </a:t>
            </a:r>
            <a:r>
              <a:rPr lang="en-US" sz="1200" b="0" i="0" kern="1200" dirty="0" err="1">
                <a:solidFill>
                  <a:schemeClr val="tx1"/>
                </a:solidFill>
                <a:effectLst/>
                <a:latin typeface="+mn-lt"/>
                <a:ea typeface="+mn-ea"/>
                <a:cs typeface="+mn-cs"/>
              </a:rPr>
              <a:t>c.relevanceScore</a:t>
            </a:r>
            <a:r>
              <a:rPr lang="en-US" sz="1200" b="0" i="0" kern="1200" dirty="0">
                <a:solidFill>
                  <a:schemeClr val="tx1"/>
                </a:solidFill>
                <a:effectLst/>
                <a:latin typeface="+mn-lt"/>
                <a:ea typeface="+mn-ea"/>
                <a:cs typeface="+mn-cs"/>
              </a:rPr>
              <a:t> DESC,</a:t>
            </a:r>
          </a:p>
          <a:p>
            <a:pPr fontAlgn="t"/>
            <a:r>
              <a:rPr lang="en-US" sz="1200" b="0" i="0" kern="1200" dirty="0" err="1">
                <a:solidFill>
                  <a:schemeClr val="tx1"/>
                </a:solidFill>
                <a:effectLst/>
                <a:latin typeface="+mn-lt"/>
                <a:ea typeface="+mn-ea"/>
                <a:cs typeface="+mn-cs"/>
              </a:rPr>
              <a:t>c.uploadDate</a:t>
            </a:r>
            <a:r>
              <a:rPr lang="en-US" sz="1200" b="0" i="0" kern="1200" dirty="0">
                <a:solidFill>
                  <a:schemeClr val="tx1"/>
                </a:solidFill>
                <a:effectLst/>
                <a:latin typeface="+mn-lt"/>
                <a:ea typeface="+mn-ea"/>
                <a:cs typeface="+mn-cs"/>
              </a:rPr>
              <a:t> DESC</a:t>
            </a:r>
          </a:p>
          <a:p>
            <a:pPr fontAlgn="t"/>
            <a:r>
              <a:rPr lang="en-US" sz="1200" b="0" i="0" kern="1200" dirty="0">
                <a:solidFill>
                  <a:schemeClr val="tx1"/>
                </a:solidFill>
                <a:effectLst/>
                <a:latin typeface="+mn-lt"/>
                <a:ea typeface="+mn-ea"/>
                <a:cs typeface="+mn-cs"/>
              </a:rPr>
              <a:t> </a:t>
            </a:r>
          </a:p>
          <a:p>
            <a:pPr fontAlgn="t"/>
            <a:r>
              <a:rPr lang="en-US" sz="1200" b="0" i="0" kern="1200" dirty="0" err="1">
                <a:solidFill>
                  <a:schemeClr val="tx1"/>
                </a:solidFill>
                <a:effectLst/>
                <a:latin typeface="+mn-lt"/>
                <a:ea typeface="+mn-ea"/>
                <a:cs typeface="+mn-cs"/>
              </a:rPr>
              <a:t>ต้องมี</a:t>
            </a:r>
            <a:r>
              <a:rPr lang="en-US" sz="1200" b="0" i="0" kern="1200" dirty="0">
                <a:solidFill>
                  <a:schemeClr val="tx1"/>
                </a:solidFill>
                <a:effectLst/>
                <a:latin typeface="+mn-lt"/>
                <a:ea typeface="+mn-ea"/>
                <a:cs typeface="+mn-cs"/>
              </a:rPr>
              <a:t> Composite Index </a:t>
            </a:r>
            <a:r>
              <a:rPr lang="en-US" sz="1200" b="0" i="0" kern="1200" dirty="0" err="1">
                <a:solidFill>
                  <a:schemeClr val="tx1"/>
                </a:solidFill>
                <a:effectLst/>
                <a:latin typeface="+mn-lt"/>
                <a:ea typeface="+mn-ea"/>
                <a:cs typeface="+mn-cs"/>
              </a:rPr>
              <a:t>ที่เรียง</a:t>
            </a:r>
            <a:r>
              <a:rPr lang="en-US" sz="1200" b="0" i="0" kern="1200" dirty="0">
                <a:solidFill>
                  <a:schemeClr val="tx1"/>
                </a:solidFill>
                <a:effectLst/>
                <a:latin typeface="+mn-lt"/>
                <a:ea typeface="+mn-ea"/>
                <a:cs typeface="+mn-cs"/>
              </a:rPr>
              <a:t> Property </a:t>
            </a:r>
            <a:r>
              <a:rPr lang="en-US" sz="1200" b="0" i="0" kern="1200" dirty="0" err="1">
                <a:solidFill>
                  <a:schemeClr val="tx1"/>
                </a:solidFill>
                <a:effectLst/>
                <a:latin typeface="+mn-lt"/>
                <a:ea typeface="+mn-ea"/>
                <a:cs typeface="+mn-cs"/>
              </a:rPr>
              <a:t>ให้ตรงกับ</a:t>
            </a:r>
            <a:r>
              <a:rPr lang="en-US" sz="1200" b="0" i="0" kern="1200" dirty="0">
                <a:solidFill>
                  <a:schemeClr val="tx1"/>
                </a:solidFill>
                <a:effectLst/>
                <a:latin typeface="+mn-lt"/>
                <a:ea typeface="+mn-ea"/>
                <a:cs typeface="+mn-cs"/>
              </a:rPr>
              <a:t> ORDER BY </a:t>
            </a:r>
            <a:r>
              <a:rPr lang="en-US" sz="1200" b="0" i="0" kern="1200" dirty="0" err="1">
                <a:solidFill>
                  <a:schemeClr val="tx1"/>
                </a:solidFill>
                <a:effectLst/>
                <a:latin typeface="+mn-lt"/>
                <a:ea typeface="+mn-ea"/>
                <a:cs typeface="+mn-cs"/>
              </a:rPr>
              <a:t>เช่น</a:t>
            </a: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Plain Text</a:t>
            </a:r>
          </a:p>
          <a:p>
            <a:pPr fontAlgn="t"/>
            <a:r>
              <a:rPr lang="en-US" sz="1200" b="0" i="0" kern="1200" dirty="0" err="1">
                <a:solidFill>
                  <a:schemeClr val="tx1"/>
                </a:solidFill>
                <a:effectLst/>
                <a:latin typeface="+mn-lt"/>
                <a:ea typeface="+mn-ea"/>
                <a:cs typeface="+mn-cs"/>
              </a:rPr>
              <a:t>relevanceScore</a:t>
            </a:r>
            <a:r>
              <a:rPr lang="en-US" sz="1200" b="0" i="0" kern="1200" dirty="0">
                <a:solidFill>
                  <a:schemeClr val="tx1"/>
                </a:solidFill>
                <a:effectLst/>
                <a:latin typeface="+mn-lt"/>
                <a:ea typeface="+mn-ea"/>
                <a:cs typeface="+mn-cs"/>
              </a:rPr>
              <a:t> DESC</a:t>
            </a:r>
          </a:p>
          <a:p>
            <a:pPr fontAlgn="t"/>
            <a:r>
              <a:rPr lang="en-US" sz="1200" b="0" i="0" kern="1200" dirty="0" err="1">
                <a:solidFill>
                  <a:schemeClr val="tx1"/>
                </a:solidFill>
                <a:effectLst/>
                <a:latin typeface="+mn-lt"/>
                <a:ea typeface="+mn-ea"/>
                <a:cs typeface="+mn-cs"/>
              </a:rPr>
              <a:t>uploadDate</a:t>
            </a:r>
            <a:r>
              <a:rPr lang="en-US" sz="1200" b="0" i="0" kern="1200" dirty="0">
                <a:solidFill>
                  <a:schemeClr val="tx1"/>
                </a:solidFill>
                <a:effectLst/>
                <a:latin typeface="+mn-lt"/>
                <a:ea typeface="+mn-ea"/>
                <a:cs typeface="+mn-cs"/>
              </a:rPr>
              <a:t> DESC</a:t>
            </a:r>
          </a:p>
          <a:p>
            <a:pPr fontAlgn="t"/>
            <a:r>
              <a:rPr lang="en-US" sz="1200" b="0" i="0" kern="1200" dirty="0" err="1">
                <a:solidFill>
                  <a:schemeClr val="tx1"/>
                </a:solidFill>
                <a:effectLst/>
                <a:latin typeface="+mn-lt"/>
                <a:ea typeface="+mn-ea"/>
                <a:cs typeface="+mn-cs"/>
              </a:rPr>
              <a:t>จำง่าย</a:t>
            </a:r>
            <a:r>
              <a:rPr lang="en-US" sz="1200" b="0" i="0" kern="1200" dirty="0">
                <a:solidFill>
                  <a:schemeClr val="tx1"/>
                </a:solidFill>
                <a:effectLst/>
                <a:latin typeface="+mn-lt"/>
                <a:ea typeface="+mn-ea"/>
                <a:cs typeface="+mn-cs"/>
              </a:rPr>
              <a:t> ๆ: </a:t>
            </a:r>
            <a:r>
              <a:rPr lang="en-US" sz="1200" b="1" i="0" kern="1200" dirty="0">
                <a:solidFill>
                  <a:schemeClr val="tx1"/>
                </a:solidFill>
                <a:effectLst/>
                <a:latin typeface="+mn-lt"/>
                <a:ea typeface="+mn-ea"/>
                <a:cs typeface="+mn-cs"/>
              </a:rPr>
              <a:t>Composite Index = </a:t>
            </a:r>
            <a:r>
              <a:rPr lang="en-US" sz="1200" b="1" i="0" kern="1200" dirty="0" err="1">
                <a:solidFill>
                  <a:schemeClr val="tx1"/>
                </a:solidFill>
                <a:effectLst/>
                <a:latin typeface="+mn-lt"/>
                <a:ea typeface="+mn-ea"/>
                <a:cs typeface="+mn-cs"/>
              </a:rPr>
              <a:t>จัดเรียงหลาย</a:t>
            </a:r>
            <a:r>
              <a:rPr lang="en-US" sz="1200" b="1" i="0" kern="1200" dirty="0">
                <a:solidFill>
                  <a:schemeClr val="tx1"/>
                </a:solidFill>
                <a:effectLst/>
                <a:latin typeface="+mn-lt"/>
                <a:ea typeface="+mn-ea"/>
                <a:cs typeface="+mn-cs"/>
              </a:rPr>
              <a:t> Field </a:t>
            </a:r>
            <a:r>
              <a:rPr lang="en-US" sz="1200" b="1" i="0" kern="1200" dirty="0" err="1">
                <a:solidFill>
                  <a:schemeClr val="tx1"/>
                </a:solidFill>
                <a:effectLst/>
                <a:latin typeface="+mn-lt"/>
                <a:ea typeface="+mn-ea"/>
                <a:cs typeface="+mn-cs"/>
              </a:rPr>
              <a:t>ร่วมกัน</a:t>
            </a:r>
            <a:endParaRPr lang="en-US" sz="1200" b="0" i="0" kern="1200" dirty="0">
              <a:solidFill>
                <a:schemeClr val="tx1"/>
              </a:solidFill>
              <a:effectLst/>
              <a:latin typeface="+mn-lt"/>
              <a:ea typeface="+mn-ea"/>
              <a:cs typeface="+mn-cs"/>
            </a:endParaRPr>
          </a:p>
          <a:p>
            <a:pPr fontAlgn="t"/>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3. Filter + Sort</a:t>
            </a:r>
          </a:p>
          <a:p>
            <a:pPr fontAlgn="t"/>
            <a:r>
              <a:rPr lang="en-US" sz="1200" b="0" i="0" kern="1200" dirty="0" err="1">
                <a:solidFill>
                  <a:schemeClr val="tx1"/>
                </a:solidFill>
                <a:effectLst/>
                <a:latin typeface="+mn-lt"/>
                <a:ea typeface="+mn-ea"/>
                <a:cs typeface="+mn-cs"/>
              </a:rPr>
              <a:t>ถ้าต้องการทั้ง</a:t>
            </a:r>
            <a:r>
              <a:rPr lang="en-US" sz="1200" b="0" i="0" kern="1200" dirty="0">
                <a:solidFill>
                  <a:schemeClr val="tx1"/>
                </a:solidFill>
                <a:effectLst/>
                <a:latin typeface="+mn-lt"/>
                <a:ea typeface="+mn-ea"/>
                <a:cs typeface="+mn-cs"/>
              </a:rPr>
              <a:t> Filter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Sort </a:t>
            </a:r>
            <a:r>
              <a:rPr lang="en-US" sz="1200" b="0" i="0" kern="1200" dirty="0" err="1">
                <a:solidFill>
                  <a:schemeClr val="tx1"/>
                </a:solidFill>
                <a:effectLst/>
                <a:latin typeface="+mn-lt"/>
                <a:ea typeface="+mn-ea"/>
                <a:cs typeface="+mn-cs"/>
              </a:rPr>
              <a:t>สามารถออกแบบ</a:t>
            </a:r>
            <a:r>
              <a:rPr lang="en-US" sz="1200" b="0" i="0" kern="1200" dirty="0">
                <a:solidFill>
                  <a:schemeClr val="tx1"/>
                </a:solidFill>
                <a:effectLst/>
                <a:latin typeface="+mn-lt"/>
                <a:ea typeface="+mn-ea"/>
                <a:cs typeface="+mn-cs"/>
              </a:rPr>
              <a:t> Composite Index </a:t>
            </a:r>
            <a:r>
              <a:rPr lang="en-US" sz="1200" b="0" i="0" kern="1200" dirty="0" err="1">
                <a:solidFill>
                  <a:schemeClr val="tx1"/>
                </a:solidFill>
                <a:effectLst/>
                <a:latin typeface="+mn-lt"/>
                <a:ea typeface="+mn-ea"/>
                <a:cs typeface="+mn-cs"/>
              </a:rPr>
              <a:t>ให้รวม</a:t>
            </a:r>
            <a:r>
              <a:rPr lang="en-US" sz="1200" b="0" i="0" kern="1200" dirty="0">
                <a:solidFill>
                  <a:schemeClr val="tx1"/>
                </a:solidFill>
                <a:effectLst/>
                <a:latin typeface="+mn-lt"/>
                <a:ea typeface="+mn-ea"/>
                <a:cs typeface="+mn-cs"/>
              </a:rPr>
              <a:t> Property </a:t>
            </a:r>
            <a:r>
              <a:rPr lang="en-US" sz="1200" b="0" i="0" kern="1200" dirty="0" err="1">
                <a:solidFill>
                  <a:schemeClr val="tx1"/>
                </a:solidFill>
                <a:effectLst/>
                <a:latin typeface="+mn-lt"/>
                <a:ea typeface="+mn-ea"/>
                <a:cs typeface="+mn-cs"/>
              </a:rPr>
              <a:t>ที่ใช้</a:t>
            </a:r>
            <a:r>
              <a:rPr lang="en-US" sz="1200" b="0" i="0" kern="1200" dirty="0">
                <a:solidFill>
                  <a:schemeClr val="tx1"/>
                </a:solidFill>
                <a:effectLst/>
                <a:latin typeface="+mn-lt"/>
                <a:ea typeface="+mn-ea"/>
                <a:cs typeface="+mn-cs"/>
              </a:rPr>
              <a:t> Filter </a:t>
            </a:r>
            <a:r>
              <a:rPr lang="en-US" sz="1200" b="0" i="0" kern="1200" dirty="0" err="1">
                <a:solidFill>
                  <a:schemeClr val="tx1"/>
                </a:solidFill>
                <a:effectLst/>
                <a:latin typeface="+mn-lt"/>
                <a:ea typeface="+mn-ea"/>
                <a:cs typeface="+mn-cs"/>
              </a:rPr>
              <a:t>เข้าไปด้วย</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SQL</a:t>
            </a:r>
          </a:p>
          <a:p>
            <a:pPr fontAlgn="t"/>
            <a:r>
              <a:rPr lang="en-US" sz="1200" b="0" i="0" kern="1200" dirty="0">
                <a:solidFill>
                  <a:schemeClr val="tx1"/>
                </a:solidFill>
                <a:effectLst/>
                <a:latin typeface="+mn-lt"/>
                <a:ea typeface="+mn-ea"/>
                <a:cs typeface="+mn-cs"/>
              </a:rPr>
              <a:t>WHERE </a:t>
            </a:r>
            <a:r>
              <a:rPr lang="en-US" sz="1200" b="0" i="0" kern="1200" dirty="0" err="1">
                <a:solidFill>
                  <a:schemeClr val="tx1"/>
                </a:solidFill>
                <a:effectLst/>
                <a:latin typeface="+mn-lt"/>
                <a:ea typeface="+mn-ea"/>
                <a:cs typeface="+mn-cs"/>
              </a:rPr>
              <a:t>c.documentType</a:t>
            </a:r>
            <a:r>
              <a:rPr lang="en-US" sz="1200" b="0" i="0" kern="1200" dirty="0">
                <a:solidFill>
                  <a:schemeClr val="tx1"/>
                </a:solidFill>
                <a:effectLst/>
                <a:latin typeface="+mn-lt"/>
                <a:ea typeface="+mn-ea"/>
                <a:cs typeface="+mn-cs"/>
              </a:rPr>
              <a:t> = 'pdf'</a:t>
            </a:r>
          </a:p>
          <a:p>
            <a:pPr fontAlgn="t"/>
            <a:r>
              <a:rPr lang="en-US" sz="1200" b="0" i="0" kern="1200" dirty="0">
                <a:solidFill>
                  <a:schemeClr val="tx1"/>
                </a:solidFill>
                <a:effectLst/>
                <a:latin typeface="+mn-lt"/>
                <a:ea typeface="+mn-ea"/>
                <a:cs typeface="+mn-cs"/>
              </a:rPr>
              <a:t>ORDER BY </a:t>
            </a:r>
            <a:r>
              <a:rPr lang="en-US" sz="1200" b="0" i="0" kern="1200" dirty="0" err="1">
                <a:solidFill>
                  <a:schemeClr val="tx1"/>
                </a:solidFill>
                <a:effectLst/>
                <a:latin typeface="+mn-lt"/>
                <a:ea typeface="+mn-ea"/>
                <a:cs typeface="+mn-cs"/>
              </a:rPr>
              <a:t>c.documentType</a:t>
            </a:r>
            <a:r>
              <a:rPr lang="en-US" sz="1200" b="0" i="0" kern="1200" dirty="0">
                <a:solidFill>
                  <a:schemeClr val="tx1"/>
                </a:solidFill>
                <a:effectLst/>
                <a:latin typeface="+mn-lt"/>
                <a:ea typeface="+mn-ea"/>
                <a:cs typeface="+mn-cs"/>
              </a:rPr>
              <a:t>,</a:t>
            </a:r>
          </a:p>
          <a:p>
            <a:pPr fontAlgn="t"/>
            <a:r>
              <a:rPr lang="en-US" sz="1200" b="0" i="0" kern="1200" dirty="0" err="1">
                <a:solidFill>
                  <a:schemeClr val="tx1"/>
                </a:solidFill>
                <a:effectLst/>
                <a:latin typeface="+mn-lt"/>
                <a:ea typeface="+mn-ea"/>
                <a:cs typeface="+mn-cs"/>
              </a:rPr>
              <a:t>c.uploadDate</a:t>
            </a:r>
            <a:r>
              <a:rPr lang="en-US" sz="1200" b="0" i="0" kern="1200" dirty="0">
                <a:solidFill>
                  <a:schemeClr val="tx1"/>
                </a:solidFill>
                <a:effectLst/>
                <a:latin typeface="+mn-lt"/>
                <a:ea typeface="+mn-ea"/>
                <a:cs typeface="+mn-cs"/>
              </a:rPr>
              <a:t> DESC</a:t>
            </a:r>
          </a:p>
          <a:p>
            <a:pPr fontAlgn="t"/>
            <a:r>
              <a:rPr lang="en-US" sz="1200" b="0" i="0" kern="1200" dirty="0" err="1">
                <a:solidFill>
                  <a:schemeClr val="tx1"/>
                </a:solidFill>
                <a:effectLst/>
                <a:latin typeface="+mn-lt"/>
                <a:ea typeface="+mn-ea"/>
                <a:cs typeface="+mn-cs"/>
              </a:rPr>
              <a:t>เพื่อให้</a:t>
            </a:r>
            <a:r>
              <a:rPr lang="en-US" sz="1200" b="0" i="0" kern="1200" dirty="0">
                <a:solidFill>
                  <a:schemeClr val="tx1"/>
                </a:solidFill>
                <a:effectLst/>
                <a:latin typeface="+mn-lt"/>
                <a:ea typeface="+mn-ea"/>
                <a:cs typeface="+mn-cs"/>
              </a:rPr>
              <a:t> Query </a:t>
            </a:r>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Composite Index </a:t>
            </a:r>
            <a:r>
              <a:rPr lang="en-US" sz="1200" b="0" i="0" kern="1200" dirty="0" err="1">
                <a:solidFill>
                  <a:schemeClr val="tx1"/>
                </a:solidFill>
                <a:effectLst/>
                <a:latin typeface="+mn-lt"/>
                <a:ea typeface="+mn-ea"/>
                <a:cs typeface="+mn-cs"/>
              </a:rPr>
              <a:t>เดียวได้ตามตัวอย่างในสไลด์</a:t>
            </a: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ข้อควรจำ</a:t>
            </a:r>
            <a:endParaRPr lang="en-US" sz="1200" b="1"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ลำดับ</a:t>
            </a:r>
            <a:r>
              <a:rPr lang="en-US" sz="1200" b="0" i="0" kern="1200" dirty="0">
                <a:solidFill>
                  <a:schemeClr val="tx1"/>
                </a:solidFill>
                <a:effectLst/>
                <a:latin typeface="+mn-lt"/>
                <a:ea typeface="+mn-ea"/>
                <a:cs typeface="+mn-cs"/>
              </a:rPr>
              <a:t> Property </a:t>
            </a:r>
            <a:r>
              <a:rPr lang="en-US" sz="1200" b="0" i="0" kern="1200" dirty="0" err="1">
                <a:solidFill>
                  <a:schemeClr val="tx1"/>
                </a:solidFill>
                <a:effectLst/>
                <a:latin typeface="+mn-lt"/>
                <a:ea typeface="+mn-ea"/>
                <a:cs typeface="+mn-cs"/>
              </a:rPr>
              <a:t>ใน</a:t>
            </a:r>
            <a:r>
              <a:rPr lang="en-US" sz="1200" b="0" i="0" kern="1200" dirty="0">
                <a:solidFill>
                  <a:schemeClr val="tx1"/>
                </a:solidFill>
                <a:effectLst/>
                <a:latin typeface="+mn-lt"/>
                <a:ea typeface="+mn-ea"/>
                <a:cs typeface="+mn-cs"/>
              </a:rPr>
              <a:t> Composite Index </a:t>
            </a:r>
            <a:r>
              <a:rPr lang="en-US" sz="1200" b="0" i="0" kern="1200" dirty="0" err="1">
                <a:solidFill>
                  <a:schemeClr val="tx1"/>
                </a:solidFill>
                <a:effectLst/>
                <a:latin typeface="+mn-lt"/>
                <a:ea typeface="+mn-ea"/>
                <a:cs typeface="+mn-cs"/>
              </a:rPr>
              <a:t>ต้องตรงกับ</a:t>
            </a:r>
            <a:r>
              <a:rPr lang="en-US" sz="1200" b="0" i="0" kern="1200" dirty="0">
                <a:solidFill>
                  <a:schemeClr val="tx1"/>
                </a:solidFill>
                <a:effectLst/>
                <a:latin typeface="+mn-lt"/>
                <a:ea typeface="+mn-ea"/>
                <a:cs typeface="+mn-cs"/>
              </a:rPr>
              <a:t> ORDER BY</a:t>
            </a:r>
          </a:p>
          <a:p>
            <a:pPr lvl="0" fontAlgn="t"/>
            <a:r>
              <a:rPr lang="en-US" sz="1200" b="0" i="0" kern="1200" dirty="0" err="1">
                <a:solidFill>
                  <a:schemeClr val="tx1"/>
                </a:solidFill>
                <a:effectLst/>
                <a:latin typeface="+mn-lt"/>
                <a:ea typeface="+mn-ea"/>
                <a:cs typeface="+mn-cs"/>
              </a:rPr>
              <a:t>ถ้าผสม</a:t>
            </a:r>
            <a:r>
              <a:rPr lang="en-US" sz="1200" b="0" i="0" kern="1200" dirty="0">
                <a:solidFill>
                  <a:schemeClr val="tx1"/>
                </a:solidFill>
                <a:effectLst/>
                <a:latin typeface="+mn-lt"/>
                <a:ea typeface="+mn-ea"/>
                <a:cs typeface="+mn-cs"/>
              </a:rPr>
              <a:t> ASC/DESC </a:t>
            </a:r>
            <a:r>
              <a:rPr lang="en-US" sz="1200" b="0" i="0" kern="1200" dirty="0" err="1">
                <a:solidFill>
                  <a:schemeClr val="tx1"/>
                </a:solidFill>
                <a:effectLst/>
                <a:latin typeface="+mn-lt"/>
                <a:ea typeface="+mn-ea"/>
                <a:cs typeface="+mn-cs"/>
              </a:rPr>
              <a:t>ต่างรูปแบบ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อาจต้องมี</a:t>
            </a:r>
            <a:r>
              <a:rPr lang="en-US" sz="1200" b="0" i="0" kern="1200" dirty="0">
                <a:solidFill>
                  <a:schemeClr val="tx1"/>
                </a:solidFill>
                <a:effectLst/>
                <a:latin typeface="+mn-lt"/>
                <a:ea typeface="+mn-ea"/>
                <a:cs typeface="+mn-cs"/>
              </a:rPr>
              <a:t> Index </a:t>
            </a:r>
            <a:r>
              <a:rPr lang="en-US" sz="1200" b="0" i="0" kern="1200" dirty="0" err="1">
                <a:solidFill>
                  <a:schemeClr val="tx1"/>
                </a:solidFill>
                <a:effectLst/>
                <a:latin typeface="+mn-lt"/>
                <a:ea typeface="+mn-ea"/>
                <a:cs typeface="+mn-cs"/>
              </a:rPr>
              <a:t>แยก</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การเพิ่ม</a:t>
            </a:r>
            <a:r>
              <a:rPr lang="en-US" sz="1200" b="0" i="0" kern="1200" dirty="0">
                <a:solidFill>
                  <a:schemeClr val="tx1"/>
                </a:solidFill>
                <a:effectLst/>
                <a:latin typeface="+mn-lt"/>
                <a:ea typeface="+mn-ea"/>
                <a:cs typeface="+mn-cs"/>
              </a:rPr>
              <a:t> Composite Index </a:t>
            </a:r>
            <a:r>
              <a:rPr lang="en-US" sz="1200" b="0" i="0" kern="1200" dirty="0" err="1">
                <a:solidFill>
                  <a:schemeClr val="tx1"/>
                </a:solidFill>
                <a:effectLst/>
                <a:latin typeface="+mn-lt"/>
                <a:ea typeface="+mn-ea"/>
                <a:cs typeface="+mn-cs"/>
              </a:rPr>
              <a:t>มี</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Write overhead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เพิ่มขึ้น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จึงไม่ควรสร้างทุก</a:t>
            </a:r>
            <a:r>
              <a:rPr lang="en-US" sz="1200" b="0" i="0" kern="1200" dirty="0">
                <a:solidFill>
                  <a:schemeClr val="tx1"/>
                </a:solidFill>
                <a:effectLst/>
                <a:latin typeface="+mn-lt"/>
                <a:ea typeface="+mn-ea"/>
                <a:cs typeface="+mn-cs"/>
              </a:rPr>
              <a:t> Field </a:t>
            </a:r>
            <a:r>
              <a:rPr lang="en-US" sz="1200" b="0" i="0" kern="1200" dirty="0" err="1">
                <a:solidFill>
                  <a:schemeClr val="tx1"/>
                </a:solidFill>
                <a:effectLst/>
                <a:latin typeface="+mn-lt"/>
                <a:ea typeface="+mn-ea"/>
                <a:cs typeface="+mn-cs"/>
              </a:rPr>
              <a:t>โดยไม่จำเป็น</a:t>
            </a:r>
            <a:endParaRPr lang="en-US" sz="1200" b="0" i="0" kern="1200" dirty="0">
              <a:solidFill>
                <a:schemeClr val="tx1"/>
              </a:solidFill>
              <a:effectLst/>
              <a:latin typeface="+mn-lt"/>
              <a:ea typeface="+mn-ea"/>
              <a:cs typeface="+mn-cs"/>
            </a:endParaRPr>
          </a:p>
        </p:txBody>
      </p:sp>
      <p:sp>
        <p:nvSpPr>
          <p:cNvPr id="1300531388"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5304998" name="Slide Image Placeholder 1"/>
          <p:cNvSpPr>
            <a:spLocks noGrp="1" noRot="1" noChangeAspect="1"/>
          </p:cNvSpPr>
          <p:nvPr>
            <p:ph type="sldImg"/>
          </p:nvPr>
        </p:nvSpPr>
        <p:spPr bwMode="auto">
          <a:xfrm>
            <a:off x="217488" y="812800"/>
            <a:ext cx="7124700" cy="4008438"/>
          </a:xfrm>
        </p:spPr>
      </p:sp>
      <p:sp>
        <p:nvSpPr>
          <p:cNvPr id="582192224" name="Notes Placeholder 2"/>
          <p:cNvSpPr>
            <a:spLocks noGrp="1"/>
          </p:cNvSpPr>
          <p:nvPr>
            <p:ph type="body" idx="1"/>
          </p:nvPr>
        </p:nvSpPr>
        <p:spPr bwMode="auto"/>
        <p:txBody>
          <a:bodyPr/>
          <a:lstStyle/>
          <a:p>
            <a:pPr fontAlgn="t"/>
            <a:r>
              <a:rPr lang="en-US" sz="1200" b="0" i="0" kern="1200" dirty="0" err="1">
                <a:solidFill>
                  <a:schemeClr val="tx1"/>
                </a:solidFill>
                <a:effectLst/>
                <a:latin typeface="+mn-lt"/>
                <a:ea typeface="+mn-ea"/>
                <a:cs typeface="+mn-cs"/>
              </a:rPr>
              <a:t>การ</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เลือกและปรับ</a:t>
            </a:r>
            <a:r>
              <a:rPr lang="en-US" sz="1200" b="1" i="0" kern="1200" dirty="0">
                <a:solidFill>
                  <a:schemeClr val="tx1"/>
                </a:solidFill>
                <a:effectLst/>
                <a:latin typeface="+mn-lt"/>
                <a:ea typeface="+mn-ea"/>
                <a:cs typeface="+mn-cs"/>
              </a:rPr>
              <a:t> Vector Index </a:t>
            </a:r>
            <a:r>
              <a:rPr lang="en-US" sz="1200" b="1" i="0" kern="1200" dirty="0" err="1">
                <a:solidFill>
                  <a:schemeClr val="tx1"/>
                </a:solidFill>
                <a:effectLst/>
                <a:latin typeface="+mn-lt"/>
                <a:ea typeface="+mn-ea"/>
                <a:cs typeface="+mn-cs"/>
              </a:rPr>
              <a:t>ใน</a:t>
            </a:r>
            <a:r>
              <a:rPr lang="en-US" sz="1200" b="1" i="0" kern="1200" dirty="0">
                <a:solidFill>
                  <a:schemeClr val="tx1"/>
                </a:solidFill>
                <a:effectLst/>
                <a:latin typeface="+mn-lt"/>
                <a:ea typeface="+mn-ea"/>
                <a:cs typeface="+mn-cs"/>
              </a:rPr>
              <a:t> Azure Cosmos DB </a:t>
            </a:r>
            <a:r>
              <a:rPr lang="en-US" sz="1200" b="1" i="0" kern="1200" dirty="0" err="1">
                <a:solidFill>
                  <a:schemeClr val="tx1"/>
                </a:solidFill>
                <a:effectLst/>
                <a:latin typeface="+mn-lt"/>
                <a:ea typeface="+mn-ea"/>
                <a:cs typeface="+mn-cs"/>
              </a:rPr>
              <a:t>ให้เหมาะกับจำนวน</a:t>
            </a:r>
            <a:r>
              <a:rPr lang="en-US" sz="1200" b="1" i="0" kern="1200" dirty="0">
                <a:solidFill>
                  <a:schemeClr val="tx1"/>
                </a:solidFill>
                <a:effectLst/>
                <a:latin typeface="+mn-lt"/>
                <a:ea typeface="+mn-ea"/>
                <a:cs typeface="+mn-cs"/>
              </a:rPr>
              <a:t> Embeddings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เพื่อให้</a:t>
            </a:r>
            <a:r>
              <a:rPr lang="en-US" sz="1200" b="0" i="0" kern="1200" dirty="0">
                <a:solidFill>
                  <a:schemeClr val="tx1"/>
                </a:solidFill>
                <a:effectLst/>
                <a:latin typeface="+mn-lt"/>
                <a:ea typeface="+mn-ea"/>
                <a:cs typeface="+mn-cs"/>
              </a:rPr>
              <a:t> Vector Search </a:t>
            </a:r>
            <a:r>
              <a:rPr lang="en-US" sz="1200" b="0" i="0" kern="1200" dirty="0" err="1">
                <a:solidFill>
                  <a:schemeClr val="tx1"/>
                </a:solidFill>
                <a:effectLst/>
                <a:latin typeface="+mn-lt"/>
                <a:ea typeface="+mn-ea"/>
                <a:cs typeface="+mn-cs"/>
              </a:rPr>
              <a:t>มีประสิทธิภาพ</a:t>
            </a: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เลือก</a:t>
            </a:r>
            <a:r>
              <a:rPr lang="en-US" sz="1200" b="1" i="0" kern="1200" dirty="0">
                <a:solidFill>
                  <a:schemeClr val="tx1"/>
                </a:solidFill>
                <a:effectLst/>
                <a:latin typeface="+mn-lt"/>
                <a:ea typeface="+mn-ea"/>
                <a:cs typeface="+mn-cs"/>
              </a:rPr>
              <a:t> Index </a:t>
            </a:r>
            <a:r>
              <a:rPr lang="en-US" sz="1200" b="1" i="0" kern="1200" dirty="0" err="1">
                <a:solidFill>
                  <a:schemeClr val="tx1"/>
                </a:solidFill>
                <a:effectLst/>
                <a:latin typeface="+mn-lt"/>
                <a:ea typeface="+mn-ea"/>
                <a:cs typeface="+mn-cs"/>
              </a:rPr>
              <a:t>ตามขนาดข้อมูล</a:t>
            </a:r>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flat</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เหมาะกับข้อมูลน้อยกว่า</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1,000 vectors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และต้องการค้นหาแบบ</a:t>
            </a:r>
            <a:r>
              <a:rPr lang="en-US" sz="1200" b="0" i="0" kern="1200" dirty="0">
                <a:solidFill>
                  <a:schemeClr val="tx1"/>
                </a:solidFill>
                <a:effectLst/>
                <a:latin typeface="+mn-lt"/>
                <a:ea typeface="+mn-ea"/>
                <a:cs typeface="+mn-cs"/>
              </a:rPr>
              <a:t> Exact </a:t>
            </a:r>
            <a:r>
              <a:rPr lang="en-US" sz="1200" b="0" i="0" kern="1200" dirty="0" err="1">
                <a:solidFill>
                  <a:schemeClr val="tx1"/>
                </a:solidFill>
                <a:effectLst/>
                <a:latin typeface="+mn-lt"/>
                <a:ea typeface="+mn-ea"/>
                <a:cs typeface="+mn-cs"/>
              </a:rPr>
              <a:t>รองรับสูงสุด</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505 dimensions</a:t>
            </a:r>
            <a:endParaRPr lang="en-US" sz="1200" b="0" i="0" kern="1200" dirty="0">
              <a:solidFill>
                <a:schemeClr val="tx1"/>
              </a:solidFill>
              <a:effectLst/>
              <a:latin typeface="+mn-lt"/>
              <a:ea typeface="+mn-ea"/>
              <a:cs typeface="+mn-cs"/>
            </a:endParaRPr>
          </a:p>
          <a:p>
            <a:pPr lvl="0" fontAlgn="t"/>
            <a:r>
              <a:rPr lang="en-US" sz="1200" b="1" i="0" kern="1200" dirty="0" err="1">
                <a:solidFill>
                  <a:schemeClr val="tx1"/>
                </a:solidFill>
                <a:effectLst/>
                <a:latin typeface="+mn-lt"/>
                <a:ea typeface="+mn-ea"/>
                <a:cs typeface="+mn-cs"/>
              </a:rPr>
              <a:t>quantizedFlat</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เหมาะกับประมาณ</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1K–50K vectors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รองรับสูงสุด</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4,096 dimensions</a:t>
            </a:r>
            <a:endParaRPr lang="en-US" sz="1200" b="0" i="0" kern="1200" dirty="0">
              <a:solidFill>
                <a:schemeClr val="tx1"/>
              </a:solidFill>
              <a:effectLst/>
              <a:latin typeface="+mn-lt"/>
              <a:ea typeface="+mn-ea"/>
              <a:cs typeface="+mn-cs"/>
            </a:endParaRPr>
          </a:p>
          <a:p>
            <a:pPr lvl="0" fontAlgn="t"/>
            <a:r>
              <a:rPr lang="en-US" sz="1200" b="1" i="0" kern="1200" dirty="0" err="1">
                <a:solidFill>
                  <a:schemeClr val="tx1"/>
                </a:solidFill>
                <a:effectLst/>
                <a:latin typeface="+mn-lt"/>
                <a:ea typeface="+mn-ea"/>
                <a:cs typeface="+mn-cs"/>
              </a:rPr>
              <a:t>diskANN</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เหมาะกับข้อมูลขนาดใหญ่</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มากกว่า</a:t>
            </a:r>
            <a:r>
              <a:rPr lang="en-US" sz="1200" b="1" i="0" kern="1200" dirty="0">
                <a:solidFill>
                  <a:schemeClr val="tx1"/>
                </a:solidFill>
                <a:effectLst/>
                <a:latin typeface="+mn-lt"/>
                <a:ea typeface="+mn-ea"/>
                <a:cs typeface="+mn-cs"/>
              </a:rPr>
              <a:t> 50K vectors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รองรับสูงสุด</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4,096 dimensions</a:t>
            </a: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จุดสำคัญ</a:t>
            </a:r>
            <a:endParaRPr lang="en-US" sz="1200" b="1"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quantizedFlat</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diskANN</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ต้องมีอย่างน้อย</a:t>
            </a:r>
            <a:r>
              <a:rPr lang="en-US" sz="1200" b="1" i="0" kern="1200" dirty="0">
                <a:solidFill>
                  <a:schemeClr val="tx1"/>
                </a:solidFill>
                <a:effectLst/>
                <a:latin typeface="+mn-lt"/>
                <a:ea typeface="+mn-ea"/>
                <a:cs typeface="+mn-cs"/>
              </a:rPr>
              <a:t> 1,000 vectors </a:t>
            </a:r>
            <a:r>
              <a:rPr lang="en-US" sz="1200" b="1" i="0" kern="1200" dirty="0" err="1">
                <a:solidFill>
                  <a:schemeClr val="tx1"/>
                </a:solidFill>
                <a:effectLst/>
                <a:latin typeface="+mn-lt"/>
                <a:ea typeface="+mn-ea"/>
                <a:cs typeface="+mn-cs"/>
              </a:rPr>
              <a:t>จึงจะเริ่มทำงานตาม</a:t>
            </a:r>
            <a:r>
              <a:rPr lang="en-US" sz="1200" b="1" i="0" kern="1200" dirty="0">
                <a:solidFill>
                  <a:schemeClr val="tx1"/>
                </a:solidFill>
                <a:effectLst/>
                <a:latin typeface="+mn-lt"/>
                <a:ea typeface="+mn-ea"/>
                <a:cs typeface="+mn-cs"/>
              </a:rPr>
              <a:t> Index</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หากต่ำกว่าเกณฑ์</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จะกลับไปใช้การค้นหาแบบ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brute-force scan</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สำหรับ</a:t>
            </a:r>
            <a:r>
              <a:rPr lang="en-US" sz="1200" b="0" i="0" kern="1200" dirty="0">
                <a:solidFill>
                  <a:schemeClr val="tx1"/>
                </a:solidFill>
                <a:effectLst/>
                <a:latin typeface="+mn-lt"/>
                <a:ea typeface="+mn-ea"/>
                <a:cs typeface="+mn-cs"/>
              </a:rPr>
              <a:t> Production AI Apps </a:t>
            </a:r>
            <a:r>
              <a:rPr lang="en-US" sz="1200" b="0" i="0" kern="1200" dirty="0" err="1">
                <a:solidFill>
                  <a:schemeClr val="tx1"/>
                </a:solidFill>
                <a:effectLst/>
                <a:latin typeface="+mn-lt"/>
                <a:ea typeface="+mn-ea"/>
                <a:cs typeface="+mn-cs"/>
              </a:rPr>
              <a:t>สไลด์แนะนำ</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diskANN</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นอกจากนี้</a:t>
            </a:r>
            <a:r>
              <a:rPr lang="en-US" sz="1200" b="0" i="0" kern="1200" dirty="0">
                <a:solidFill>
                  <a:schemeClr val="tx1"/>
                </a:solidFill>
                <a:effectLst/>
                <a:latin typeface="+mn-lt"/>
                <a:ea typeface="+mn-ea"/>
                <a:cs typeface="+mn-cs"/>
              </a:rPr>
              <a:t>:</a:t>
            </a:r>
          </a:p>
          <a:p>
            <a:pPr lvl="0" fontAlgn="t"/>
            <a:r>
              <a:rPr lang="en-US" sz="1200" b="0" i="0" kern="1200" dirty="0" err="1">
                <a:solidFill>
                  <a:schemeClr val="tx1"/>
                </a:solidFill>
                <a:effectLst/>
                <a:latin typeface="+mn-lt"/>
                <a:ea typeface="+mn-ea"/>
                <a:cs typeface="+mn-cs"/>
              </a:rPr>
              <a:t>ควรเอา</a:t>
            </a:r>
            <a:r>
              <a:rPr lang="en-US" sz="1200" b="0" i="0" kern="1200" dirty="0">
                <a:solidFill>
                  <a:schemeClr val="tx1"/>
                </a:solidFill>
                <a:effectLst/>
                <a:latin typeface="+mn-lt"/>
                <a:ea typeface="+mn-ea"/>
                <a:cs typeface="+mn-cs"/>
              </a:rPr>
              <a:t> Embedding </a:t>
            </a:r>
            <a:r>
              <a:rPr lang="en-US" sz="1200" b="0" i="0" kern="1200" dirty="0" err="1">
                <a:solidFill>
                  <a:schemeClr val="tx1"/>
                </a:solidFill>
                <a:effectLst/>
                <a:latin typeface="+mn-lt"/>
                <a:ea typeface="+mn-ea"/>
                <a:cs typeface="+mn-cs"/>
              </a:rPr>
              <a:t>ออกจาก</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Range Index</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Vector Policy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เปลี่ยนไม่ได้หลังสร้าง</a:t>
            </a:r>
            <a:r>
              <a:rPr lang="en-US" sz="1200" b="0" i="0" kern="1200" dirty="0">
                <a:solidFill>
                  <a:schemeClr val="tx1"/>
                </a:solidFill>
                <a:effectLst/>
                <a:latin typeface="+mn-lt"/>
                <a:ea typeface="+mn-ea"/>
                <a:cs typeface="+mn-cs"/>
              </a:rPr>
              <a:t> Container</a:t>
            </a:r>
          </a:p>
          <a:p>
            <a:pPr lvl="0" fontAlgn="t"/>
            <a:r>
              <a:rPr lang="en-US" sz="1200" b="0" i="0" kern="1200" dirty="0">
                <a:solidFill>
                  <a:schemeClr val="tx1"/>
                </a:solidFill>
                <a:effectLst/>
                <a:latin typeface="+mn-lt"/>
                <a:ea typeface="+mn-ea"/>
                <a:cs typeface="+mn-cs"/>
              </a:rPr>
              <a:t>float16 </a:t>
            </a:r>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Storage </a:t>
            </a:r>
            <a:r>
              <a:rPr lang="en-US" sz="1200" b="0" i="0" kern="1200" dirty="0" err="1">
                <a:solidFill>
                  <a:schemeClr val="tx1"/>
                </a:solidFill>
                <a:effectLst/>
                <a:latin typeface="+mn-lt"/>
                <a:ea typeface="+mn-ea"/>
                <a:cs typeface="+mn-cs"/>
              </a:rPr>
              <a:t>น้อยกว่า</a:t>
            </a:r>
            <a:r>
              <a:rPr lang="en-US" sz="1200" b="0" i="0" kern="1200" dirty="0">
                <a:solidFill>
                  <a:schemeClr val="tx1"/>
                </a:solidFill>
                <a:effectLst/>
                <a:latin typeface="+mn-lt"/>
                <a:ea typeface="+mn-ea"/>
                <a:cs typeface="+mn-cs"/>
              </a:rPr>
              <a:t> float32 </a:t>
            </a:r>
            <a:r>
              <a:rPr lang="en-US" sz="1200" b="0" i="0" kern="1200" dirty="0" err="1">
                <a:solidFill>
                  <a:schemeClr val="tx1"/>
                </a:solidFill>
                <a:effectLst/>
                <a:latin typeface="+mn-lt"/>
                <a:ea typeface="+mn-ea"/>
                <a:cs typeface="+mn-cs"/>
              </a:rPr>
              <a:t>ประมาณ</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50%</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การ</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Filter </a:t>
            </a:r>
            <a:r>
              <a:rPr lang="en-US" sz="1200" b="1" i="0" kern="1200" dirty="0" err="1">
                <a:solidFill>
                  <a:schemeClr val="tx1"/>
                </a:solidFill>
                <a:effectLst/>
                <a:latin typeface="+mn-lt"/>
                <a:ea typeface="+mn-ea"/>
                <a:cs typeface="+mn-cs"/>
              </a:rPr>
              <a:t>ด้วย</a:t>
            </a:r>
            <a:r>
              <a:rPr lang="en-US" sz="1200" b="1" i="0" kern="1200" dirty="0">
                <a:solidFill>
                  <a:schemeClr val="tx1"/>
                </a:solidFill>
                <a:effectLst/>
                <a:latin typeface="+mn-lt"/>
                <a:ea typeface="+mn-ea"/>
                <a:cs typeface="+mn-cs"/>
              </a:rPr>
              <a:t> Metadata </a:t>
            </a:r>
            <a:r>
              <a:rPr lang="en-US" sz="1200" b="1" i="0" kern="1200" dirty="0" err="1">
                <a:solidFill>
                  <a:schemeClr val="tx1"/>
                </a:solidFill>
                <a:effectLst/>
                <a:latin typeface="+mn-lt"/>
                <a:ea typeface="+mn-ea"/>
                <a:cs typeface="+mn-cs"/>
              </a:rPr>
              <a:t>ก่อนทำ</a:t>
            </a:r>
            <a:r>
              <a:rPr lang="en-US" sz="1200" b="1" i="0" kern="1200" dirty="0">
                <a:solidFill>
                  <a:schemeClr val="tx1"/>
                </a:solidFill>
                <a:effectLst/>
                <a:latin typeface="+mn-lt"/>
                <a:ea typeface="+mn-ea"/>
                <a:cs typeface="+mn-cs"/>
              </a:rPr>
              <a:t> Vector Search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ช่วยลด</a:t>
            </a:r>
            <a:r>
              <a:rPr lang="en-US" sz="1200" b="0" i="0" kern="1200" dirty="0">
                <a:solidFill>
                  <a:schemeClr val="tx1"/>
                </a:solidFill>
                <a:effectLst/>
                <a:latin typeface="+mn-lt"/>
                <a:ea typeface="+mn-ea"/>
                <a:cs typeface="+mn-cs"/>
              </a:rPr>
              <a:t> RU Cost </a:t>
            </a:r>
            <a:r>
              <a:rPr lang="en-US" sz="1200" b="0" i="0" kern="1200" dirty="0" err="1">
                <a:solidFill>
                  <a:schemeClr val="tx1"/>
                </a:solidFill>
                <a:effectLst/>
                <a:latin typeface="+mn-lt"/>
                <a:ea typeface="+mn-ea"/>
                <a:cs typeface="+mn-cs"/>
              </a:rPr>
              <a:t>ได้</a:t>
            </a: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สรุปจำง่าย</a:t>
            </a:r>
            <a:endParaRPr lang="en-US" sz="1200" b="1"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ข้อมูลน้อย</a:t>
            </a:r>
            <a:r>
              <a:rPr lang="en-US" sz="1200" b="1" i="0" kern="1200" dirty="0">
                <a:solidFill>
                  <a:schemeClr val="tx1"/>
                </a:solidFill>
                <a:effectLst/>
                <a:latin typeface="+mn-lt"/>
                <a:ea typeface="+mn-ea"/>
                <a:cs typeface="+mn-cs"/>
              </a:rPr>
              <a:t> → flat</a:t>
            </a:r>
            <a:br>
              <a:rPr lang="en-US" sz="1200" b="0" i="0" kern="1200" dirty="0">
                <a:solidFill>
                  <a:schemeClr val="tx1"/>
                </a:solidFill>
                <a:effectLst/>
                <a:latin typeface="+mn-lt"/>
                <a:ea typeface="+mn-ea"/>
                <a:cs typeface="+mn-cs"/>
              </a:rPr>
            </a:br>
            <a:r>
              <a:rPr lang="en-US" sz="1200" b="1" i="0" kern="1200" dirty="0" err="1">
                <a:solidFill>
                  <a:schemeClr val="tx1"/>
                </a:solidFill>
                <a:effectLst/>
                <a:latin typeface="+mn-lt"/>
                <a:ea typeface="+mn-ea"/>
                <a:cs typeface="+mn-cs"/>
              </a:rPr>
              <a:t>ข้อมูลกลาง</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quantizedFlat</a:t>
            </a:r>
            <a:br>
              <a:rPr lang="en-US" sz="1200" b="0" i="0" kern="1200" dirty="0">
                <a:solidFill>
                  <a:schemeClr val="tx1"/>
                </a:solidFill>
                <a:effectLst/>
                <a:latin typeface="+mn-lt"/>
                <a:ea typeface="+mn-ea"/>
                <a:cs typeface="+mn-cs"/>
              </a:rPr>
            </a:br>
            <a:r>
              <a:rPr lang="en-US" sz="1200" b="1" i="0" kern="1200" dirty="0" err="1">
                <a:solidFill>
                  <a:schemeClr val="tx1"/>
                </a:solidFill>
                <a:effectLst/>
                <a:latin typeface="+mn-lt"/>
                <a:ea typeface="+mn-ea"/>
                <a:cs typeface="+mn-cs"/>
              </a:rPr>
              <a:t>ข้อมูลใหญ่</a:t>
            </a:r>
            <a:r>
              <a:rPr lang="en-US" sz="1200" b="1" i="0" kern="1200" dirty="0">
                <a:solidFill>
                  <a:schemeClr val="tx1"/>
                </a:solidFill>
                <a:effectLst/>
                <a:latin typeface="+mn-lt"/>
                <a:ea typeface="+mn-ea"/>
                <a:cs typeface="+mn-cs"/>
              </a:rPr>
              <a:t> / Production → </a:t>
            </a:r>
            <a:r>
              <a:rPr lang="en-US" sz="1200" b="1" i="0" kern="1200" dirty="0" err="1">
                <a:solidFill>
                  <a:schemeClr val="tx1"/>
                </a:solidFill>
                <a:effectLst/>
                <a:latin typeface="+mn-lt"/>
                <a:ea typeface="+mn-ea"/>
                <a:cs typeface="+mn-cs"/>
              </a:rPr>
              <a:t>diskANN</a:t>
            </a:r>
            <a:endParaRPr lang="en-US" sz="1200" b="0" i="0" kern="1200" dirty="0">
              <a:solidFill>
                <a:schemeClr val="tx1"/>
              </a:solidFill>
              <a:effectLst/>
              <a:latin typeface="+mn-lt"/>
              <a:ea typeface="+mn-ea"/>
              <a:cs typeface="+mn-cs"/>
            </a:endParaRPr>
          </a:p>
        </p:txBody>
      </p:sp>
      <p:sp>
        <p:nvSpPr>
          <p:cNvPr id="605560792"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59E423-A47E-586E-FBF1-2B304E084B05}"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64690182" name="Slide Image Placeholder 1"/>
          <p:cNvSpPr>
            <a:spLocks noGrp="1" noRot="1" noChangeAspect="1"/>
          </p:cNvSpPr>
          <p:nvPr>
            <p:ph type="sldImg"/>
          </p:nvPr>
        </p:nvSpPr>
        <p:spPr bwMode="auto">
          <a:xfrm>
            <a:off x="217488" y="812800"/>
            <a:ext cx="7124700" cy="4008438"/>
          </a:xfrm>
        </p:spPr>
      </p:sp>
      <p:sp>
        <p:nvSpPr>
          <p:cNvPr id="1152550029" name="Notes Placeholder 2"/>
          <p:cNvSpPr>
            <a:spLocks noGrp="1"/>
          </p:cNvSpPr>
          <p:nvPr>
            <p:ph type="body" idx="1"/>
          </p:nvPr>
        </p:nvSpPr>
        <p:spPr bwMode="auto"/>
        <p:txBody>
          <a:bodyPr/>
          <a:lstStyle/>
          <a:p>
            <a:pPr fontAlgn="t"/>
            <a:r>
              <a:rPr lang="en-US" sz="1200" b="0" i="0" kern="1200" dirty="0" err="1">
                <a:solidFill>
                  <a:schemeClr val="tx1"/>
                </a:solidFill>
                <a:effectLst/>
                <a:latin typeface="+mn-lt"/>
                <a:ea typeface="+mn-ea"/>
                <a:cs typeface="+mn-cs"/>
              </a:rPr>
              <a:t>การ</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ลดค่า</a:t>
            </a:r>
            <a:r>
              <a:rPr lang="en-US" sz="1200" b="1" i="0" kern="1200" dirty="0">
                <a:solidFill>
                  <a:schemeClr val="tx1"/>
                </a:solidFill>
                <a:effectLst/>
                <a:latin typeface="+mn-lt"/>
                <a:ea typeface="+mn-ea"/>
                <a:cs typeface="+mn-cs"/>
              </a:rPr>
              <a:t> RU (Request Units) ของ Azure Cosmos DB </a:t>
            </a:r>
            <a:r>
              <a:rPr lang="en-US" sz="1200" b="1" i="0" kern="1200" dirty="0" err="1">
                <a:solidFill>
                  <a:schemeClr val="tx1"/>
                </a:solidFill>
                <a:effectLst/>
                <a:latin typeface="+mn-lt"/>
                <a:ea typeface="+mn-ea"/>
                <a:cs typeface="+mn-cs"/>
              </a:rPr>
              <a:t>ด้วยการออกแบบ</a:t>
            </a:r>
            <a:r>
              <a:rPr lang="en-US" sz="1200" b="1" i="0" kern="1200" dirty="0">
                <a:solidFill>
                  <a:schemeClr val="tx1"/>
                </a:solidFill>
                <a:effectLst/>
                <a:latin typeface="+mn-lt"/>
                <a:ea typeface="+mn-ea"/>
                <a:cs typeface="+mn-cs"/>
              </a:rPr>
              <a:t> Index </a:t>
            </a:r>
            <a:r>
              <a:rPr lang="en-US" sz="1200" b="1" i="0" kern="1200" dirty="0" err="1">
                <a:solidFill>
                  <a:schemeClr val="tx1"/>
                </a:solidFill>
                <a:effectLst/>
                <a:latin typeface="+mn-lt"/>
                <a:ea typeface="+mn-ea"/>
                <a:cs typeface="+mn-cs"/>
              </a:rPr>
              <a:t>อย่างเหมาะสม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ไม่ใช่ยิ่งมี</a:t>
            </a:r>
            <a:r>
              <a:rPr lang="en-US" sz="1200" b="0" i="0" kern="1200" dirty="0">
                <a:solidFill>
                  <a:schemeClr val="tx1"/>
                </a:solidFill>
                <a:effectLst/>
                <a:latin typeface="+mn-lt"/>
                <a:ea typeface="+mn-ea"/>
                <a:cs typeface="+mn-cs"/>
              </a:rPr>
              <a:t> Index </a:t>
            </a:r>
            <a:r>
              <a:rPr lang="en-US" sz="1200" b="0" i="0" kern="1200" dirty="0" err="1">
                <a:solidFill>
                  <a:schemeClr val="tx1"/>
                </a:solidFill>
                <a:effectLst/>
                <a:latin typeface="+mn-lt"/>
                <a:ea typeface="+mn-ea"/>
                <a:cs typeface="+mn-cs"/>
              </a:rPr>
              <a:t>เยอะยิ่งดี</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a:t>
            </a:r>
            <a:r>
              <a:rPr lang="en-US" sz="1200" b="1" i="0" kern="1200" dirty="0" err="1">
                <a:solidFill>
                  <a:schemeClr val="tx1"/>
                </a:solidFill>
                <a:effectLst/>
                <a:latin typeface="+mn-lt"/>
                <a:ea typeface="+mn-ea"/>
                <a:cs typeface="+mn-cs"/>
              </a:rPr>
              <a:t>ดู</a:t>
            </a:r>
            <a:r>
              <a:rPr lang="en-US" sz="1200" b="1" i="0" kern="1200" dirty="0">
                <a:solidFill>
                  <a:schemeClr val="tx1"/>
                </a:solidFill>
                <a:effectLst/>
                <a:latin typeface="+mn-lt"/>
                <a:ea typeface="+mn-ea"/>
                <a:cs typeface="+mn-cs"/>
              </a:rPr>
              <a:t> Query </a:t>
            </a:r>
            <a:r>
              <a:rPr lang="en-US" sz="1200" b="1" i="0" kern="1200" dirty="0" err="1">
                <a:solidFill>
                  <a:schemeClr val="tx1"/>
                </a:solidFill>
                <a:effectLst/>
                <a:latin typeface="+mn-lt"/>
                <a:ea typeface="+mn-ea"/>
                <a:cs typeface="+mn-cs"/>
              </a:rPr>
              <a:t>ก่อนสร้าง</a:t>
            </a:r>
            <a:r>
              <a:rPr lang="en-US" sz="1200" b="1" i="0" kern="1200" dirty="0">
                <a:solidFill>
                  <a:schemeClr val="tx1"/>
                </a:solidFill>
                <a:effectLst/>
                <a:latin typeface="+mn-lt"/>
                <a:ea typeface="+mn-ea"/>
                <a:cs typeface="+mn-cs"/>
              </a:rPr>
              <a:t> Index</a:t>
            </a:r>
          </a:p>
          <a:p>
            <a:pPr fontAlgn="t"/>
            <a:r>
              <a:rPr lang="en-US" sz="1200" b="0" i="0" kern="1200" dirty="0" err="1">
                <a:solidFill>
                  <a:schemeClr val="tx1"/>
                </a:solidFill>
                <a:effectLst/>
                <a:latin typeface="+mn-lt"/>
                <a:ea typeface="+mn-ea"/>
                <a:cs typeface="+mn-cs"/>
              </a:rPr>
              <a:t>ให้ดูว่า</a:t>
            </a:r>
            <a:r>
              <a:rPr lang="en-US" sz="1200" b="0" i="0" kern="1200" dirty="0">
                <a:solidFill>
                  <a:schemeClr val="tx1"/>
                </a:solidFill>
                <a:effectLst/>
                <a:latin typeface="+mn-lt"/>
                <a:ea typeface="+mn-ea"/>
                <a:cs typeface="+mn-cs"/>
              </a:rPr>
              <a:t> Application </a:t>
            </a:r>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Query </a:t>
            </a:r>
            <a:r>
              <a:rPr lang="en-US" sz="1200" b="0" i="0" kern="1200" dirty="0" err="1">
                <a:solidFill>
                  <a:schemeClr val="tx1"/>
                </a:solidFill>
                <a:effectLst/>
                <a:latin typeface="+mn-lt"/>
                <a:ea typeface="+mn-ea"/>
                <a:cs typeface="+mn-cs"/>
              </a:rPr>
              <a:t>แบบไหนบ่อยที่สุด</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WHERE </a:t>
            </a:r>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Property </a:t>
            </a:r>
            <a:r>
              <a:rPr lang="en-US" sz="1200" b="0" i="0" kern="1200" dirty="0" err="1">
                <a:solidFill>
                  <a:schemeClr val="tx1"/>
                </a:solidFill>
                <a:effectLst/>
                <a:latin typeface="+mn-lt"/>
                <a:ea typeface="+mn-ea"/>
                <a:cs typeface="+mn-cs"/>
              </a:rPr>
              <a:t>อะไร</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พิจารณา</a:t>
            </a:r>
            <a:r>
              <a:rPr lang="en-US" sz="1200" b="0" i="0" kern="1200" dirty="0">
                <a:solidFill>
                  <a:schemeClr val="tx1"/>
                </a:solidFill>
                <a:effectLst/>
                <a:latin typeface="+mn-lt"/>
                <a:ea typeface="+mn-ea"/>
                <a:cs typeface="+mn-cs"/>
              </a:rPr>
              <a:t> Index </a:t>
            </a:r>
            <a:r>
              <a:rPr lang="en-US" sz="1200" b="0" i="0" kern="1200" dirty="0" err="1">
                <a:solidFill>
                  <a:schemeClr val="tx1"/>
                </a:solidFill>
                <a:effectLst/>
                <a:latin typeface="+mn-lt"/>
                <a:ea typeface="+mn-ea"/>
                <a:cs typeface="+mn-cs"/>
              </a:rPr>
              <a:t>สำหรับ</a:t>
            </a:r>
            <a:r>
              <a:rPr lang="en-US" sz="1200" b="0" i="0" kern="1200" dirty="0">
                <a:solidFill>
                  <a:schemeClr val="tx1"/>
                </a:solidFill>
                <a:effectLst/>
                <a:latin typeface="+mn-lt"/>
                <a:ea typeface="+mn-ea"/>
                <a:cs typeface="+mn-cs"/>
              </a:rPr>
              <a:t> Filter</a:t>
            </a:r>
          </a:p>
          <a:p>
            <a:pPr lvl="0" fontAlgn="t"/>
            <a:r>
              <a:rPr lang="en-US" sz="1200" b="0" i="0" kern="1200" dirty="0">
                <a:solidFill>
                  <a:schemeClr val="tx1"/>
                </a:solidFill>
                <a:effectLst/>
                <a:latin typeface="+mn-lt"/>
                <a:ea typeface="+mn-ea"/>
                <a:cs typeface="+mn-cs"/>
              </a:rPr>
              <a:t>ORDER BY </a:t>
            </a:r>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Property </a:t>
            </a:r>
            <a:r>
              <a:rPr lang="en-US" sz="1200" b="0" i="0" kern="1200" dirty="0" err="1">
                <a:solidFill>
                  <a:schemeClr val="tx1"/>
                </a:solidFill>
                <a:effectLst/>
                <a:latin typeface="+mn-lt"/>
                <a:ea typeface="+mn-ea"/>
                <a:cs typeface="+mn-cs"/>
              </a:rPr>
              <a:t>อะไร</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พิจารณา</a:t>
            </a:r>
            <a:r>
              <a:rPr lang="en-US" sz="1200" b="0" i="0" kern="1200" dirty="0">
                <a:solidFill>
                  <a:schemeClr val="tx1"/>
                </a:solidFill>
                <a:effectLst/>
                <a:latin typeface="+mn-lt"/>
                <a:ea typeface="+mn-ea"/>
                <a:cs typeface="+mn-cs"/>
              </a:rPr>
              <a:t> Index </a:t>
            </a:r>
            <a:r>
              <a:rPr lang="en-US" sz="1200" b="0" i="0" kern="1200" dirty="0" err="1">
                <a:solidFill>
                  <a:schemeClr val="tx1"/>
                </a:solidFill>
                <a:effectLst/>
                <a:latin typeface="+mn-lt"/>
                <a:ea typeface="+mn-ea"/>
                <a:cs typeface="+mn-cs"/>
              </a:rPr>
              <a:t>สำหรับ</a:t>
            </a:r>
            <a:r>
              <a:rPr lang="en-US" sz="1200" b="0" i="0" kern="1200" dirty="0">
                <a:solidFill>
                  <a:schemeClr val="tx1"/>
                </a:solidFill>
                <a:effectLst/>
                <a:latin typeface="+mn-lt"/>
                <a:ea typeface="+mn-ea"/>
                <a:cs typeface="+mn-cs"/>
              </a:rPr>
              <a:t> Sort</a:t>
            </a:r>
          </a:p>
          <a:p>
            <a:pPr lvl="0" fontAlgn="t"/>
            <a:r>
              <a:rPr lang="en-US" sz="1200" b="0" i="0" kern="1200" dirty="0">
                <a:solidFill>
                  <a:schemeClr val="tx1"/>
                </a:solidFill>
                <a:effectLst/>
                <a:latin typeface="+mn-lt"/>
                <a:ea typeface="+mn-ea"/>
                <a:cs typeface="+mn-cs"/>
              </a:rPr>
              <a:t>Property </a:t>
            </a:r>
            <a:r>
              <a:rPr lang="en-US" sz="1200" b="0" i="0" kern="1200" dirty="0" err="1">
                <a:solidFill>
                  <a:schemeClr val="tx1"/>
                </a:solidFill>
                <a:effectLst/>
                <a:latin typeface="+mn-lt"/>
                <a:ea typeface="+mn-ea"/>
                <a:cs typeface="+mn-cs"/>
              </a:rPr>
              <a:t>ไหนถูกใช้ร่วมกันบ่อย</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อาจเหมาะกับ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Composite Index</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ให้ความสำคัญกับ</a:t>
            </a:r>
            <a:r>
              <a:rPr lang="en-US" sz="1200" b="0" i="0" kern="1200" dirty="0">
                <a:solidFill>
                  <a:schemeClr val="tx1"/>
                </a:solidFill>
                <a:effectLst/>
                <a:latin typeface="+mn-lt"/>
                <a:ea typeface="+mn-ea"/>
                <a:cs typeface="+mn-cs"/>
              </a:rPr>
              <a:t> Query </a:t>
            </a:r>
            <a:r>
              <a:rPr lang="en-US" sz="1200" b="0" i="0" kern="1200" dirty="0" err="1">
                <a:solidFill>
                  <a:schemeClr val="tx1"/>
                </a:solidFill>
                <a:effectLst/>
                <a:latin typeface="+mn-lt"/>
                <a:ea typeface="+mn-ea"/>
                <a:cs typeface="+mn-cs"/>
              </a:rPr>
              <a:t>ที่ถูกเรียกบ่อยที่สุดก่อน</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a:t>
            </a:r>
            <a:r>
              <a:rPr lang="en-US" sz="1200" b="1" i="0" kern="1200" dirty="0" err="1">
                <a:solidFill>
                  <a:schemeClr val="tx1"/>
                </a:solidFill>
                <a:effectLst/>
                <a:latin typeface="+mn-lt"/>
                <a:ea typeface="+mn-ea"/>
                <a:cs typeface="+mn-cs"/>
              </a:rPr>
              <a:t>ทำ</a:t>
            </a:r>
            <a:r>
              <a:rPr lang="en-US" sz="1200" b="1" i="0" kern="1200" dirty="0">
                <a:solidFill>
                  <a:schemeClr val="tx1"/>
                </a:solidFill>
                <a:effectLst/>
                <a:latin typeface="+mn-lt"/>
                <a:ea typeface="+mn-ea"/>
                <a:cs typeface="+mn-cs"/>
              </a:rPr>
              <a:t> Selective Indexing</a:t>
            </a:r>
          </a:p>
          <a:p>
            <a:pPr fontAlgn="t"/>
            <a:r>
              <a:rPr lang="en-US" sz="1200" b="0" i="0" kern="1200" dirty="0" err="1">
                <a:solidFill>
                  <a:schemeClr val="tx1"/>
                </a:solidFill>
                <a:effectLst/>
                <a:latin typeface="+mn-lt"/>
                <a:ea typeface="+mn-ea"/>
                <a:cs typeface="+mn-cs"/>
              </a:rPr>
              <a:t>แนวคิดคือ</a:t>
            </a:r>
            <a:r>
              <a:rPr lang="en-US" sz="1200" b="0" i="0" kern="1200" dirty="0">
                <a:solidFill>
                  <a:schemeClr val="tx1"/>
                </a:solidFill>
                <a:effectLst/>
                <a:latin typeface="+mn-lt"/>
                <a:ea typeface="+mn-ea"/>
                <a:cs typeface="+mn-cs"/>
              </a:rPr>
              <a:t>:</a:t>
            </a:r>
          </a:p>
          <a:p>
            <a:pPr fontAlgn="t"/>
            <a:r>
              <a:rPr lang="en-US" sz="1200" b="1" i="0" kern="1200" dirty="0">
                <a:solidFill>
                  <a:schemeClr val="tx1"/>
                </a:solidFill>
                <a:effectLst/>
                <a:latin typeface="+mn-lt"/>
                <a:ea typeface="+mn-ea"/>
                <a:cs typeface="+mn-cs"/>
              </a:rPr>
              <a:t>Index </a:t>
            </a:r>
            <a:r>
              <a:rPr lang="en-US" sz="1200" b="1" i="0" kern="1200" dirty="0" err="1">
                <a:solidFill>
                  <a:schemeClr val="tx1"/>
                </a:solidFill>
                <a:effectLst/>
                <a:latin typeface="+mn-lt"/>
                <a:ea typeface="+mn-ea"/>
                <a:cs typeface="+mn-cs"/>
              </a:rPr>
              <a:t>เฉพาะข้อมูลที่จำเป็นต้องค้นหา</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สไลด์แนะนำให้หลีกเลี่ยงการ</a:t>
            </a:r>
            <a:r>
              <a:rPr lang="en-US" sz="1200" b="0" i="0" kern="1200" dirty="0">
                <a:solidFill>
                  <a:schemeClr val="tx1"/>
                </a:solidFill>
                <a:effectLst/>
                <a:latin typeface="+mn-lt"/>
                <a:ea typeface="+mn-ea"/>
                <a:cs typeface="+mn-cs"/>
              </a:rPr>
              <a:t> Index </a:t>
            </a:r>
            <a:r>
              <a:rPr lang="en-US" sz="1200" b="0" i="0" kern="1200" dirty="0" err="1">
                <a:solidFill>
                  <a:schemeClr val="tx1"/>
                </a:solidFill>
                <a:effectLst/>
                <a:latin typeface="+mn-lt"/>
                <a:ea typeface="+mn-ea"/>
                <a:cs typeface="+mn-cs"/>
              </a:rPr>
              <a:t>ข้อมูลขนาดใหญ่ที่ไม่ได้นำมาค้นหา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ข้อความยาว</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Summary</a:t>
            </a:r>
          </a:p>
          <a:p>
            <a:pPr lvl="0" fontAlgn="t"/>
            <a:r>
              <a:rPr lang="en-US" sz="1200" b="0" i="0" kern="1200" dirty="0">
                <a:solidFill>
                  <a:schemeClr val="tx1"/>
                </a:solidFill>
                <a:effectLst/>
                <a:latin typeface="+mn-lt"/>
                <a:ea typeface="+mn-ea"/>
                <a:cs typeface="+mn-cs"/>
              </a:rPr>
              <a:t>Raw metadata</a:t>
            </a:r>
          </a:p>
          <a:p>
            <a:pPr fontAlgn="t"/>
            <a:r>
              <a:rPr lang="en-US" sz="1200" b="0" i="0" kern="1200" dirty="0" err="1">
                <a:solidFill>
                  <a:schemeClr val="tx1"/>
                </a:solidFill>
                <a:effectLst/>
                <a:latin typeface="+mn-lt"/>
                <a:ea typeface="+mn-ea"/>
                <a:cs typeface="+mn-cs"/>
              </a:rPr>
              <a:t>และต้อง</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Include Partition Key Path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ไว้เสมอ</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3. </a:t>
            </a:r>
            <a:r>
              <a:rPr lang="en-US" sz="1200" b="1" i="0" kern="1200" dirty="0" err="1">
                <a:solidFill>
                  <a:schemeClr val="tx1"/>
                </a:solidFill>
                <a:effectLst/>
                <a:latin typeface="+mn-lt"/>
                <a:ea typeface="+mn-ea"/>
                <a:cs typeface="+mn-cs"/>
              </a:rPr>
              <a:t>ดู</a:t>
            </a:r>
            <a:r>
              <a:rPr lang="en-US" sz="1200" b="1" i="0" kern="1200" dirty="0">
                <a:solidFill>
                  <a:schemeClr val="tx1"/>
                </a:solidFill>
                <a:effectLst/>
                <a:latin typeface="+mn-lt"/>
                <a:ea typeface="+mn-ea"/>
                <a:cs typeface="+mn-cs"/>
              </a:rPr>
              <a:t> Metrics </a:t>
            </a:r>
            <a:r>
              <a:rPr lang="en-US" sz="1200" b="1" i="0" kern="1200" dirty="0" err="1">
                <a:solidFill>
                  <a:schemeClr val="tx1"/>
                </a:solidFill>
                <a:effectLst/>
                <a:latin typeface="+mn-lt"/>
                <a:ea typeface="+mn-ea"/>
                <a:cs typeface="+mn-cs"/>
              </a:rPr>
              <a:t>เพื่อวัดผล</a:t>
            </a:r>
            <a:endParaRPr lang="en-US" sz="1200" b="1"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หลังปรับ</a:t>
            </a:r>
            <a:r>
              <a:rPr lang="en-US" sz="1200" b="0" i="0" kern="1200" dirty="0">
                <a:solidFill>
                  <a:schemeClr val="tx1"/>
                </a:solidFill>
                <a:effectLst/>
                <a:latin typeface="+mn-lt"/>
                <a:ea typeface="+mn-ea"/>
                <a:cs typeface="+mn-cs"/>
              </a:rPr>
              <a:t> Index </a:t>
            </a:r>
            <a:r>
              <a:rPr lang="en-US" sz="1200" b="0" i="0" kern="1200" dirty="0" err="1">
                <a:solidFill>
                  <a:schemeClr val="tx1"/>
                </a:solidFill>
                <a:effectLst/>
                <a:latin typeface="+mn-lt"/>
                <a:ea typeface="+mn-ea"/>
                <a:cs typeface="+mn-cs"/>
              </a:rPr>
              <a:t>ให้ดู</a:t>
            </a:r>
            <a:r>
              <a:rPr lang="en-US" sz="1200" b="0" i="0" kern="1200" dirty="0">
                <a:solidFill>
                  <a:schemeClr val="tx1"/>
                </a:solidFill>
                <a:effectLst/>
                <a:latin typeface="+mn-lt"/>
                <a:ea typeface="+mn-ea"/>
                <a:cs typeface="+mn-cs"/>
              </a:rPr>
              <a:t>:</a:t>
            </a:r>
          </a:p>
          <a:p>
            <a:pPr lvl="0" fontAlgn="t"/>
            <a:r>
              <a:rPr lang="en-US" sz="1200" b="1" i="0" kern="1200" dirty="0">
                <a:solidFill>
                  <a:schemeClr val="tx1"/>
                </a:solidFill>
                <a:effectLst/>
                <a:latin typeface="+mn-lt"/>
                <a:ea typeface="+mn-ea"/>
                <a:cs typeface="+mn-cs"/>
              </a:rPr>
              <a:t>Index utilization %</a:t>
            </a:r>
            <a:r>
              <a:rPr lang="en-US" sz="1200" b="0" i="0" kern="1200" dirty="0">
                <a:solidFill>
                  <a:schemeClr val="tx1"/>
                </a:solidFill>
                <a:effectLst/>
                <a:latin typeface="+mn-lt"/>
                <a:ea typeface="+mn-ea"/>
                <a:cs typeface="+mn-cs"/>
              </a:rPr>
              <a:t> → Query </a:t>
            </a:r>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Index </a:t>
            </a:r>
            <a:r>
              <a:rPr lang="en-US" sz="1200" b="0" i="0" kern="1200" dirty="0" err="1">
                <a:solidFill>
                  <a:schemeClr val="tx1"/>
                </a:solidFill>
                <a:effectLst/>
                <a:latin typeface="+mn-lt"/>
                <a:ea typeface="+mn-ea"/>
                <a:cs typeface="+mn-cs"/>
              </a:rPr>
              <a:t>ได้ดีแค่ไหน</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Retrieved vs Output documents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ต้องอ่านข้อมูลมากแค่ไหนกว่าจะได้ผลลัพธ์</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RU charge/query</a:t>
            </a:r>
            <a:r>
              <a:rPr lang="en-US" sz="1200" b="0" i="0" kern="1200" dirty="0">
                <a:solidFill>
                  <a:schemeClr val="tx1"/>
                </a:solidFill>
                <a:effectLst/>
                <a:latin typeface="+mn-lt"/>
                <a:ea typeface="+mn-ea"/>
                <a:cs typeface="+mn-cs"/>
              </a:rPr>
              <a:t> → Query </a:t>
            </a:r>
            <a:r>
              <a:rPr lang="en-US" sz="1200" b="0" i="0" kern="1200" dirty="0" err="1">
                <a:solidFill>
                  <a:schemeClr val="tx1"/>
                </a:solidFill>
                <a:effectLst/>
                <a:latin typeface="+mn-lt"/>
                <a:ea typeface="+mn-ea"/>
                <a:cs typeface="+mn-cs"/>
              </a:rPr>
              <a:t>แต่ละครั้งใช้</a:t>
            </a:r>
            <a:r>
              <a:rPr lang="en-US" sz="1200" b="0" i="0" kern="1200" dirty="0">
                <a:solidFill>
                  <a:schemeClr val="tx1"/>
                </a:solidFill>
                <a:effectLst/>
                <a:latin typeface="+mn-lt"/>
                <a:ea typeface="+mn-ea"/>
                <a:cs typeface="+mn-cs"/>
              </a:rPr>
              <a:t> RU </a:t>
            </a:r>
            <a:r>
              <a:rPr lang="en-US" sz="1200" b="0" i="0" kern="1200" dirty="0" err="1">
                <a:solidFill>
                  <a:schemeClr val="tx1"/>
                </a:solidFill>
                <a:effectLst/>
                <a:latin typeface="+mn-lt"/>
                <a:ea typeface="+mn-ea"/>
                <a:cs typeface="+mn-cs"/>
              </a:rPr>
              <a:t>เท่าไร</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4. Read-heavy vs Write-heavy</a:t>
            </a:r>
          </a:p>
          <a:p>
            <a:pPr lvl="0" fontAlgn="t"/>
            <a:r>
              <a:rPr lang="en-US" sz="1200" b="1" i="0" kern="1200" dirty="0">
                <a:solidFill>
                  <a:schemeClr val="tx1"/>
                </a:solidFill>
                <a:effectLst/>
                <a:latin typeface="+mn-lt"/>
                <a:ea typeface="+mn-ea"/>
                <a:cs typeface="+mn-cs"/>
              </a:rPr>
              <a:t>Read-heavy</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ลงทุนกับ</a:t>
            </a:r>
            <a:r>
              <a:rPr lang="en-US" sz="1200" b="0" i="0" kern="1200" dirty="0">
                <a:solidFill>
                  <a:schemeClr val="tx1"/>
                </a:solidFill>
                <a:effectLst/>
                <a:latin typeface="+mn-lt"/>
                <a:ea typeface="+mn-ea"/>
                <a:cs typeface="+mn-cs"/>
              </a:rPr>
              <a:t> Index </a:t>
            </a:r>
            <a:r>
              <a:rPr lang="en-US" sz="1200" b="0" i="0" kern="1200" dirty="0" err="1">
                <a:solidFill>
                  <a:schemeClr val="tx1"/>
                </a:solidFill>
                <a:effectLst/>
                <a:latin typeface="+mn-lt"/>
                <a:ea typeface="+mn-ea"/>
                <a:cs typeface="+mn-cs"/>
              </a:rPr>
              <a:t>มากขึ้น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เพื่อให้</a:t>
            </a:r>
            <a:r>
              <a:rPr lang="en-US" sz="1200" b="0" i="0" kern="1200" dirty="0">
                <a:solidFill>
                  <a:schemeClr val="tx1"/>
                </a:solidFill>
                <a:effectLst/>
                <a:latin typeface="+mn-lt"/>
                <a:ea typeface="+mn-ea"/>
                <a:cs typeface="+mn-cs"/>
              </a:rPr>
              <a:t> Query </a:t>
            </a:r>
            <a:r>
              <a:rPr lang="en-US" sz="1200" b="0" i="0" kern="1200" dirty="0" err="1">
                <a:solidFill>
                  <a:schemeClr val="tx1"/>
                </a:solidFill>
                <a:effectLst/>
                <a:latin typeface="+mn-lt"/>
                <a:ea typeface="+mn-ea"/>
                <a:cs typeface="+mn-cs"/>
              </a:rPr>
              <a:t>มีประสิทธิภาพ</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Write-heavy</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ลด</a:t>
            </a:r>
            <a:r>
              <a:rPr lang="en-US" sz="1200" b="0" i="0" kern="1200" dirty="0">
                <a:solidFill>
                  <a:schemeClr val="tx1"/>
                </a:solidFill>
                <a:effectLst/>
                <a:latin typeface="+mn-lt"/>
                <a:ea typeface="+mn-ea"/>
                <a:cs typeface="+mn-cs"/>
              </a:rPr>
              <a:t> Index </a:t>
            </a:r>
            <a:r>
              <a:rPr lang="en-US" sz="1200" b="0" i="0" kern="1200" dirty="0" err="1">
                <a:solidFill>
                  <a:schemeClr val="tx1"/>
                </a:solidFill>
                <a:effectLst/>
                <a:latin typeface="+mn-lt"/>
                <a:ea typeface="+mn-ea"/>
                <a:cs typeface="+mn-cs"/>
              </a:rPr>
              <a:t>ที่ไม่จำเป็น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เพราะทุก</a:t>
            </a:r>
            <a:r>
              <a:rPr lang="en-US" sz="1200" b="0" i="0" kern="1200" dirty="0">
                <a:solidFill>
                  <a:schemeClr val="tx1"/>
                </a:solidFill>
                <a:effectLst/>
                <a:latin typeface="+mn-lt"/>
                <a:ea typeface="+mn-ea"/>
                <a:cs typeface="+mn-cs"/>
              </a:rPr>
              <a:t> Index </a:t>
            </a:r>
            <a:r>
              <a:rPr lang="en-US" sz="1200" b="0" i="0" kern="1200" dirty="0" err="1">
                <a:solidFill>
                  <a:schemeClr val="tx1"/>
                </a:solidFill>
                <a:effectLst/>
                <a:latin typeface="+mn-lt"/>
                <a:ea typeface="+mn-ea"/>
                <a:cs typeface="+mn-cs"/>
              </a:rPr>
              <a:t>เพิ่มต้นทุนในการ</a:t>
            </a:r>
            <a:r>
              <a:rPr lang="en-US" sz="1200" b="0" i="0" kern="1200" dirty="0">
                <a:solidFill>
                  <a:schemeClr val="tx1"/>
                </a:solidFill>
                <a:effectLst/>
                <a:latin typeface="+mn-lt"/>
                <a:ea typeface="+mn-ea"/>
                <a:cs typeface="+mn-cs"/>
              </a:rPr>
              <a:t> Write</a:t>
            </a:r>
          </a:p>
          <a:p>
            <a:pPr lvl="0" fontAlgn="t"/>
            <a:r>
              <a:rPr lang="en-US" sz="1200" b="0" i="0" kern="1200" dirty="0">
                <a:solidFill>
                  <a:schemeClr val="tx1"/>
                </a:solidFill>
                <a:effectLst/>
                <a:latin typeface="+mn-lt"/>
                <a:ea typeface="+mn-ea"/>
                <a:cs typeface="+mn-cs"/>
              </a:rPr>
              <a:t>Composite Index </a:t>
            </a:r>
            <a:r>
              <a:rPr lang="en-US" sz="1200" b="0" i="0" kern="1200" dirty="0" err="1">
                <a:solidFill>
                  <a:schemeClr val="tx1"/>
                </a:solidFill>
                <a:effectLst/>
                <a:latin typeface="+mn-lt"/>
                <a:ea typeface="+mn-ea"/>
                <a:cs typeface="+mn-cs"/>
              </a:rPr>
              <a:t>แต่ละตัวก็เพิ่ม</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Write RU cost</a:t>
            </a: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สรุปจำง่าย</a:t>
            </a:r>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Index </a:t>
            </a:r>
            <a:r>
              <a:rPr lang="en-US" sz="1200" b="1" i="0" kern="1200" dirty="0" err="1">
                <a:solidFill>
                  <a:schemeClr val="tx1"/>
                </a:solidFill>
                <a:effectLst/>
                <a:latin typeface="+mn-lt"/>
                <a:ea typeface="+mn-ea"/>
                <a:cs typeface="+mn-cs"/>
              </a:rPr>
              <a:t>มากเกินไป</a:t>
            </a:r>
            <a:r>
              <a:rPr lang="en-US" sz="1200" b="1" i="0" kern="1200" dirty="0">
                <a:solidFill>
                  <a:schemeClr val="tx1"/>
                </a:solidFill>
                <a:effectLst/>
                <a:latin typeface="+mn-lt"/>
                <a:ea typeface="+mn-ea"/>
                <a:cs typeface="+mn-cs"/>
              </a:rPr>
              <a:t> → Write </a:t>
            </a:r>
            <a:r>
              <a:rPr lang="en-US" sz="1200" b="1" i="0" kern="1200" dirty="0" err="1">
                <a:solidFill>
                  <a:schemeClr val="tx1"/>
                </a:solidFill>
                <a:effectLst/>
                <a:latin typeface="+mn-lt"/>
                <a:ea typeface="+mn-ea"/>
                <a:cs typeface="+mn-cs"/>
              </a:rPr>
              <a:t>แพงขึ้น</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Index </a:t>
            </a:r>
            <a:r>
              <a:rPr lang="en-US" sz="1200" b="1" i="0" kern="1200" dirty="0" err="1">
                <a:solidFill>
                  <a:schemeClr val="tx1"/>
                </a:solidFill>
                <a:effectLst/>
                <a:latin typeface="+mn-lt"/>
                <a:ea typeface="+mn-ea"/>
                <a:cs typeface="+mn-cs"/>
              </a:rPr>
              <a:t>น้อยเกินไป</a:t>
            </a:r>
            <a:r>
              <a:rPr lang="en-US" sz="1200" b="1" i="0" kern="1200" dirty="0">
                <a:solidFill>
                  <a:schemeClr val="tx1"/>
                </a:solidFill>
                <a:effectLst/>
                <a:latin typeface="+mn-lt"/>
                <a:ea typeface="+mn-ea"/>
                <a:cs typeface="+mn-cs"/>
              </a:rPr>
              <a:t> → Query </a:t>
            </a:r>
            <a:r>
              <a:rPr lang="en-US" sz="1200" b="1" i="0" kern="1200" dirty="0" err="1">
                <a:solidFill>
                  <a:schemeClr val="tx1"/>
                </a:solidFill>
                <a:effectLst/>
                <a:latin typeface="+mn-lt"/>
                <a:ea typeface="+mn-ea"/>
                <a:cs typeface="+mn-cs"/>
              </a:rPr>
              <a:t>อาจแพงขึ้น</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Index </a:t>
            </a:r>
            <a:r>
              <a:rPr lang="en-US" sz="1200" b="1" i="0" kern="1200" dirty="0" err="1">
                <a:solidFill>
                  <a:schemeClr val="tx1"/>
                </a:solidFill>
                <a:effectLst/>
                <a:latin typeface="+mn-lt"/>
                <a:ea typeface="+mn-ea"/>
                <a:cs typeface="+mn-cs"/>
              </a:rPr>
              <a:t>ที่ดี</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สร้างตาม</a:t>
            </a:r>
            <a:r>
              <a:rPr lang="en-US" sz="1200" b="1" i="0" kern="1200" dirty="0">
                <a:solidFill>
                  <a:schemeClr val="tx1"/>
                </a:solidFill>
                <a:effectLst/>
                <a:latin typeface="+mn-lt"/>
                <a:ea typeface="+mn-ea"/>
                <a:cs typeface="+mn-cs"/>
              </a:rPr>
              <a:t> Query </a:t>
            </a:r>
            <a:r>
              <a:rPr lang="en-US" sz="1200" b="1" i="0" kern="1200" dirty="0" err="1">
                <a:solidFill>
                  <a:schemeClr val="tx1"/>
                </a:solidFill>
                <a:effectLst/>
                <a:latin typeface="+mn-lt"/>
                <a:ea typeface="+mn-ea"/>
                <a:cs typeface="+mn-cs"/>
              </a:rPr>
              <a:t>ที่ใช้งานจริง</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ดังนั้นเป้าหมายคือหา</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จุดสมดุลระหว่าง</a:t>
            </a:r>
            <a:r>
              <a:rPr lang="en-US" sz="1200" b="1" i="0" kern="1200" dirty="0">
                <a:solidFill>
                  <a:schemeClr val="tx1"/>
                </a:solidFill>
                <a:effectLst/>
                <a:latin typeface="+mn-lt"/>
                <a:ea typeface="+mn-ea"/>
                <a:cs typeface="+mn-cs"/>
              </a:rPr>
              <a:t> Read Performance + Write Cost + RU Cost</a:t>
            </a:r>
            <a:endParaRPr lang="en-US" sz="1200" b="0" i="0" kern="1200" dirty="0">
              <a:solidFill>
                <a:schemeClr val="tx1"/>
              </a:solidFill>
              <a:effectLst/>
              <a:latin typeface="+mn-lt"/>
              <a:ea typeface="+mn-ea"/>
              <a:cs typeface="+mn-cs"/>
            </a:endParaRPr>
          </a:p>
        </p:txBody>
      </p:sp>
      <p:sp>
        <p:nvSpPr>
          <p:cNvPr id="326110176"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E0C18E9-185C-BEA1-DF50-03654873D32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65571008" name="Slide Image Placeholder 1"/>
          <p:cNvSpPr>
            <a:spLocks noGrp="1" noRot="1" noChangeAspect="1"/>
          </p:cNvSpPr>
          <p:nvPr>
            <p:ph type="sldImg"/>
          </p:nvPr>
        </p:nvSpPr>
        <p:spPr bwMode="auto">
          <a:xfrm>
            <a:off x="217488" y="812800"/>
            <a:ext cx="7124700" cy="4008438"/>
          </a:xfrm>
        </p:spPr>
      </p:sp>
      <p:sp>
        <p:nvSpPr>
          <p:cNvPr id="812250758" name="Notes Placeholder 2"/>
          <p:cNvSpPr>
            <a:spLocks noGrp="1"/>
          </p:cNvSpPr>
          <p:nvPr>
            <p:ph type="body" idx="1"/>
          </p:nvPr>
        </p:nvSpPr>
        <p:spPr bwMode="auto"/>
        <p:txBody>
          <a:bodyPr/>
          <a:lstStyle/>
          <a:p>
            <a:pPr fontAlgn="t"/>
            <a:r>
              <a:rPr lang="en-US" sz="1200" b="0" i="0" kern="1200" dirty="0" err="1">
                <a:solidFill>
                  <a:schemeClr val="tx1"/>
                </a:solidFill>
                <a:effectLst/>
                <a:latin typeface="+mn-lt"/>
                <a:ea typeface="+mn-ea"/>
                <a:cs typeface="+mn-cs"/>
              </a:rPr>
              <a:t>การเลือก</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Consistency Level ของ Azure Cosmos DB</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เพื่อหาจุดสมดุลระหว่าง</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ความสดของข้อมูล</a:t>
            </a:r>
            <a:r>
              <a:rPr lang="en-US" sz="1200" b="1" i="0" kern="1200" dirty="0">
                <a:solidFill>
                  <a:schemeClr val="tx1"/>
                </a:solidFill>
                <a:effectLst/>
                <a:latin typeface="+mn-lt"/>
                <a:ea typeface="+mn-ea"/>
                <a:cs typeface="+mn-cs"/>
              </a:rPr>
              <a:t>, Performance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RU Cost</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Consistency </a:t>
            </a:r>
            <a:r>
              <a:rPr lang="en-US" sz="1200" b="1" i="0" kern="1200" dirty="0" err="1">
                <a:solidFill>
                  <a:schemeClr val="tx1"/>
                </a:solidFill>
                <a:effectLst/>
                <a:latin typeface="+mn-lt"/>
                <a:ea typeface="+mn-ea"/>
                <a:cs typeface="+mn-cs"/>
              </a:rPr>
              <a:t>คืออะไร</a:t>
            </a:r>
            <a:r>
              <a:rPr lang="en-US" sz="1200" b="1" i="0" kern="1200" dirty="0">
                <a:solidFill>
                  <a:schemeClr val="tx1"/>
                </a:solidFill>
                <a:effectLst/>
                <a:latin typeface="+mn-lt"/>
                <a:ea typeface="+mn-ea"/>
                <a:cs typeface="+mn-cs"/>
              </a:rPr>
              <a:t>?</a:t>
            </a:r>
          </a:p>
          <a:p>
            <a:pPr fontAlgn="t"/>
            <a:r>
              <a:rPr lang="en-US" sz="1200" b="0" i="0" kern="1200" dirty="0" err="1">
                <a:solidFill>
                  <a:schemeClr val="tx1"/>
                </a:solidFill>
                <a:effectLst/>
                <a:latin typeface="+mn-lt"/>
                <a:ea typeface="+mn-ea"/>
                <a:cs typeface="+mn-cs"/>
              </a:rPr>
              <a:t>พูดง่าย</a:t>
            </a:r>
            <a:r>
              <a:rPr lang="en-US" sz="1200" b="0" i="0" kern="1200" dirty="0">
                <a:solidFill>
                  <a:schemeClr val="tx1"/>
                </a:solidFill>
                <a:effectLst/>
                <a:latin typeface="+mn-lt"/>
                <a:ea typeface="+mn-ea"/>
                <a:cs typeface="+mn-cs"/>
              </a:rPr>
              <a:t> ๆ </a:t>
            </a:r>
            <a:r>
              <a:rPr lang="en-US" sz="1200" b="0" i="0" kern="1200" dirty="0" err="1">
                <a:solidFill>
                  <a:schemeClr val="tx1"/>
                </a:solidFill>
                <a:effectLst/>
                <a:latin typeface="+mn-lt"/>
                <a:ea typeface="+mn-ea"/>
                <a:cs typeface="+mn-cs"/>
              </a:rPr>
              <a:t>คือ</a:t>
            </a: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หลังจากเขียนข้อมูลใหม่แล้ว</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ผู้ใช้จะเห็นข้อมูลล่าสุดเร็วและแน่นอนแค่ไหน</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ยิ่งต้องการความสอดคล้องของข้อมูลสูง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ตามสไลด์ก็ยิ่งใช้</a:t>
            </a:r>
            <a:r>
              <a:rPr lang="en-US" sz="1200" b="0" i="0" kern="1200" dirty="0">
                <a:solidFill>
                  <a:schemeClr val="tx1"/>
                </a:solidFill>
                <a:effectLst/>
                <a:latin typeface="+mn-lt"/>
                <a:ea typeface="+mn-ea"/>
                <a:cs typeface="+mn-cs"/>
              </a:rPr>
              <a:t> Replica/RU </a:t>
            </a:r>
            <a:r>
              <a:rPr lang="en-US" sz="1200" b="0" i="0" kern="1200" dirty="0" err="1">
                <a:solidFill>
                  <a:schemeClr val="tx1"/>
                </a:solidFill>
                <a:effectLst/>
                <a:latin typeface="+mn-lt"/>
                <a:ea typeface="+mn-ea"/>
                <a:cs typeface="+mn-cs"/>
              </a:rPr>
              <a:t>มากขึ้น</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5 </a:t>
            </a:r>
            <a:r>
              <a:rPr lang="en-US" sz="1200" b="1" i="0" kern="1200" dirty="0" err="1">
                <a:solidFill>
                  <a:schemeClr val="tx1"/>
                </a:solidFill>
                <a:effectLst/>
                <a:latin typeface="+mn-lt"/>
                <a:ea typeface="+mn-ea"/>
                <a:cs typeface="+mn-cs"/>
              </a:rPr>
              <a:t>ระดับ</a:t>
            </a:r>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Strong</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เน้นความสอดคล้องสูงสุด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2 replicas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RU </a:t>
            </a:r>
            <a:r>
              <a:rPr lang="en-US" sz="1200" b="0" i="0" kern="1200" dirty="0" err="1">
                <a:solidFill>
                  <a:schemeClr val="tx1"/>
                </a:solidFill>
                <a:effectLst/>
                <a:latin typeface="+mn-lt"/>
                <a:ea typeface="+mn-ea"/>
                <a:cs typeface="+mn-cs"/>
              </a:rPr>
              <a:t>ประมาณ</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2x</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Bounded staleness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อนุญาตให้ข้อมูลล่าช้าได้ภายในขอบเขต</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ใช้ประมาณ</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2x</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Session</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ภายใน</a:t>
            </a:r>
            <a:r>
              <a:rPr lang="en-US" sz="1200" b="0" i="0" kern="1200" dirty="0">
                <a:solidFill>
                  <a:schemeClr val="tx1"/>
                </a:solidFill>
                <a:effectLst/>
                <a:latin typeface="+mn-lt"/>
                <a:ea typeface="+mn-ea"/>
                <a:cs typeface="+mn-cs"/>
              </a:rPr>
              <a:t> Session </a:t>
            </a:r>
            <a:r>
              <a:rPr lang="en-US" sz="1200" b="0" i="0" kern="1200" dirty="0" err="1">
                <a:solidFill>
                  <a:schemeClr val="tx1"/>
                </a:solidFill>
                <a:effectLst/>
                <a:latin typeface="+mn-lt"/>
                <a:ea typeface="+mn-ea"/>
                <a:cs typeface="+mn-cs"/>
              </a:rPr>
              <a:t>สามารถอ่านข้อมูลที่ตัวเองเพิ่งเขียนได้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1x</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Consistent prefix</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รักษาลำดับของข้อมูล</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1x</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Eventual</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ยอมให้ข้อมูลแต่ละ</a:t>
            </a:r>
            <a:r>
              <a:rPr lang="en-US" sz="1200" b="0" i="0" kern="1200" dirty="0">
                <a:solidFill>
                  <a:schemeClr val="tx1"/>
                </a:solidFill>
                <a:effectLst/>
                <a:latin typeface="+mn-lt"/>
                <a:ea typeface="+mn-ea"/>
                <a:cs typeface="+mn-cs"/>
              </a:rPr>
              <a:t> Replica </a:t>
            </a:r>
            <a:r>
              <a:rPr lang="en-US" sz="1200" b="0" i="0" kern="1200" dirty="0" err="1">
                <a:solidFill>
                  <a:schemeClr val="tx1"/>
                </a:solidFill>
                <a:effectLst/>
                <a:latin typeface="+mn-lt"/>
                <a:ea typeface="+mn-ea"/>
                <a:cs typeface="+mn-cs"/>
              </a:rPr>
              <a:t>อัปเดตไม่พร้อมกันชั่วคราว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1x</a:t>
            </a:r>
            <a:endParaRPr lang="th-TH" sz="1200" b="1" i="0" kern="1200" dirty="0">
              <a:solidFill>
                <a:schemeClr val="tx1"/>
              </a:solidFill>
              <a:effectLst/>
              <a:latin typeface="+mn-lt"/>
              <a:ea typeface="+mn-ea"/>
              <a:cs typeface="+mn-cs"/>
            </a:endParaRPr>
          </a:p>
          <a:p>
            <a:pPr lvl="0" fontAlgn="t"/>
            <a:endParaRPr lang="th-TH" sz="1200" b="1"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Session</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เหมาะกับ</a:t>
            </a:r>
            <a:r>
              <a:rPr lang="en-US" sz="1200" b="0" i="0" kern="1200" dirty="0">
                <a:solidFill>
                  <a:schemeClr val="tx1"/>
                </a:solidFill>
                <a:effectLst/>
                <a:latin typeface="+mn-lt"/>
                <a:ea typeface="+mn-ea"/>
                <a:cs typeface="+mn-cs"/>
              </a:rPr>
              <a:t> AI App </a:t>
            </a:r>
            <a:r>
              <a:rPr lang="en-US" sz="1200" b="0" i="0" kern="1200" dirty="0" err="1">
                <a:solidFill>
                  <a:schemeClr val="tx1"/>
                </a:solidFill>
                <a:effectLst/>
                <a:latin typeface="+mn-lt"/>
                <a:ea typeface="+mn-ea"/>
                <a:cs typeface="+mn-cs"/>
              </a:rPr>
              <a:t>ส่วนใหญ่</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เพราะรองรับแนวคิด</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Read-your-writes</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ผู้ใช้อัปโหลด</a:t>
            </a:r>
            <a:r>
              <a:rPr lang="en-US" sz="1200" b="0" i="0" kern="1200" dirty="0">
                <a:solidFill>
                  <a:schemeClr val="tx1"/>
                </a:solidFill>
                <a:effectLst/>
                <a:latin typeface="+mn-lt"/>
                <a:ea typeface="+mn-ea"/>
                <a:cs typeface="+mn-cs"/>
              </a:rPr>
              <a:t> Document </a:t>
            </a:r>
            <a:r>
              <a:rPr lang="en-US" sz="1200" b="0" i="0" kern="1200" dirty="0" err="1">
                <a:solidFill>
                  <a:schemeClr val="tx1"/>
                </a:solidFill>
                <a:effectLst/>
                <a:latin typeface="+mn-lt"/>
                <a:ea typeface="+mn-ea"/>
                <a:cs typeface="+mn-cs"/>
              </a:rPr>
              <a:t>แล้วค้นหาข้อมูลต่อใน</a:t>
            </a:r>
            <a:r>
              <a:rPr lang="en-US" sz="1200" b="0" i="0" kern="1200" dirty="0">
                <a:solidFill>
                  <a:schemeClr val="tx1"/>
                </a:solidFill>
                <a:effectLst/>
                <a:latin typeface="+mn-lt"/>
                <a:ea typeface="+mn-ea"/>
                <a:cs typeface="+mn-cs"/>
              </a:rPr>
              <a:t> Session </a:t>
            </a:r>
            <a:r>
              <a:rPr lang="en-US" sz="1200" b="0" i="0" kern="1200" dirty="0" err="1">
                <a:solidFill>
                  <a:schemeClr val="tx1"/>
                </a:solidFill>
                <a:effectLst/>
                <a:latin typeface="+mn-lt"/>
                <a:ea typeface="+mn-ea"/>
                <a:cs typeface="+mn-cs"/>
              </a:rPr>
              <a:t>เดิม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ควรเห็นสิ่งที่เพิ่งเขียน</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ส่วน</a:t>
            </a:r>
            <a:r>
              <a:rPr lang="en-US" sz="1200" b="0" i="0" kern="1200" dirty="0">
                <a:solidFill>
                  <a:schemeClr val="tx1"/>
                </a:solidFill>
                <a:effectLst/>
                <a:latin typeface="+mn-lt"/>
                <a:ea typeface="+mn-ea"/>
                <a:cs typeface="+mn-cs"/>
              </a:rPr>
              <a:t>:</a:t>
            </a:r>
          </a:p>
          <a:p>
            <a:pPr lvl="0" fontAlgn="t"/>
            <a:r>
              <a:rPr lang="en-US" sz="1200" b="1" i="0" kern="1200" dirty="0">
                <a:solidFill>
                  <a:schemeClr val="tx1"/>
                </a:solidFill>
                <a:effectLst/>
                <a:latin typeface="+mn-lt"/>
                <a:ea typeface="+mn-ea"/>
                <a:cs typeface="+mn-cs"/>
              </a:rPr>
              <a:t>Eventual</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เหมาะกับ</a:t>
            </a:r>
            <a:r>
              <a:rPr lang="en-US" sz="1200" b="0" i="0" kern="1200" dirty="0">
                <a:solidFill>
                  <a:schemeClr val="tx1"/>
                </a:solidFill>
                <a:effectLst/>
                <a:latin typeface="+mn-lt"/>
                <a:ea typeface="+mn-ea"/>
                <a:cs typeface="+mn-cs"/>
              </a:rPr>
              <a:t> Analytics / Background Processing </a:t>
            </a:r>
            <a:r>
              <a:rPr lang="en-US" sz="1200" b="0" i="0" kern="1200" dirty="0" err="1">
                <a:solidFill>
                  <a:schemeClr val="tx1"/>
                </a:solidFill>
                <a:effectLst/>
                <a:latin typeface="+mn-lt"/>
                <a:ea typeface="+mn-ea"/>
                <a:cs typeface="+mn-cs"/>
              </a:rPr>
              <a:t>ที่ยอมรับข้อมูลที่ยังไม่</a:t>
            </a:r>
            <a:r>
              <a:rPr lang="en-US" sz="1200" b="0" i="0" kern="1200" dirty="0">
                <a:solidFill>
                  <a:schemeClr val="tx1"/>
                </a:solidFill>
                <a:effectLst/>
                <a:latin typeface="+mn-lt"/>
                <a:ea typeface="+mn-ea"/>
                <a:cs typeface="+mn-cs"/>
              </a:rPr>
              <a:t> Sync </a:t>
            </a:r>
            <a:r>
              <a:rPr lang="en-US" sz="1200" b="0" i="0" kern="1200" dirty="0" err="1">
                <a:solidFill>
                  <a:schemeClr val="tx1"/>
                </a:solidFill>
                <a:effectLst/>
                <a:latin typeface="+mn-lt"/>
                <a:ea typeface="+mn-ea"/>
                <a:cs typeface="+mn-cs"/>
              </a:rPr>
              <a:t>ทันทีได้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และเน้นต้นทุนต่ำ</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Strong</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สไลด์แนะนำสำหรับกรณี</a:t>
            </a:r>
            <a:r>
              <a:rPr lang="en-US" sz="1200" b="0" i="0" kern="1200" dirty="0">
                <a:solidFill>
                  <a:schemeClr val="tx1"/>
                </a:solidFill>
                <a:effectLst/>
                <a:latin typeface="+mn-lt"/>
                <a:ea typeface="+mn-ea"/>
                <a:cs typeface="+mn-cs"/>
              </a:rPr>
              <a:t> Financial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Regulatory </a:t>
            </a:r>
            <a:r>
              <a:rPr lang="en-US" sz="1200" b="0" i="0" kern="1200" dirty="0" err="1">
                <a:solidFill>
                  <a:schemeClr val="tx1"/>
                </a:solidFill>
                <a:effectLst/>
                <a:latin typeface="+mn-lt"/>
                <a:ea typeface="+mn-ea"/>
                <a:cs typeface="+mn-cs"/>
              </a:rPr>
              <a:t>ที่ต้องการความสอดคล้องสูง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แม้</a:t>
            </a:r>
            <a:r>
              <a:rPr lang="en-US" sz="1200" b="0" i="0" kern="1200" dirty="0">
                <a:solidFill>
                  <a:schemeClr val="tx1"/>
                </a:solidFill>
                <a:effectLst/>
                <a:latin typeface="+mn-lt"/>
                <a:ea typeface="+mn-ea"/>
                <a:cs typeface="+mn-cs"/>
              </a:rPr>
              <a:t> RU Cost </a:t>
            </a:r>
            <a:r>
              <a:rPr lang="en-US" sz="1200" b="0" i="0" kern="1200" dirty="0" err="1">
                <a:solidFill>
                  <a:schemeClr val="tx1"/>
                </a:solidFill>
                <a:effectLst/>
                <a:latin typeface="+mn-lt"/>
                <a:ea typeface="+mn-ea"/>
                <a:cs typeface="+mn-cs"/>
              </a:rPr>
              <a:t>สูงกว่า</a:t>
            </a: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Vector Search </a:t>
            </a:r>
            <a:r>
              <a:rPr lang="en-US" sz="1200" b="0" i="0" kern="1200" dirty="0" err="1">
                <a:solidFill>
                  <a:schemeClr val="tx1"/>
                </a:solidFill>
                <a:effectLst/>
                <a:latin typeface="+mn-lt"/>
                <a:ea typeface="+mn-ea"/>
                <a:cs typeface="+mn-cs"/>
              </a:rPr>
              <a:t>ส่วนใหญ่ตามสไลด์สามารถยอมรับ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Eventual Consistency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ได้</a:t>
            </a:r>
            <a:endParaRPr lang="en-US" sz="1200" b="0" i="0" kern="1200" dirty="0">
              <a:solidFill>
                <a:schemeClr val="tx1"/>
              </a:solidFill>
              <a:effectLst/>
              <a:latin typeface="+mn-lt"/>
              <a:ea typeface="+mn-ea"/>
              <a:cs typeface="+mn-cs"/>
            </a:endParaRPr>
          </a:p>
          <a:p>
            <a:pPr lvl="0" fontAlgn="t"/>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Strong</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ข้อมูลแน่นที่สุด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แต่</a:t>
            </a:r>
            <a:r>
              <a:rPr lang="en-US" sz="1200" b="0" i="0" kern="1200" dirty="0">
                <a:solidFill>
                  <a:schemeClr val="tx1"/>
                </a:solidFill>
                <a:effectLst/>
                <a:latin typeface="+mn-lt"/>
                <a:ea typeface="+mn-ea"/>
                <a:cs typeface="+mn-cs"/>
              </a:rPr>
              <a:t> RU </a:t>
            </a:r>
            <a:r>
              <a:rPr lang="en-US" sz="1200" b="0" i="0" kern="1200" dirty="0" err="1">
                <a:solidFill>
                  <a:schemeClr val="tx1"/>
                </a:solidFill>
                <a:effectLst/>
                <a:latin typeface="+mn-lt"/>
                <a:ea typeface="+mn-ea"/>
                <a:cs typeface="+mn-cs"/>
              </a:rPr>
              <a:t>สูง</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Session</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สมดุล</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เหมาะกับ</a:t>
            </a:r>
            <a:r>
              <a:rPr lang="en-US" sz="1200" b="0" i="0" kern="1200" dirty="0">
                <a:solidFill>
                  <a:schemeClr val="tx1"/>
                </a:solidFill>
                <a:effectLst/>
                <a:latin typeface="+mn-lt"/>
                <a:ea typeface="+mn-ea"/>
                <a:cs typeface="+mn-cs"/>
              </a:rPr>
              <a:t> AI Apps </a:t>
            </a:r>
            <a:r>
              <a:rPr lang="en-US" sz="1200" b="0" i="0" kern="1200" dirty="0" err="1">
                <a:solidFill>
                  <a:schemeClr val="tx1"/>
                </a:solidFill>
                <a:effectLst/>
                <a:latin typeface="+mn-lt"/>
                <a:ea typeface="+mn-ea"/>
                <a:cs typeface="+mn-cs"/>
              </a:rPr>
              <a:t>ส่วนใหญ่</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Eventual</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ยืดหยุ่นกว่าและต้นทุนต่ำกว่า</a:t>
            </a:r>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err="1">
                <a:solidFill>
                  <a:schemeClr val="tx1"/>
                </a:solidFill>
                <a:effectLst/>
                <a:latin typeface="+mn-lt"/>
                <a:ea typeface="+mn-ea"/>
                <a:cs typeface="+mn-cs"/>
              </a:rPr>
              <a:t>หัวใจคือ</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ไม่จำเป็นต้องใช้</a:t>
            </a:r>
            <a:r>
              <a:rPr lang="en-US" sz="1200" b="0" i="0" kern="1200" dirty="0">
                <a:solidFill>
                  <a:schemeClr val="tx1"/>
                </a:solidFill>
                <a:effectLst/>
                <a:latin typeface="+mn-lt"/>
                <a:ea typeface="+mn-ea"/>
                <a:cs typeface="+mn-cs"/>
              </a:rPr>
              <a:t> Strong </a:t>
            </a:r>
            <a:r>
              <a:rPr lang="en-US" sz="1200" b="0" i="0" kern="1200" dirty="0" err="1">
                <a:solidFill>
                  <a:schemeClr val="tx1"/>
                </a:solidFill>
                <a:effectLst/>
                <a:latin typeface="+mn-lt"/>
                <a:ea typeface="+mn-ea"/>
                <a:cs typeface="+mn-cs"/>
              </a:rPr>
              <a:t>ทุกระบบ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ให้เลือก</a:t>
            </a:r>
            <a:r>
              <a:rPr lang="en-US" sz="1200" b="0" i="0" kern="1200" dirty="0">
                <a:solidFill>
                  <a:schemeClr val="tx1"/>
                </a:solidFill>
                <a:effectLst/>
                <a:latin typeface="+mn-lt"/>
                <a:ea typeface="+mn-ea"/>
                <a:cs typeface="+mn-cs"/>
              </a:rPr>
              <a:t> Consistency </a:t>
            </a:r>
            <a:r>
              <a:rPr lang="en-US" sz="1200" b="0" i="0" kern="1200" dirty="0" err="1">
                <a:solidFill>
                  <a:schemeClr val="tx1"/>
                </a:solidFill>
                <a:effectLst/>
                <a:latin typeface="+mn-lt"/>
                <a:ea typeface="+mn-ea"/>
                <a:cs typeface="+mn-cs"/>
              </a:rPr>
              <a:t>ตามความสำคัญว่า</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t>
            </a:r>
            <a:r>
              <a:rPr lang="en-US" sz="1200" b="1" i="0" kern="1200" dirty="0" err="1">
                <a:solidFill>
                  <a:schemeClr val="tx1"/>
                </a:solidFill>
                <a:effectLst/>
                <a:latin typeface="+mn-lt"/>
                <a:ea typeface="+mn-ea"/>
                <a:cs typeface="+mn-cs"/>
              </a:rPr>
              <a:t>ข้อมูลต้องใหม่และตรงกันทันทีแค่ไหน</a:t>
            </a:r>
            <a:r>
              <a:rPr lang="en-US" sz="1200" b="1" i="0"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p:txBody>
      </p:sp>
      <p:sp>
        <p:nvSpPr>
          <p:cNvPr id="1993273382"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5EECAD7-9CB4-5246-4D80-18F24A4C8CF4}"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82</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60891689" name="Slide Image Placeholder 1"/>
          <p:cNvSpPr>
            <a:spLocks noGrp="1" noRot="1" noChangeAspect="1"/>
          </p:cNvSpPr>
          <p:nvPr>
            <p:ph type="sldImg"/>
          </p:nvPr>
        </p:nvSpPr>
        <p:spPr bwMode="auto">
          <a:xfrm>
            <a:off x="217488" y="812800"/>
            <a:ext cx="7124700" cy="4008438"/>
          </a:xfrm>
        </p:spPr>
      </p:sp>
      <p:sp>
        <p:nvSpPr>
          <p:cNvPr id="1423847717" name="Notes Placeholder 2"/>
          <p:cNvSpPr>
            <a:spLocks noGrp="1"/>
          </p:cNvSpPr>
          <p:nvPr>
            <p:ph type="body" idx="1"/>
          </p:nvPr>
        </p:nvSpPr>
        <p:spPr bwMode="auto"/>
        <p:txBody>
          <a:bodyPr/>
          <a:lstStyle/>
          <a:p>
            <a:pPr>
              <a:lnSpc>
                <a:spcPct val="90000"/>
              </a:lnSpc>
              <a:spcAft>
                <a:spcPts val="332"/>
              </a:spcAft>
              <a:defRPr/>
            </a:pPr>
            <a:r>
              <a:rPr lang="en-US"/>
              <a:t>This exercise requires an Azure subscription, which should be provided by the lab hoster supporting your delivery of this course.</a:t>
            </a:r>
            <a:endParaRPr lang="en-US">
              <a:solidFill>
                <a:srgbClr val="444444"/>
              </a:solidFill>
            </a:endParaRPr>
          </a:p>
          <a:p>
            <a:pPr>
              <a:lnSpc>
                <a:spcPct val="90000"/>
              </a:lnSpc>
              <a:spcAft>
                <a:spcPts val="332"/>
              </a:spcAft>
              <a:defRPr/>
            </a:pPr>
            <a:r>
              <a:rPr lang="en-US"/>
              <a:t>If you are not able to provide students with Azure subscriptions, you can demonstrate the lab using your own subscription (if you have one available).</a:t>
            </a:r>
            <a:endParaRPr/>
          </a:p>
        </p:txBody>
      </p:sp>
      <p:sp>
        <p:nvSpPr>
          <p:cNvPr id="219412687" name="Header Placeholder 3"/>
          <p:cNvSpPr>
            <a:spLocks noGrp="1"/>
          </p:cNvSpPr>
          <p:nvPr>
            <p:ph type="hdr" sz="quarter"/>
          </p:nvPr>
        </p:nvSpPr>
        <p:spPr bwMode="auto"/>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1952894856" name="Footer Placeholder 4"/>
          <p:cNvSpPr>
            <a:spLocks noGrp="1"/>
          </p:cNvSpPr>
          <p:nvPr>
            <p:ph type="ftr" sz="quarter" idx="4"/>
          </p:nvPr>
        </p:nvSpPr>
        <p:spPr bwMode="auto"/>
        <p:txBody>
          <a:bodyPr/>
          <a:lstStyle/>
          <a:p>
            <a:pPr marL="0" marR="0" lvl="0" indent="0" algn="l" defTabSz="914098" rtl="0" eaLnBrk="1" fontAlgn="auto" latinLnBrk="0" hangingPunct="1">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a:ea typeface="Segoe UI"/>
                <a:cs typeface="Segoe UI"/>
              </a:rPr>
              <a:t>© Microsoft Corporation. All rights reserved. MICROSOFT MAKES NO WARRANTIES, EXPRESS, IMPLIED OR STATUTORY, AS TO THE INFORMATION IN THIS PRESENTATION.</a:t>
            </a:r>
            <a:endParaRPr kumimoji="0" sz="1200" b="0" i="0" u="none" strike="noStrike" kern="0" cap="none" spc="0" normalizeH="0" baseline="0" noProof="0">
              <a:ln>
                <a:noFill/>
              </a:ln>
              <a:solidFill>
                <a:prstClr val="black"/>
              </a:solidFill>
              <a:effectLst/>
              <a:uLnTx/>
              <a:uFillTx/>
              <a:latin typeface="Aptos"/>
              <a:cs typeface="Arial"/>
            </a:endParaRPr>
          </a:p>
        </p:txBody>
      </p:sp>
      <p:sp>
        <p:nvSpPr>
          <p:cNvPr id="1567706210" name="Date Placeholder 5"/>
          <p:cNvSpPr>
            <a:spLocks noGrp="1"/>
          </p:cNvSpPr>
          <p:nvPr>
            <p:ph type="dt" idx="1"/>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FD8069-D363-B1FD-C85A-30544EF19ECA}" type="datetime8">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10/27/2026 8:46 AM</a:t>
            </a:fld>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2006697253" name="Slide Number Placeholder 6"/>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32D111-37E3-EE75-0870-1F0A4C533A8B}"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83</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70827698" name="Slide Image Placeholder 1"/>
          <p:cNvSpPr>
            <a:spLocks noGrp="1" noRot="1" noChangeAspect="1"/>
          </p:cNvSpPr>
          <p:nvPr>
            <p:ph type="sldImg"/>
          </p:nvPr>
        </p:nvSpPr>
        <p:spPr bwMode="auto">
          <a:xfrm>
            <a:off x="217488" y="812800"/>
            <a:ext cx="7124700" cy="4008438"/>
          </a:xfrm>
        </p:spPr>
      </p:sp>
      <p:sp>
        <p:nvSpPr>
          <p:cNvPr id="360569097" name="Notes Placeholder 2"/>
          <p:cNvSpPr>
            <a:spLocks noGrp="1"/>
          </p:cNvSpPr>
          <p:nvPr>
            <p:ph type="body" idx="1"/>
          </p:nvPr>
        </p:nvSpPr>
        <p:spPr bwMode="auto"/>
        <p:txBody>
          <a:bodyPr/>
          <a:lstStyle/>
          <a:p>
            <a:pPr fontAlgn="t"/>
            <a:r>
              <a:rPr lang="en-US" sz="1200" b="1" i="0" kern="1200" dirty="0">
                <a:solidFill>
                  <a:schemeClr val="tx1"/>
                </a:solidFill>
                <a:effectLst/>
                <a:latin typeface="+mn-lt"/>
                <a:ea typeface="+mn-ea"/>
                <a:cs typeface="+mn-cs"/>
              </a:rPr>
              <a:t>PostgreSQL (Postgres)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คือ</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ระบบฐานข้อมูลเชิงสัมพันธ์</a:t>
            </a:r>
            <a:r>
              <a:rPr lang="en-US" sz="1200" b="1" i="0" kern="1200" dirty="0">
                <a:solidFill>
                  <a:schemeClr val="tx1"/>
                </a:solidFill>
                <a:effectLst/>
                <a:latin typeface="+mn-lt"/>
                <a:ea typeface="+mn-ea"/>
                <a:cs typeface="+mn-cs"/>
              </a:rPr>
              <a:t> (Relational Database)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แบบ</a:t>
            </a:r>
            <a:r>
              <a:rPr lang="en-US" sz="1200" b="0" i="0" kern="1200" dirty="0">
                <a:solidFill>
                  <a:schemeClr val="tx1"/>
                </a:solidFill>
                <a:effectLst/>
                <a:latin typeface="+mn-lt"/>
                <a:ea typeface="+mn-ea"/>
                <a:cs typeface="+mn-cs"/>
              </a:rPr>
              <a:t> Open Source </a:t>
            </a:r>
            <a:r>
              <a:rPr lang="en-US" sz="1200" b="0" i="0" kern="1200" dirty="0" err="1">
                <a:solidFill>
                  <a:schemeClr val="tx1"/>
                </a:solidFill>
                <a:effectLst/>
                <a:latin typeface="+mn-lt"/>
                <a:ea typeface="+mn-ea"/>
                <a:cs typeface="+mn-cs"/>
              </a:rPr>
              <a:t>ใช้เก็บและจัดการข้อมูลที่มีโครงสร้าง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ลูกค้า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สินค้า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คำสั่งซื้อ</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Transaction </a:t>
            </a:r>
            <a:r>
              <a:rPr lang="en-US" sz="1200" b="0" i="0" kern="1200" dirty="0" err="1">
                <a:solidFill>
                  <a:schemeClr val="tx1"/>
                </a:solidFill>
                <a:effectLst/>
                <a:latin typeface="+mn-lt"/>
                <a:ea typeface="+mn-ea"/>
                <a:cs typeface="+mn-cs"/>
              </a:rPr>
              <a:t>ต่าง</a:t>
            </a:r>
            <a:r>
              <a:rPr lang="en-US" sz="1200" b="0" i="0" kern="1200" dirty="0">
                <a:solidFill>
                  <a:schemeClr val="tx1"/>
                </a:solidFill>
                <a:effectLst/>
                <a:latin typeface="+mn-lt"/>
                <a:ea typeface="+mn-ea"/>
                <a:cs typeface="+mn-cs"/>
              </a:rPr>
              <a:t> ๆ</a:t>
            </a:r>
            <a:endParaRPr lang="th-TH"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PostgreSQL</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เหมาะกับข้อมูลเชิงสัมพันธ์และงานที่ใช้</a:t>
            </a:r>
            <a:r>
              <a:rPr lang="en-US" sz="1200" b="0" i="0" kern="1200" dirty="0">
                <a:solidFill>
                  <a:schemeClr val="tx1"/>
                </a:solidFill>
                <a:effectLst/>
                <a:latin typeface="+mn-lt"/>
                <a:ea typeface="+mn-ea"/>
                <a:cs typeface="+mn-cs"/>
              </a:rPr>
              <a:t> SQL</a:t>
            </a:r>
          </a:p>
          <a:p>
            <a:pPr lvl="0" fontAlgn="t"/>
            <a:r>
              <a:rPr lang="en-US" sz="1200" b="1" i="0" kern="1200" dirty="0">
                <a:solidFill>
                  <a:schemeClr val="tx1"/>
                </a:solidFill>
                <a:effectLst/>
                <a:latin typeface="+mn-lt"/>
                <a:ea typeface="+mn-ea"/>
                <a:cs typeface="+mn-cs"/>
              </a:rPr>
              <a:t>Cosmos DB for NoSQL</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เน้นข้อมูลแบบ</a:t>
            </a:r>
            <a:r>
              <a:rPr lang="en-US" sz="1200" b="0" i="0" kern="1200" dirty="0">
                <a:solidFill>
                  <a:schemeClr val="tx1"/>
                </a:solidFill>
                <a:effectLst/>
                <a:latin typeface="+mn-lt"/>
                <a:ea typeface="+mn-ea"/>
                <a:cs typeface="+mn-cs"/>
              </a:rPr>
              <a:t> JSON Document </a:t>
            </a:r>
            <a:r>
              <a:rPr lang="en-US" sz="1200" b="0" i="0" kern="1200" dirty="0" err="1">
                <a:solidFill>
                  <a:schemeClr val="tx1"/>
                </a:solidFill>
                <a:effectLst/>
                <a:latin typeface="+mn-lt"/>
                <a:ea typeface="+mn-ea"/>
                <a:cs typeface="+mn-cs"/>
              </a:rPr>
              <a:t>และการ</a:t>
            </a:r>
            <a:r>
              <a:rPr lang="en-US" sz="1200" b="0" i="0" kern="1200" dirty="0">
                <a:solidFill>
                  <a:schemeClr val="tx1"/>
                </a:solidFill>
                <a:effectLst/>
                <a:latin typeface="+mn-lt"/>
                <a:ea typeface="+mn-ea"/>
                <a:cs typeface="+mn-cs"/>
              </a:rPr>
              <a:t> Scale </a:t>
            </a:r>
            <a:r>
              <a:rPr lang="en-US" sz="1200" b="0" i="0" kern="1200" dirty="0" err="1">
                <a:solidFill>
                  <a:schemeClr val="tx1"/>
                </a:solidFill>
                <a:effectLst/>
                <a:latin typeface="+mn-lt"/>
                <a:ea typeface="+mn-ea"/>
                <a:cs typeface="+mn-cs"/>
              </a:rPr>
              <a:t>แบบกระจาย</a:t>
            </a:r>
            <a:endParaRPr lang="th-TH"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ทั้งสองสามารถนำไปใช้กับ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AI / Semantic Search / Vector Search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ได้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a:t>
            </a:r>
            <a:r>
              <a:rPr lang="en-US" sz="1200" b="0" i="0" kern="1200" dirty="0">
                <a:solidFill>
                  <a:schemeClr val="tx1"/>
                </a:solidFill>
                <a:effectLst/>
                <a:latin typeface="+mn-lt"/>
                <a:ea typeface="+mn-ea"/>
                <a:cs typeface="+mn-cs"/>
              </a:rPr>
              <a:t> Azure Database for PostgreSQL </a:t>
            </a:r>
            <a:r>
              <a:rPr lang="en-US" sz="1200" b="0" i="0" kern="1200" dirty="0" err="1">
                <a:solidFill>
                  <a:schemeClr val="tx1"/>
                </a:solidFill>
                <a:effectLst/>
                <a:latin typeface="+mn-lt"/>
                <a:ea typeface="+mn-ea"/>
                <a:cs typeface="+mn-cs"/>
              </a:rPr>
              <a:t>รองรับ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pgvector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สำหรับ</a:t>
            </a:r>
            <a:r>
              <a:rPr lang="en-US" sz="1200" b="0" i="0" kern="1200" dirty="0">
                <a:solidFill>
                  <a:schemeClr val="tx1"/>
                </a:solidFill>
                <a:effectLst/>
                <a:latin typeface="+mn-lt"/>
                <a:ea typeface="+mn-ea"/>
                <a:cs typeface="+mn-cs"/>
              </a:rPr>
              <a:t> Vector Search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RAG </a:t>
            </a:r>
            <a:r>
              <a:rPr lang="en-US" sz="1200" b="0" i="0" kern="1200" dirty="0" err="1">
                <a:solidFill>
                  <a:schemeClr val="tx1"/>
                </a:solidFill>
                <a:effectLst/>
                <a:latin typeface="+mn-lt"/>
                <a:ea typeface="+mn-ea"/>
                <a:cs typeface="+mn-cs"/>
              </a:rPr>
              <a:t>ด้วย</a:t>
            </a:r>
            <a:endParaRPr lang="en-US"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PostgreSQL = </a:t>
            </a:r>
            <a:r>
              <a:rPr lang="en-US" sz="1200" b="1" i="0" kern="1200" dirty="0" err="1">
                <a:solidFill>
                  <a:schemeClr val="tx1"/>
                </a:solidFill>
                <a:effectLst/>
                <a:latin typeface="+mn-lt"/>
                <a:ea typeface="+mn-ea"/>
                <a:cs typeface="+mn-cs"/>
              </a:rPr>
              <a:t>ฐานข้อมูล</a:t>
            </a:r>
            <a:r>
              <a:rPr lang="en-US" sz="1200" b="1" i="0" kern="1200" dirty="0">
                <a:solidFill>
                  <a:schemeClr val="tx1"/>
                </a:solidFill>
                <a:effectLst/>
                <a:latin typeface="+mn-lt"/>
                <a:ea typeface="+mn-ea"/>
                <a:cs typeface="+mn-cs"/>
              </a:rPr>
              <a:t> SQL </a:t>
            </a:r>
            <a:r>
              <a:rPr lang="en-US" sz="1200" b="1" i="0" kern="1200" dirty="0" err="1">
                <a:solidFill>
                  <a:schemeClr val="tx1"/>
                </a:solidFill>
                <a:effectLst/>
                <a:latin typeface="+mn-lt"/>
                <a:ea typeface="+mn-ea"/>
                <a:cs typeface="+mn-cs"/>
              </a:rPr>
              <a:t>ที่เก่งเรื่องข้อมูลเชิงสัมพันธ์</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และปัจจุบันสามารถใช้เก็บ</a:t>
            </a:r>
            <a:r>
              <a:rPr lang="en-US" sz="1200" b="0" i="0" kern="1200" dirty="0">
                <a:solidFill>
                  <a:schemeClr val="tx1"/>
                </a:solidFill>
                <a:effectLst/>
                <a:latin typeface="+mn-lt"/>
                <a:ea typeface="+mn-ea"/>
                <a:cs typeface="+mn-cs"/>
              </a:rPr>
              <a:t> Vector </a:t>
            </a:r>
            <a:r>
              <a:rPr lang="en-US" sz="1200" b="0" i="0" kern="1200" dirty="0" err="1">
                <a:solidFill>
                  <a:schemeClr val="tx1"/>
                </a:solidFill>
                <a:effectLst/>
                <a:latin typeface="+mn-lt"/>
                <a:ea typeface="+mn-ea"/>
                <a:cs typeface="+mn-cs"/>
              </a:rPr>
              <a:t>สำหรับงาน</a:t>
            </a:r>
            <a:r>
              <a:rPr lang="en-US" sz="1200" b="0" i="0" kern="1200" dirty="0">
                <a:solidFill>
                  <a:schemeClr val="tx1"/>
                </a:solidFill>
                <a:effectLst/>
                <a:latin typeface="+mn-lt"/>
                <a:ea typeface="+mn-ea"/>
                <a:cs typeface="+mn-cs"/>
              </a:rPr>
              <a:t> AI </a:t>
            </a:r>
            <a:r>
              <a:rPr lang="en-US" sz="1200" b="0" i="0" kern="1200" dirty="0" err="1">
                <a:solidFill>
                  <a:schemeClr val="tx1"/>
                </a:solidFill>
                <a:effectLst/>
                <a:latin typeface="+mn-lt"/>
                <a:ea typeface="+mn-ea"/>
                <a:cs typeface="+mn-cs"/>
              </a:rPr>
              <a:t>ได้ด้วยครับ</a:t>
            </a:r>
            <a:endParaRPr lang="en-US"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Semantic Search / Vector Search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คือการค้นหาข้อมูลโดยดูจาก</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t>
            </a:r>
            <a:r>
              <a:rPr lang="en-US" sz="1200" b="1" i="0" kern="1200" dirty="0" err="1">
                <a:solidFill>
                  <a:schemeClr val="tx1"/>
                </a:solidFill>
                <a:effectLst/>
                <a:latin typeface="+mn-lt"/>
                <a:ea typeface="+mn-ea"/>
                <a:cs typeface="+mn-cs"/>
              </a:rPr>
              <a:t>ความหมายและความคล้ายคลึง</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ไม่ใช่แค่คำที่ตรงกัน</a:t>
            </a:r>
            <a:endParaRPr lang="en-US"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ถ้าผู้ใช้ค้นว่า</a:t>
            </a:r>
            <a:r>
              <a:rPr lang="en-US" sz="1200" b="0" i="0" kern="1200" dirty="0">
                <a:solidFill>
                  <a:schemeClr val="tx1"/>
                </a:solidFill>
                <a:effectLst/>
                <a:latin typeface="+mn-lt"/>
                <a:ea typeface="+mn-ea"/>
                <a:cs typeface="+mn-cs"/>
              </a:rPr>
              <a:t>:</a:t>
            </a:r>
            <a:r>
              <a:rPr lang="th-TH"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t>
            </a:r>
            <a:r>
              <a:rPr lang="en-US" sz="1200" b="1" i="0" kern="1200" dirty="0" err="1">
                <a:solidFill>
                  <a:schemeClr val="tx1"/>
                </a:solidFill>
                <a:effectLst/>
                <a:latin typeface="+mn-lt"/>
                <a:ea typeface="+mn-ea"/>
                <a:cs typeface="+mn-cs"/>
              </a:rPr>
              <a:t>วิธีลดค่าใช้จ่ายบริษัท</a:t>
            </a:r>
            <a:r>
              <a:rPr lang="en-US" sz="1200" b="1" i="0"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การค้นหาแบบ</a:t>
            </a:r>
            <a:r>
              <a:rPr lang="en-US" sz="1200" b="0" i="0" kern="1200" dirty="0">
                <a:solidFill>
                  <a:schemeClr val="tx1"/>
                </a:solidFill>
                <a:effectLst/>
                <a:latin typeface="+mn-lt"/>
                <a:ea typeface="+mn-ea"/>
                <a:cs typeface="+mn-cs"/>
              </a:rPr>
              <a:t> Keyword </a:t>
            </a:r>
            <a:r>
              <a:rPr lang="en-US" sz="1200" b="0" i="0" kern="1200" dirty="0" err="1">
                <a:solidFill>
                  <a:schemeClr val="tx1"/>
                </a:solidFill>
                <a:effectLst/>
                <a:latin typeface="+mn-lt"/>
                <a:ea typeface="+mn-ea"/>
                <a:cs typeface="+mn-cs"/>
              </a:rPr>
              <a:t>อาจเน้นเอกสารที่มีคำว่า</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t>
            </a:r>
            <a:r>
              <a:rPr lang="en-US" sz="1200" b="1" i="0" kern="1200" dirty="0" err="1">
                <a:solidFill>
                  <a:schemeClr val="tx1"/>
                </a:solidFill>
                <a:effectLst/>
                <a:latin typeface="+mn-lt"/>
                <a:ea typeface="+mn-ea"/>
                <a:cs typeface="+mn-cs"/>
              </a:rPr>
              <a:t>ลดค่าใช้จ่าย</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ตรง</a:t>
            </a:r>
            <a:r>
              <a:rPr lang="en-US" sz="1200" b="0" i="0" kern="1200" dirty="0">
                <a:solidFill>
                  <a:schemeClr val="tx1"/>
                </a:solidFill>
                <a:effectLst/>
                <a:latin typeface="+mn-lt"/>
                <a:ea typeface="+mn-ea"/>
                <a:cs typeface="+mn-cs"/>
              </a:rPr>
              <a:t> ๆ</a:t>
            </a:r>
          </a:p>
          <a:p>
            <a:pPr fontAlgn="t"/>
            <a:r>
              <a:rPr lang="en-US" sz="1200" b="0" i="0" kern="1200" dirty="0" err="1">
                <a:solidFill>
                  <a:schemeClr val="tx1"/>
                </a:solidFill>
                <a:effectLst/>
                <a:latin typeface="+mn-lt"/>
                <a:ea typeface="+mn-ea"/>
                <a:cs typeface="+mn-cs"/>
              </a:rPr>
              <a:t>แต่</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Semantic / Vector Search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สามารถค้นเจอเนื้อหาที่ใช้คำต่างออกไปแต่ความหมายใกล้กัน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แนวทางประหยัดต้นทุน</a:t>
            </a:r>
            <a:r>
              <a:rPr lang="en-US" sz="1200" b="0" i="0" kern="1200" dirty="0">
                <a:solidFill>
                  <a:schemeClr val="tx1"/>
                </a:solidFill>
                <a:effectLst/>
                <a:latin typeface="+mn-lt"/>
                <a:ea typeface="+mn-ea"/>
                <a:cs typeface="+mn-cs"/>
              </a:rPr>
              <a:t>”</a:t>
            </a:r>
          </a:p>
          <a:p>
            <a:pPr lvl="0" fontAlgn="t"/>
            <a:r>
              <a:rPr lang="en-US" sz="1200" b="0" i="0" kern="1200" dirty="0">
                <a:solidFill>
                  <a:schemeClr val="tx1"/>
                </a:solidFill>
                <a:effectLst/>
                <a:latin typeface="+mn-lt"/>
                <a:ea typeface="+mn-ea"/>
                <a:cs typeface="+mn-cs"/>
              </a:rPr>
              <a:t>“Cost Optimization”</a:t>
            </a:r>
          </a:p>
          <a:p>
            <a:pPr lvl="0" fontAlgn="t"/>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ลด</a:t>
            </a:r>
            <a:r>
              <a:rPr lang="en-US" sz="1200" b="0" i="0" kern="1200" dirty="0">
                <a:solidFill>
                  <a:schemeClr val="tx1"/>
                </a:solidFill>
                <a:effectLst/>
                <a:latin typeface="+mn-lt"/>
                <a:ea typeface="+mn-ea"/>
                <a:cs typeface="+mn-cs"/>
              </a:rPr>
              <a:t> Operating Expense”</a:t>
            </a:r>
            <a:endParaRPr lang="th-TH"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ทำงานอย่างไร</a:t>
            </a:r>
            <a:r>
              <a:rPr lang="en-US" sz="1200" b="1" i="0" kern="1200" dirty="0">
                <a:solidFill>
                  <a:schemeClr val="tx1"/>
                </a:solidFill>
                <a:effectLst/>
                <a:latin typeface="+mn-lt"/>
                <a:ea typeface="+mn-ea"/>
                <a:cs typeface="+mn-cs"/>
              </a:rPr>
              <a:t>?</a:t>
            </a:r>
          </a:p>
          <a:p>
            <a:pPr fontAlgn="t"/>
            <a:r>
              <a:rPr lang="en-US" sz="1200" b="1" i="0" kern="1200" dirty="0" err="1">
                <a:solidFill>
                  <a:schemeClr val="tx1"/>
                </a:solidFill>
                <a:effectLst/>
                <a:latin typeface="+mn-lt"/>
                <a:ea typeface="+mn-ea"/>
                <a:cs typeface="+mn-cs"/>
              </a:rPr>
              <a:t>ข้อความ</a:t>
            </a:r>
            <a:r>
              <a:rPr lang="en-US" sz="1200" b="1" i="0" kern="1200" dirty="0">
                <a:solidFill>
                  <a:schemeClr val="tx1"/>
                </a:solidFill>
                <a:effectLst/>
                <a:latin typeface="+mn-lt"/>
                <a:ea typeface="+mn-ea"/>
                <a:cs typeface="+mn-cs"/>
              </a:rPr>
              <a:t> → Embedding → Vector → </a:t>
            </a:r>
            <a:r>
              <a:rPr lang="en-US" sz="1200" b="1" i="0" kern="1200" dirty="0" err="1">
                <a:solidFill>
                  <a:schemeClr val="tx1"/>
                </a:solidFill>
                <a:effectLst/>
                <a:latin typeface="+mn-lt"/>
                <a:ea typeface="+mn-ea"/>
                <a:cs typeface="+mn-cs"/>
              </a:rPr>
              <a:t>เปรียบเทียบความใกล้เคียง</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แสดงผลที่เกี่ยวข้องที่สุด</a:t>
            </a:r>
            <a:endParaRPr lang="th-TH" sz="1200" b="1"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โดย</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Embedding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คือการแปลงความหมายของข้อความให้เป็นชุดตัวเลขหรือ</a:t>
            </a:r>
            <a:r>
              <a:rPr lang="en-US" sz="1200" b="0" i="0" kern="1200" dirty="0">
                <a:solidFill>
                  <a:schemeClr val="tx1"/>
                </a:solidFill>
                <a:effectLst/>
                <a:latin typeface="+mn-lt"/>
                <a:ea typeface="+mn-ea"/>
                <a:cs typeface="+mn-cs"/>
              </a:rPr>
              <a:t> Vector </a:t>
            </a:r>
            <a:r>
              <a:rPr lang="en-US" sz="1200" b="0" i="0" kern="1200" dirty="0" err="1">
                <a:solidFill>
                  <a:schemeClr val="tx1"/>
                </a:solidFill>
                <a:effectLst/>
                <a:latin typeface="+mn-lt"/>
                <a:ea typeface="+mn-ea"/>
                <a:cs typeface="+mn-cs"/>
              </a:rPr>
              <a:t>แล้วระบบจึงเปรียบเทียบว่า</a:t>
            </a:r>
            <a:r>
              <a:rPr lang="en-US" sz="1200" b="0" i="0" kern="1200" dirty="0">
                <a:solidFill>
                  <a:schemeClr val="tx1"/>
                </a:solidFill>
                <a:effectLst/>
                <a:latin typeface="+mn-lt"/>
                <a:ea typeface="+mn-ea"/>
                <a:cs typeface="+mn-cs"/>
              </a:rPr>
              <a:t> Vector </a:t>
            </a:r>
            <a:r>
              <a:rPr lang="en-US" sz="1200" b="0" i="0" kern="1200" dirty="0" err="1">
                <a:solidFill>
                  <a:schemeClr val="tx1"/>
                </a:solidFill>
                <a:effectLst/>
                <a:latin typeface="+mn-lt"/>
                <a:ea typeface="+mn-ea"/>
                <a:cs typeface="+mn-cs"/>
              </a:rPr>
              <a:t>ใดอยู่ใกล้กัน</a:t>
            </a:r>
            <a:r>
              <a:rPr lang="th-TH" sz="1200" b="0" i="0" kern="1200" dirty="0">
                <a:solidFill>
                  <a:schemeClr val="tx1"/>
                </a:solidFill>
                <a:effectLst/>
                <a:latin typeface="+mn-lt"/>
                <a:ea typeface="+mn-ea"/>
                <a:cs typeface="+mn-cs"/>
              </a:rPr>
              <a:t> </a:t>
            </a:r>
          </a:p>
          <a:p>
            <a:pPr fontAlgn="t"/>
            <a:endParaRPr lang="th-TH"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Keyword Search = </a:t>
            </a:r>
            <a:r>
              <a:rPr lang="en-US" sz="1200" b="1" i="0" kern="1200" dirty="0" err="1">
                <a:solidFill>
                  <a:schemeClr val="tx1"/>
                </a:solidFill>
                <a:effectLst/>
                <a:latin typeface="+mn-lt"/>
                <a:ea typeface="+mn-ea"/>
                <a:cs typeface="+mn-cs"/>
              </a:rPr>
              <a:t>ค้นจาก</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คำเหมือนกัน</a:t>
            </a:r>
            <a:r>
              <a:rPr lang="en-US" sz="1200" b="1"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Semantic / Vector Search = </a:t>
            </a:r>
            <a:r>
              <a:rPr lang="en-US" sz="1200" b="1" i="0" kern="1200" dirty="0" err="1">
                <a:solidFill>
                  <a:schemeClr val="tx1"/>
                </a:solidFill>
                <a:effectLst/>
                <a:latin typeface="+mn-lt"/>
                <a:ea typeface="+mn-ea"/>
                <a:cs typeface="+mn-cs"/>
              </a:rPr>
              <a:t>ค้นจาก</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ความหมายใกล้กัน</a:t>
            </a:r>
            <a:r>
              <a:rPr lang="en-US" sz="1200" b="1" i="0" kern="1200" dirty="0">
                <a:solidFill>
                  <a:schemeClr val="tx1"/>
                </a:solidFill>
                <a:effectLst/>
                <a:latin typeface="+mn-lt"/>
                <a:ea typeface="+mn-ea"/>
                <a:cs typeface="+mn-cs"/>
              </a:rPr>
              <a:t>”</a:t>
            </a:r>
            <a:endParaRPr lang="th-TH" sz="1200" b="1"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จึงเป็นเทคนิคสำคัญในงาน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AI Search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RAG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เพราะช่วยหาเอกสารที่เกี่ยวข้องกับคำถามของผู้ใช้</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แม้ไม่ได้ใช้คำศัพท์เดียวกัน</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p:txBody>
      </p:sp>
      <p:sp>
        <p:nvSpPr>
          <p:cNvPr id="698584324"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84</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05285148" name="Slide Image Placeholder 1"/>
          <p:cNvSpPr>
            <a:spLocks noGrp="1" noRot="1" noChangeAspect="1"/>
          </p:cNvSpPr>
          <p:nvPr>
            <p:ph type="sldImg"/>
          </p:nvPr>
        </p:nvSpPr>
        <p:spPr bwMode="auto">
          <a:xfrm>
            <a:off x="217488" y="812800"/>
            <a:ext cx="7124700" cy="4008438"/>
          </a:xfrm>
        </p:spPr>
      </p:sp>
      <p:sp>
        <p:nvSpPr>
          <p:cNvPr id="1773983570" name="Notes Placeholder 2"/>
          <p:cNvSpPr>
            <a:spLocks noGrp="1"/>
          </p:cNvSpPr>
          <p:nvPr>
            <p:ph type="body" idx="1"/>
          </p:nvPr>
        </p:nvSpPr>
        <p:spPr bwMode="auto"/>
        <p:txBody>
          <a:bodyPr/>
          <a:lstStyle/>
          <a:p>
            <a:r>
              <a:rPr lang="th-TH" sz="1600" b="1" kern="1200" dirty="0">
                <a:solidFill>
                  <a:schemeClr val="tx1"/>
                </a:solidFill>
                <a:effectLst/>
                <a:latin typeface="+mn-lt"/>
                <a:ea typeface="+mn-ea"/>
                <a:cs typeface="+mn-cs"/>
              </a:rPr>
              <a:t>การย้าย (</a:t>
            </a:r>
            <a:r>
              <a:rPr lang="en-US" sz="1200" b="1" kern="1200" dirty="0">
                <a:solidFill>
                  <a:schemeClr val="tx1"/>
                </a:solidFill>
                <a:effectLst/>
                <a:latin typeface="+mn-lt"/>
                <a:ea typeface="+mn-ea"/>
                <a:cs typeface="+mn-cs"/>
              </a:rPr>
              <a:t>Migrate) </a:t>
            </a:r>
            <a:r>
              <a:rPr lang="th-TH" sz="1600" b="1" kern="1200" dirty="0">
                <a:solidFill>
                  <a:schemeClr val="tx1"/>
                </a:solidFill>
                <a:effectLst/>
                <a:latin typeface="+mn-lt"/>
                <a:ea typeface="+mn-ea"/>
                <a:cs typeface="+mn-cs"/>
              </a:rPr>
              <a:t>ฐานข้อมูลจาก</a:t>
            </a:r>
            <a:r>
              <a:rPr lang="en-US" sz="1200" b="1" kern="1200" dirty="0">
                <a:solidFill>
                  <a:schemeClr val="tx1"/>
                </a:solidFill>
                <a:effectLst/>
                <a:latin typeface="+mn-lt"/>
                <a:ea typeface="+mn-ea"/>
                <a:cs typeface="+mn-cs"/>
              </a:rPr>
              <a:t> Microsoft SQL Server </a:t>
            </a:r>
            <a:r>
              <a:rPr lang="th-TH" sz="1600" b="1" kern="1200" dirty="0">
                <a:solidFill>
                  <a:schemeClr val="tx1"/>
                </a:solidFill>
                <a:effectLst/>
                <a:latin typeface="+mn-lt"/>
                <a:ea typeface="+mn-ea"/>
                <a:cs typeface="+mn-cs"/>
              </a:rPr>
              <a:t>ไปยัง</a:t>
            </a:r>
            <a:r>
              <a:rPr lang="en-US" sz="1200" b="1" kern="1200" dirty="0">
                <a:solidFill>
                  <a:schemeClr val="tx1"/>
                </a:solidFill>
                <a:effectLst/>
                <a:latin typeface="+mn-lt"/>
                <a:ea typeface="+mn-ea"/>
                <a:cs typeface="+mn-cs"/>
              </a:rPr>
              <a:t> Azure Database for PostgreSQL - Flexible Server </a:t>
            </a:r>
            <a:r>
              <a:rPr lang="th-TH" sz="1600" b="1" kern="1200" dirty="0">
                <a:solidFill>
                  <a:schemeClr val="tx1"/>
                </a:solidFill>
                <a:effectLst/>
                <a:latin typeface="+mn-lt"/>
                <a:ea typeface="+mn-ea"/>
                <a:cs typeface="+mn-cs"/>
              </a:rPr>
              <a:t>เป็นการย้ายข้ามระบบฐานข้อมูลต่างชนิดกัน (</a:t>
            </a:r>
            <a:r>
              <a:rPr lang="en-US" sz="1200" b="1" kern="1200" dirty="0">
                <a:solidFill>
                  <a:schemeClr val="tx1"/>
                </a:solidFill>
                <a:effectLst/>
                <a:latin typeface="+mn-lt"/>
                <a:ea typeface="+mn-ea"/>
                <a:cs typeface="+mn-cs"/>
              </a:rPr>
              <a:t>Heterogeneous Migration) </a:t>
            </a:r>
            <a:r>
              <a:rPr lang="th-TH" sz="1600" b="1" kern="1200" dirty="0">
                <a:solidFill>
                  <a:schemeClr val="tx1"/>
                </a:solidFill>
                <a:effectLst/>
                <a:latin typeface="+mn-lt"/>
                <a:ea typeface="+mn-ea"/>
                <a:cs typeface="+mn-cs"/>
              </a:rPr>
              <a:t>ซึ่งมีความแตกต่างในด้านโครงสร้าง (</a:t>
            </a:r>
            <a:r>
              <a:rPr lang="en-US" sz="1200" b="1" kern="1200" dirty="0">
                <a:solidFill>
                  <a:schemeClr val="tx1"/>
                </a:solidFill>
                <a:effectLst/>
                <a:latin typeface="+mn-lt"/>
                <a:ea typeface="+mn-ea"/>
                <a:cs typeface="+mn-cs"/>
              </a:rPr>
              <a:t>Schema), </a:t>
            </a:r>
            <a:r>
              <a:rPr lang="th-TH" sz="1600" b="1" kern="1200" dirty="0">
                <a:solidFill>
                  <a:schemeClr val="tx1"/>
                </a:solidFill>
                <a:effectLst/>
                <a:latin typeface="+mn-lt"/>
                <a:ea typeface="+mn-ea"/>
                <a:cs typeface="+mn-cs"/>
              </a:rPr>
              <a:t>ชนิดข้อมูล (</a:t>
            </a:r>
            <a:r>
              <a:rPr lang="en-US" sz="1200" b="1" kern="1200" dirty="0">
                <a:solidFill>
                  <a:schemeClr val="tx1"/>
                </a:solidFill>
                <a:effectLst/>
                <a:latin typeface="+mn-lt"/>
                <a:ea typeface="+mn-ea"/>
                <a:cs typeface="+mn-cs"/>
              </a:rPr>
              <a:t>Data Types) </a:t>
            </a:r>
            <a:r>
              <a:rPr lang="th-TH" sz="1600" b="1" kern="1200" dirty="0">
                <a:solidFill>
                  <a:schemeClr val="tx1"/>
                </a:solidFill>
                <a:effectLst/>
                <a:latin typeface="+mn-lt"/>
                <a:ea typeface="+mn-ea"/>
                <a:cs typeface="+mn-cs"/>
              </a:rPr>
              <a:t>และชุดคำสั่ง </a:t>
            </a:r>
            <a:r>
              <a:rPr lang="en-US" sz="1200" b="1" kern="1200" dirty="0">
                <a:solidFill>
                  <a:schemeClr val="tx1"/>
                </a:solidFill>
                <a:effectLst/>
                <a:latin typeface="+mn-lt"/>
                <a:ea typeface="+mn-ea"/>
                <a:cs typeface="+mn-cs"/>
              </a:rPr>
              <a:t>T-SQL</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050" b="1" kern="1200" dirty="0">
                <a:solidFill>
                  <a:schemeClr val="tx1"/>
                </a:solidFill>
                <a:effectLst/>
                <a:latin typeface="+mn-lt"/>
                <a:ea typeface="+mn-ea"/>
                <a:cs typeface="+mn-cs"/>
              </a:rPr>
              <a:t>1. </a:t>
            </a:r>
            <a:r>
              <a:rPr lang="th-TH" sz="1200" b="1" kern="1200" dirty="0">
                <a:solidFill>
                  <a:schemeClr val="tx1"/>
                </a:solidFill>
                <a:effectLst/>
                <a:latin typeface="+mn-lt"/>
                <a:ea typeface="+mn-ea"/>
                <a:cs typeface="+mn-cs"/>
              </a:rPr>
              <a:t>ภาพรวม </a:t>
            </a:r>
            <a:r>
              <a:rPr lang="en-US" sz="1050" b="1" kern="1200" dirty="0">
                <a:solidFill>
                  <a:schemeClr val="tx1"/>
                </a:solidFill>
                <a:effectLst/>
                <a:latin typeface="+mn-lt"/>
                <a:ea typeface="+mn-ea"/>
                <a:cs typeface="+mn-cs"/>
              </a:rPr>
              <a:t>4 </a:t>
            </a:r>
            <a:r>
              <a:rPr lang="th-TH" sz="1200" b="1" kern="1200" dirty="0">
                <a:solidFill>
                  <a:schemeClr val="tx1"/>
                </a:solidFill>
                <a:effectLst/>
                <a:latin typeface="+mn-lt"/>
                <a:ea typeface="+mn-ea"/>
                <a:cs typeface="+mn-cs"/>
              </a:rPr>
              <a:t>ขั้นตอนสำคัญ</a:t>
            </a:r>
            <a:endParaRPr lang="en-US" sz="105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Assessment &amp; Planning (</a:t>
            </a:r>
            <a:r>
              <a:rPr lang="th-TH" sz="1600" b="1" kern="1200" dirty="0">
                <a:solidFill>
                  <a:schemeClr val="tx1"/>
                </a:solidFill>
                <a:effectLst/>
                <a:latin typeface="+mn-lt"/>
                <a:ea typeface="+mn-ea"/>
                <a:cs typeface="+mn-cs"/>
              </a:rPr>
              <a:t>ประเมินและวางแผน)</a:t>
            </a:r>
            <a:r>
              <a:rPr lang="en-US" sz="1200" kern="1200" dirty="0">
                <a:solidFill>
                  <a:schemeClr val="tx1"/>
                </a:solidFill>
                <a:effectLst/>
                <a:latin typeface="+mn-lt"/>
                <a:ea typeface="+mn-ea"/>
                <a:cs typeface="+mn-cs"/>
              </a:rPr>
              <a:t>: </a:t>
            </a:r>
            <a:r>
              <a:rPr lang="th-TH" sz="1600" kern="1200" dirty="0">
                <a:solidFill>
                  <a:schemeClr val="tx1"/>
                </a:solidFill>
                <a:effectLst/>
                <a:latin typeface="+mn-lt"/>
                <a:ea typeface="+mn-ea"/>
                <a:cs typeface="+mn-cs"/>
              </a:rPr>
              <a:t>ตรวจสอบความเข้ากันได้ของ </a:t>
            </a:r>
            <a:r>
              <a:rPr lang="en-US" sz="1200" kern="1200" dirty="0">
                <a:solidFill>
                  <a:schemeClr val="tx1"/>
                </a:solidFill>
                <a:effectLst/>
                <a:latin typeface="+mn-lt"/>
                <a:ea typeface="+mn-ea"/>
                <a:cs typeface="+mn-cs"/>
              </a:rPr>
              <a:t>Table, Data Types, Stored Procedures, Views </a:t>
            </a:r>
            <a:r>
              <a:rPr lang="th-TH" sz="1600" kern="1200" dirty="0">
                <a:solidFill>
                  <a:schemeClr val="tx1"/>
                </a:solidFill>
                <a:effectLst/>
                <a:latin typeface="+mn-lt"/>
                <a:ea typeface="+mn-ea"/>
                <a:cs typeface="+mn-cs"/>
              </a:rPr>
              <a:t>และ </a:t>
            </a:r>
            <a:r>
              <a:rPr lang="en-US" sz="1200" kern="1200" dirty="0">
                <a:solidFill>
                  <a:schemeClr val="tx1"/>
                </a:solidFill>
                <a:effectLst/>
                <a:latin typeface="+mn-lt"/>
                <a:ea typeface="+mn-ea"/>
                <a:cs typeface="+mn-cs"/>
              </a:rPr>
              <a:t>T-SQL</a:t>
            </a:r>
          </a:p>
          <a:p>
            <a:pPr lvl="0"/>
            <a:r>
              <a:rPr lang="en-US" sz="1200" b="1" kern="1200" dirty="0">
                <a:solidFill>
                  <a:schemeClr val="tx1"/>
                </a:solidFill>
                <a:effectLst/>
                <a:latin typeface="+mn-lt"/>
                <a:ea typeface="+mn-ea"/>
                <a:cs typeface="+mn-cs"/>
              </a:rPr>
              <a:t>Schema Conversion (</a:t>
            </a:r>
            <a:r>
              <a:rPr lang="th-TH" sz="1600" b="1" kern="1200" dirty="0">
                <a:solidFill>
                  <a:schemeClr val="tx1"/>
                </a:solidFill>
                <a:effectLst/>
                <a:latin typeface="+mn-lt"/>
                <a:ea typeface="+mn-ea"/>
                <a:cs typeface="+mn-cs"/>
              </a:rPr>
              <a:t>แปลงโครงสร้าง)</a:t>
            </a:r>
            <a:r>
              <a:rPr lang="en-US" sz="1200" kern="1200" dirty="0">
                <a:solidFill>
                  <a:schemeClr val="tx1"/>
                </a:solidFill>
                <a:effectLst/>
                <a:latin typeface="+mn-lt"/>
                <a:ea typeface="+mn-ea"/>
                <a:cs typeface="+mn-cs"/>
              </a:rPr>
              <a:t>: </a:t>
            </a:r>
            <a:r>
              <a:rPr lang="th-TH" sz="1600" kern="1200" dirty="0">
                <a:solidFill>
                  <a:schemeClr val="tx1"/>
                </a:solidFill>
                <a:effectLst/>
                <a:latin typeface="+mn-lt"/>
                <a:ea typeface="+mn-ea"/>
                <a:cs typeface="+mn-cs"/>
              </a:rPr>
              <a:t>แปลง </a:t>
            </a:r>
            <a:r>
              <a:rPr lang="en-US" sz="1200" kern="1200" dirty="0">
                <a:solidFill>
                  <a:schemeClr val="tx1"/>
                </a:solidFill>
                <a:effectLst/>
                <a:latin typeface="+mn-lt"/>
                <a:ea typeface="+mn-ea"/>
                <a:cs typeface="+mn-cs"/>
              </a:rPr>
              <a:t>DDL/Schema </a:t>
            </a:r>
            <a:r>
              <a:rPr lang="th-TH" sz="1600" kern="1200" dirty="0">
                <a:solidFill>
                  <a:schemeClr val="tx1"/>
                </a:solidFill>
                <a:effectLst/>
                <a:latin typeface="+mn-lt"/>
                <a:ea typeface="+mn-ea"/>
                <a:cs typeface="+mn-cs"/>
              </a:rPr>
              <a:t>จาก </a:t>
            </a:r>
            <a:r>
              <a:rPr lang="en-US" sz="1200" kern="1200" dirty="0">
                <a:solidFill>
                  <a:schemeClr val="tx1"/>
                </a:solidFill>
                <a:effectLst/>
                <a:latin typeface="+mn-lt"/>
                <a:ea typeface="+mn-ea"/>
                <a:cs typeface="+mn-cs"/>
              </a:rPr>
              <a:t>T-SQL </a:t>
            </a:r>
            <a:r>
              <a:rPr lang="th-TH" sz="1600" kern="1200" dirty="0">
                <a:solidFill>
                  <a:schemeClr val="tx1"/>
                </a:solidFill>
                <a:effectLst/>
                <a:latin typeface="+mn-lt"/>
                <a:ea typeface="+mn-ea"/>
                <a:cs typeface="+mn-cs"/>
              </a:rPr>
              <a:t>ของ </a:t>
            </a:r>
            <a:r>
              <a:rPr lang="en-US" sz="1200" kern="1200" dirty="0">
                <a:solidFill>
                  <a:schemeClr val="tx1"/>
                </a:solidFill>
                <a:effectLst/>
                <a:latin typeface="+mn-lt"/>
                <a:ea typeface="+mn-ea"/>
                <a:cs typeface="+mn-cs"/>
              </a:rPr>
              <a:t>SQL Server </a:t>
            </a:r>
            <a:r>
              <a:rPr lang="th-TH" sz="1600" kern="1200" dirty="0">
                <a:solidFill>
                  <a:schemeClr val="tx1"/>
                </a:solidFill>
                <a:effectLst/>
                <a:latin typeface="+mn-lt"/>
                <a:ea typeface="+mn-ea"/>
                <a:cs typeface="+mn-cs"/>
              </a:rPr>
              <a:t>ให้เป็นภาษาที่ </a:t>
            </a:r>
            <a:r>
              <a:rPr lang="en-US" sz="1200" kern="1200" dirty="0">
                <a:solidFill>
                  <a:schemeClr val="tx1"/>
                </a:solidFill>
                <a:effectLst/>
                <a:latin typeface="+mn-lt"/>
                <a:ea typeface="+mn-ea"/>
                <a:cs typeface="+mn-cs"/>
              </a:rPr>
              <a:t>PostgreSQL </a:t>
            </a:r>
            <a:r>
              <a:rPr lang="th-TH" sz="1600" kern="1200" dirty="0">
                <a:solidFill>
                  <a:schemeClr val="tx1"/>
                </a:solidFill>
                <a:effectLst/>
                <a:latin typeface="+mn-lt"/>
                <a:ea typeface="+mn-ea"/>
                <a:cs typeface="+mn-cs"/>
              </a:rPr>
              <a:t>เข้าใจ</a:t>
            </a:r>
            <a:endParaRPr lang="en-US" sz="1200" kern="1200" dirty="0">
              <a:solidFill>
                <a:schemeClr val="tx1"/>
              </a:solidFill>
              <a:effectLst/>
              <a:latin typeface="+mn-lt"/>
              <a:ea typeface="+mn-ea"/>
              <a:cs typeface="+mn-cs"/>
            </a:endParaRPr>
          </a:p>
          <a:p>
            <a:pPr lvl="0"/>
            <a:r>
              <a:rPr lang="en-US" sz="1050" b="1" kern="1200" dirty="0">
                <a:solidFill>
                  <a:schemeClr val="tx1"/>
                </a:solidFill>
                <a:effectLst/>
                <a:latin typeface="+mn-lt"/>
                <a:ea typeface="+mn-ea"/>
                <a:cs typeface="+mn-cs"/>
              </a:rPr>
              <a:t>Data Migration (</a:t>
            </a:r>
            <a:r>
              <a:rPr lang="th-TH" sz="1200" b="1" kern="1200" dirty="0">
                <a:solidFill>
                  <a:schemeClr val="tx1"/>
                </a:solidFill>
                <a:effectLst/>
                <a:latin typeface="+mn-lt"/>
                <a:ea typeface="+mn-ea"/>
                <a:cs typeface="+mn-cs"/>
              </a:rPr>
              <a:t>ย้ายข้อมูล)</a:t>
            </a:r>
            <a:r>
              <a:rPr lang="en-US" sz="1050" kern="1200" dirty="0">
                <a:solidFill>
                  <a:schemeClr val="tx1"/>
                </a:solidFill>
                <a:effectLst/>
                <a:latin typeface="+mn-lt"/>
                <a:ea typeface="+mn-ea"/>
                <a:cs typeface="+mn-cs"/>
              </a:rPr>
              <a:t>: </a:t>
            </a:r>
            <a:r>
              <a:rPr lang="th-TH" sz="1200" kern="1200" dirty="0">
                <a:solidFill>
                  <a:schemeClr val="tx1"/>
                </a:solidFill>
                <a:effectLst/>
                <a:latin typeface="+mn-lt"/>
                <a:ea typeface="+mn-ea"/>
                <a:cs typeface="+mn-cs"/>
              </a:rPr>
              <a:t>ย้ายข้อมูลจริงจาก </a:t>
            </a:r>
            <a:r>
              <a:rPr lang="en-US" sz="1050" kern="1200" dirty="0">
                <a:solidFill>
                  <a:schemeClr val="tx1"/>
                </a:solidFill>
                <a:effectLst/>
                <a:latin typeface="+mn-lt"/>
                <a:ea typeface="+mn-ea"/>
                <a:cs typeface="+mn-cs"/>
              </a:rPr>
              <a:t>SQL Server </a:t>
            </a:r>
            <a:r>
              <a:rPr lang="th-TH" sz="1200" kern="1200" dirty="0">
                <a:solidFill>
                  <a:schemeClr val="tx1"/>
                </a:solidFill>
                <a:effectLst/>
                <a:latin typeface="+mn-lt"/>
                <a:ea typeface="+mn-ea"/>
                <a:cs typeface="+mn-cs"/>
              </a:rPr>
              <a:t>ไปยัง </a:t>
            </a:r>
            <a:r>
              <a:rPr lang="en-US" sz="1050" kern="1200" dirty="0">
                <a:solidFill>
                  <a:schemeClr val="tx1"/>
                </a:solidFill>
                <a:effectLst/>
                <a:latin typeface="+mn-lt"/>
                <a:ea typeface="+mn-ea"/>
                <a:cs typeface="+mn-cs"/>
              </a:rPr>
              <a:t>Azure PostgreSQL </a:t>
            </a:r>
            <a:r>
              <a:rPr lang="th-TH" sz="1200" kern="1200" dirty="0">
                <a:solidFill>
                  <a:schemeClr val="tx1"/>
                </a:solidFill>
                <a:effectLst/>
                <a:latin typeface="+mn-lt"/>
                <a:ea typeface="+mn-ea"/>
                <a:cs typeface="+mn-cs"/>
              </a:rPr>
              <a:t>โดยเลือกทำแบบ </a:t>
            </a:r>
            <a:r>
              <a:rPr lang="en-US" sz="1050" kern="1200" dirty="0">
                <a:solidFill>
                  <a:schemeClr val="tx1"/>
                </a:solidFill>
                <a:effectLst/>
                <a:latin typeface="+mn-lt"/>
                <a:ea typeface="+mn-ea"/>
                <a:cs typeface="+mn-cs"/>
              </a:rPr>
              <a:t>Offline (</a:t>
            </a:r>
            <a:r>
              <a:rPr lang="th-TH" sz="1200" kern="1200" dirty="0">
                <a:solidFill>
                  <a:schemeClr val="tx1"/>
                </a:solidFill>
                <a:effectLst/>
                <a:latin typeface="+mn-lt"/>
                <a:ea typeface="+mn-ea"/>
                <a:cs typeface="+mn-cs"/>
              </a:rPr>
              <a:t>หยุดใช้งานระบบชั่วคราว) หรือ </a:t>
            </a:r>
            <a:r>
              <a:rPr lang="en-US" sz="1050" kern="1200" dirty="0">
                <a:solidFill>
                  <a:schemeClr val="tx1"/>
                </a:solidFill>
                <a:effectLst/>
                <a:latin typeface="+mn-lt"/>
                <a:ea typeface="+mn-ea"/>
                <a:cs typeface="+mn-cs"/>
              </a:rPr>
              <a:t>Online (</a:t>
            </a:r>
            <a:r>
              <a:rPr lang="th-TH" sz="1200" kern="1200" dirty="0">
                <a:solidFill>
                  <a:schemeClr val="tx1"/>
                </a:solidFill>
                <a:effectLst/>
                <a:latin typeface="+mn-lt"/>
                <a:ea typeface="+mn-ea"/>
                <a:cs typeface="+mn-cs"/>
              </a:rPr>
              <a:t>ใช้เครื่องมือช่วยซิงค์ข้อมูลต่อเนื่อง)</a:t>
            </a:r>
            <a:endParaRPr lang="en-US" sz="1050" kern="1200" dirty="0">
              <a:solidFill>
                <a:schemeClr val="tx1"/>
              </a:solidFill>
              <a:effectLst/>
              <a:latin typeface="+mn-lt"/>
              <a:ea typeface="+mn-ea"/>
              <a:cs typeface="+mn-cs"/>
            </a:endParaRPr>
          </a:p>
          <a:p>
            <a:pPr lvl="0"/>
            <a:r>
              <a:rPr lang="en-US" sz="1050" b="1" kern="1200" dirty="0">
                <a:solidFill>
                  <a:schemeClr val="tx1"/>
                </a:solidFill>
                <a:effectLst/>
                <a:latin typeface="+mn-lt"/>
                <a:ea typeface="+mn-ea"/>
                <a:cs typeface="+mn-cs"/>
              </a:rPr>
              <a:t>Application &amp; Testing (</a:t>
            </a:r>
            <a:r>
              <a:rPr lang="th-TH" sz="1200" b="1" kern="1200" dirty="0">
                <a:solidFill>
                  <a:schemeClr val="tx1"/>
                </a:solidFill>
                <a:effectLst/>
                <a:latin typeface="+mn-lt"/>
                <a:ea typeface="+mn-ea"/>
                <a:cs typeface="+mn-cs"/>
              </a:rPr>
              <a:t>ปรับแต่งโค้ดแอปและทดสอบ)</a:t>
            </a:r>
            <a:r>
              <a:rPr lang="en-US" sz="1050" kern="1200" dirty="0">
                <a:solidFill>
                  <a:schemeClr val="tx1"/>
                </a:solidFill>
                <a:effectLst/>
                <a:latin typeface="+mn-lt"/>
                <a:ea typeface="+mn-ea"/>
                <a:cs typeface="+mn-cs"/>
              </a:rPr>
              <a:t>: </a:t>
            </a:r>
            <a:r>
              <a:rPr lang="th-TH" sz="1200" kern="1200" dirty="0">
                <a:solidFill>
                  <a:schemeClr val="tx1"/>
                </a:solidFill>
                <a:effectLst/>
                <a:latin typeface="+mn-lt"/>
                <a:ea typeface="+mn-ea"/>
                <a:cs typeface="+mn-cs"/>
              </a:rPr>
              <a:t>แก้ไข </a:t>
            </a:r>
            <a:r>
              <a:rPr lang="en-US" sz="1050" kern="1200" dirty="0">
                <a:solidFill>
                  <a:schemeClr val="tx1"/>
                </a:solidFill>
                <a:effectLst/>
                <a:latin typeface="+mn-lt"/>
                <a:ea typeface="+mn-ea"/>
                <a:cs typeface="+mn-cs"/>
              </a:rPr>
              <a:t>Connection String </a:t>
            </a:r>
            <a:r>
              <a:rPr lang="th-TH" sz="1200" kern="1200" dirty="0">
                <a:solidFill>
                  <a:schemeClr val="tx1"/>
                </a:solidFill>
                <a:effectLst/>
                <a:latin typeface="+mn-lt"/>
                <a:ea typeface="+mn-ea"/>
                <a:cs typeface="+mn-cs"/>
              </a:rPr>
              <a:t>ในแอปพลิเคชัน และตรวจสอบความถูกต้องของข้อมูล/</a:t>
            </a:r>
            <a:r>
              <a:rPr lang="en-US" sz="1050" kern="1200" dirty="0">
                <a:solidFill>
                  <a:schemeClr val="tx1"/>
                </a:solidFill>
                <a:effectLst/>
                <a:latin typeface="+mn-lt"/>
                <a:ea typeface="+mn-ea"/>
                <a:cs typeface="+mn-cs"/>
              </a:rPr>
              <a:t>Query </a:t>
            </a:r>
          </a:p>
          <a:p>
            <a:r>
              <a:rPr lang="en-US" sz="1200" kern="1200" dirty="0">
                <a:solidFill>
                  <a:schemeClr val="tx1"/>
                </a:solidFill>
                <a:effectLst/>
                <a:latin typeface="+mn-lt"/>
                <a:ea typeface="+mn-ea"/>
                <a:cs typeface="+mn-cs"/>
              </a:rPr>
              <a:t> </a:t>
            </a:r>
          </a:p>
          <a:p>
            <a:r>
              <a:rPr lang="en-US" sz="1050" b="1" kern="1200" dirty="0">
                <a:solidFill>
                  <a:schemeClr val="tx1"/>
                </a:solidFill>
                <a:effectLst/>
                <a:latin typeface="+mn-lt"/>
                <a:ea typeface="+mn-ea"/>
                <a:cs typeface="+mn-cs"/>
              </a:rPr>
              <a:t>2. </a:t>
            </a:r>
            <a:r>
              <a:rPr lang="th-TH" sz="1200" b="1" kern="1200" dirty="0">
                <a:solidFill>
                  <a:schemeClr val="tx1"/>
                </a:solidFill>
                <a:effectLst/>
                <a:latin typeface="+mn-lt"/>
                <a:ea typeface="+mn-ea"/>
                <a:cs typeface="+mn-cs"/>
              </a:rPr>
              <a:t>เครื่องมือที่แนะนำใน</a:t>
            </a:r>
            <a:r>
              <a:rPr lang="th-TH" sz="1200" b="1" kern="1200" dirty="0" err="1">
                <a:solidFill>
                  <a:schemeClr val="tx1"/>
                </a:solidFill>
                <a:effectLst/>
                <a:latin typeface="+mn-lt"/>
                <a:ea typeface="+mn-ea"/>
                <a:cs typeface="+mn-cs"/>
              </a:rPr>
              <a:t>การทำ</a:t>
            </a:r>
            <a:r>
              <a:rPr lang="th-TH" sz="1200" b="1" kern="1200" dirty="0">
                <a:solidFill>
                  <a:schemeClr val="tx1"/>
                </a:solidFill>
                <a:effectLst/>
                <a:latin typeface="+mn-lt"/>
                <a:ea typeface="+mn-ea"/>
                <a:cs typeface="+mn-cs"/>
              </a:rPr>
              <a:t> </a:t>
            </a:r>
            <a:r>
              <a:rPr lang="en-US" sz="1050" b="1" kern="1200" dirty="0">
                <a:solidFill>
                  <a:schemeClr val="tx1"/>
                </a:solidFill>
                <a:effectLst/>
                <a:latin typeface="+mn-lt"/>
                <a:ea typeface="+mn-ea"/>
                <a:cs typeface="+mn-cs"/>
              </a:rPr>
              <a:t>Migration</a:t>
            </a:r>
            <a:endParaRPr lang="en-US" sz="1050" kern="1200" dirty="0">
              <a:solidFill>
                <a:schemeClr val="tx1"/>
              </a:solidFill>
              <a:effectLst/>
              <a:latin typeface="+mn-lt"/>
              <a:ea typeface="+mn-ea"/>
              <a:cs typeface="+mn-cs"/>
            </a:endParaRPr>
          </a:p>
          <a:p>
            <a:pPr lvl="0"/>
            <a:r>
              <a:rPr lang="th-TH" sz="1600" b="1" kern="1200" dirty="0">
                <a:solidFill>
                  <a:schemeClr val="tx1"/>
                </a:solidFill>
                <a:effectLst/>
                <a:latin typeface="+mn-lt"/>
                <a:ea typeface="+mn-ea"/>
                <a:cs typeface="+mn-cs"/>
              </a:rPr>
              <a:t>การแปลง </a:t>
            </a:r>
            <a:r>
              <a:rPr lang="en-US" sz="1200" b="1" kern="1200" dirty="0">
                <a:solidFill>
                  <a:schemeClr val="tx1"/>
                </a:solidFill>
                <a:effectLst/>
                <a:latin typeface="+mn-lt"/>
                <a:ea typeface="+mn-ea"/>
                <a:cs typeface="+mn-cs"/>
              </a:rPr>
              <a:t>Schema (Schema Conversion)</a:t>
            </a:r>
            <a:r>
              <a:rPr lang="en-US" sz="1200" kern="1200" dirty="0">
                <a:solidFill>
                  <a:schemeClr val="tx1"/>
                </a:solidFill>
                <a:effectLst/>
                <a:latin typeface="+mn-lt"/>
                <a:ea typeface="+mn-ea"/>
                <a:cs typeface="+mn-cs"/>
              </a:rPr>
              <a:t>:</a:t>
            </a:r>
          </a:p>
          <a:p>
            <a:pPr lvl="1"/>
            <a:r>
              <a:rPr lang="th-TH" sz="1200" kern="1200" dirty="0">
                <a:solidFill>
                  <a:schemeClr val="tx1"/>
                </a:solidFill>
                <a:effectLst/>
                <a:latin typeface="+mn-lt"/>
                <a:ea typeface="+mn-ea"/>
                <a:cs typeface="+mn-cs"/>
              </a:rPr>
              <a:t>ใช้เครื่องมือช่วยแปล </a:t>
            </a:r>
            <a:r>
              <a:rPr lang="en-US" sz="1050" kern="1200" dirty="0">
                <a:solidFill>
                  <a:schemeClr val="tx1"/>
                </a:solidFill>
                <a:effectLst/>
                <a:latin typeface="+mn-lt"/>
                <a:ea typeface="+mn-ea"/>
                <a:cs typeface="+mn-cs"/>
              </a:rPr>
              <a:t>DDL </a:t>
            </a:r>
            <a:r>
              <a:rPr lang="th-TH" sz="1200" kern="1200" dirty="0">
                <a:solidFill>
                  <a:schemeClr val="tx1"/>
                </a:solidFill>
                <a:effectLst/>
                <a:latin typeface="+mn-lt"/>
                <a:ea typeface="+mn-ea"/>
                <a:cs typeface="+mn-cs"/>
              </a:rPr>
              <a:t>และโค้ด เช่น</a:t>
            </a:r>
            <a:r>
              <a:rPr lang="th-TH" sz="1050" kern="1200" dirty="0">
                <a:solidFill>
                  <a:schemeClr val="tx1"/>
                </a:solidFill>
                <a:effectLst/>
                <a:latin typeface="+mn-lt"/>
                <a:ea typeface="+mn-ea"/>
                <a:cs typeface="+mn-cs"/>
              </a:rPr>
              <a:t> </a:t>
            </a:r>
            <a:r>
              <a:rPr lang="en-US" sz="1050" b="1" kern="1200" dirty="0" err="1">
                <a:solidFill>
                  <a:schemeClr val="tx1"/>
                </a:solidFill>
                <a:effectLst/>
                <a:latin typeface="+mn-lt"/>
                <a:ea typeface="+mn-ea"/>
                <a:cs typeface="+mn-cs"/>
              </a:rPr>
              <a:t>pgloader</a:t>
            </a:r>
            <a:r>
              <a:rPr lang="en-US" sz="1050" kern="1200" dirty="0">
                <a:solidFill>
                  <a:schemeClr val="tx1"/>
                </a:solidFill>
                <a:effectLst/>
                <a:latin typeface="+mn-lt"/>
                <a:ea typeface="+mn-ea"/>
                <a:cs typeface="+mn-cs"/>
              </a:rPr>
              <a:t> (Open-source </a:t>
            </a:r>
            <a:r>
              <a:rPr lang="th-TH" sz="1200" kern="1200" dirty="0">
                <a:solidFill>
                  <a:schemeClr val="tx1"/>
                </a:solidFill>
                <a:effectLst/>
                <a:latin typeface="+mn-lt"/>
                <a:ea typeface="+mn-ea"/>
                <a:cs typeface="+mn-cs"/>
              </a:rPr>
              <a:t>ยอดนิยมสำหรับแปลง </a:t>
            </a:r>
            <a:r>
              <a:rPr lang="en-US" sz="1050" kern="1200" dirty="0">
                <a:solidFill>
                  <a:schemeClr val="tx1"/>
                </a:solidFill>
                <a:effectLst/>
                <a:latin typeface="+mn-lt"/>
                <a:ea typeface="+mn-ea"/>
                <a:cs typeface="+mn-cs"/>
              </a:rPr>
              <a:t>Schema </a:t>
            </a:r>
            <a:r>
              <a:rPr lang="th-TH" sz="1200" kern="1200" dirty="0">
                <a:solidFill>
                  <a:schemeClr val="tx1"/>
                </a:solidFill>
                <a:effectLst/>
                <a:latin typeface="+mn-lt"/>
                <a:ea typeface="+mn-ea"/>
                <a:cs typeface="+mn-cs"/>
              </a:rPr>
              <a:t>และโยกย้ายข้อมูล) หรือเครื่องมือ </a:t>
            </a:r>
            <a:r>
              <a:rPr lang="en-US" sz="1050" kern="1200" dirty="0">
                <a:solidFill>
                  <a:schemeClr val="tx1"/>
                </a:solidFill>
                <a:effectLst/>
                <a:latin typeface="+mn-lt"/>
                <a:ea typeface="+mn-ea"/>
                <a:cs typeface="+mn-cs"/>
              </a:rPr>
              <a:t>Third-party / </a:t>
            </a:r>
            <a:r>
              <a:rPr lang="th-TH" sz="1200" kern="1200" dirty="0">
                <a:solidFill>
                  <a:schemeClr val="tx1"/>
                </a:solidFill>
                <a:effectLst/>
                <a:latin typeface="+mn-lt"/>
                <a:ea typeface="+mn-ea"/>
                <a:cs typeface="+mn-cs"/>
              </a:rPr>
              <a:t>แปลงด้วย </a:t>
            </a:r>
            <a:r>
              <a:rPr lang="en-US" sz="1050" kern="1200" dirty="0">
                <a:solidFill>
                  <a:schemeClr val="tx1"/>
                </a:solidFill>
                <a:effectLst/>
                <a:latin typeface="+mn-lt"/>
                <a:ea typeface="+mn-ea"/>
                <a:cs typeface="+mn-cs"/>
              </a:rPr>
              <a:t>Scrip</a:t>
            </a:r>
          </a:p>
          <a:p>
            <a:r>
              <a:rPr lang="en-US" sz="1200" kern="1200" dirty="0">
                <a:solidFill>
                  <a:schemeClr val="tx1"/>
                </a:solidFill>
                <a:effectLst/>
                <a:latin typeface="+mn-lt"/>
                <a:ea typeface="+mn-ea"/>
                <a:cs typeface="+mn-cs"/>
              </a:rPr>
              <a:t> </a:t>
            </a:r>
          </a:p>
          <a:p>
            <a:r>
              <a:rPr lang="th-TH" sz="1600" b="1" kern="1200" dirty="0">
                <a:solidFill>
                  <a:schemeClr val="tx1"/>
                </a:solidFill>
                <a:effectLst/>
                <a:latin typeface="+mn-lt"/>
                <a:ea typeface="+mn-ea"/>
                <a:cs typeface="+mn-cs"/>
              </a:rPr>
              <a:t>การย้ายข้อมูล (</a:t>
            </a:r>
            <a:r>
              <a:rPr lang="en-US" sz="1200" b="1" kern="1200" dirty="0">
                <a:solidFill>
                  <a:schemeClr val="tx1"/>
                </a:solidFill>
                <a:effectLst/>
                <a:latin typeface="+mn-lt"/>
                <a:ea typeface="+mn-ea"/>
                <a:cs typeface="+mn-cs"/>
              </a:rPr>
              <a:t>Data Transfer)</a:t>
            </a:r>
            <a:r>
              <a:rPr lang="en-US" sz="1200" kern="1200" dirty="0">
                <a:solidFill>
                  <a:schemeClr val="tx1"/>
                </a:solidFill>
                <a:effectLst/>
                <a:latin typeface="+mn-lt"/>
                <a:ea typeface="+mn-ea"/>
                <a:cs typeface="+mn-cs"/>
              </a:rPr>
              <a:t>:</a:t>
            </a:r>
          </a:p>
          <a:p>
            <a:pPr lvl="0"/>
            <a:r>
              <a:rPr lang="en-US" sz="1200" b="1" kern="1200" dirty="0" err="1">
                <a:solidFill>
                  <a:schemeClr val="tx1"/>
                </a:solidFill>
                <a:effectLst/>
                <a:latin typeface="+mn-lt"/>
                <a:ea typeface="+mn-ea"/>
                <a:cs typeface="+mn-cs"/>
              </a:rPr>
              <a:t>pgloader</a:t>
            </a:r>
            <a:r>
              <a:rPr lang="en-US" sz="1200" kern="1200" dirty="0">
                <a:solidFill>
                  <a:schemeClr val="tx1"/>
                </a:solidFill>
                <a:effectLst/>
                <a:latin typeface="+mn-lt"/>
                <a:ea typeface="+mn-ea"/>
                <a:cs typeface="+mn-cs"/>
              </a:rPr>
              <a:t>: </a:t>
            </a:r>
            <a:r>
              <a:rPr lang="th-TH" sz="1600" kern="1200" dirty="0">
                <a:solidFill>
                  <a:schemeClr val="tx1"/>
                </a:solidFill>
                <a:effectLst/>
                <a:latin typeface="+mn-lt"/>
                <a:ea typeface="+mn-ea"/>
                <a:cs typeface="+mn-cs"/>
              </a:rPr>
              <a:t>สามารถทำ </a:t>
            </a:r>
            <a:r>
              <a:rPr lang="en-US" sz="1200" kern="1200" dirty="0">
                <a:solidFill>
                  <a:schemeClr val="tx1"/>
                </a:solidFill>
                <a:effectLst/>
                <a:latin typeface="+mn-lt"/>
                <a:ea typeface="+mn-ea"/>
                <a:cs typeface="+mn-cs"/>
              </a:rPr>
              <a:t>Schema Migration </a:t>
            </a:r>
            <a:r>
              <a:rPr lang="th-TH" sz="1600" kern="1200" dirty="0">
                <a:solidFill>
                  <a:schemeClr val="tx1"/>
                </a:solidFill>
                <a:effectLst/>
                <a:latin typeface="+mn-lt"/>
                <a:ea typeface="+mn-ea"/>
                <a:cs typeface="+mn-cs"/>
              </a:rPr>
              <a:t>พร้อมกับ </a:t>
            </a:r>
            <a:r>
              <a:rPr lang="en-US" sz="1200" kern="1200" dirty="0">
                <a:solidFill>
                  <a:schemeClr val="tx1"/>
                </a:solidFill>
                <a:effectLst/>
                <a:latin typeface="+mn-lt"/>
                <a:ea typeface="+mn-ea"/>
                <a:cs typeface="+mn-cs"/>
              </a:rPr>
              <a:t>Bulk Load </a:t>
            </a:r>
            <a:r>
              <a:rPr lang="th-TH" sz="1600" kern="1200" dirty="0">
                <a:solidFill>
                  <a:schemeClr val="tx1"/>
                </a:solidFill>
                <a:effectLst/>
                <a:latin typeface="+mn-lt"/>
                <a:ea typeface="+mn-ea"/>
                <a:cs typeface="+mn-cs"/>
              </a:rPr>
              <a:t>ข้อมูลผ่าน </a:t>
            </a:r>
            <a:r>
              <a:rPr lang="en-US" sz="1200" kern="1200" dirty="0">
                <a:solidFill>
                  <a:schemeClr val="tx1"/>
                </a:solidFill>
                <a:effectLst/>
                <a:latin typeface="+mn-lt"/>
                <a:ea typeface="+mn-ea"/>
                <a:cs typeface="+mn-cs"/>
              </a:rPr>
              <a:t>Protocol </a:t>
            </a:r>
            <a:r>
              <a:rPr lang="th-TH" sz="1600" kern="1200" dirty="0">
                <a:solidFill>
                  <a:schemeClr val="tx1"/>
                </a:solidFill>
                <a:effectLst/>
                <a:latin typeface="+mn-lt"/>
                <a:ea typeface="+mn-ea"/>
                <a:cs typeface="+mn-cs"/>
              </a:rPr>
              <a:t>ของ </a:t>
            </a:r>
            <a:r>
              <a:rPr lang="en-US" sz="1200" kern="1200" dirty="0">
                <a:solidFill>
                  <a:schemeClr val="tx1"/>
                </a:solidFill>
                <a:effectLst/>
                <a:latin typeface="+mn-lt"/>
                <a:ea typeface="+mn-ea"/>
                <a:cs typeface="+mn-cs"/>
              </a:rPr>
              <a:t>PostgreSQL </a:t>
            </a:r>
            <a:r>
              <a:rPr lang="th-TH" sz="1600" kern="1200" dirty="0">
                <a:solidFill>
                  <a:schemeClr val="tx1"/>
                </a:solidFill>
                <a:effectLst/>
                <a:latin typeface="+mn-lt"/>
                <a:ea typeface="+mn-ea"/>
                <a:cs typeface="+mn-cs"/>
              </a:rPr>
              <a:t>ได้ในคำสั่งเดียว</a:t>
            </a:r>
            <a:endParaRPr lang="en-US" sz="1200" kern="1200" dirty="0">
              <a:solidFill>
                <a:schemeClr val="tx1"/>
              </a:solidFill>
              <a:effectLst/>
              <a:latin typeface="+mn-lt"/>
              <a:ea typeface="+mn-ea"/>
              <a:cs typeface="+mn-cs"/>
            </a:endParaRPr>
          </a:p>
          <a:p>
            <a:pPr lvl="0"/>
            <a:r>
              <a:rPr lang="en-US" sz="1050" b="1" kern="1200" dirty="0">
                <a:solidFill>
                  <a:schemeClr val="tx1"/>
                </a:solidFill>
                <a:effectLst/>
                <a:latin typeface="+mn-lt"/>
                <a:ea typeface="+mn-ea"/>
                <a:cs typeface="+mn-cs"/>
              </a:rPr>
              <a:t>BCP + PostgreSQL COPY</a:t>
            </a:r>
            <a:r>
              <a:rPr lang="en-US" sz="1050" kern="1200" dirty="0">
                <a:solidFill>
                  <a:schemeClr val="tx1"/>
                </a:solidFill>
                <a:effectLst/>
                <a:latin typeface="+mn-lt"/>
                <a:ea typeface="+mn-ea"/>
                <a:cs typeface="+mn-cs"/>
              </a:rPr>
              <a:t>: </a:t>
            </a:r>
            <a:r>
              <a:rPr lang="th-TH" sz="1200" kern="1200" dirty="0">
                <a:solidFill>
                  <a:schemeClr val="tx1"/>
                </a:solidFill>
                <a:effectLst/>
                <a:latin typeface="+mn-lt"/>
                <a:ea typeface="+mn-ea"/>
                <a:cs typeface="+mn-cs"/>
              </a:rPr>
              <a:t>ส่งออกข้อมูลจาก </a:t>
            </a:r>
            <a:r>
              <a:rPr lang="en-US" sz="1050" kern="1200" dirty="0">
                <a:solidFill>
                  <a:schemeClr val="tx1"/>
                </a:solidFill>
                <a:effectLst/>
                <a:latin typeface="+mn-lt"/>
                <a:ea typeface="+mn-ea"/>
                <a:cs typeface="+mn-cs"/>
              </a:rPr>
              <a:t>SQL Server </a:t>
            </a:r>
            <a:r>
              <a:rPr lang="th-TH" sz="1200" kern="1200" dirty="0">
                <a:solidFill>
                  <a:schemeClr val="tx1"/>
                </a:solidFill>
                <a:effectLst/>
                <a:latin typeface="+mn-lt"/>
                <a:ea typeface="+mn-ea"/>
                <a:cs typeface="+mn-cs"/>
              </a:rPr>
              <a:t>ออกมาเป็นไฟล์ </a:t>
            </a:r>
            <a:r>
              <a:rPr lang="en-US" sz="1050" kern="1200" dirty="0">
                <a:solidFill>
                  <a:schemeClr val="tx1"/>
                </a:solidFill>
                <a:effectLst/>
                <a:latin typeface="+mn-lt"/>
                <a:ea typeface="+mn-ea"/>
                <a:cs typeface="+mn-cs"/>
              </a:rPr>
              <a:t>CSV </a:t>
            </a:r>
            <a:r>
              <a:rPr lang="th-TH" sz="1200" kern="1200" dirty="0">
                <a:solidFill>
                  <a:schemeClr val="tx1"/>
                </a:solidFill>
                <a:effectLst/>
                <a:latin typeface="+mn-lt"/>
                <a:ea typeface="+mn-ea"/>
                <a:cs typeface="+mn-cs"/>
              </a:rPr>
              <a:t>ด้วย</a:t>
            </a:r>
            <a:r>
              <a:rPr lang="en-US" sz="1050" kern="1200" dirty="0">
                <a:solidFill>
                  <a:schemeClr val="tx1"/>
                </a:solidFill>
                <a:effectLst/>
                <a:latin typeface="+mn-lt"/>
                <a:ea typeface="+mn-ea"/>
                <a:cs typeface="+mn-cs"/>
              </a:rPr>
              <a:t> </a:t>
            </a:r>
            <a:r>
              <a:rPr lang="en-US" sz="1050" kern="1200" dirty="0" err="1">
                <a:solidFill>
                  <a:schemeClr val="tx1"/>
                </a:solidFill>
                <a:effectLst/>
                <a:latin typeface="+mn-lt"/>
                <a:ea typeface="+mn-ea"/>
                <a:cs typeface="+mn-cs"/>
              </a:rPr>
              <a:t>bcp</a:t>
            </a:r>
            <a:r>
              <a:rPr lang="en-US" sz="1050" kern="1200" dirty="0">
                <a:solidFill>
                  <a:schemeClr val="tx1"/>
                </a:solidFill>
                <a:effectLst/>
                <a:latin typeface="+mn-lt"/>
                <a:ea typeface="+mn-ea"/>
                <a:cs typeface="+mn-cs"/>
              </a:rPr>
              <a:t> </a:t>
            </a:r>
            <a:r>
              <a:rPr lang="th-TH" sz="1200" kern="1200" dirty="0">
                <a:solidFill>
                  <a:schemeClr val="tx1"/>
                </a:solidFill>
                <a:effectLst/>
                <a:latin typeface="+mn-lt"/>
                <a:ea typeface="+mn-ea"/>
                <a:cs typeface="+mn-cs"/>
              </a:rPr>
              <a:t>แล้วนำเข้า (</a:t>
            </a:r>
            <a:r>
              <a:rPr lang="en-US" sz="1050" kern="1200" dirty="0">
                <a:solidFill>
                  <a:schemeClr val="tx1"/>
                </a:solidFill>
                <a:effectLst/>
                <a:latin typeface="+mn-lt"/>
                <a:ea typeface="+mn-ea"/>
                <a:cs typeface="+mn-cs"/>
              </a:rPr>
              <a:t>Import) </a:t>
            </a:r>
            <a:r>
              <a:rPr lang="th-TH" sz="1200" kern="1200" dirty="0">
                <a:solidFill>
                  <a:schemeClr val="tx1"/>
                </a:solidFill>
                <a:effectLst/>
                <a:latin typeface="+mn-lt"/>
                <a:ea typeface="+mn-ea"/>
                <a:cs typeface="+mn-cs"/>
              </a:rPr>
              <a:t>เข้าไปใน </a:t>
            </a:r>
            <a:r>
              <a:rPr lang="en-US" sz="1050" kern="1200" dirty="0">
                <a:solidFill>
                  <a:schemeClr val="tx1"/>
                </a:solidFill>
                <a:effectLst/>
                <a:latin typeface="+mn-lt"/>
                <a:ea typeface="+mn-ea"/>
                <a:cs typeface="+mn-cs"/>
              </a:rPr>
              <a:t>Azure PostgreSQL </a:t>
            </a:r>
            <a:r>
              <a:rPr lang="th-TH" sz="1200" kern="1200" dirty="0">
                <a:solidFill>
                  <a:schemeClr val="tx1"/>
                </a:solidFill>
                <a:effectLst/>
                <a:latin typeface="+mn-lt"/>
                <a:ea typeface="+mn-ea"/>
                <a:cs typeface="+mn-cs"/>
              </a:rPr>
              <a:t>ผ่านคำสั่ง</a:t>
            </a:r>
            <a:r>
              <a:rPr lang="en-US" sz="1050" kern="1200" dirty="0">
                <a:solidFill>
                  <a:schemeClr val="tx1"/>
                </a:solidFill>
                <a:effectLst/>
                <a:latin typeface="+mn-lt"/>
                <a:ea typeface="+mn-ea"/>
                <a:cs typeface="+mn-cs"/>
              </a:rPr>
              <a:t> COPY </a:t>
            </a:r>
            <a:r>
              <a:rPr lang="th-TH" sz="1200" kern="1200" dirty="0">
                <a:solidFill>
                  <a:schemeClr val="tx1"/>
                </a:solidFill>
                <a:effectLst/>
                <a:latin typeface="+mn-lt"/>
                <a:ea typeface="+mn-ea"/>
                <a:cs typeface="+mn-cs"/>
              </a:rPr>
              <a:t>เหมาะกับฐานข้อมูลขนาดใหญ่ที่ต้องการควบคุมขั้นตอน</a:t>
            </a:r>
            <a:endParaRPr lang="en-US" sz="105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Custom Scripts / ETL Tools</a:t>
            </a:r>
            <a:r>
              <a:rPr lang="en-US" sz="1200" kern="1200" dirty="0">
                <a:solidFill>
                  <a:schemeClr val="tx1"/>
                </a:solidFill>
                <a:effectLst/>
                <a:latin typeface="+mn-lt"/>
                <a:ea typeface="+mn-ea"/>
                <a:cs typeface="+mn-cs"/>
              </a:rPr>
              <a:t>: </a:t>
            </a:r>
            <a:r>
              <a:rPr lang="th-TH" sz="1600" kern="1200" dirty="0">
                <a:solidFill>
                  <a:schemeClr val="tx1"/>
                </a:solidFill>
                <a:effectLst/>
                <a:latin typeface="+mn-lt"/>
                <a:ea typeface="+mn-ea"/>
                <a:cs typeface="+mn-cs"/>
              </a:rPr>
              <a:t>ใช้เครื่องมืออย่าง </a:t>
            </a:r>
            <a:r>
              <a:rPr lang="en-US" sz="1200" kern="1200" dirty="0">
                <a:solidFill>
                  <a:schemeClr val="tx1"/>
                </a:solidFill>
                <a:effectLst/>
                <a:latin typeface="+mn-lt"/>
                <a:ea typeface="+mn-ea"/>
                <a:cs typeface="+mn-cs"/>
              </a:rPr>
              <a:t>Python (Pandas), Pentaho Data Integrator </a:t>
            </a:r>
            <a:r>
              <a:rPr lang="th-TH" sz="1600" kern="1200" dirty="0">
                <a:solidFill>
                  <a:schemeClr val="tx1"/>
                </a:solidFill>
                <a:effectLst/>
                <a:latin typeface="+mn-lt"/>
                <a:ea typeface="+mn-ea"/>
                <a:cs typeface="+mn-cs"/>
              </a:rPr>
              <a:t>หรือเครื่องมือ </a:t>
            </a:r>
            <a:r>
              <a:rPr lang="en-US" sz="1200" kern="1200" dirty="0">
                <a:solidFill>
                  <a:schemeClr val="tx1"/>
                </a:solidFill>
                <a:effectLst/>
                <a:latin typeface="+mn-lt"/>
                <a:ea typeface="+mn-ea"/>
                <a:cs typeface="+mn-cs"/>
              </a:rPr>
              <a:t>ETL </a:t>
            </a:r>
            <a:r>
              <a:rPr lang="th-TH" sz="1600" kern="1200" dirty="0">
                <a:solidFill>
                  <a:schemeClr val="tx1"/>
                </a:solidFill>
                <a:effectLst/>
                <a:latin typeface="+mn-lt"/>
                <a:ea typeface="+mn-ea"/>
                <a:cs typeface="+mn-cs"/>
              </a:rPr>
              <a:t>อื่นๆ ช่วยถ่ายโอนข้อมูล</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r>
              <a:rPr lang="en-US" sz="1050" b="1" kern="1200" dirty="0">
                <a:solidFill>
                  <a:schemeClr val="tx1"/>
                </a:solidFill>
                <a:effectLst/>
                <a:latin typeface="+mn-lt"/>
                <a:ea typeface="+mn-ea"/>
                <a:cs typeface="+mn-cs"/>
              </a:rPr>
              <a:t>3. </a:t>
            </a:r>
            <a:r>
              <a:rPr lang="th-TH" sz="1200" b="1" kern="1200" dirty="0">
                <a:solidFill>
                  <a:schemeClr val="tx1"/>
                </a:solidFill>
                <a:effectLst/>
                <a:latin typeface="+mn-lt"/>
                <a:ea typeface="+mn-ea"/>
                <a:cs typeface="+mn-cs"/>
              </a:rPr>
              <a:t>จุดที่ต้องระวังเป็นพิเศษ (</a:t>
            </a:r>
            <a:r>
              <a:rPr lang="en-US" sz="1050" b="1" kern="1200" dirty="0">
                <a:solidFill>
                  <a:schemeClr val="tx1"/>
                </a:solidFill>
                <a:effectLst/>
                <a:latin typeface="+mn-lt"/>
                <a:ea typeface="+mn-ea"/>
                <a:cs typeface="+mn-cs"/>
              </a:rPr>
              <a:t>Key Differences)</a:t>
            </a:r>
            <a:endParaRPr lang="en-US" sz="105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Data Types</a:t>
            </a:r>
            <a:r>
              <a:rPr lang="en-US" sz="1200" kern="1200" dirty="0">
                <a:solidFill>
                  <a:schemeClr val="tx1"/>
                </a:solidFill>
                <a:effectLst/>
                <a:latin typeface="+mn-lt"/>
                <a:ea typeface="+mn-ea"/>
                <a:cs typeface="+mn-cs"/>
              </a:rPr>
              <a:t>:</a:t>
            </a:r>
          </a:p>
          <a:p>
            <a:pPr lvl="1"/>
            <a:r>
              <a:rPr lang="en-US" sz="1200" kern="1200" dirty="0">
                <a:solidFill>
                  <a:schemeClr val="tx1"/>
                </a:solidFill>
                <a:effectLst/>
                <a:latin typeface="+mn-lt"/>
                <a:ea typeface="+mn-ea"/>
                <a:cs typeface="+mn-cs"/>
              </a:rPr>
              <a:t>NVARCHAR / VARCHAR(MAX) -&gt; </a:t>
            </a:r>
            <a:r>
              <a:rPr lang="th-TH" sz="1600" kern="1200" dirty="0">
                <a:solidFill>
                  <a:schemeClr val="tx1"/>
                </a:solidFill>
                <a:effectLst/>
                <a:latin typeface="+mn-lt"/>
                <a:ea typeface="+mn-ea"/>
                <a:cs typeface="+mn-cs"/>
              </a:rPr>
              <a:t>แปลงเป็น</a:t>
            </a:r>
            <a:r>
              <a:rPr lang="en-US" sz="1200" kern="1200" dirty="0">
                <a:solidFill>
                  <a:schemeClr val="tx1"/>
                </a:solidFill>
                <a:effectLst/>
                <a:latin typeface="+mn-lt"/>
                <a:ea typeface="+mn-ea"/>
                <a:cs typeface="+mn-cs"/>
              </a:rPr>
              <a:t> TEXT </a:t>
            </a:r>
            <a:r>
              <a:rPr lang="th-TH" sz="1600" kern="1200" dirty="0">
                <a:solidFill>
                  <a:schemeClr val="tx1"/>
                </a:solidFill>
                <a:effectLst/>
                <a:latin typeface="+mn-lt"/>
                <a:ea typeface="+mn-ea"/>
                <a:cs typeface="+mn-cs"/>
              </a:rPr>
              <a:t>หรือ</a:t>
            </a:r>
            <a:r>
              <a:rPr lang="en-US" sz="1200" kern="1200" dirty="0">
                <a:solidFill>
                  <a:schemeClr val="tx1"/>
                </a:solidFill>
                <a:effectLst/>
                <a:latin typeface="+mn-lt"/>
                <a:ea typeface="+mn-ea"/>
                <a:cs typeface="+mn-cs"/>
              </a:rPr>
              <a:t> VARCHAR</a:t>
            </a:r>
          </a:p>
          <a:p>
            <a:pPr lvl="1"/>
            <a:r>
              <a:rPr lang="en-US" sz="1200" kern="1200" dirty="0">
                <a:solidFill>
                  <a:schemeClr val="tx1"/>
                </a:solidFill>
                <a:effectLst/>
                <a:latin typeface="+mn-lt"/>
                <a:ea typeface="+mn-ea"/>
                <a:cs typeface="+mn-cs"/>
              </a:rPr>
              <a:t>DATETIME -&gt; </a:t>
            </a:r>
            <a:r>
              <a:rPr lang="th-TH" sz="1600" kern="1200" dirty="0">
                <a:solidFill>
                  <a:schemeClr val="tx1"/>
                </a:solidFill>
                <a:effectLst/>
                <a:latin typeface="+mn-lt"/>
                <a:ea typeface="+mn-ea"/>
                <a:cs typeface="+mn-cs"/>
              </a:rPr>
              <a:t>แปลงเป็น</a:t>
            </a:r>
            <a:r>
              <a:rPr lang="en-US" sz="1200" kern="1200" dirty="0">
                <a:solidFill>
                  <a:schemeClr val="tx1"/>
                </a:solidFill>
                <a:effectLst/>
                <a:latin typeface="+mn-lt"/>
                <a:ea typeface="+mn-ea"/>
                <a:cs typeface="+mn-cs"/>
              </a:rPr>
              <a:t> TIMESTAMP </a:t>
            </a:r>
            <a:r>
              <a:rPr lang="th-TH" sz="1600" kern="1200" dirty="0">
                <a:solidFill>
                  <a:schemeClr val="tx1"/>
                </a:solidFill>
                <a:effectLst/>
                <a:latin typeface="+mn-lt"/>
                <a:ea typeface="+mn-ea"/>
                <a:cs typeface="+mn-cs"/>
              </a:rPr>
              <a:t>หรือ</a:t>
            </a:r>
            <a:r>
              <a:rPr lang="en-US" sz="1200" kern="1200" dirty="0">
                <a:solidFill>
                  <a:schemeClr val="tx1"/>
                </a:solidFill>
                <a:effectLst/>
                <a:latin typeface="+mn-lt"/>
                <a:ea typeface="+mn-ea"/>
                <a:cs typeface="+mn-cs"/>
              </a:rPr>
              <a:t> TIMESTAMPTZ</a:t>
            </a:r>
          </a:p>
          <a:p>
            <a:pPr lvl="1"/>
            <a:r>
              <a:rPr lang="en-US" sz="1200" kern="1200" dirty="0">
                <a:solidFill>
                  <a:schemeClr val="tx1"/>
                </a:solidFill>
                <a:effectLst/>
                <a:latin typeface="+mn-lt"/>
                <a:ea typeface="+mn-ea"/>
                <a:cs typeface="+mn-cs"/>
              </a:rPr>
              <a:t>BIT -&gt; </a:t>
            </a:r>
            <a:r>
              <a:rPr lang="th-TH" sz="1600" kern="1200" dirty="0">
                <a:solidFill>
                  <a:schemeClr val="tx1"/>
                </a:solidFill>
                <a:effectLst/>
                <a:latin typeface="+mn-lt"/>
                <a:ea typeface="+mn-ea"/>
                <a:cs typeface="+mn-cs"/>
              </a:rPr>
              <a:t>แปลงเป็น</a:t>
            </a:r>
            <a:r>
              <a:rPr lang="en-US" sz="1200" kern="1200" dirty="0">
                <a:solidFill>
                  <a:schemeClr val="tx1"/>
                </a:solidFill>
                <a:effectLst/>
                <a:latin typeface="+mn-lt"/>
                <a:ea typeface="+mn-ea"/>
                <a:cs typeface="+mn-cs"/>
              </a:rPr>
              <a:t> BOOLEAN</a:t>
            </a:r>
          </a:p>
          <a:p>
            <a:pPr lvl="1"/>
            <a:r>
              <a:rPr lang="en-US" sz="1200" kern="1200" dirty="0">
                <a:solidFill>
                  <a:schemeClr val="tx1"/>
                </a:solidFill>
                <a:effectLst/>
                <a:latin typeface="+mn-lt"/>
                <a:ea typeface="+mn-ea"/>
                <a:cs typeface="+mn-cs"/>
              </a:rPr>
              <a:t>MONEY -&gt; </a:t>
            </a:r>
            <a:r>
              <a:rPr lang="th-TH" sz="1600" kern="1200" dirty="0">
                <a:solidFill>
                  <a:schemeClr val="tx1"/>
                </a:solidFill>
                <a:effectLst/>
                <a:latin typeface="+mn-lt"/>
                <a:ea typeface="+mn-ea"/>
                <a:cs typeface="+mn-cs"/>
              </a:rPr>
              <a:t>แปลงเป็น</a:t>
            </a:r>
            <a:r>
              <a:rPr lang="en-US" sz="1200" kern="1200" dirty="0">
                <a:solidFill>
                  <a:schemeClr val="tx1"/>
                </a:solidFill>
                <a:effectLst/>
                <a:latin typeface="+mn-lt"/>
                <a:ea typeface="+mn-ea"/>
                <a:cs typeface="+mn-cs"/>
              </a:rPr>
              <a:t> NUMERIC(19,4)</a:t>
            </a:r>
          </a:p>
          <a:p>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Case Sensitivity</a:t>
            </a:r>
            <a:r>
              <a:rPr lang="en-US" sz="1200" kern="1200" dirty="0">
                <a:solidFill>
                  <a:schemeClr val="tx1"/>
                </a:solidFill>
                <a:effectLst/>
                <a:latin typeface="+mn-lt"/>
                <a:ea typeface="+mn-ea"/>
                <a:cs typeface="+mn-cs"/>
              </a:rPr>
              <a:t>: SQL Server </a:t>
            </a:r>
            <a:r>
              <a:rPr lang="th-TH" sz="1200" kern="1200" dirty="0">
                <a:solidFill>
                  <a:schemeClr val="tx1"/>
                </a:solidFill>
                <a:effectLst/>
                <a:latin typeface="+mn-lt"/>
                <a:ea typeface="+mn-ea"/>
                <a:cs typeface="+mn-cs"/>
              </a:rPr>
              <a:t>ปกติไม่ค่อยสนใจตัวพิมพ์เล็ก-ใหญ่ (</a:t>
            </a:r>
            <a:r>
              <a:rPr lang="en-US" sz="1200" kern="1200" dirty="0">
                <a:solidFill>
                  <a:schemeClr val="tx1"/>
                </a:solidFill>
                <a:effectLst/>
                <a:latin typeface="+mn-lt"/>
                <a:ea typeface="+mn-ea"/>
                <a:cs typeface="+mn-cs"/>
              </a:rPr>
              <a:t>Case-insensitive) </a:t>
            </a:r>
            <a:r>
              <a:rPr lang="th-TH" sz="1200" kern="1200" dirty="0">
                <a:solidFill>
                  <a:schemeClr val="tx1"/>
                </a:solidFill>
                <a:effectLst/>
                <a:latin typeface="+mn-lt"/>
                <a:ea typeface="+mn-ea"/>
                <a:cs typeface="+mn-cs"/>
              </a:rPr>
              <a:t>ตาม </a:t>
            </a:r>
            <a:r>
              <a:rPr lang="en-US" sz="1200" kern="1200" dirty="0">
                <a:solidFill>
                  <a:schemeClr val="tx1"/>
                </a:solidFill>
                <a:effectLst/>
                <a:latin typeface="+mn-lt"/>
                <a:ea typeface="+mn-ea"/>
                <a:cs typeface="+mn-cs"/>
              </a:rPr>
              <a:t>Collation </a:t>
            </a:r>
            <a:r>
              <a:rPr lang="th-TH" sz="1200" kern="1200" dirty="0">
                <a:solidFill>
                  <a:schemeClr val="tx1"/>
                </a:solidFill>
                <a:effectLst/>
                <a:latin typeface="+mn-lt"/>
                <a:ea typeface="+mn-ea"/>
                <a:cs typeface="+mn-cs"/>
              </a:rPr>
              <a:t>เริ่มต้น แต่ </a:t>
            </a:r>
            <a:r>
              <a:rPr lang="en-US" sz="1200" kern="1200" dirty="0">
                <a:solidFill>
                  <a:schemeClr val="tx1"/>
                </a:solidFill>
                <a:effectLst/>
                <a:latin typeface="+mn-lt"/>
                <a:ea typeface="+mn-ea"/>
                <a:cs typeface="+mn-cs"/>
              </a:rPr>
              <a:t>PostgreSQL </a:t>
            </a:r>
            <a:r>
              <a:rPr lang="th-TH" sz="1200" b="1" kern="1200" dirty="0">
                <a:solidFill>
                  <a:schemeClr val="tx1"/>
                </a:solidFill>
                <a:effectLst/>
                <a:latin typeface="+mn-lt"/>
                <a:ea typeface="+mn-ea"/>
                <a:cs typeface="+mn-cs"/>
              </a:rPr>
              <a:t>สนใจตัวพิมพ์เล็ก-ใหญ่ (</a:t>
            </a:r>
            <a:r>
              <a:rPr lang="en-US" sz="1200" b="1" kern="1200" dirty="0">
                <a:solidFill>
                  <a:schemeClr val="tx1"/>
                </a:solidFill>
                <a:effectLst/>
                <a:latin typeface="+mn-lt"/>
                <a:ea typeface="+mn-ea"/>
                <a:cs typeface="+mn-cs"/>
              </a:rPr>
              <a:t>Case-sensitive)</a:t>
            </a:r>
            <a:r>
              <a:rPr lang="en-US" sz="1200" kern="1200" dirty="0">
                <a:solidFill>
                  <a:schemeClr val="tx1"/>
                </a:solidFill>
                <a:effectLst/>
                <a:latin typeface="+mn-lt"/>
                <a:ea typeface="+mn-ea"/>
                <a:cs typeface="+mn-cs"/>
              </a:rPr>
              <a:t> </a:t>
            </a:r>
            <a:r>
              <a:rPr lang="th-TH" sz="1200" kern="1200" dirty="0">
                <a:solidFill>
                  <a:schemeClr val="tx1"/>
                </a:solidFill>
                <a:effectLst/>
                <a:latin typeface="+mn-lt"/>
                <a:ea typeface="+mn-ea"/>
                <a:cs typeface="+mn-cs"/>
              </a:rPr>
              <a:t>เต็มรูปแบบ ต้องตรวจสอบโค้ด </a:t>
            </a:r>
            <a:r>
              <a:rPr lang="en-US" sz="1200" kern="1200" dirty="0">
                <a:solidFill>
                  <a:schemeClr val="tx1"/>
                </a:solidFill>
                <a:effectLst/>
                <a:latin typeface="+mn-lt"/>
                <a:ea typeface="+mn-ea"/>
                <a:cs typeface="+mn-cs"/>
              </a:rPr>
              <a:t>Query </a:t>
            </a:r>
            <a:r>
              <a:rPr lang="th-TH" sz="1200" kern="1200" dirty="0">
                <a:solidFill>
                  <a:schemeClr val="tx1"/>
                </a:solidFill>
                <a:effectLst/>
                <a:latin typeface="+mn-lt"/>
                <a:ea typeface="+mn-ea"/>
                <a:cs typeface="+mn-cs"/>
              </a:rPr>
              <a:t>ในแอปพลิเคชัน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Object Names &amp; Syntax: </a:t>
            </a:r>
          </a:p>
          <a:p>
            <a:pPr lvl="1"/>
            <a:r>
              <a:rPr lang="th-TH" sz="1200" b="1" kern="1200" dirty="0">
                <a:solidFill>
                  <a:schemeClr val="tx1"/>
                </a:solidFill>
                <a:effectLst/>
                <a:latin typeface="+mn-lt"/>
                <a:ea typeface="+mn-ea"/>
                <a:cs typeface="+mn-cs"/>
              </a:rPr>
              <a:t>ตัดเครื่องหมายวงเล็บเหลี่ยม </a:t>
            </a:r>
            <a:r>
              <a:rPr lang="en-US" sz="1050" b="1" kern="1200" dirty="0">
                <a:solidFill>
                  <a:schemeClr val="tx1"/>
                </a:solidFill>
                <a:effectLst/>
                <a:latin typeface="+mn-lt"/>
                <a:ea typeface="+mn-ea"/>
                <a:cs typeface="+mn-cs"/>
              </a:rPr>
              <a:t>[...]</a:t>
            </a:r>
            <a:r>
              <a:rPr lang="en-US" sz="1200" b="1" kern="1200" dirty="0">
                <a:solidFill>
                  <a:schemeClr val="tx1"/>
                </a:solidFill>
                <a:effectLst/>
                <a:latin typeface="+mn-lt"/>
                <a:ea typeface="+mn-ea"/>
                <a:cs typeface="+mn-cs"/>
              </a:rPr>
              <a:t> </a:t>
            </a:r>
            <a:r>
              <a:rPr lang="th-TH" sz="1200" b="1" kern="1200" dirty="0">
                <a:solidFill>
                  <a:schemeClr val="tx1"/>
                </a:solidFill>
                <a:effectLst/>
                <a:latin typeface="+mn-lt"/>
                <a:ea typeface="+mn-ea"/>
                <a:cs typeface="+mn-cs"/>
              </a:rPr>
              <a:t>ออก</a:t>
            </a:r>
            <a:endParaRPr lang="en-US" sz="1200" b="1" kern="1200" dirty="0">
              <a:solidFill>
                <a:schemeClr val="tx1"/>
              </a:solidFill>
              <a:effectLst/>
              <a:latin typeface="+mn-lt"/>
              <a:ea typeface="+mn-ea"/>
              <a:cs typeface="+mn-cs"/>
            </a:endParaRPr>
          </a:p>
          <a:p>
            <a:pPr lvl="1"/>
            <a:r>
              <a:rPr lang="th-TH" sz="1200" b="1" kern="1200" dirty="0">
                <a:solidFill>
                  <a:schemeClr val="tx1"/>
                </a:solidFill>
                <a:effectLst/>
                <a:latin typeface="+mn-lt"/>
                <a:ea typeface="+mn-ea"/>
                <a:cs typeface="+mn-cs"/>
              </a:rPr>
              <a:t>ตัดคำนำหน้า </a:t>
            </a:r>
            <a:r>
              <a:rPr lang="en-US" sz="1200" b="1" kern="1200" dirty="0">
                <a:solidFill>
                  <a:schemeClr val="tx1"/>
                </a:solidFill>
                <a:effectLst/>
                <a:latin typeface="+mn-lt"/>
                <a:ea typeface="+mn-ea"/>
                <a:cs typeface="+mn-cs"/>
              </a:rPr>
              <a:t>Object </a:t>
            </a:r>
            <a:r>
              <a:rPr lang="th-TH" sz="1200" b="1" kern="1200" dirty="0">
                <a:solidFill>
                  <a:schemeClr val="tx1"/>
                </a:solidFill>
                <a:effectLst/>
                <a:latin typeface="+mn-lt"/>
                <a:ea typeface="+mn-ea"/>
                <a:cs typeface="+mn-cs"/>
              </a:rPr>
              <a:t>เช่น </a:t>
            </a:r>
            <a:r>
              <a:rPr lang="en-US" sz="1050" b="1" kern="1200" dirty="0" err="1">
                <a:solidFill>
                  <a:schemeClr val="tx1"/>
                </a:solidFill>
                <a:effectLst/>
                <a:latin typeface="+mn-lt"/>
                <a:ea typeface="+mn-ea"/>
                <a:cs typeface="+mn-cs"/>
              </a:rPr>
              <a:t>dbo</a:t>
            </a:r>
            <a:r>
              <a:rPr lang="en-US" sz="1050" b="1" kern="1200" dirty="0">
                <a:solidFill>
                  <a:schemeClr val="tx1"/>
                </a:solidFill>
                <a:effectLst/>
                <a:latin typeface="+mn-lt"/>
                <a:ea typeface="+mn-ea"/>
                <a:cs typeface="+mn-cs"/>
              </a:rPr>
              <a:t>.</a:t>
            </a:r>
            <a:r>
              <a:rPr lang="en-US" sz="1200" b="1" kern="1200" dirty="0">
                <a:solidFill>
                  <a:schemeClr val="tx1"/>
                </a:solidFill>
                <a:effectLst/>
                <a:latin typeface="+mn-lt"/>
                <a:ea typeface="+mn-ea"/>
                <a:cs typeface="+mn-cs"/>
              </a:rPr>
              <a:t> </a:t>
            </a:r>
            <a:r>
              <a:rPr lang="th-TH" sz="1200" b="1" kern="1200" dirty="0">
                <a:solidFill>
                  <a:schemeClr val="tx1"/>
                </a:solidFill>
                <a:effectLst/>
                <a:latin typeface="+mn-lt"/>
                <a:ea typeface="+mn-ea"/>
                <a:cs typeface="+mn-cs"/>
              </a:rPr>
              <a:t>ออก</a:t>
            </a:r>
            <a:endParaRPr lang="en-US" sz="1200" b="1" kern="1200" dirty="0">
              <a:solidFill>
                <a:schemeClr val="tx1"/>
              </a:solidFill>
              <a:effectLst/>
              <a:latin typeface="+mn-lt"/>
              <a:ea typeface="+mn-ea"/>
              <a:cs typeface="+mn-cs"/>
            </a:endParaRPr>
          </a:p>
          <a:p>
            <a:pPr lvl="1"/>
            <a:r>
              <a:rPr lang="th-TH" sz="1200" b="1" kern="1200" dirty="0">
                <a:solidFill>
                  <a:schemeClr val="tx1"/>
                </a:solidFill>
                <a:effectLst/>
                <a:latin typeface="+mn-lt"/>
                <a:ea typeface="+mn-ea"/>
                <a:cs typeface="+mn-cs"/>
              </a:rPr>
              <a:t>เปลี่ยนคำสั่ง </a:t>
            </a:r>
            <a:r>
              <a:rPr lang="en-US" sz="1200" b="1" kern="1200" dirty="0">
                <a:solidFill>
                  <a:schemeClr val="tx1"/>
                </a:solidFill>
                <a:effectLst/>
                <a:latin typeface="+mn-lt"/>
                <a:ea typeface="+mn-ea"/>
                <a:cs typeface="+mn-cs"/>
              </a:rPr>
              <a:t>Batch Terminator </a:t>
            </a:r>
            <a:r>
              <a:rPr lang="th-TH" sz="1200" b="1" kern="1200" dirty="0">
                <a:solidFill>
                  <a:schemeClr val="tx1"/>
                </a:solidFill>
                <a:effectLst/>
                <a:latin typeface="+mn-lt"/>
                <a:ea typeface="+mn-ea"/>
                <a:cs typeface="+mn-cs"/>
              </a:rPr>
              <a:t>จาก </a:t>
            </a:r>
            <a:r>
              <a:rPr lang="en-US" sz="1050" b="1" kern="1200" dirty="0">
                <a:solidFill>
                  <a:schemeClr val="tx1"/>
                </a:solidFill>
                <a:effectLst/>
                <a:latin typeface="+mn-lt"/>
                <a:ea typeface="+mn-ea"/>
                <a:cs typeface="+mn-cs"/>
              </a:rPr>
              <a:t>GO</a:t>
            </a:r>
            <a:r>
              <a:rPr lang="en-US" sz="1200" b="1" kern="1200" dirty="0">
                <a:solidFill>
                  <a:schemeClr val="tx1"/>
                </a:solidFill>
                <a:effectLst/>
                <a:latin typeface="+mn-lt"/>
                <a:ea typeface="+mn-ea"/>
                <a:cs typeface="+mn-cs"/>
              </a:rPr>
              <a:t> </a:t>
            </a:r>
            <a:r>
              <a:rPr lang="th-TH" sz="1200" b="1" kern="1200" dirty="0">
                <a:solidFill>
                  <a:schemeClr val="tx1"/>
                </a:solidFill>
                <a:effectLst/>
                <a:latin typeface="+mn-lt"/>
                <a:ea typeface="+mn-ea"/>
                <a:cs typeface="+mn-cs"/>
              </a:rPr>
              <a:t>เป็น </a:t>
            </a:r>
            <a:r>
              <a:rPr lang="en-US" sz="1050" b="1" kern="1200" dirty="0">
                <a:solidFill>
                  <a:schemeClr val="tx1"/>
                </a:solidFill>
                <a:effectLst/>
                <a:latin typeface="+mn-lt"/>
                <a:ea typeface="+mn-ea"/>
                <a:cs typeface="+mn-cs"/>
              </a:rPr>
              <a:t>;</a:t>
            </a:r>
            <a:r>
              <a:rPr lang="en-US" sz="1200" b="1" kern="1200" dirty="0">
                <a:solidFill>
                  <a:schemeClr val="tx1"/>
                </a:solidFill>
                <a:effectLst/>
                <a:latin typeface="+mn-lt"/>
                <a:ea typeface="+mn-ea"/>
                <a:cs typeface="+mn-cs"/>
              </a:rPr>
              <a:t> </a:t>
            </a:r>
          </a:p>
          <a:p>
            <a:pPr lvl="1"/>
            <a:r>
              <a:rPr lang="en-US" sz="1200" b="1"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Stored Procedures &amp; Triggers: </a:t>
            </a:r>
            <a:r>
              <a:rPr lang="th-TH" sz="1200" b="1" kern="1200" dirty="0">
                <a:solidFill>
                  <a:schemeClr val="tx1"/>
                </a:solidFill>
                <a:effectLst/>
                <a:latin typeface="+mn-lt"/>
                <a:ea typeface="+mn-ea"/>
                <a:cs typeface="+mn-cs"/>
              </a:rPr>
              <a:t>โค้ด </a:t>
            </a:r>
            <a:r>
              <a:rPr lang="en-US" sz="1200" b="1" kern="1200" dirty="0">
                <a:solidFill>
                  <a:schemeClr val="tx1"/>
                </a:solidFill>
                <a:effectLst/>
                <a:latin typeface="+mn-lt"/>
                <a:ea typeface="+mn-ea"/>
                <a:cs typeface="+mn-cs"/>
              </a:rPr>
              <a:t>T-SQL </a:t>
            </a:r>
            <a:r>
              <a:rPr lang="th-TH" sz="1200" b="1" kern="1200" dirty="0">
                <a:solidFill>
                  <a:schemeClr val="tx1"/>
                </a:solidFill>
                <a:effectLst/>
                <a:latin typeface="+mn-lt"/>
                <a:ea typeface="+mn-ea"/>
                <a:cs typeface="+mn-cs"/>
              </a:rPr>
              <a:t>ใน </a:t>
            </a:r>
            <a:r>
              <a:rPr lang="en-US" sz="1200" b="1" kern="1200" dirty="0">
                <a:solidFill>
                  <a:schemeClr val="tx1"/>
                </a:solidFill>
                <a:effectLst/>
                <a:latin typeface="+mn-lt"/>
                <a:ea typeface="+mn-ea"/>
                <a:cs typeface="+mn-cs"/>
              </a:rPr>
              <a:t>Stored Procedure, Function </a:t>
            </a:r>
            <a:r>
              <a:rPr lang="th-TH" sz="1200" b="1" kern="1200" dirty="0">
                <a:solidFill>
                  <a:schemeClr val="tx1"/>
                </a:solidFill>
                <a:effectLst/>
                <a:latin typeface="+mn-lt"/>
                <a:ea typeface="+mn-ea"/>
                <a:cs typeface="+mn-cs"/>
              </a:rPr>
              <a:t>และ </a:t>
            </a:r>
            <a:r>
              <a:rPr lang="en-US" sz="1200" b="1" kern="1200" dirty="0">
                <a:solidFill>
                  <a:schemeClr val="tx1"/>
                </a:solidFill>
                <a:effectLst/>
                <a:latin typeface="+mn-lt"/>
                <a:ea typeface="+mn-ea"/>
                <a:cs typeface="+mn-cs"/>
              </a:rPr>
              <a:t>Trigger </a:t>
            </a:r>
            <a:r>
              <a:rPr lang="th-TH" sz="1200" b="1" kern="1200" dirty="0">
                <a:solidFill>
                  <a:schemeClr val="tx1"/>
                </a:solidFill>
                <a:effectLst/>
                <a:latin typeface="+mn-lt"/>
                <a:ea typeface="+mn-ea"/>
                <a:cs typeface="+mn-cs"/>
              </a:rPr>
              <a:t>ไม่สามารถ </a:t>
            </a:r>
            <a:r>
              <a:rPr lang="en-US" sz="1200" b="1" kern="1200" dirty="0">
                <a:solidFill>
                  <a:schemeClr val="tx1"/>
                </a:solidFill>
                <a:effectLst/>
                <a:latin typeface="+mn-lt"/>
                <a:ea typeface="+mn-ea"/>
                <a:cs typeface="+mn-cs"/>
              </a:rPr>
              <a:t>Copy </a:t>
            </a:r>
            <a:r>
              <a:rPr lang="th-TH" sz="1200" b="1" kern="1200" dirty="0">
                <a:solidFill>
                  <a:schemeClr val="tx1"/>
                </a:solidFill>
                <a:effectLst/>
                <a:latin typeface="+mn-lt"/>
                <a:ea typeface="+mn-ea"/>
                <a:cs typeface="+mn-cs"/>
              </a:rPr>
              <a:t>ไปใช้ตรงๆ ได้ ต้องเขียนใหม่เป็น </a:t>
            </a:r>
            <a:r>
              <a:rPr lang="en-US" sz="1200" b="1" kern="1200" dirty="0">
                <a:solidFill>
                  <a:schemeClr val="tx1"/>
                </a:solidFill>
                <a:effectLst/>
                <a:latin typeface="+mn-lt"/>
                <a:ea typeface="+mn-ea"/>
                <a:cs typeface="+mn-cs"/>
              </a:rPr>
              <a:t>PL/</a:t>
            </a:r>
            <a:r>
              <a:rPr lang="en-US" sz="1200" b="1" kern="1200" dirty="0" err="1">
                <a:solidFill>
                  <a:schemeClr val="tx1"/>
                </a:solidFill>
                <a:effectLst/>
                <a:latin typeface="+mn-lt"/>
                <a:ea typeface="+mn-ea"/>
                <a:cs typeface="+mn-cs"/>
              </a:rPr>
              <a:t>pgSQL</a:t>
            </a:r>
            <a:r>
              <a:rPr lang="en-US" sz="1200" b="1" kern="1200" dirty="0">
                <a:solidFill>
                  <a:schemeClr val="tx1"/>
                </a:solidFill>
                <a:effectLst/>
                <a:latin typeface="+mn-lt"/>
                <a:ea typeface="+mn-ea"/>
                <a:cs typeface="+mn-cs"/>
              </a:rPr>
              <a:t> </a:t>
            </a:r>
            <a:r>
              <a:rPr lang="th-TH" sz="1200" b="1" kern="1200" dirty="0">
                <a:solidFill>
                  <a:schemeClr val="tx1"/>
                </a:solidFill>
                <a:effectLst/>
                <a:latin typeface="+mn-lt"/>
                <a:ea typeface="+mn-ea"/>
                <a:cs typeface="+mn-cs"/>
              </a:rPr>
              <a:t>ของ </a:t>
            </a:r>
            <a:r>
              <a:rPr lang="en-US" sz="1200" b="1" kern="1200" dirty="0">
                <a:solidFill>
                  <a:schemeClr val="tx1"/>
                </a:solidFill>
                <a:effectLst/>
                <a:latin typeface="+mn-lt"/>
                <a:ea typeface="+mn-ea"/>
                <a:cs typeface="+mn-cs"/>
              </a:rPr>
              <a:t>PostgreSQL </a:t>
            </a:r>
          </a:p>
          <a:p>
            <a:pPr lvl="0"/>
            <a:r>
              <a:rPr lang="en-US" sz="1200" b="1"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4. </a:t>
            </a:r>
            <a:r>
              <a:rPr lang="th-TH" sz="1600" b="1" kern="1200" dirty="0">
                <a:solidFill>
                  <a:schemeClr val="tx1"/>
                </a:solidFill>
                <a:effectLst/>
                <a:latin typeface="+mn-lt"/>
                <a:ea typeface="+mn-ea"/>
                <a:cs typeface="+mn-cs"/>
              </a:rPr>
              <a:t>ลำดับขั้นการปฏิบัติงาน (</a:t>
            </a:r>
            <a:r>
              <a:rPr lang="en-US" sz="1200" b="1" kern="1200" dirty="0">
                <a:solidFill>
                  <a:schemeClr val="tx1"/>
                </a:solidFill>
                <a:effectLst/>
                <a:latin typeface="+mn-lt"/>
                <a:ea typeface="+mn-ea"/>
                <a:cs typeface="+mn-cs"/>
              </a:rPr>
              <a:t>Recommended Workflow)</a:t>
            </a:r>
          </a:p>
          <a:p>
            <a:pPr lvl="0"/>
            <a:r>
              <a:rPr lang="th-TH" sz="1600" b="1" kern="1200" dirty="0">
                <a:solidFill>
                  <a:schemeClr val="tx1"/>
                </a:solidFill>
                <a:effectLst/>
                <a:latin typeface="+mn-lt"/>
                <a:ea typeface="+mn-ea"/>
                <a:cs typeface="+mn-cs"/>
              </a:rPr>
              <a:t>สร้าง </a:t>
            </a:r>
            <a:r>
              <a:rPr lang="en-US" sz="1200" b="1" kern="1200" dirty="0">
                <a:solidFill>
                  <a:schemeClr val="tx1"/>
                </a:solidFill>
                <a:effectLst/>
                <a:latin typeface="+mn-lt"/>
                <a:ea typeface="+mn-ea"/>
                <a:cs typeface="+mn-cs"/>
              </a:rPr>
              <a:t>Azure Database for PostgreSQL - Flexible Server </a:t>
            </a:r>
            <a:r>
              <a:rPr lang="th-TH" sz="1600" b="1" kern="1200" dirty="0">
                <a:solidFill>
                  <a:schemeClr val="tx1"/>
                </a:solidFill>
                <a:effectLst/>
                <a:latin typeface="+mn-lt"/>
                <a:ea typeface="+mn-ea"/>
                <a:cs typeface="+mn-cs"/>
              </a:rPr>
              <a:t>เตรียมไว้ใน </a:t>
            </a:r>
            <a:r>
              <a:rPr lang="en-US" sz="1200" b="1" kern="1200" dirty="0">
                <a:solidFill>
                  <a:schemeClr val="tx1"/>
                </a:solidFill>
                <a:effectLst/>
                <a:latin typeface="+mn-lt"/>
                <a:ea typeface="+mn-ea"/>
                <a:cs typeface="+mn-cs"/>
              </a:rPr>
              <a:t>Azure Portal</a:t>
            </a:r>
          </a:p>
          <a:p>
            <a:pPr lvl="0"/>
            <a:r>
              <a:rPr lang="th-TH" sz="1600" b="1" kern="1200" dirty="0">
                <a:solidFill>
                  <a:schemeClr val="tx1"/>
                </a:solidFill>
                <a:effectLst/>
                <a:latin typeface="+mn-lt"/>
                <a:ea typeface="+mn-ea"/>
                <a:cs typeface="+mn-cs"/>
              </a:rPr>
              <a:t>ทำ </a:t>
            </a:r>
            <a:r>
              <a:rPr lang="en-US" sz="1200" b="1" kern="1200" dirty="0">
                <a:solidFill>
                  <a:schemeClr val="tx1"/>
                </a:solidFill>
                <a:effectLst/>
                <a:latin typeface="+mn-lt"/>
                <a:ea typeface="+mn-ea"/>
                <a:cs typeface="+mn-cs"/>
              </a:rPr>
              <a:t>Test Migration </a:t>
            </a:r>
            <a:r>
              <a:rPr lang="th-TH" sz="1600" b="1" kern="1200" dirty="0">
                <a:solidFill>
                  <a:schemeClr val="tx1"/>
                </a:solidFill>
                <a:effectLst/>
                <a:latin typeface="+mn-lt"/>
                <a:ea typeface="+mn-ea"/>
                <a:cs typeface="+mn-cs"/>
              </a:rPr>
              <a:t>ใน </a:t>
            </a:r>
            <a:r>
              <a:rPr lang="en-US" sz="1200" b="1" kern="1200" dirty="0">
                <a:solidFill>
                  <a:schemeClr val="tx1"/>
                </a:solidFill>
                <a:effectLst/>
                <a:latin typeface="+mn-lt"/>
                <a:ea typeface="+mn-ea"/>
                <a:cs typeface="+mn-cs"/>
              </a:rPr>
              <a:t>Staging Environment </a:t>
            </a:r>
            <a:r>
              <a:rPr lang="th-TH" sz="1600" b="1" kern="1200" dirty="0">
                <a:solidFill>
                  <a:schemeClr val="tx1"/>
                </a:solidFill>
                <a:effectLst/>
                <a:latin typeface="+mn-lt"/>
                <a:ea typeface="+mn-ea"/>
                <a:cs typeface="+mn-cs"/>
              </a:rPr>
              <a:t>ก่อนเสมอ</a:t>
            </a:r>
            <a:r>
              <a:rPr lang="th-TH" sz="1200" b="1" kern="1200" dirty="0">
                <a:solidFill>
                  <a:schemeClr val="tx1"/>
                </a:solidFill>
                <a:effectLst/>
                <a:latin typeface="+mn-lt"/>
                <a:ea typeface="+mn-ea"/>
                <a:cs typeface="+mn-cs"/>
              </a:rPr>
              <a:t> </a:t>
            </a:r>
            <a:r>
              <a:rPr lang="th-TH" sz="1600" b="1" kern="1200" dirty="0">
                <a:solidFill>
                  <a:schemeClr val="tx1"/>
                </a:solidFill>
                <a:effectLst/>
                <a:latin typeface="+mn-lt"/>
                <a:ea typeface="+mn-ea"/>
                <a:cs typeface="+mn-cs"/>
              </a:rPr>
              <a:t>ห้ามทำกับ </a:t>
            </a:r>
            <a:r>
              <a:rPr lang="en-US" sz="1200" b="1" kern="1200" dirty="0">
                <a:solidFill>
                  <a:schemeClr val="tx1"/>
                </a:solidFill>
                <a:effectLst/>
                <a:latin typeface="+mn-lt"/>
                <a:ea typeface="+mn-ea"/>
                <a:cs typeface="+mn-cs"/>
              </a:rPr>
              <a:t>Production </a:t>
            </a:r>
            <a:r>
              <a:rPr lang="th-TH" sz="1600" b="1" kern="1200" dirty="0">
                <a:solidFill>
                  <a:schemeClr val="tx1"/>
                </a:solidFill>
                <a:effectLst/>
                <a:latin typeface="+mn-lt"/>
                <a:ea typeface="+mn-ea"/>
                <a:cs typeface="+mn-cs"/>
              </a:rPr>
              <a:t>ทันที</a:t>
            </a:r>
            <a:endParaRPr lang="en-US" sz="1200" b="1"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Export Schema </a:t>
            </a:r>
            <a:r>
              <a:rPr lang="th-TH" sz="1600" b="1" kern="1200" dirty="0">
                <a:solidFill>
                  <a:schemeClr val="tx1"/>
                </a:solidFill>
                <a:effectLst/>
                <a:latin typeface="+mn-lt"/>
                <a:ea typeface="+mn-ea"/>
                <a:cs typeface="+mn-cs"/>
              </a:rPr>
              <a:t>ออกมาแปลเป็น </a:t>
            </a:r>
            <a:r>
              <a:rPr lang="en-US" sz="1200" b="1" kern="1200" dirty="0">
                <a:solidFill>
                  <a:schemeClr val="tx1"/>
                </a:solidFill>
                <a:effectLst/>
                <a:latin typeface="+mn-lt"/>
                <a:ea typeface="+mn-ea"/>
                <a:cs typeface="+mn-cs"/>
              </a:rPr>
              <a:t>PostgreSQL DDL </a:t>
            </a:r>
            <a:r>
              <a:rPr lang="th-TH" sz="1600" b="1" kern="1200" dirty="0">
                <a:solidFill>
                  <a:schemeClr val="tx1"/>
                </a:solidFill>
                <a:effectLst/>
                <a:latin typeface="+mn-lt"/>
                <a:ea typeface="+mn-ea"/>
                <a:cs typeface="+mn-cs"/>
              </a:rPr>
              <a:t>แล้ว </a:t>
            </a:r>
            <a:r>
              <a:rPr lang="en-US" sz="1200" b="1" kern="1200" dirty="0">
                <a:solidFill>
                  <a:schemeClr val="tx1"/>
                </a:solidFill>
                <a:effectLst/>
                <a:latin typeface="+mn-lt"/>
                <a:ea typeface="+mn-ea"/>
                <a:cs typeface="+mn-cs"/>
              </a:rPr>
              <a:t>Run </a:t>
            </a:r>
            <a:r>
              <a:rPr lang="th-TH" sz="1600" b="1" kern="1200" dirty="0">
                <a:solidFill>
                  <a:schemeClr val="tx1"/>
                </a:solidFill>
                <a:effectLst/>
                <a:latin typeface="+mn-lt"/>
                <a:ea typeface="+mn-ea"/>
                <a:cs typeface="+mn-cs"/>
              </a:rPr>
              <a:t>สร้างตาราง</a:t>
            </a:r>
            <a:r>
              <a:rPr lang="en-US" sz="1200" b="1" kern="1200" dirty="0">
                <a:solidFill>
                  <a:schemeClr val="tx1"/>
                </a:solidFill>
                <a:effectLst/>
                <a:latin typeface="+mn-lt"/>
                <a:ea typeface="+mn-ea"/>
                <a:cs typeface="+mn-cs"/>
              </a:rPr>
              <a:t>, Index, Constraints </a:t>
            </a:r>
            <a:r>
              <a:rPr lang="th-TH" sz="1600" b="1" kern="1200" dirty="0">
                <a:solidFill>
                  <a:schemeClr val="tx1"/>
                </a:solidFill>
                <a:effectLst/>
                <a:latin typeface="+mn-lt"/>
                <a:ea typeface="+mn-ea"/>
                <a:cs typeface="+mn-cs"/>
              </a:rPr>
              <a:t>บน </a:t>
            </a:r>
            <a:r>
              <a:rPr lang="en-US" sz="1200" b="1" kern="1200" dirty="0">
                <a:solidFill>
                  <a:schemeClr val="tx1"/>
                </a:solidFill>
                <a:effectLst/>
                <a:latin typeface="+mn-lt"/>
                <a:ea typeface="+mn-ea"/>
                <a:cs typeface="+mn-cs"/>
              </a:rPr>
              <a:t>Azure PostgreSQL</a:t>
            </a:r>
          </a:p>
          <a:p>
            <a:pPr lvl="0"/>
            <a:r>
              <a:rPr lang="th-TH" sz="1600" b="1" kern="1200" dirty="0">
                <a:solidFill>
                  <a:schemeClr val="tx1"/>
                </a:solidFill>
                <a:effectLst/>
                <a:latin typeface="+mn-lt"/>
                <a:ea typeface="+mn-ea"/>
                <a:cs typeface="+mn-cs"/>
              </a:rPr>
              <a:t>ทำ </a:t>
            </a:r>
            <a:r>
              <a:rPr lang="en-US" sz="1200" b="1" kern="1200" dirty="0">
                <a:solidFill>
                  <a:schemeClr val="tx1"/>
                </a:solidFill>
                <a:effectLst/>
                <a:latin typeface="+mn-lt"/>
                <a:ea typeface="+mn-ea"/>
                <a:cs typeface="+mn-cs"/>
              </a:rPr>
              <a:t>Data Migration (</a:t>
            </a:r>
            <a:r>
              <a:rPr lang="th-TH" sz="1600" b="1" kern="1200" dirty="0">
                <a:solidFill>
                  <a:schemeClr val="tx1"/>
                </a:solidFill>
                <a:effectLst/>
                <a:latin typeface="+mn-lt"/>
                <a:ea typeface="+mn-ea"/>
                <a:cs typeface="+mn-cs"/>
              </a:rPr>
              <a:t>ถ้าข้อมูลไม่ใหญ่มากใช้วิธี </a:t>
            </a:r>
            <a:r>
              <a:rPr lang="en-US" sz="1200" b="1" kern="1200" dirty="0">
                <a:solidFill>
                  <a:schemeClr val="tx1"/>
                </a:solidFill>
                <a:effectLst/>
                <a:latin typeface="+mn-lt"/>
                <a:ea typeface="+mn-ea"/>
                <a:cs typeface="+mn-cs"/>
              </a:rPr>
              <a:t>Dump/Export </a:t>
            </a:r>
            <a:r>
              <a:rPr lang="th-TH" sz="1600" b="1" kern="1200" dirty="0">
                <a:solidFill>
                  <a:schemeClr val="tx1"/>
                </a:solidFill>
                <a:effectLst/>
                <a:latin typeface="+mn-lt"/>
                <a:ea typeface="+mn-ea"/>
                <a:cs typeface="+mn-cs"/>
              </a:rPr>
              <a:t>เป็น </a:t>
            </a:r>
            <a:r>
              <a:rPr lang="en-US" sz="1200" b="1" kern="1200" dirty="0">
                <a:solidFill>
                  <a:schemeClr val="tx1"/>
                </a:solidFill>
                <a:effectLst/>
                <a:latin typeface="+mn-lt"/>
                <a:ea typeface="+mn-ea"/>
                <a:cs typeface="+mn-cs"/>
              </a:rPr>
              <a:t>CSV </a:t>
            </a:r>
            <a:r>
              <a:rPr lang="th-TH" sz="1600" b="1" kern="1200" dirty="0">
                <a:solidFill>
                  <a:schemeClr val="tx1"/>
                </a:solidFill>
                <a:effectLst/>
                <a:latin typeface="+mn-lt"/>
                <a:ea typeface="+mn-ea"/>
                <a:cs typeface="+mn-cs"/>
              </a:rPr>
              <a:t>หรือใช้</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pgloader</a:t>
            </a:r>
            <a:r>
              <a:rPr lang="en-US" sz="1200" b="1" kern="1200" dirty="0">
                <a:solidFill>
                  <a:schemeClr val="tx1"/>
                </a:solidFill>
                <a:effectLst/>
                <a:latin typeface="+mn-lt"/>
                <a:ea typeface="+mn-ea"/>
                <a:cs typeface="+mn-cs"/>
              </a:rPr>
              <a:t>)</a:t>
            </a:r>
          </a:p>
          <a:p>
            <a:pPr lvl="0"/>
            <a:r>
              <a:rPr lang="th-TH" sz="1200" b="1" kern="1200" dirty="0">
                <a:solidFill>
                  <a:schemeClr val="tx1"/>
                </a:solidFill>
                <a:effectLst/>
                <a:latin typeface="+mn-lt"/>
                <a:ea typeface="+mn-ea"/>
                <a:cs typeface="+mn-cs"/>
              </a:rPr>
              <a:t>ตรวจสอบความถูกต้อง (</a:t>
            </a:r>
            <a:r>
              <a:rPr lang="en-US" sz="1050" b="1" kern="1200" dirty="0">
                <a:solidFill>
                  <a:schemeClr val="tx1"/>
                </a:solidFill>
                <a:effectLst/>
                <a:latin typeface="+mn-lt"/>
                <a:ea typeface="+mn-ea"/>
                <a:cs typeface="+mn-cs"/>
              </a:rPr>
              <a:t>Validation) </a:t>
            </a:r>
            <a:r>
              <a:rPr lang="th-TH" sz="1200" b="1" kern="1200" dirty="0">
                <a:solidFill>
                  <a:schemeClr val="tx1"/>
                </a:solidFill>
                <a:effectLst/>
                <a:latin typeface="+mn-lt"/>
                <a:ea typeface="+mn-ea"/>
                <a:cs typeface="+mn-cs"/>
              </a:rPr>
              <a:t>เช่น นับจำนวนแถว (</a:t>
            </a:r>
            <a:r>
              <a:rPr lang="en-US" sz="1050" b="1" kern="1200" dirty="0">
                <a:solidFill>
                  <a:schemeClr val="tx1"/>
                </a:solidFill>
                <a:effectLst/>
                <a:latin typeface="+mn-lt"/>
                <a:ea typeface="+mn-ea"/>
                <a:cs typeface="+mn-cs"/>
              </a:rPr>
              <a:t>Row Count), </a:t>
            </a:r>
            <a:r>
              <a:rPr lang="th-TH" sz="1200" b="1" kern="1200" dirty="0">
                <a:solidFill>
                  <a:schemeClr val="tx1"/>
                </a:solidFill>
                <a:effectLst/>
                <a:latin typeface="+mn-lt"/>
                <a:ea typeface="+mn-ea"/>
                <a:cs typeface="+mn-cs"/>
              </a:rPr>
              <a:t>ตรวจสอบ </a:t>
            </a:r>
            <a:r>
              <a:rPr lang="en-US" sz="1050" b="1" kern="1200" dirty="0">
                <a:solidFill>
                  <a:schemeClr val="tx1"/>
                </a:solidFill>
                <a:effectLst/>
                <a:latin typeface="+mn-lt"/>
                <a:ea typeface="+mn-ea"/>
                <a:cs typeface="+mn-cs"/>
              </a:rPr>
              <a:t>Checksum </a:t>
            </a:r>
            <a:r>
              <a:rPr lang="th-TH" sz="1200" b="1" kern="1200" dirty="0">
                <a:solidFill>
                  <a:schemeClr val="tx1"/>
                </a:solidFill>
                <a:effectLst/>
                <a:latin typeface="+mn-lt"/>
                <a:ea typeface="+mn-ea"/>
                <a:cs typeface="+mn-cs"/>
              </a:rPr>
              <a:t>และทดสอบการทำงานของแอปพลิเคชันที่ต่อ </a:t>
            </a:r>
            <a:r>
              <a:rPr lang="en-US" sz="1050" b="1" kern="1200" dirty="0">
                <a:solidFill>
                  <a:schemeClr val="tx1"/>
                </a:solidFill>
                <a:effectLst/>
                <a:latin typeface="+mn-lt"/>
                <a:ea typeface="+mn-ea"/>
                <a:cs typeface="+mn-cs"/>
              </a:rPr>
              <a:t>Connection String </a:t>
            </a:r>
            <a:r>
              <a:rPr lang="th-TH" sz="1200" b="1" kern="1200" dirty="0">
                <a:solidFill>
                  <a:schemeClr val="tx1"/>
                </a:solidFill>
                <a:effectLst/>
                <a:latin typeface="+mn-lt"/>
                <a:ea typeface="+mn-ea"/>
                <a:cs typeface="+mn-cs"/>
              </a:rPr>
              <a:t>ใหม่</a:t>
            </a:r>
            <a:endParaRPr lang="en-US" sz="1050" b="1"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 </a:t>
            </a:r>
          </a:p>
        </p:txBody>
      </p:sp>
      <p:sp>
        <p:nvSpPr>
          <p:cNvPr id="1073161116"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85</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31410622" name="Slide Image Placeholder 1"/>
          <p:cNvSpPr>
            <a:spLocks noGrp="1" noRot="1" noChangeAspect="1"/>
          </p:cNvSpPr>
          <p:nvPr>
            <p:ph type="sldImg"/>
          </p:nvPr>
        </p:nvSpPr>
        <p:spPr bwMode="auto">
          <a:xfrm>
            <a:off x="217488" y="812800"/>
            <a:ext cx="7124700" cy="4008438"/>
          </a:xfrm>
        </p:spPr>
      </p:sp>
      <p:sp>
        <p:nvSpPr>
          <p:cNvPr id="470846839" name="Notes Placeholder 2"/>
          <p:cNvSpPr>
            <a:spLocks noGrp="1"/>
          </p:cNvSpPr>
          <p:nvPr>
            <p:ph type="body" idx="1"/>
          </p:nvPr>
        </p:nvSpPr>
        <p:spPr bwMode="auto"/>
        <p:txBody>
          <a:bodyPr/>
          <a:lstStyle/>
          <a:p>
            <a:pPr fontAlgn="t"/>
            <a:r>
              <a:rPr lang="en-US" sz="1200" b="1" i="0" kern="1200" dirty="0">
                <a:solidFill>
                  <a:schemeClr val="tx1"/>
                </a:solidFill>
                <a:effectLst/>
                <a:latin typeface="+mn-lt"/>
                <a:ea typeface="+mn-ea"/>
                <a:cs typeface="+mn-cs"/>
              </a:rPr>
              <a:t>Azure Database for PostgreSQL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ซึ่งเป็นบริการฐานข้อมูล</a:t>
            </a:r>
            <a:r>
              <a:rPr lang="en-US" sz="1200" b="0" i="0" kern="1200" dirty="0">
                <a:solidFill>
                  <a:schemeClr val="tx1"/>
                </a:solidFill>
                <a:effectLst/>
                <a:latin typeface="+mn-lt"/>
                <a:ea typeface="+mn-ea"/>
                <a:cs typeface="+mn-cs"/>
              </a:rPr>
              <a:t> PostgreSQL </a:t>
            </a:r>
            <a:r>
              <a:rPr lang="en-US" sz="1200" b="0" i="0" kern="1200" dirty="0" err="1">
                <a:solidFill>
                  <a:schemeClr val="tx1"/>
                </a:solidFill>
                <a:effectLst/>
                <a:latin typeface="+mn-lt"/>
                <a:ea typeface="+mn-ea"/>
                <a:cs typeface="+mn-cs"/>
              </a:rPr>
              <a:t>บน</a:t>
            </a:r>
            <a:r>
              <a:rPr lang="en-US" sz="1200" b="0" i="0" kern="1200" dirty="0">
                <a:solidFill>
                  <a:schemeClr val="tx1"/>
                </a:solidFill>
                <a:effectLst/>
                <a:latin typeface="+mn-lt"/>
                <a:ea typeface="+mn-ea"/>
                <a:cs typeface="+mn-cs"/>
              </a:rPr>
              <a:t> Azure </a:t>
            </a:r>
            <a:r>
              <a:rPr lang="en-US" sz="1200" b="0" i="0" kern="1200" dirty="0" err="1">
                <a:solidFill>
                  <a:schemeClr val="tx1"/>
                </a:solidFill>
                <a:effectLst/>
                <a:latin typeface="+mn-lt"/>
                <a:ea typeface="+mn-ea"/>
                <a:cs typeface="+mn-cs"/>
              </a:rPr>
              <a:t>ที่</a:t>
            </a:r>
            <a:r>
              <a:rPr lang="en-US" sz="1200" b="0" i="0" kern="1200" dirty="0">
                <a:solidFill>
                  <a:schemeClr val="tx1"/>
                </a:solidFill>
                <a:effectLst/>
                <a:latin typeface="+mn-lt"/>
                <a:ea typeface="+mn-ea"/>
                <a:cs typeface="+mn-cs"/>
              </a:rPr>
              <a:t> Microsoft </a:t>
            </a:r>
            <a:r>
              <a:rPr lang="en-US" sz="1200" b="0" i="0" kern="1200" dirty="0" err="1">
                <a:solidFill>
                  <a:schemeClr val="tx1"/>
                </a:solidFill>
                <a:effectLst/>
                <a:latin typeface="+mn-lt"/>
                <a:ea typeface="+mn-ea"/>
                <a:cs typeface="+mn-cs"/>
              </a:rPr>
              <a:t>ช่วยดูแลงานระบบพื้นฐานให้</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Storage, Backup </a:t>
            </a:r>
            <a:r>
              <a:rPr lang="en-US" sz="1200" b="0" i="0" kern="1200" dirty="0" err="1">
                <a:solidFill>
                  <a:schemeClr val="tx1"/>
                </a:solidFill>
                <a:effectLst/>
                <a:latin typeface="+mn-lt"/>
                <a:ea typeface="+mn-ea"/>
                <a:cs typeface="+mn-cs"/>
              </a:rPr>
              <a:t>และความพร้อมใช้งาน</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เลือกกำลังประมวลผลได้</a:t>
            </a:r>
            <a:r>
              <a:rPr lang="en-US" sz="1200" b="1" i="0" kern="1200" dirty="0">
                <a:solidFill>
                  <a:schemeClr val="tx1"/>
                </a:solidFill>
                <a:effectLst/>
                <a:latin typeface="+mn-lt"/>
                <a:ea typeface="+mn-ea"/>
                <a:cs typeface="+mn-cs"/>
              </a:rPr>
              <a:t> 3 </a:t>
            </a:r>
            <a:r>
              <a:rPr lang="en-US" sz="1200" b="1" i="0" kern="1200" dirty="0" err="1">
                <a:solidFill>
                  <a:schemeClr val="tx1"/>
                </a:solidFill>
                <a:effectLst/>
                <a:latin typeface="+mn-lt"/>
                <a:ea typeface="+mn-ea"/>
                <a:cs typeface="+mn-cs"/>
              </a:rPr>
              <a:t>แบบ</a:t>
            </a:r>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Burstable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เหมาะกับงาน</a:t>
            </a:r>
            <a:r>
              <a:rPr lang="en-US" sz="1200" b="0" i="0" kern="1200" dirty="0">
                <a:solidFill>
                  <a:schemeClr val="tx1"/>
                </a:solidFill>
                <a:effectLst/>
                <a:latin typeface="+mn-lt"/>
                <a:ea typeface="+mn-ea"/>
                <a:cs typeface="+mn-cs"/>
              </a:rPr>
              <a:t> Dev/Test </a:t>
            </a:r>
            <a:r>
              <a:rPr lang="en-US" sz="1200" b="0" i="0" kern="1200" dirty="0" err="1">
                <a:solidFill>
                  <a:schemeClr val="tx1"/>
                </a:solidFill>
                <a:effectLst/>
                <a:latin typeface="+mn-lt"/>
                <a:ea typeface="+mn-ea"/>
                <a:cs typeface="+mn-cs"/>
              </a:rPr>
              <a:t>หรืองานที่ไม่ได้ใช้งานหนักตลอดเวลา</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General Purpose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เหมาะกับระบบ</a:t>
            </a:r>
            <a:r>
              <a:rPr lang="en-US" sz="1200" b="0" i="0" kern="1200" dirty="0">
                <a:solidFill>
                  <a:schemeClr val="tx1"/>
                </a:solidFill>
                <a:effectLst/>
                <a:latin typeface="+mn-lt"/>
                <a:ea typeface="+mn-ea"/>
                <a:cs typeface="+mn-cs"/>
              </a:rPr>
              <a:t> Production </a:t>
            </a:r>
            <a:r>
              <a:rPr lang="en-US" sz="1200" b="0" i="0" kern="1200" dirty="0" err="1">
                <a:solidFill>
                  <a:schemeClr val="tx1"/>
                </a:solidFill>
                <a:effectLst/>
                <a:latin typeface="+mn-lt"/>
                <a:ea typeface="+mn-ea"/>
                <a:cs typeface="+mn-cs"/>
              </a:rPr>
              <a:t>ที่มีการใช้งานค่อนข้างสม่ำเสมอ</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Memory Optimized</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เหมาะกับงานที่ต้องใช้หน่วยความจำมาก</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การวิเคราะห์ข้อมูลขนาดใหญ่</a:t>
            </a:r>
            <a:endParaRPr lang="th-TH"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Azure </a:t>
            </a:r>
            <a:r>
              <a:rPr lang="en-US" sz="1200" b="1" i="0" kern="1200" dirty="0" err="1">
                <a:solidFill>
                  <a:schemeClr val="tx1"/>
                </a:solidFill>
                <a:effectLst/>
                <a:latin typeface="+mn-lt"/>
                <a:ea typeface="+mn-ea"/>
                <a:cs typeface="+mn-cs"/>
              </a:rPr>
              <a:t>ช่วยจัดการอะไรให้</a:t>
            </a:r>
            <a:r>
              <a:rPr lang="en-US" sz="1200" b="1" i="0" kern="1200" dirty="0">
                <a:solidFill>
                  <a:schemeClr val="tx1"/>
                </a:solidFill>
                <a:effectLst/>
                <a:latin typeface="+mn-lt"/>
                <a:ea typeface="+mn-ea"/>
                <a:cs typeface="+mn-cs"/>
              </a:rPr>
              <a:t>?</a:t>
            </a:r>
          </a:p>
          <a:p>
            <a:pPr lvl="0" fontAlgn="t"/>
            <a:r>
              <a:rPr lang="en-US" sz="1200" b="1" i="0" kern="1200" dirty="0">
                <a:solidFill>
                  <a:schemeClr val="tx1"/>
                </a:solidFill>
                <a:effectLst/>
                <a:latin typeface="+mn-lt"/>
                <a:ea typeface="+mn-ea"/>
                <a:cs typeface="+mn-cs"/>
              </a:rPr>
              <a:t>Backup </a:t>
            </a:r>
            <a:r>
              <a:rPr lang="en-US" sz="1200" b="1" i="0" kern="1200" dirty="0" err="1">
                <a:solidFill>
                  <a:schemeClr val="tx1"/>
                </a:solidFill>
                <a:effectLst/>
                <a:latin typeface="+mn-lt"/>
                <a:ea typeface="+mn-ea"/>
                <a:cs typeface="+mn-cs"/>
              </a:rPr>
              <a:t>อัตโนมัติ</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และย้อนคืนข้อมูลตามช่วงเวลาได้สูงสุด</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35 </a:t>
            </a:r>
            <a:r>
              <a:rPr lang="en-US" sz="1200" b="1" i="0" kern="1200" dirty="0" err="1">
                <a:solidFill>
                  <a:schemeClr val="tx1"/>
                </a:solidFill>
                <a:effectLst/>
                <a:latin typeface="+mn-lt"/>
                <a:ea typeface="+mn-ea"/>
                <a:cs typeface="+mn-cs"/>
              </a:rPr>
              <a:t>วัน</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มี</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PgBouncer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ช่วยบริหารการเชื่อมต่อกับฐานข้อมูลใน</a:t>
            </a:r>
            <a:r>
              <a:rPr lang="en-US" sz="1200" b="0" i="0" kern="1200" dirty="0">
                <a:solidFill>
                  <a:schemeClr val="tx1"/>
                </a:solidFill>
                <a:effectLst/>
                <a:latin typeface="+mn-lt"/>
                <a:ea typeface="+mn-ea"/>
                <a:cs typeface="+mn-cs"/>
              </a:rPr>
              <a:t> General Purpose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Memory Optimized</a:t>
            </a:r>
          </a:p>
          <a:p>
            <a:pPr lvl="0" fontAlgn="t"/>
            <a:r>
              <a:rPr lang="en-US" sz="1200" b="0" i="0" kern="1200" dirty="0" err="1">
                <a:solidFill>
                  <a:schemeClr val="tx1"/>
                </a:solidFill>
                <a:effectLst/>
                <a:latin typeface="+mn-lt"/>
                <a:ea typeface="+mn-ea"/>
                <a:cs typeface="+mn-cs"/>
              </a:rPr>
              <a:t>รองรับ</a:t>
            </a:r>
            <a:r>
              <a:rPr lang="en-US" sz="1200" b="0" i="0" kern="1200" dirty="0">
                <a:solidFill>
                  <a:schemeClr val="tx1"/>
                </a:solidFill>
                <a:effectLst/>
                <a:latin typeface="+mn-lt"/>
                <a:ea typeface="+mn-ea"/>
                <a:cs typeface="+mn-cs"/>
              </a:rPr>
              <a:t> Extensions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pgvector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pg_trgm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hstore</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องค์ประกอบ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Backups + HA (High Availability)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เพื่อรองรับการสำรองข้อมูลและความพร้อมใช้งาน</a:t>
            </a:r>
            <a:endParaRPr lang="en-US"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Extension ของ PostgreSQL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ที่เพิ่มความสามารถเฉพาะทางให้ฐานข้อมูล</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lvl="0" fontAlgn="t"/>
            <a:r>
              <a:rPr lang="en-US" sz="1200" b="1" i="0" kern="1200" dirty="0" err="1">
                <a:solidFill>
                  <a:schemeClr val="tx1"/>
                </a:solidFill>
                <a:effectLst/>
                <a:latin typeface="+mn-lt"/>
                <a:ea typeface="+mn-ea"/>
                <a:cs typeface="+mn-cs"/>
              </a:rPr>
              <a:t>pgvector</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เพิ่มความสามารถในการเก็บ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Vector / Embedding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และค้นหาข้อมูลตามความคล้ายคลึง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เหมาะกับ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AI, Semantic Search, RAG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Recommendation</a:t>
            </a:r>
            <a:endParaRPr lang="en-US" sz="1200" b="0" i="0" kern="1200" dirty="0">
              <a:solidFill>
                <a:schemeClr val="tx1"/>
              </a:solidFill>
              <a:effectLst/>
              <a:latin typeface="+mn-lt"/>
              <a:ea typeface="+mn-ea"/>
              <a:cs typeface="+mn-cs"/>
            </a:endParaRPr>
          </a:p>
          <a:p>
            <a:pPr lvl="1" fontAlgn="t"/>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ผู้ใช้ค้น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ลดค่าใช้จ่ายบริษัท</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ระบบสามารถหาเอกสารเรื่อง</a:t>
            </a:r>
            <a:r>
              <a:rPr lang="en-US" sz="1200" b="0" i="0" kern="1200" dirty="0">
                <a:solidFill>
                  <a:schemeClr val="tx1"/>
                </a:solidFill>
                <a:effectLst/>
                <a:latin typeface="+mn-lt"/>
                <a:ea typeface="+mn-ea"/>
                <a:cs typeface="+mn-cs"/>
              </a:rPr>
              <a:t> “Cost Optimization” </a:t>
            </a:r>
            <a:r>
              <a:rPr lang="en-US" sz="1200" b="0" i="0" kern="1200" dirty="0" err="1">
                <a:solidFill>
                  <a:schemeClr val="tx1"/>
                </a:solidFill>
                <a:effectLst/>
                <a:latin typeface="+mn-lt"/>
                <a:ea typeface="+mn-ea"/>
                <a:cs typeface="+mn-cs"/>
              </a:rPr>
              <a:t>ที่ความหมายใกล้กันได้</a:t>
            </a:r>
            <a:endParaRPr lang="en-US" sz="1200" b="0" i="0" kern="1200" dirty="0">
              <a:solidFill>
                <a:schemeClr val="tx1"/>
              </a:solidFill>
              <a:effectLst/>
              <a:latin typeface="+mn-lt"/>
              <a:ea typeface="+mn-ea"/>
              <a:cs typeface="+mn-cs"/>
            </a:endParaRPr>
          </a:p>
          <a:p>
            <a:pPr lvl="0" fontAlgn="t"/>
            <a:endParaRPr lang="th-TH" sz="1200" b="1" i="0" kern="1200" dirty="0">
              <a:solidFill>
                <a:schemeClr val="tx1"/>
              </a:solidFill>
              <a:effectLst/>
              <a:latin typeface="+mn-lt"/>
              <a:ea typeface="+mn-ea"/>
              <a:cs typeface="+mn-cs"/>
            </a:endParaRPr>
          </a:p>
          <a:p>
            <a:pPr lvl="0" fontAlgn="t"/>
            <a:r>
              <a:rPr lang="en-US" sz="1200" b="1" i="0" kern="1200" dirty="0" err="1">
                <a:solidFill>
                  <a:schemeClr val="tx1"/>
                </a:solidFill>
                <a:effectLst/>
                <a:latin typeface="+mn-lt"/>
                <a:ea typeface="+mn-ea"/>
                <a:cs typeface="+mn-cs"/>
              </a:rPr>
              <a:t>pg_trgm</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ช่วยค้นหา</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ข้อความที่สะกดใกล้เคียงหรือคล้ายกัน</a:t>
            </a:r>
            <a:endParaRPr lang="en-US" sz="1200" b="0" i="0" kern="1200" dirty="0">
              <a:solidFill>
                <a:schemeClr val="tx1"/>
              </a:solidFill>
              <a:effectLst/>
              <a:latin typeface="+mn-lt"/>
              <a:ea typeface="+mn-ea"/>
              <a:cs typeface="+mn-cs"/>
            </a:endParaRPr>
          </a:p>
          <a:p>
            <a:pPr lvl="1" fontAlgn="t"/>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พิมพ์</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Microsft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ก็สามารถช่วยหา</a:t>
            </a:r>
            <a:r>
              <a:rPr lang="en-US" sz="1200" b="0" i="0" kern="1200" dirty="0">
                <a:solidFill>
                  <a:schemeClr val="tx1"/>
                </a:solidFill>
                <a:effectLst/>
                <a:latin typeface="+mn-lt"/>
                <a:ea typeface="+mn-ea"/>
                <a:cs typeface="+mn-cs"/>
              </a:rPr>
              <a:t> Microsoft </a:t>
            </a:r>
            <a:r>
              <a:rPr lang="en-US" sz="1200" b="0" i="0" kern="1200" dirty="0" err="1">
                <a:solidFill>
                  <a:schemeClr val="tx1"/>
                </a:solidFill>
                <a:effectLst/>
                <a:latin typeface="+mn-lt"/>
                <a:ea typeface="+mn-ea"/>
                <a:cs typeface="+mn-cs"/>
              </a:rPr>
              <a:t>ที่มีข้อความใกล้เคียงได้</a:t>
            </a:r>
            <a:endParaRPr lang="en-US" sz="1200" b="0" i="0" kern="1200" dirty="0">
              <a:solidFill>
                <a:schemeClr val="tx1"/>
              </a:solidFill>
              <a:effectLst/>
              <a:latin typeface="+mn-lt"/>
              <a:ea typeface="+mn-ea"/>
              <a:cs typeface="+mn-cs"/>
            </a:endParaRPr>
          </a:p>
          <a:p>
            <a:pPr lvl="1" fontAlgn="t"/>
            <a:r>
              <a:rPr lang="en-US" sz="1200" b="0" i="0" kern="1200" dirty="0" err="1">
                <a:solidFill>
                  <a:schemeClr val="tx1"/>
                </a:solidFill>
                <a:effectLst/>
                <a:latin typeface="+mn-lt"/>
                <a:ea typeface="+mn-ea"/>
                <a:cs typeface="+mn-cs"/>
              </a:rPr>
              <a:t>มีประโยชน์กับ</a:t>
            </a:r>
            <a:r>
              <a:rPr lang="en-US" sz="1200" b="0" i="0" kern="1200" dirty="0">
                <a:solidFill>
                  <a:schemeClr val="tx1"/>
                </a:solidFill>
                <a:effectLst/>
                <a:latin typeface="+mn-lt"/>
                <a:ea typeface="+mn-ea"/>
                <a:cs typeface="+mn-cs"/>
              </a:rPr>
              <a:t> Fuzzy Search </a:t>
            </a:r>
            <a:r>
              <a:rPr lang="en-US" sz="1200" b="0" i="0" kern="1200" dirty="0" err="1">
                <a:solidFill>
                  <a:schemeClr val="tx1"/>
                </a:solidFill>
                <a:effectLst/>
                <a:latin typeface="+mn-lt"/>
                <a:ea typeface="+mn-ea"/>
                <a:cs typeface="+mn-cs"/>
              </a:rPr>
              <a:t>และการค้นหาที่ผู้ใช้อาจพิมพ์ผิด</a:t>
            </a:r>
            <a:endParaRPr lang="en-US" sz="1200" b="0" i="0" kern="1200" dirty="0">
              <a:solidFill>
                <a:schemeClr val="tx1"/>
              </a:solidFill>
              <a:effectLst/>
              <a:latin typeface="+mn-lt"/>
              <a:ea typeface="+mn-ea"/>
              <a:cs typeface="+mn-cs"/>
            </a:endParaRPr>
          </a:p>
          <a:p>
            <a:pPr lvl="0" fontAlgn="t"/>
            <a:endParaRPr lang="th-TH" sz="1200" b="1" i="0" kern="1200" dirty="0">
              <a:solidFill>
                <a:schemeClr val="tx1"/>
              </a:solidFill>
              <a:effectLst/>
              <a:latin typeface="+mn-lt"/>
              <a:ea typeface="+mn-ea"/>
              <a:cs typeface="+mn-cs"/>
            </a:endParaRPr>
          </a:p>
          <a:p>
            <a:pPr lvl="0" fontAlgn="t"/>
            <a:r>
              <a:rPr lang="en-US" sz="1200" b="1" i="0" kern="1200" dirty="0" err="1">
                <a:solidFill>
                  <a:schemeClr val="tx1"/>
                </a:solidFill>
                <a:effectLst/>
                <a:latin typeface="+mn-lt"/>
                <a:ea typeface="+mn-ea"/>
                <a:cs typeface="+mn-cs"/>
              </a:rPr>
              <a:t>hstore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ใช้เก็บข้อมูลแบบ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Key-Value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ภายใน</a:t>
            </a:r>
            <a:r>
              <a:rPr lang="en-US" sz="1200" b="0" i="0" kern="1200" dirty="0">
                <a:solidFill>
                  <a:schemeClr val="tx1"/>
                </a:solidFill>
                <a:effectLst/>
                <a:latin typeface="+mn-lt"/>
                <a:ea typeface="+mn-ea"/>
                <a:cs typeface="+mn-cs"/>
              </a:rPr>
              <a:t> PostgreSQL</a:t>
            </a:r>
          </a:p>
          <a:p>
            <a:pPr lvl="1" fontAlgn="t"/>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color = black, size = medium, brand = Contoso</a:t>
            </a:r>
          </a:p>
          <a:p>
            <a:pPr lvl="1" fontAlgn="t"/>
            <a:r>
              <a:rPr lang="en-US" sz="1200" b="0" i="0" kern="1200" dirty="0" err="1">
                <a:solidFill>
                  <a:schemeClr val="tx1"/>
                </a:solidFill>
                <a:effectLst/>
                <a:latin typeface="+mn-lt"/>
                <a:ea typeface="+mn-ea"/>
                <a:cs typeface="+mn-cs"/>
              </a:rPr>
              <a:t>เหมาะกับข้อมูลที่มีคุณสมบัติหลายแบบและแต่ละ</a:t>
            </a:r>
            <a:r>
              <a:rPr lang="en-US" sz="1200" b="0" i="0" kern="1200" dirty="0">
                <a:solidFill>
                  <a:schemeClr val="tx1"/>
                </a:solidFill>
                <a:effectLst/>
                <a:latin typeface="+mn-lt"/>
                <a:ea typeface="+mn-ea"/>
                <a:cs typeface="+mn-cs"/>
              </a:rPr>
              <a:t> Record </a:t>
            </a:r>
            <a:r>
              <a:rPr lang="en-US" sz="1200" b="0" i="0" kern="1200" dirty="0" err="1">
                <a:solidFill>
                  <a:schemeClr val="tx1"/>
                </a:solidFill>
                <a:effectLst/>
                <a:latin typeface="+mn-lt"/>
                <a:ea typeface="+mn-ea"/>
                <a:cs typeface="+mn-cs"/>
              </a:rPr>
              <a:t>อาจมี</a:t>
            </a:r>
            <a:r>
              <a:rPr lang="en-US" sz="1200" b="0" i="0" kern="1200" dirty="0">
                <a:solidFill>
                  <a:schemeClr val="tx1"/>
                </a:solidFill>
                <a:effectLst/>
                <a:latin typeface="+mn-lt"/>
                <a:ea typeface="+mn-ea"/>
                <a:cs typeface="+mn-cs"/>
              </a:rPr>
              <a:t> Field </a:t>
            </a:r>
            <a:r>
              <a:rPr lang="en-US" sz="1200" b="0" i="0" kern="1200" dirty="0" err="1">
                <a:solidFill>
                  <a:schemeClr val="tx1"/>
                </a:solidFill>
                <a:effectLst/>
                <a:latin typeface="+mn-lt"/>
                <a:ea typeface="+mn-ea"/>
                <a:cs typeface="+mn-cs"/>
              </a:rPr>
              <a:t>แตกต่างกัน</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p:txBody>
      </p:sp>
      <p:sp>
        <p:nvSpPr>
          <p:cNvPr id="1557191870"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28E26C-F9C7-A99A-F8D9-A2B511D66EC9}"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86</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17728144" name="Slide Image Placeholder 1"/>
          <p:cNvSpPr>
            <a:spLocks noGrp="1" noRot="1" noChangeAspect="1"/>
          </p:cNvSpPr>
          <p:nvPr>
            <p:ph type="sldImg"/>
          </p:nvPr>
        </p:nvSpPr>
        <p:spPr bwMode="auto">
          <a:xfrm>
            <a:off x="217488" y="812800"/>
            <a:ext cx="7124700" cy="4008438"/>
          </a:xfrm>
        </p:spPr>
      </p:sp>
      <p:sp>
        <p:nvSpPr>
          <p:cNvPr id="1351573825"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วิธีเชื่อมต่อกับ</a:t>
            </a:r>
            <a:r>
              <a:rPr lang="en-US" sz="1200" b="1" i="0" kern="1200" dirty="0">
                <a:solidFill>
                  <a:schemeClr val="tx1"/>
                </a:solidFill>
                <a:effectLst/>
                <a:latin typeface="+mn-lt"/>
                <a:ea typeface="+mn-ea"/>
                <a:cs typeface="+mn-cs"/>
              </a:rPr>
              <a:t> PostgreSQL </a:t>
            </a:r>
            <a:r>
              <a:rPr lang="en-US" sz="1200" b="1" i="0" kern="1200" dirty="0" err="1">
                <a:solidFill>
                  <a:schemeClr val="tx1"/>
                </a:solidFill>
                <a:effectLst/>
                <a:latin typeface="+mn-lt"/>
                <a:ea typeface="+mn-ea"/>
                <a:cs typeface="+mn-cs"/>
              </a:rPr>
              <a:t>อย่างปลอดภัยบน</a:t>
            </a:r>
            <a:r>
              <a:rPr lang="en-US" sz="1200" b="1" i="0" kern="1200" dirty="0">
                <a:solidFill>
                  <a:schemeClr val="tx1"/>
                </a:solidFill>
                <a:effectLst/>
                <a:latin typeface="+mn-lt"/>
                <a:ea typeface="+mn-ea"/>
                <a:cs typeface="+mn-cs"/>
              </a:rPr>
              <a:t> Azure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โดยมี</a:t>
            </a:r>
            <a:r>
              <a:rPr lang="en-US" sz="1200" b="0" i="0" kern="1200" dirty="0">
                <a:solidFill>
                  <a:schemeClr val="tx1"/>
                </a:solidFill>
                <a:effectLst/>
                <a:latin typeface="+mn-lt"/>
                <a:ea typeface="+mn-ea"/>
                <a:cs typeface="+mn-cs"/>
              </a:rPr>
              <a:t> 3 </a:t>
            </a:r>
            <a:r>
              <a:rPr lang="en-US" sz="1200" b="0" i="0" kern="1200" dirty="0" err="1">
                <a:solidFill>
                  <a:schemeClr val="tx1"/>
                </a:solidFill>
                <a:effectLst/>
                <a:latin typeface="+mn-lt"/>
                <a:ea typeface="+mn-ea"/>
                <a:cs typeface="+mn-cs"/>
              </a:rPr>
              <a:t>เรื่องสำคัญ</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a:t>
            </a:r>
            <a:r>
              <a:rPr lang="en-US" sz="1200" b="1" i="0" kern="1200" dirty="0" err="1">
                <a:solidFill>
                  <a:schemeClr val="tx1"/>
                </a:solidFill>
                <a:effectLst/>
                <a:latin typeface="+mn-lt"/>
                <a:ea typeface="+mn-ea"/>
                <a:cs typeface="+mn-cs"/>
              </a:rPr>
              <a:t>การยืนยันตัวตน</a:t>
            </a:r>
            <a:endParaRPr lang="en-US" sz="1200" b="1"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มี</a:t>
            </a:r>
            <a:r>
              <a:rPr lang="en-US" sz="1200" b="0" i="0" kern="1200" dirty="0">
                <a:solidFill>
                  <a:schemeClr val="tx1"/>
                </a:solidFill>
                <a:effectLst/>
                <a:latin typeface="+mn-lt"/>
                <a:ea typeface="+mn-ea"/>
                <a:cs typeface="+mn-cs"/>
              </a:rPr>
              <a:t> 2 </a:t>
            </a:r>
            <a:r>
              <a:rPr lang="en-US" sz="1200" b="0" i="0" kern="1200" dirty="0" err="1">
                <a:solidFill>
                  <a:schemeClr val="tx1"/>
                </a:solidFill>
                <a:effectLst/>
                <a:latin typeface="+mn-lt"/>
                <a:ea typeface="+mn-ea"/>
                <a:cs typeface="+mn-cs"/>
              </a:rPr>
              <a:t>วิธีหลัก</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Microsoft Entra ID</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Token </a:t>
            </a:r>
            <a:r>
              <a:rPr lang="en-US" sz="1200" b="0" i="0" kern="1200" dirty="0" err="1">
                <a:solidFill>
                  <a:schemeClr val="tx1"/>
                </a:solidFill>
                <a:effectLst/>
                <a:latin typeface="+mn-lt"/>
                <a:ea typeface="+mn-ea"/>
                <a:cs typeface="+mn-cs"/>
              </a:rPr>
              <a:t>แทนการเก็บ</a:t>
            </a:r>
            <a:r>
              <a:rPr lang="en-US" sz="1200" b="0" i="0" kern="1200" dirty="0">
                <a:solidFill>
                  <a:schemeClr val="tx1"/>
                </a:solidFill>
                <a:effectLst/>
                <a:latin typeface="+mn-lt"/>
                <a:ea typeface="+mn-ea"/>
                <a:cs typeface="+mn-cs"/>
              </a:rPr>
              <a:t> Password</a:t>
            </a:r>
          </a:p>
          <a:p>
            <a:pPr lvl="0" fontAlgn="t"/>
            <a:r>
              <a:rPr lang="en-US" sz="1200" b="1" i="0" kern="1200" dirty="0">
                <a:solidFill>
                  <a:schemeClr val="tx1"/>
                </a:solidFill>
                <a:effectLst/>
                <a:latin typeface="+mn-lt"/>
                <a:ea typeface="+mn-ea"/>
                <a:cs typeface="+mn-cs"/>
              </a:rPr>
              <a:t>Username / Password ของ PostgreSQL</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หากใช้</a:t>
            </a:r>
            <a:r>
              <a:rPr lang="en-US" sz="1200" b="0" i="0" kern="1200" dirty="0">
                <a:solidFill>
                  <a:schemeClr val="tx1"/>
                </a:solidFill>
                <a:effectLst/>
                <a:latin typeface="+mn-lt"/>
                <a:ea typeface="+mn-ea"/>
                <a:cs typeface="+mn-cs"/>
              </a:rPr>
              <a:t> Password </a:t>
            </a:r>
            <a:r>
              <a:rPr lang="en-US" sz="1200" b="0" i="0" kern="1200" dirty="0" err="1">
                <a:solidFill>
                  <a:schemeClr val="tx1"/>
                </a:solidFill>
                <a:effectLst/>
                <a:latin typeface="+mn-lt"/>
                <a:ea typeface="+mn-ea"/>
                <a:cs typeface="+mn-cs"/>
              </a:rPr>
              <a:t>สามารถจัดเก็บไว้ใน</a:t>
            </a:r>
            <a:r>
              <a:rPr lang="en-US" sz="1200" b="0" i="0" kern="1200" dirty="0">
                <a:solidFill>
                  <a:schemeClr val="tx1"/>
                </a:solidFill>
                <a:effectLst/>
                <a:latin typeface="+mn-lt"/>
                <a:ea typeface="+mn-ea"/>
                <a:cs typeface="+mn-cs"/>
              </a:rPr>
              <a:t> Key Vault</a:t>
            </a:r>
            <a:endParaRPr lang="th-TH"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a:t>
            </a:r>
            <a:r>
              <a:rPr lang="en-US" sz="1200" b="1" i="0" kern="1200" dirty="0" err="1">
                <a:solidFill>
                  <a:schemeClr val="tx1"/>
                </a:solidFill>
                <a:effectLst/>
                <a:latin typeface="+mn-lt"/>
                <a:ea typeface="+mn-ea"/>
                <a:cs typeface="+mn-cs"/>
              </a:rPr>
              <a:t>เข้ารหัสการเชื่อมต่อ</a:t>
            </a:r>
            <a:endParaRPr lang="en-US" sz="1200" b="1"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TLS 1.2 </a:t>
            </a:r>
            <a:r>
              <a:rPr lang="en-US" sz="1200" b="1" i="0" kern="1200" dirty="0" err="1">
                <a:solidFill>
                  <a:schemeClr val="tx1"/>
                </a:solidFill>
                <a:effectLst/>
                <a:latin typeface="+mn-lt"/>
                <a:ea typeface="+mn-ea"/>
                <a:cs typeface="+mn-cs"/>
              </a:rPr>
              <a:t>ขึ้นไป</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เพื่อป้องกันข้อมูลระหว่าง</a:t>
            </a:r>
            <a:r>
              <a:rPr lang="en-US" sz="1200" b="0" i="0" kern="1200" dirty="0">
                <a:solidFill>
                  <a:schemeClr val="tx1"/>
                </a:solidFill>
                <a:effectLst/>
                <a:latin typeface="+mn-lt"/>
                <a:ea typeface="+mn-ea"/>
                <a:cs typeface="+mn-cs"/>
              </a:rPr>
              <a:t> Application </a:t>
            </a:r>
            <a:r>
              <a:rPr lang="en-US" sz="1200" b="0" i="0" kern="1200" dirty="0" err="1">
                <a:solidFill>
                  <a:schemeClr val="tx1"/>
                </a:solidFill>
                <a:effectLst/>
                <a:latin typeface="+mn-lt"/>
                <a:ea typeface="+mn-ea"/>
                <a:cs typeface="+mn-cs"/>
              </a:rPr>
              <a:t>กับ</a:t>
            </a:r>
            <a:r>
              <a:rPr lang="en-US" sz="1200" b="0" i="0" kern="1200" dirty="0">
                <a:solidFill>
                  <a:schemeClr val="tx1"/>
                </a:solidFill>
                <a:effectLst/>
                <a:latin typeface="+mn-lt"/>
                <a:ea typeface="+mn-ea"/>
                <a:cs typeface="+mn-cs"/>
              </a:rPr>
              <a:t> Database</a:t>
            </a:r>
          </a:p>
          <a:p>
            <a:pPr lvl="0" fontAlgn="t"/>
            <a:r>
              <a:rPr lang="en-US" sz="1200" b="0" i="0" kern="1200" dirty="0" err="1">
                <a:solidFill>
                  <a:schemeClr val="tx1"/>
                </a:solidFill>
                <a:effectLst/>
                <a:latin typeface="+mn-lt"/>
                <a:ea typeface="+mn-ea"/>
                <a:cs typeface="+mn-cs"/>
              </a:rPr>
              <a:t>สำหรับ</a:t>
            </a:r>
            <a:r>
              <a:rPr lang="en-US" sz="1200" b="0" i="0" kern="1200" dirty="0">
                <a:solidFill>
                  <a:schemeClr val="tx1"/>
                </a:solidFill>
                <a:effectLst/>
                <a:latin typeface="+mn-lt"/>
                <a:ea typeface="+mn-ea"/>
                <a:cs typeface="+mn-cs"/>
              </a:rPr>
              <a:t> Production </a:t>
            </a:r>
            <a:r>
              <a:rPr lang="en-US" sz="1200" b="0" i="0" kern="1200" dirty="0" err="1">
                <a:solidFill>
                  <a:schemeClr val="tx1"/>
                </a:solidFill>
                <a:effectLst/>
                <a:latin typeface="+mn-lt"/>
                <a:ea typeface="+mn-ea"/>
                <a:cs typeface="+mn-cs"/>
              </a:rPr>
              <a:t>สไลด์แนะนำ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sslmode</a:t>
            </a:r>
            <a:r>
              <a:rPr lang="en-US" sz="1200" b="0" i="0" kern="1200" dirty="0">
                <a:solidFill>
                  <a:schemeClr val="tx1"/>
                </a:solidFill>
                <a:effectLst/>
                <a:latin typeface="+mn-lt"/>
                <a:ea typeface="+mn-ea"/>
                <a:cs typeface="+mn-cs"/>
              </a:rPr>
              <a:t>=verify-full </a:t>
            </a:r>
            <a:r>
              <a:rPr lang="en-US" sz="1200" b="0" i="0" kern="1200" dirty="0" err="1">
                <a:solidFill>
                  <a:schemeClr val="tx1"/>
                </a:solidFill>
                <a:effectLst/>
                <a:latin typeface="+mn-lt"/>
                <a:ea typeface="+mn-ea"/>
                <a:cs typeface="+mn-cs"/>
              </a:rPr>
              <a:t>เพื่อให้มีการตรวจสอบการเชื่อมต่อด้วย</a:t>
            </a:r>
            <a:endParaRPr lang="th-TH"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3. </a:t>
            </a:r>
            <a:r>
              <a:rPr lang="en-US" sz="1200" b="1" i="0" kern="1200" dirty="0" err="1">
                <a:solidFill>
                  <a:schemeClr val="tx1"/>
                </a:solidFill>
                <a:effectLst/>
                <a:latin typeface="+mn-lt"/>
                <a:ea typeface="+mn-ea"/>
                <a:cs typeface="+mn-cs"/>
              </a:rPr>
              <a:t>ควบคุมการเข้าถึงผ่าน</a:t>
            </a:r>
            <a:r>
              <a:rPr lang="en-US" sz="1200" b="1" i="0" kern="1200" dirty="0">
                <a:solidFill>
                  <a:schemeClr val="tx1"/>
                </a:solidFill>
                <a:effectLst/>
                <a:latin typeface="+mn-lt"/>
                <a:ea typeface="+mn-ea"/>
                <a:cs typeface="+mn-cs"/>
              </a:rPr>
              <a:t> Network</a:t>
            </a:r>
          </a:p>
          <a:p>
            <a:pPr fontAlgn="t"/>
            <a:r>
              <a:rPr lang="en-US" sz="1200" b="0" i="0" kern="1200" dirty="0" err="1">
                <a:solidFill>
                  <a:schemeClr val="tx1"/>
                </a:solidFill>
                <a:effectLst/>
                <a:latin typeface="+mn-lt"/>
                <a:ea typeface="+mn-ea"/>
                <a:cs typeface="+mn-cs"/>
              </a:rPr>
              <a:t>เลือกได้ระหว่าง</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Public Access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เข้าผ่านเครือข่ายสาธารณะ</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โดยกำหนด</a:t>
            </a:r>
            <a:r>
              <a:rPr lang="en-US" sz="1200" b="0" i="0" kern="1200" dirty="0">
                <a:solidFill>
                  <a:schemeClr val="tx1"/>
                </a:solidFill>
                <a:effectLst/>
                <a:latin typeface="+mn-lt"/>
                <a:ea typeface="+mn-ea"/>
                <a:cs typeface="+mn-cs"/>
              </a:rPr>
              <a:t> Firewall Rules</a:t>
            </a:r>
          </a:p>
          <a:p>
            <a:pPr lvl="0" fontAlgn="t"/>
            <a:r>
              <a:rPr lang="en-US" sz="1200" b="1" i="0" kern="1200" dirty="0">
                <a:solidFill>
                  <a:schemeClr val="tx1"/>
                </a:solidFill>
                <a:effectLst/>
                <a:latin typeface="+mn-lt"/>
                <a:ea typeface="+mn-ea"/>
                <a:cs typeface="+mn-cs"/>
              </a:rPr>
              <a:t>Private Access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เชื่อมต่อผ่าน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Azure </a:t>
            </a:r>
            <a:r>
              <a:rPr lang="en-US" sz="1200" b="1" i="0" kern="1200" dirty="0" err="1">
                <a:solidFill>
                  <a:schemeClr val="tx1"/>
                </a:solidFill>
                <a:effectLst/>
                <a:latin typeface="+mn-lt"/>
                <a:ea typeface="+mn-ea"/>
                <a:cs typeface="+mn-cs"/>
              </a:rPr>
              <a:t>Vnet</a:t>
            </a:r>
            <a:endParaRPr lang="th-TH" sz="1200" b="1"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กรณีใช้</a:t>
            </a:r>
            <a:r>
              <a:rPr lang="en-US" sz="1200" b="1" i="0" kern="1200" dirty="0">
                <a:solidFill>
                  <a:schemeClr val="tx1"/>
                </a:solidFill>
                <a:effectLst/>
                <a:latin typeface="+mn-lt"/>
                <a:ea typeface="+mn-ea"/>
                <a:cs typeface="+mn-cs"/>
              </a:rPr>
              <a:t> Microsoft Entra ID</a:t>
            </a:r>
            <a:endParaRPr lang="th-TH" sz="1200" b="1"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ลำดับในภาพคือ</a:t>
            </a:r>
            <a:r>
              <a:rPr lang="en-US" sz="1200" b="0" i="0" kern="1200" dirty="0">
                <a:solidFill>
                  <a:schemeClr val="tx1"/>
                </a:solidFill>
                <a:effectLst/>
                <a:latin typeface="+mn-lt"/>
                <a:ea typeface="+mn-ea"/>
                <a:cs typeface="+mn-cs"/>
              </a:rPr>
              <a:t>:</a:t>
            </a:r>
          </a:p>
          <a:p>
            <a:pPr fontAlgn="t"/>
            <a:r>
              <a:rPr lang="en-US" sz="1200" b="1" i="0" kern="1200" dirty="0">
                <a:solidFill>
                  <a:schemeClr val="tx1"/>
                </a:solidFill>
                <a:effectLst/>
                <a:latin typeface="+mn-lt"/>
                <a:ea typeface="+mn-ea"/>
                <a:cs typeface="+mn-cs"/>
              </a:rPr>
              <a:t>Application → </a:t>
            </a:r>
            <a:r>
              <a:rPr lang="en-US" sz="1200" b="1" i="0" kern="1200" dirty="0" err="1">
                <a:solidFill>
                  <a:schemeClr val="tx1"/>
                </a:solidFill>
                <a:effectLst/>
                <a:latin typeface="+mn-lt"/>
                <a:ea typeface="+mn-ea"/>
                <a:cs typeface="+mn-cs"/>
              </a:rPr>
              <a:t>ขอ</a:t>
            </a:r>
            <a:r>
              <a:rPr lang="en-US" sz="1200" b="1" i="0" kern="1200" dirty="0">
                <a:solidFill>
                  <a:schemeClr val="tx1"/>
                </a:solidFill>
                <a:effectLst/>
                <a:latin typeface="+mn-lt"/>
                <a:ea typeface="+mn-ea"/>
                <a:cs typeface="+mn-cs"/>
              </a:rPr>
              <a:t> Token → Entra ID </a:t>
            </a:r>
            <a:r>
              <a:rPr lang="en-US" sz="1200" b="1" i="0" kern="1200" dirty="0" err="1">
                <a:solidFill>
                  <a:schemeClr val="tx1"/>
                </a:solidFill>
                <a:effectLst/>
                <a:latin typeface="+mn-lt"/>
                <a:ea typeface="+mn-ea"/>
                <a:cs typeface="+mn-cs"/>
              </a:rPr>
              <a:t>ส่ง</a:t>
            </a:r>
            <a:r>
              <a:rPr lang="en-US" sz="1200" b="1" i="0" kern="1200" dirty="0">
                <a:solidFill>
                  <a:schemeClr val="tx1"/>
                </a:solidFill>
                <a:effectLst/>
                <a:latin typeface="+mn-lt"/>
                <a:ea typeface="+mn-ea"/>
                <a:cs typeface="+mn-cs"/>
              </a:rPr>
              <a:t> Token → </a:t>
            </a:r>
            <a:r>
              <a:rPr lang="en-US" sz="1200" b="1" i="0" kern="1200" dirty="0" err="1">
                <a:solidFill>
                  <a:schemeClr val="tx1"/>
                </a:solidFill>
                <a:effectLst/>
                <a:latin typeface="+mn-lt"/>
                <a:ea typeface="+mn-ea"/>
                <a:cs typeface="+mn-cs"/>
              </a:rPr>
              <a:t>เชื่อมต่อผ่าน</a:t>
            </a:r>
            <a:r>
              <a:rPr lang="en-US" sz="1200" b="1" i="0" kern="1200" dirty="0">
                <a:solidFill>
                  <a:schemeClr val="tx1"/>
                </a:solidFill>
                <a:effectLst/>
                <a:latin typeface="+mn-lt"/>
                <a:ea typeface="+mn-ea"/>
                <a:cs typeface="+mn-cs"/>
              </a:rPr>
              <a:t> TLS → PostgreSQL </a:t>
            </a:r>
            <a:r>
              <a:rPr lang="en-US" sz="1200" b="1" i="0" kern="1200" dirty="0" err="1">
                <a:solidFill>
                  <a:schemeClr val="tx1"/>
                </a:solidFill>
                <a:effectLst/>
                <a:latin typeface="+mn-lt"/>
                <a:ea typeface="+mn-ea"/>
                <a:cs typeface="+mn-cs"/>
              </a:rPr>
              <a:t>ตรวจสอบ</a:t>
            </a:r>
            <a:endParaRPr lang="th-TH" sz="1200" b="1"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Authentication = </a:t>
            </a:r>
            <a:r>
              <a:rPr lang="en-US" sz="1200" b="1" i="0" kern="1200" dirty="0" err="1">
                <a:solidFill>
                  <a:schemeClr val="tx1"/>
                </a:solidFill>
                <a:effectLst/>
                <a:latin typeface="+mn-lt"/>
                <a:ea typeface="+mn-ea"/>
                <a:cs typeface="+mn-cs"/>
              </a:rPr>
              <a:t>ตรวจว่า</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คุณเป็นใคร</a:t>
            </a:r>
            <a:r>
              <a:rPr lang="en-US" sz="1200" b="1"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TLS = </a:t>
            </a:r>
            <a:r>
              <a:rPr lang="en-US" sz="1200" b="1" i="0" kern="1200" dirty="0" err="1">
                <a:solidFill>
                  <a:schemeClr val="tx1"/>
                </a:solidFill>
                <a:effectLst/>
                <a:latin typeface="+mn-lt"/>
                <a:ea typeface="+mn-ea"/>
                <a:cs typeface="+mn-cs"/>
              </a:rPr>
              <a:t>ป้องกันข้อมูลระหว่างทาง</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Network Access = </a:t>
            </a:r>
            <a:r>
              <a:rPr lang="en-US" sz="1200" b="1" i="0" kern="1200" dirty="0" err="1">
                <a:solidFill>
                  <a:schemeClr val="tx1"/>
                </a:solidFill>
                <a:effectLst/>
                <a:latin typeface="+mn-lt"/>
                <a:ea typeface="+mn-ea"/>
                <a:cs typeface="+mn-cs"/>
              </a:rPr>
              <a:t>กำหนดว่า</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เข้ามาจากทางไหนได้บ้าง</a:t>
            </a:r>
            <a:r>
              <a:rPr lang="en-US" sz="1200" b="1" i="0"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p:txBody>
      </p:sp>
      <p:sp>
        <p:nvSpPr>
          <p:cNvPr id="494005778"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1C9CAB2-F6D1-5DF8-53D6-33F8B28B7A84}"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87</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46859762" name="Slide Image Placeholder 1"/>
          <p:cNvSpPr>
            <a:spLocks noGrp="1" noRot="1" noChangeAspect="1"/>
          </p:cNvSpPr>
          <p:nvPr>
            <p:ph type="sldImg"/>
          </p:nvPr>
        </p:nvSpPr>
        <p:spPr bwMode="auto">
          <a:xfrm>
            <a:off x="217488" y="812800"/>
            <a:ext cx="7124700" cy="4008438"/>
          </a:xfrm>
        </p:spPr>
      </p:sp>
      <p:sp>
        <p:nvSpPr>
          <p:cNvPr id="15869867"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การออกแบบโครงสร้างตาราง</a:t>
            </a:r>
            <a:r>
              <a:rPr lang="en-US" sz="1200" b="1" i="0" kern="1200" dirty="0">
                <a:solidFill>
                  <a:schemeClr val="tx1"/>
                </a:solidFill>
                <a:effectLst/>
                <a:latin typeface="+mn-lt"/>
                <a:ea typeface="+mn-ea"/>
                <a:cs typeface="+mn-cs"/>
              </a:rPr>
              <a:t> (Schema) </a:t>
            </a:r>
            <a:r>
              <a:rPr lang="en-US" sz="1200" b="1" i="0" kern="1200" dirty="0" err="1">
                <a:solidFill>
                  <a:schemeClr val="tx1"/>
                </a:solidFill>
                <a:effectLst/>
                <a:latin typeface="+mn-lt"/>
                <a:ea typeface="+mn-ea"/>
                <a:cs typeface="+mn-cs"/>
              </a:rPr>
              <a:t>ใน</a:t>
            </a:r>
            <a:r>
              <a:rPr lang="en-US" sz="1200" b="1" i="0" kern="1200" dirty="0">
                <a:solidFill>
                  <a:schemeClr val="tx1"/>
                </a:solidFill>
                <a:effectLst/>
                <a:latin typeface="+mn-lt"/>
                <a:ea typeface="+mn-ea"/>
                <a:cs typeface="+mn-cs"/>
              </a:rPr>
              <a:t> PostgreSQL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ให้ข้อมูลเป็นระเบียบ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เชื่อมโยงกันถูกต้อง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และลดปัญหาข้อมูลผิดพลาด</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หลักสำคัญมี</a:t>
            </a:r>
            <a:r>
              <a:rPr lang="en-US" sz="1200" b="1" i="0" kern="1200" dirty="0">
                <a:solidFill>
                  <a:schemeClr val="tx1"/>
                </a:solidFill>
                <a:effectLst/>
                <a:latin typeface="+mn-lt"/>
                <a:ea typeface="+mn-ea"/>
                <a:cs typeface="+mn-cs"/>
              </a:rPr>
              <a:t> 3 </a:t>
            </a:r>
            <a:r>
              <a:rPr lang="en-US" sz="1200" b="1" i="0" kern="1200" dirty="0" err="1">
                <a:solidFill>
                  <a:schemeClr val="tx1"/>
                </a:solidFill>
                <a:effectLst/>
                <a:latin typeface="+mn-lt"/>
                <a:ea typeface="+mn-ea"/>
                <a:cs typeface="+mn-cs"/>
              </a:rPr>
              <a:t>เรื่อง</a:t>
            </a:r>
            <a:endParaRPr lang="th-TH" sz="1200" b="1"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a:t>
            </a:r>
            <a:r>
              <a:rPr lang="en-US" sz="1200" b="1" i="0" kern="1200" dirty="0" err="1">
                <a:solidFill>
                  <a:schemeClr val="tx1"/>
                </a:solidFill>
                <a:effectLst/>
                <a:latin typeface="+mn-lt"/>
                <a:ea typeface="+mn-ea"/>
                <a:cs typeface="+mn-cs"/>
              </a:rPr>
              <a:t>เลือกชนิดข้อมูลให้เหมาะสม</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BIGSERIAL → </a:t>
            </a:r>
            <a:r>
              <a:rPr lang="en-US" sz="1200" b="0" i="0" kern="1200" dirty="0" err="1">
                <a:solidFill>
                  <a:schemeClr val="tx1"/>
                </a:solidFill>
                <a:effectLst/>
                <a:latin typeface="+mn-lt"/>
                <a:ea typeface="+mn-ea"/>
                <a:cs typeface="+mn-cs"/>
              </a:rPr>
              <a:t>สร้างเลข</a:t>
            </a:r>
            <a:r>
              <a:rPr lang="en-US" sz="1200" b="0" i="0" kern="1200" dirty="0">
                <a:solidFill>
                  <a:schemeClr val="tx1"/>
                </a:solidFill>
                <a:effectLst/>
                <a:latin typeface="+mn-lt"/>
                <a:ea typeface="+mn-ea"/>
                <a:cs typeface="+mn-cs"/>
              </a:rPr>
              <a:t> ID </a:t>
            </a:r>
            <a:r>
              <a:rPr lang="en-US" sz="1200" b="0" i="0" kern="1200" dirty="0" err="1">
                <a:solidFill>
                  <a:schemeClr val="tx1"/>
                </a:solidFill>
                <a:effectLst/>
                <a:latin typeface="+mn-lt"/>
                <a:ea typeface="+mn-ea"/>
                <a:cs typeface="+mn-cs"/>
              </a:rPr>
              <a:t>เพิ่มให้อัตโนมัติ</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UUID → ID </a:t>
            </a:r>
            <a:r>
              <a:rPr lang="en-US" sz="1200" b="0" i="0" kern="1200" dirty="0" err="1">
                <a:solidFill>
                  <a:schemeClr val="tx1"/>
                </a:solidFill>
                <a:effectLst/>
                <a:latin typeface="+mn-lt"/>
                <a:ea typeface="+mn-ea"/>
                <a:cs typeface="+mn-cs"/>
              </a:rPr>
              <a:t>ที่ไม่ซ้ำกัน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เหมาะกับ</a:t>
            </a:r>
            <a:r>
              <a:rPr lang="en-US" sz="1200" b="0" i="0" kern="1200" dirty="0">
                <a:solidFill>
                  <a:schemeClr val="tx1"/>
                </a:solidFill>
                <a:effectLst/>
                <a:latin typeface="+mn-lt"/>
                <a:ea typeface="+mn-ea"/>
                <a:cs typeface="+mn-cs"/>
              </a:rPr>
              <a:t> ID </a:t>
            </a:r>
            <a:r>
              <a:rPr lang="en-US" sz="1200" b="0" i="0" kern="1200" dirty="0" err="1">
                <a:solidFill>
                  <a:schemeClr val="tx1"/>
                </a:solidFill>
                <a:effectLst/>
                <a:latin typeface="+mn-lt"/>
                <a:ea typeface="+mn-ea"/>
                <a:cs typeface="+mn-cs"/>
              </a:rPr>
              <a:t>ที่มาจากระบบภายนอก</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JSONB → </a:t>
            </a:r>
            <a:r>
              <a:rPr lang="en-US" sz="1200" b="0" i="0" kern="1200" dirty="0" err="1">
                <a:solidFill>
                  <a:schemeClr val="tx1"/>
                </a:solidFill>
                <a:effectLst/>
                <a:latin typeface="+mn-lt"/>
                <a:ea typeface="+mn-ea"/>
                <a:cs typeface="+mn-cs"/>
              </a:rPr>
              <a:t>เก็บข้อมูลที่มีโครงสร้างยืดหยุ่น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Metadata</a:t>
            </a:r>
          </a:p>
          <a:p>
            <a:pPr lvl="0" fontAlgn="t"/>
            <a:r>
              <a:rPr lang="en-US" sz="1200" b="0" i="0" kern="1200" dirty="0">
                <a:solidFill>
                  <a:schemeClr val="tx1"/>
                </a:solidFill>
                <a:effectLst/>
                <a:latin typeface="+mn-lt"/>
                <a:ea typeface="+mn-ea"/>
                <a:cs typeface="+mn-cs"/>
              </a:rPr>
              <a:t>TIMESTAMPTZ → </a:t>
            </a:r>
            <a:r>
              <a:rPr lang="en-US" sz="1200" b="0" i="0" kern="1200" dirty="0" err="1">
                <a:solidFill>
                  <a:schemeClr val="tx1"/>
                </a:solidFill>
                <a:effectLst/>
                <a:latin typeface="+mn-lt"/>
                <a:ea typeface="+mn-ea"/>
                <a:cs typeface="+mn-cs"/>
              </a:rPr>
              <a:t>เก็บวันและเวลาพร้อมข้อมูลเขตเวลา</a:t>
            </a:r>
            <a:endParaRPr lang="th-TH"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a:t>
            </a:r>
            <a:r>
              <a:rPr lang="en-US" sz="1200" b="1" i="0" kern="1200" dirty="0" err="1">
                <a:solidFill>
                  <a:schemeClr val="tx1"/>
                </a:solidFill>
                <a:effectLst/>
                <a:latin typeface="+mn-lt"/>
                <a:ea typeface="+mn-ea"/>
                <a:cs typeface="+mn-cs"/>
              </a:rPr>
              <a:t>ตั้งกฎเพื่อรักษาคุณภาพข้อมูล</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NOT NULL → </a:t>
            </a:r>
            <a:r>
              <a:rPr lang="en-US" sz="1200" b="0" i="0" kern="1200" dirty="0" err="1">
                <a:solidFill>
                  <a:schemeClr val="tx1"/>
                </a:solidFill>
                <a:effectLst/>
                <a:latin typeface="+mn-lt"/>
                <a:ea typeface="+mn-ea"/>
                <a:cs typeface="+mn-cs"/>
              </a:rPr>
              <a:t>ช่องนี้ห้ามว่าง</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UNIQUE → </a:t>
            </a:r>
            <a:r>
              <a:rPr lang="en-US" sz="1200" b="0" i="0" kern="1200" dirty="0" err="1">
                <a:solidFill>
                  <a:schemeClr val="tx1"/>
                </a:solidFill>
                <a:effectLst/>
                <a:latin typeface="+mn-lt"/>
                <a:ea typeface="+mn-ea"/>
                <a:cs typeface="+mn-cs"/>
              </a:rPr>
              <a:t>ข้อมูลห้ามซ้ำ</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CHECK → </a:t>
            </a:r>
            <a:r>
              <a:rPr lang="en-US" sz="1200" b="0" i="0" kern="1200" dirty="0" err="1">
                <a:solidFill>
                  <a:schemeClr val="tx1"/>
                </a:solidFill>
                <a:effectLst/>
                <a:latin typeface="+mn-lt"/>
                <a:ea typeface="+mn-ea"/>
                <a:cs typeface="+mn-cs"/>
              </a:rPr>
              <a:t>ข้อมูลต้องผ่านเงื่อนไขที่กำหนด</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PRIMARY KEY → </a:t>
            </a:r>
            <a:r>
              <a:rPr lang="en-US" sz="1200" b="0" i="0" kern="1200" dirty="0" err="1">
                <a:solidFill>
                  <a:schemeClr val="tx1"/>
                </a:solidFill>
                <a:effectLst/>
                <a:latin typeface="+mn-lt"/>
                <a:ea typeface="+mn-ea"/>
                <a:cs typeface="+mn-cs"/>
              </a:rPr>
              <a:t>รหัสหลักที่ใช้ระบุแต่ละรายการ</a:t>
            </a:r>
            <a:endParaRPr lang="th-TH"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3. </a:t>
            </a:r>
            <a:r>
              <a:rPr lang="en-US" sz="1200" b="1" i="0" kern="1200" dirty="0" err="1">
                <a:solidFill>
                  <a:schemeClr val="tx1"/>
                </a:solidFill>
                <a:effectLst/>
                <a:latin typeface="+mn-lt"/>
                <a:ea typeface="+mn-ea"/>
                <a:cs typeface="+mn-cs"/>
              </a:rPr>
              <a:t>เชื่อมความสัมพันธ์ระหว่างตาราง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ตัวอย่างมีตาราง</a:t>
            </a:r>
            <a:r>
              <a:rPr lang="en-US" sz="1200" b="0" i="0" kern="1200" dirty="0">
                <a:solidFill>
                  <a:schemeClr val="tx1"/>
                </a:solidFill>
                <a:effectLst/>
                <a:latin typeface="+mn-lt"/>
                <a:ea typeface="+mn-ea"/>
                <a:cs typeface="+mn-cs"/>
              </a:rPr>
              <a:t> conversations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messages </a:t>
            </a:r>
            <a:r>
              <a:rPr lang="en-US" sz="1200" b="0" i="0" kern="1200" dirty="0" err="1">
                <a:solidFill>
                  <a:schemeClr val="tx1"/>
                </a:solidFill>
                <a:effectLst/>
                <a:latin typeface="+mn-lt"/>
                <a:ea typeface="+mn-ea"/>
                <a:cs typeface="+mn-cs"/>
              </a:rPr>
              <a:t>โดยข้อความแต่ละรายการใช้</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conversation_id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เพื่ออ้างกลับไปยัง</a:t>
            </a:r>
            <a:r>
              <a:rPr lang="en-US" sz="1200" b="0" i="0" kern="1200" dirty="0">
                <a:solidFill>
                  <a:schemeClr val="tx1"/>
                </a:solidFill>
                <a:effectLst/>
                <a:latin typeface="+mn-lt"/>
                <a:ea typeface="+mn-ea"/>
                <a:cs typeface="+mn-cs"/>
              </a:rPr>
              <a:t> Conversation </a:t>
            </a:r>
            <a:r>
              <a:rPr lang="en-US" sz="1200" b="0" i="0" kern="1200" dirty="0" err="1">
                <a:solidFill>
                  <a:schemeClr val="tx1"/>
                </a:solidFill>
                <a:effectLst/>
                <a:latin typeface="+mn-lt"/>
                <a:ea typeface="+mn-ea"/>
                <a:cs typeface="+mn-cs"/>
              </a:rPr>
              <a:t>ที่เกี่ยวข้องผ่าน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Foreign Key</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p:txBody>
      </p:sp>
      <p:sp>
        <p:nvSpPr>
          <p:cNvPr id="1439471040"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5725CAB-E4F3-6D0E-0C48-729327C3C83C}"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88</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58391357" name="Slide Image Placeholder 1"/>
          <p:cNvSpPr>
            <a:spLocks noGrp="1" noRot="1" noChangeAspect="1"/>
          </p:cNvSpPr>
          <p:nvPr>
            <p:ph type="sldImg"/>
          </p:nvPr>
        </p:nvSpPr>
        <p:spPr bwMode="auto">
          <a:xfrm>
            <a:off x="217488" y="812800"/>
            <a:ext cx="7124700" cy="4008438"/>
          </a:xfrm>
        </p:spPr>
      </p:sp>
      <p:sp>
        <p:nvSpPr>
          <p:cNvPr id="2082892224"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การ</a:t>
            </a:r>
            <a:r>
              <a:rPr lang="en-US" sz="1200" b="1" i="0" kern="1200" dirty="0">
                <a:solidFill>
                  <a:schemeClr val="tx1"/>
                </a:solidFill>
                <a:effectLst/>
                <a:latin typeface="+mn-lt"/>
                <a:ea typeface="+mn-ea"/>
                <a:cs typeface="+mn-cs"/>
              </a:rPr>
              <a:t> Query </a:t>
            </a:r>
            <a:r>
              <a:rPr lang="en-US" sz="1200" b="1" i="0" kern="1200" dirty="0" err="1">
                <a:solidFill>
                  <a:schemeClr val="tx1"/>
                </a:solidFill>
                <a:effectLst/>
                <a:latin typeface="+mn-lt"/>
                <a:ea typeface="+mn-ea"/>
                <a:cs typeface="+mn-cs"/>
              </a:rPr>
              <a:t>ข้อมูลใน</a:t>
            </a:r>
            <a:r>
              <a:rPr lang="en-US" sz="1200" b="1" i="0" kern="1200" dirty="0">
                <a:solidFill>
                  <a:schemeClr val="tx1"/>
                </a:solidFill>
                <a:effectLst/>
                <a:latin typeface="+mn-lt"/>
                <a:ea typeface="+mn-ea"/>
                <a:cs typeface="+mn-cs"/>
              </a:rPr>
              <a:t> PostgreSQL </a:t>
            </a:r>
            <a:r>
              <a:rPr lang="en-US" sz="1200" b="1" i="0" kern="1200" dirty="0" err="1">
                <a:solidFill>
                  <a:schemeClr val="tx1"/>
                </a:solidFill>
                <a:effectLst/>
                <a:latin typeface="+mn-lt"/>
                <a:ea typeface="+mn-ea"/>
                <a:cs typeface="+mn-cs"/>
              </a:rPr>
              <a:t>ให้ยืดหยุ่นและมีประสิทธิภาพ</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โดยมีแนวคิดสำคัญดังนี้</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ความสามารถที่ควรรู้</a:t>
            </a:r>
            <a:endParaRPr lang="th-TH" sz="1200" b="1"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JSONB Operators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ใช้ค้นหรือดึงค่าจากข้อมูล</a:t>
            </a:r>
            <a:r>
              <a:rPr lang="en-US" sz="1200" b="0" i="0" kern="1200" dirty="0">
                <a:solidFill>
                  <a:schemeClr val="tx1"/>
                </a:solidFill>
                <a:effectLst/>
                <a:latin typeface="+mn-lt"/>
                <a:ea typeface="+mn-ea"/>
                <a:cs typeface="+mn-cs"/>
              </a:rPr>
              <a:t> JSON </a:t>
            </a:r>
            <a:r>
              <a:rPr lang="en-US" sz="1200" b="0" i="0" kern="1200" dirty="0" err="1">
                <a:solidFill>
                  <a:schemeClr val="tx1"/>
                </a:solidFill>
                <a:effectLst/>
                <a:latin typeface="+mn-lt"/>
                <a:ea typeface="+mn-ea"/>
                <a:cs typeface="+mn-cs"/>
              </a:rPr>
              <a:t>ที่เก็บอยู่ใน</a:t>
            </a:r>
            <a:r>
              <a:rPr lang="en-US" sz="1200" b="0" i="0" kern="1200" dirty="0">
                <a:solidFill>
                  <a:schemeClr val="tx1"/>
                </a:solidFill>
                <a:effectLst/>
                <a:latin typeface="+mn-lt"/>
                <a:ea typeface="+mn-ea"/>
                <a:cs typeface="+mn-cs"/>
              </a:rPr>
              <a:t> PostgreSQL</a:t>
            </a:r>
          </a:p>
          <a:p>
            <a:pPr lvl="0" fontAlgn="t"/>
            <a:r>
              <a:rPr lang="en-US" sz="1200" b="1" i="0" kern="1200" dirty="0">
                <a:solidFill>
                  <a:schemeClr val="tx1"/>
                </a:solidFill>
                <a:effectLst/>
                <a:latin typeface="+mn-lt"/>
                <a:ea typeface="+mn-ea"/>
                <a:cs typeface="+mn-cs"/>
              </a:rPr>
              <a:t>RETURNING</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เมื่อเพิ่ม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แก้ไข</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หรือลบข้อมูล</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สามารถให้</a:t>
            </a:r>
            <a:r>
              <a:rPr lang="en-US" sz="1200" b="0" i="0" kern="1200" dirty="0">
                <a:solidFill>
                  <a:schemeClr val="tx1"/>
                </a:solidFill>
                <a:effectLst/>
                <a:latin typeface="+mn-lt"/>
                <a:ea typeface="+mn-ea"/>
                <a:cs typeface="+mn-cs"/>
              </a:rPr>
              <a:t> Database </a:t>
            </a:r>
            <a:r>
              <a:rPr lang="en-US" sz="1200" b="0" i="0" kern="1200" dirty="0" err="1">
                <a:solidFill>
                  <a:schemeClr val="tx1"/>
                </a:solidFill>
                <a:effectLst/>
                <a:latin typeface="+mn-lt"/>
                <a:ea typeface="+mn-ea"/>
                <a:cs typeface="+mn-cs"/>
              </a:rPr>
              <a:t>ส่งผลลัพธ์กลับมาทันที</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ON CONFLICT</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ถ้าข้อมูลที่จะเพิ่มมีอยู่แล้ว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สามารถสั่งให้</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อัปเดตข้อมูลเดิมแทน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หรือที่เรียกว่า</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Upsert</a:t>
            </a:r>
            <a:endParaRPr lang="th-TH" sz="1200" b="1"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เทคนิคสำหรับข้อมูลจำนวนมาก</a:t>
            </a:r>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Keyset Pagination</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แบ่งผลลัพธ์ออกเป็นหน้าโดยอ้างอิงข้อมูลล่าสุดที่อ่านมา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เหมาะกับ</a:t>
            </a:r>
            <a:r>
              <a:rPr lang="en-US" sz="1200" b="0" i="0" kern="1200" dirty="0">
                <a:solidFill>
                  <a:schemeClr val="tx1"/>
                </a:solidFill>
                <a:effectLst/>
                <a:latin typeface="+mn-lt"/>
                <a:ea typeface="+mn-ea"/>
                <a:cs typeface="+mn-cs"/>
              </a:rPr>
              <a:t> Dataset </a:t>
            </a:r>
            <a:r>
              <a:rPr lang="en-US" sz="1200" b="0" i="0" kern="1200" dirty="0" err="1">
                <a:solidFill>
                  <a:schemeClr val="tx1"/>
                </a:solidFill>
                <a:effectLst/>
                <a:latin typeface="+mn-lt"/>
                <a:ea typeface="+mn-ea"/>
                <a:cs typeface="+mn-cs"/>
              </a:rPr>
              <a:t>ขนาดใหญ่กว่าการใช้</a:t>
            </a:r>
            <a:r>
              <a:rPr lang="en-US" sz="1200" b="0" i="0" kern="1200" dirty="0">
                <a:solidFill>
                  <a:schemeClr val="tx1"/>
                </a:solidFill>
                <a:effectLst/>
                <a:latin typeface="+mn-lt"/>
                <a:ea typeface="+mn-ea"/>
                <a:cs typeface="+mn-cs"/>
              </a:rPr>
              <a:t> OFFSET</a:t>
            </a:r>
          </a:p>
          <a:p>
            <a:pPr lvl="0" fontAlgn="t"/>
            <a:r>
              <a:rPr lang="en-US" sz="1200" b="1" i="0" kern="1200" dirty="0">
                <a:solidFill>
                  <a:schemeClr val="tx1"/>
                </a:solidFill>
                <a:effectLst/>
                <a:latin typeface="+mn-lt"/>
                <a:ea typeface="+mn-ea"/>
                <a:cs typeface="+mn-cs"/>
              </a:rPr>
              <a:t>CTE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ช่วยแบ่ง</a:t>
            </a:r>
            <a:r>
              <a:rPr lang="en-US" sz="1200" b="0" i="0" kern="1200" dirty="0">
                <a:solidFill>
                  <a:schemeClr val="tx1"/>
                </a:solidFill>
                <a:effectLst/>
                <a:latin typeface="+mn-lt"/>
                <a:ea typeface="+mn-ea"/>
                <a:cs typeface="+mn-cs"/>
              </a:rPr>
              <a:t> Query </a:t>
            </a:r>
            <a:r>
              <a:rPr lang="en-US" sz="1200" b="0" i="0" kern="1200" dirty="0" err="1">
                <a:solidFill>
                  <a:schemeClr val="tx1"/>
                </a:solidFill>
                <a:effectLst/>
                <a:latin typeface="+mn-lt"/>
                <a:ea typeface="+mn-ea"/>
                <a:cs typeface="+mn-cs"/>
              </a:rPr>
              <a:t>ที่ซับซ้อนออกเป็นขั้นตอน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ทำให้อ่านและจัดการง่ายขึ้น</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Recursive CTE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Query </a:t>
            </a:r>
            <a:r>
              <a:rPr lang="en-US" sz="1200" b="0" i="0" kern="1200" dirty="0" err="1">
                <a:solidFill>
                  <a:schemeClr val="tx1"/>
                </a:solidFill>
                <a:effectLst/>
                <a:latin typeface="+mn-lt"/>
                <a:ea typeface="+mn-ea"/>
                <a:cs typeface="+mn-cs"/>
              </a:rPr>
              <a:t>ข้อมูลที่มีโครงสร้างเป็นลำดับชั้น</a:t>
            </a:r>
            <a:endParaRPr lang="th-TH" sz="1200" b="0" i="0" kern="1200" dirty="0">
              <a:solidFill>
                <a:schemeClr val="tx1"/>
              </a:solidFill>
              <a:effectLst/>
              <a:latin typeface="+mn-lt"/>
              <a:ea typeface="+mn-ea"/>
              <a:cs typeface="+mn-cs"/>
            </a:endParaRPr>
          </a:p>
          <a:p>
            <a:pPr lvl="0" fontAlgn="t"/>
            <a:endParaRPr lang="th-TH"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สมมติระบบต้องแสดง</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ข้อความแชตครั้งละ</a:t>
            </a:r>
            <a:r>
              <a:rPr lang="en-US" sz="1200" b="1" i="0" kern="1200" dirty="0">
                <a:solidFill>
                  <a:schemeClr val="tx1"/>
                </a:solidFill>
                <a:effectLst/>
                <a:latin typeface="+mn-lt"/>
                <a:ea typeface="+mn-ea"/>
                <a:cs typeface="+mn-cs"/>
              </a:rPr>
              <a:t> 20 </a:t>
            </a:r>
            <a:r>
              <a:rPr lang="en-US" sz="1200" b="1" i="0" kern="1200" dirty="0" err="1">
                <a:solidFill>
                  <a:schemeClr val="tx1"/>
                </a:solidFill>
                <a:effectLst/>
                <a:latin typeface="+mn-lt"/>
                <a:ea typeface="+mn-ea"/>
                <a:cs typeface="+mn-cs"/>
              </a:rPr>
              <a:t>ข้อความ</a:t>
            </a: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Query </a:t>
            </a:r>
            <a:r>
              <a:rPr lang="en-US" sz="1200" b="0" i="0" kern="1200" dirty="0" err="1">
                <a:solidFill>
                  <a:schemeClr val="tx1"/>
                </a:solidFill>
                <a:effectLst/>
                <a:latin typeface="+mn-lt"/>
                <a:ea typeface="+mn-ea"/>
                <a:cs typeface="+mn-cs"/>
              </a:rPr>
              <a:t>ครั้งแรก</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แสดง</a:t>
            </a:r>
            <a:r>
              <a:rPr lang="en-US" sz="1200" b="0" i="0" kern="1200" dirty="0">
                <a:solidFill>
                  <a:schemeClr val="tx1"/>
                </a:solidFill>
                <a:effectLst/>
                <a:latin typeface="+mn-lt"/>
                <a:ea typeface="+mn-ea"/>
                <a:cs typeface="+mn-cs"/>
              </a:rPr>
              <a:t> 20 </a:t>
            </a:r>
            <a:r>
              <a:rPr lang="en-US" sz="1200" b="0" i="0" kern="1200" dirty="0" err="1">
                <a:solidFill>
                  <a:schemeClr val="tx1"/>
                </a:solidFill>
                <a:effectLst/>
                <a:latin typeface="+mn-lt"/>
                <a:ea typeface="+mn-ea"/>
                <a:cs typeface="+mn-cs"/>
              </a:rPr>
              <a:t>ข้อความ</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ผู้ใช้เลื่อนลง</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ใช้ข้อมูลจากรายการสุดท้ายเป็นจุดเริ่มต้นเพื่อดึง</a:t>
            </a:r>
            <a:r>
              <a:rPr lang="en-US" sz="1200" b="0" i="0" kern="1200" dirty="0">
                <a:solidFill>
                  <a:schemeClr val="tx1"/>
                </a:solidFill>
                <a:effectLst/>
                <a:latin typeface="+mn-lt"/>
                <a:ea typeface="+mn-ea"/>
                <a:cs typeface="+mn-cs"/>
              </a:rPr>
              <a:t> 20 </a:t>
            </a:r>
            <a:r>
              <a:rPr lang="en-US" sz="1200" b="0" i="0" kern="1200" dirty="0" err="1">
                <a:solidFill>
                  <a:schemeClr val="tx1"/>
                </a:solidFill>
                <a:effectLst/>
                <a:latin typeface="+mn-lt"/>
                <a:ea typeface="+mn-ea"/>
                <a:cs typeface="+mn-cs"/>
              </a:rPr>
              <a:t>ข้อความถัดไป</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นี่คือแนวคิดของ</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Keyset Pagination</a:t>
            </a:r>
            <a:endParaRPr lang="en-US" sz="1200" b="0" i="0" kern="1200" dirty="0">
              <a:solidFill>
                <a:schemeClr val="tx1"/>
              </a:solidFill>
              <a:effectLst/>
              <a:latin typeface="+mn-lt"/>
              <a:ea typeface="+mn-ea"/>
              <a:cs typeface="+mn-cs"/>
            </a:endParaRPr>
          </a:p>
          <a:p>
            <a:pPr lvl="0" fontAlgn="t"/>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err="1">
                <a:solidFill>
                  <a:schemeClr val="tx1"/>
                </a:solidFill>
                <a:effectLst/>
                <a:latin typeface="+mn-lt"/>
                <a:ea typeface="+mn-ea"/>
                <a:cs typeface="+mn-cs"/>
              </a:rPr>
              <a:t>Upsert</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ไม่มี</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เพิ่ม</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มีแล้ว</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อัปเดต</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Keyset Pagination = </a:t>
            </a:r>
            <a:r>
              <a:rPr lang="en-US" sz="1200" b="1" i="0" kern="1200" dirty="0" err="1">
                <a:solidFill>
                  <a:schemeClr val="tx1"/>
                </a:solidFill>
                <a:effectLst/>
                <a:latin typeface="+mn-lt"/>
                <a:ea typeface="+mn-ea"/>
                <a:cs typeface="+mn-cs"/>
              </a:rPr>
              <a:t>โหลดข้อมูลเป็นชุดต่อจากจุดล่าสุด</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CTE = </a:t>
            </a:r>
            <a:r>
              <a:rPr lang="en-US" sz="1200" b="1" i="0" kern="1200" dirty="0" err="1">
                <a:solidFill>
                  <a:schemeClr val="tx1"/>
                </a:solidFill>
                <a:effectLst/>
                <a:latin typeface="+mn-lt"/>
                <a:ea typeface="+mn-ea"/>
                <a:cs typeface="+mn-cs"/>
              </a:rPr>
              <a:t>แบ่ง</a:t>
            </a:r>
            <a:r>
              <a:rPr lang="en-US" sz="1200" b="1" i="0" kern="1200" dirty="0">
                <a:solidFill>
                  <a:schemeClr val="tx1"/>
                </a:solidFill>
                <a:effectLst/>
                <a:latin typeface="+mn-lt"/>
                <a:ea typeface="+mn-ea"/>
                <a:cs typeface="+mn-cs"/>
              </a:rPr>
              <a:t> Query </a:t>
            </a:r>
            <a:r>
              <a:rPr lang="en-US" sz="1200" b="1" i="0" kern="1200" dirty="0" err="1">
                <a:solidFill>
                  <a:schemeClr val="tx1"/>
                </a:solidFill>
                <a:effectLst/>
                <a:latin typeface="+mn-lt"/>
                <a:ea typeface="+mn-ea"/>
                <a:cs typeface="+mn-cs"/>
              </a:rPr>
              <a:t>ซับซ้อนให้เป็นขั้นตอน</a:t>
            </a:r>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p:txBody>
      </p:sp>
      <p:sp>
        <p:nvSpPr>
          <p:cNvPr id="747296824"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D3D470-B456-7C01-680E-788832F774F2}"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89</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24996156" name="Slide Image Placeholder 1"/>
          <p:cNvSpPr>
            <a:spLocks noGrp="1" noRot="1" noChangeAspect="1"/>
          </p:cNvSpPr>
          <p:nvPr>
            <p:ph type="sldImg"/>
          </p:nvPr>
        </p:nvSpPr>
        <p:spPr bwMode="auto">
          <a:xfrm>
            <a:off x="217488" y="812800"/>
            <a:ext cx="7124700" cy="4008438"/>
          </a:xfrm>
        </p:spPr>
      </p:sp>
      <p:sp>
        <p:nvSpPr>
          <p:cNvPr id="1472974079"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วิธีให้</a:t>
            </a:r>
            <a:r>
              <a:rPr lang="en-US" sz="1200" b="1" i="0" kern="1200" dirty="0">
                <a:solidFill>
                  <a:schemeClr val="tx1"/>
                </a:solidFill>
                <a:effectLst/>
                <a:latin typeface="+mn-lt"/>
                <a:ea typeface="+mn-ea"/>
                <a:cs typeface="+mn-cs"/>
              </a:rPr>
              <a:t> Application </a:t>
            </a:r>
            <a:r>
              <a:rPr lang="en-US" sz="1200" b="1" i="0" kern="1200" dirty="0" err="1">
                <a:solidFill>
                  <a:schemeClr val="tx1"/>
                </a:solidFill>
                <a:effectLst/>
                <a:latin typeface="+mn-lt"/>
                <a:ea typeface="+mn-ea"/>
                <a:cs typeface="+mn-cs"/>
              </a:rPr>
              <a:t>เชื่อมต่อและทำงานกับ</a:t>
            </a:r>
            <a:r>
              <a:rPr lang="en-US" sz="1200" b="1" i="0" kern="1200" dirty="0">
                <a:solidFill>
                  <a:schemeClr val="tx1"/>
                </a:solidFill>
                <a:effectLst/>
                <a:latin typeface="+mn-lt"/>
                <a:ea typeface="+mn-ea"/>
                <a:cs typeface="+mn-cs"/>
              </a:rPr>
              <a:t> PostgreSQL </a:t>
            </a:r>
            <a:r>
              <a:rPr lang="en-US" sz="1200" b="1" i="0" kern="1200" dirty="0" err="1">
                <a:solidFill>
                  <a:schemeClr val="tx1"/>
                </a:solidFill>
                <a:effectLst/>
                <a:latin typeface="+mn-lt"/>
                <a:ea typeface="+mn-ea"/>
                <a:cs typeface="+mn-cs"/>
              </a:rPr>
              <a:t>ได้อย่างมีประสิทธิภาพ</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โดยยกตัวอย่างการใช้งานกับ</a:t>
            </a:r>
            <a:r>
              <a:rPr lang="en-US" sz="1200" b="0" i="0" kern="1200" dirty="0">
                <a:solidFill>
                  <a:schemeClr val="tx1"/>
                </a:solidFill>
                <a:effectLst/>
                <a:latin typeface="+mn-lt"/>
                <a:ea typeface="+mn-ea"/>
                <a:cs typeface="+mn-cs"/>
              </a:rPr>
              <a:t> Python</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Python </a:t>
            </a:r>
            <a:r>
              <a:rPr lang="en-US" sz="1200" b="1" i="0" kern="1200" dirty="0" err="1">
                <a:solidFill>
                  <a:schemeClr val="tx1"/>
                </a:solidFill>
                <a:effectLst/>
                <a:latin typeface="+mn-lt"/>
                <a:ea typeface="+mn-ea"/>
                <a:cs typeface="+mn-cs"/>
              </a:rPr>
              <a:t>เชื่อม</a:t>
            </a:r>
            <a:r>
              <a:rPr lang="en-US" sz="1200" b="1" i="0" kern="1200" dirty="0">
                <a:solidFill>
                  <a:schemeClr val="tx1"/>
                </a:solidFill>
                <a:effectLst/>
                <a:latin typeface="+mn-lt"/>
                <a:ea typeface="+mn-ea"/>
                <a:cs typeface="+mn-cs"/>
              </a:rPr>
              <a:t> PostgreSQL </a:t>
            </a:r>
            <a:r>
              <a:rPr lang="en-US" sz="1200" b="1" i="0" kern="1200" dirty="0" err="1">
                <a:solidFill>
                  <a:schemeClr val="tx1"/>
                </a:solidFill>
                <a:effectLst/>
                <a:latin typeface="+mn-lt"/>
                <a:ea typeface="+mn-ea"/>
                <a:cs typeface="+mn-cs"/>
              </a:rPr>
              <a:t>ด้วย</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psycopg</a:t>
            </a:r>
            <a:r>
              <a:rPr lang="en-US" sz="1200" b="1" i="0" kern="1200" dirty="0">
                <a:solidFill>
                  <a:schemeClr val="tx1"/>
                </a:solidFill>
                <a:effectLst/>
                <a:latin typeface="+mn-lt"/>
                <a:ea typeface="+mn-ea"/>
                <a:cs typeface="+mn-cs"/>
              </a:rPr>
              <a:t> 3</a:t>
            </a:r>
          </a:p>
          <a:p>
            <a:pPr lvl="0" fontAlgn="t"/>
            <a:r>
              <a:rPr lang="en-US" sz="1200" b="0" i="0" kern="1200" dirty="0" err="1">
                <a:solidFill>
                  <a:schemeClr val="tx1"/>
                </a:solidFill>
                <a:effectLst/>
                <a:latin typeface="+mn-lt"/>
                <a:ea typeface="+mn-ea"/>
                <a:cs typeface="+mn-cs"/>
              </a:rPr>
              <a:t>ใช้ส่งคำสั่ง</a:t>
            </a:r>
            <a:r>
              <a:rPr lang="en-US" sz="1200" b="0" i="0" kern="1200" dirty="0">
                <a:solidFill>
                  <a:schemeClr val="tx1"/>
                </a:solidFill>
                <a:effectLst/>
                <a:latin typeface="+mn-lt"/>
                <a:ea typeface="+mn-ea"/>
                <a:cs typeface="+mn-cs"/>
              </a:rPr>
              <a:t> Query </a:t>
            </a:r>
            <a:r>
              <a:rPr lang="en-US" sz="1200" b="0" i="0" kern="1200" dirty="0" err="1">
                <a:solidFill>
                  <a:schemeClr val="tx1"/>
                </a:solidFill>
                <a:effectLst/>
                <a:latin typeface="+mn-lt"/>
                <a:ea typeface="+mn-ea"/>
                <a:cs typeface="+mn-cs"/>
              </a:rPr>
              <a:t>จาก</a:t>
            </a:r>
            <a:r>
              <a:rPr lang="en-US" sz="1200" b="0" i="0" kern="1200" dirty="0">
                <a:solidFill>
                  <a:schemeClr val="tx1"/>
                </a:solidFill>
                <a:effectLst/>
                <a:latin typeface="+mn-lt"/>
                <a:ea typeface="+mn-ea"/>
                <a:cs typeface="+mn-cs"/>
              </a:rPr>
              <a:t> Python </a:t>
            </a:r>
            <a:r>
              <a:rPr lang="en-US" sz="1200" b="0" i="0" kern="1200" dirty="0" err="1">
                <a:solidFill>
                  <a:schemeClr val="tx1"/>
                </a:solidFill>
                <a:effectLst/>
                <a:latin typeface="+mn-lt"/>
                <a:ea typeface="+mn-ea"/>
                <a:cs typeface="+mn-cs"/>
              </a:rPr>
              <a:t>ไปยัง</a:t>
            </a:r>
            <a:r>
              <a:rPr lang="en-US" sz="1200" b="0" i="0" kern="1200" dirty="0">
                <a:solidFill>
                  <a:schemeClr val="tx1"/>
                </a:solidFill>
                <a:effectLst/>
                <a:latin typeface="+mn-lt"/>
                <a:ea typeface="+mn-ea"/>
                <a:cs typeface="+mn-cs"/>
              </a:rPr>
              <a:t> PostgreSQL</a:t>
            </a:r>
          </a:p>
          <a:p>
            <a:pPr lvl="0" fontAlgn="t"/>
            <a:r>
              <a:rPr lang="en-US" sz="1200" b="0" i="0" kern="1200" dirty="0" err="1">
                <a:solidFill>
                  <a:schemeClr val="tx1"/>
                </a:solidFill>
                <a:effectLst/>
                <a:latin typeface="+mn-lt"/>
                <a:ea typeface="+mn-ea"/>
                <a:cs typeface="+mn-cs"/>
              </a:rPr>
              <a:t>รองรับ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Parameterized Query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เพื่อส่งค่าตัวแปรเข้า</a:t>
            </a:r>
            <a:r>
              <a:rPr lang="en-US" sz="1200" b="0" i="0" kern="1200" dirty="0">
                <a:solidFill>
                  <a:schemeClr val="tx1"/>
                </a:solidFill>
                <a:effectLst/>
                <a:latin typeface="+mn-lt"/>
                <a:ea typeface="+mn-ea"/>
                <a:cs typeface="+mn-cs"/>
              </a:rPr>
              <a:t> Query </a:t>
            </a:r>
            <a:r>
              <a:rPr lang="en-US" sz="1200" b="0" i="0" kern="1200" dirty="0" err="1">
                <a:solidFill>
                  <a:schemeClr val="tx1"/>
                </a:solidFill>
                <a:effectLst/>
                <a:latin typeface="+mn-lt"/>
                <a:ea typeface="+mn-ea"/>
                <a:cs typeface="+mn-cs"/>
              </a:rPr>
              <a:t>อย่างเป็นระบบ</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Context Manager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ช่วยจัดการและปิดทรัพยากรเมื่อใช้งานเสร็จ</a:t>
            </a:r>
            <a:endParaRPr lang="th-TH"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a:t>
            </a:r>
            <a:r>
              <a:rPr lang="en-US" sz="1200" b="1" i="0" kern="1200" dirty="0" err="1">
                <a:solidFill>
                  <a:schemeClr val="tx1"/>
                </a:solidFill>
                <a:effectLst/>
                <a:latin typeface="+mn-lt"/>
                <a:ea typeface="+mn-ea"/>
                <a:cs typeface="+mn-cs"/>
              </a:rPr>
              <a:t>ใช้</a:t>
            </a:r>
            <a:r>
              <a:rPr lang="en-US" sz="1200" b="1" i="0" kern="1200" dirty="0">
                <a:solidFill>
                  <a:schemeClr val="tx1"/>
                </a:solidFill>
                <a:effectLst/>
                <a:latin typeface="+mn-lt"/>
                <a:ea typeface="+mn-ea"/>
                <a:cs typeface="+mn-cs"/>
              </a:rPr>
              <a:t> Connection Pool </a:t>
            </a:r>
            <a:r>
              <a:rPr lang="en-US" sz="1200" b="1" i="0" kern="1200" dirty="0" err="1">
                <a:solidFill>
                  <a:schemeClr val="tx1"/>
                </a:solidFill>
                <a:effectLst/>
                <a:latin typeface="+mn-lt"/>
                <a:ea typeface="+mn-ea"/>
                <a:cs typeface="+mn-cs"/>
              </a:rPr>
              <a:t>ลดการเปิด</a:t>
            </a:r>
            <a:r>
              <a:rPr lang="en-US" sz="1200" b="1" i="0" kern="1200" dirty="0">
                <a:solidFill>
                  <a:schemeClr val="tx1"/>
                </a:solidFill>
                <a:effectLst/>
                <a:latin typeface="+mn-lt"/>
                <a:ea typeface="+mn-ea"/>
                <a:cs typeface="+mn-cs"/>
              </a:rPr>
              <a:t> Connection </a:t>
            </a:r>
            <a:r>
              <a:rPr lang="en-US" sz="1200" b="1" i="0" kern="1200" dirty="0" err="1">
                <a:solidFill>
                  <a:schemeClr val="tx1"/>
                </a:solidFill>
                <a:effectLst/>
                <a:latin typeface="+mn-lt"/>
                <a:ea typeface="+mn-ea"/>
                <a:cs typeface="+mn-cs"/>
              </a:rPr>
              <a:t>ใหม่</a:t>
            </a:r>
            <a:endParaRPr lang="en-US" sz="1200" b="1"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แทนที่จะสร้างการเชื่อมต่อ</a:t>
            </a:r>
            <a:r>
              <a:rPr lang="en-US" sz="1200" b="0" i="0" kern="1200" dirty="0">
                <a:solidFill>
                  <a:schemeClr val="tx1"/>
                </a:solidFill>
                <a:effectLst/>
                <a:latin typeface="+mn-lt"/>
                <a:ea typeface="+mn-ea"/>
                <a:cs typeface="+mn-cs"/>
              </a:rPr>
              <a:t> Database </a:t>
            </a:r>
            <a:r>
              <a:rPr lang="en-US" sz="1200" b="0" i="0" kern="1200" dirty="0" err="1">
                <a:solidFill>
                  <a:schemeClr val="tx1"/>
                </a:solidFill>
                <a:effectLst/>
                <a:latin typeface="+mn-lt"/>
                <a:ea typeface="+mn-ea"/>
                <a:cs typeface="+mn-cs"/>
              </a:rPr>
              <a:t>ใหม่ทุกครั้ง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สามารถใช้</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ConnectionPool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เพื่อสร้าง</a:t>
            </a:r>
            <a:r>
              <a:rPr lang="en-US" sz="1200" b="0" i="0" kern="1200" dirty="0">
                <a:solidFill>
                  <a:schemeClr val="tx1"/>
                </a:solidFill>
                <a:effectLst/>
                <a:latin typeface="+mn-lt"/>
                <a:ea typeface="+mn-ea"/>
                <a:cs typeface="+mn-cs"/>
              </a:rPr>
              <a:t> Connection </a:t>
            </a:r>
            <a:r>
              <a:rPr lang="en-US" sz="1200" b="0" i="0" kern="1200" dirty="0" err="1">
                <a:solidFill>
                  <a:schemeClr val="tx1"/>
                </a:solidFill>
                <a:effectLst/>
                <a:latin typeface="+mn-lt"/>
                <a:ea typeface="+mn-ea"/>
                <a:cs typeface="+mn-cs"/>
              </a:rPr>
              <a:t>ไว้แล้วนำกลับมาใช้ซ้ำ</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โครงสร้างในภาพคือ</a:t>
            </a:r>
            <a:r>
              <a:rPr lang="en-US" sz="1200" b="0" i="0" kern="1200" dirty="0">
                <a:solidFill>
                  <a:schemeClr val="tx1"/>
                </a:solidFill>
                <a:effectLst/>
                <a:latin typeface="+mn-lt"/>
                <a:ea typeface="+mn-ea"/>
                <a:cs typeface="+mn-cs"/>
              </a:rPr>
              <a:t>:</a:t>
            </a:r>
          </a:p>
          <a:p>
            <a:pPr fontAlgn="t"/>
            <a:r>
              <a:rPr lang="en-US" sz="1200" b="1" i="0" kern="1200" dirty="0">
                <a:solidFill>
                  <a:schemeClr val="tx1"/>
                </a:solidFill>
                <a:effectLst/>
                <a:latin typeface="+mn-lt"/>
                <a:ea typeface="+mn-ea"/>
                <a:cs typeface="+mn-cs"/>
              </a:rPr>
              <a:t>Application → </a:t>
            </a:r>
            <a:r>
              <a:rPr lang="en-US" sz="1200" b="1" i="0" kern="1200" dirty="0" err="1">
                <a:solidFill>
                  <a:schemeClr val="tx1"/>
                </a:solidFill>
                <a:effectLst/>
                <a:latin typeface="+mn-lt"/>
                <a:ea typeface="+mn-ea"/>
                <a:cs typeface="+mn-cs"/>
              </a:rPr>
              <a:t>ConnectionPool</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PgBouncer</a:t>
            </a:r>
            <a:r>
              <a:rPr lang="en-US" sz="1200" b="1" i="0" kern="1200" dirty="0">
                <a:solidFill>
                  <a:schemeClr val="tx1"/>
                </a:solidFill>
                <a:effectLst/>
                <a:latin typeface="+mn-lt"/>
                <a:ea typeface="+mn-ea"/>
                <a:cs typeface="+mn-cs"/>
              </a:rPr>
              <a:t> → PostgreSQL</a:t>
            </a:r>
            <a:endParaRPr lang="th-TH" sz="1200" b="1"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เปรียบง่าย</a:t>
            </a:r>
            <a:r>
              <a:rPr lang="en-US" sz="1200" b="0" i="0" kern="1200" dirty="0">
                <a:solidFill>
                  <a:schemeClr val="tx1"/>
                </a:solidFill>
                <a:effectLst/>
                <a:latin typeface="+mn-lt"/>
                <a:ea typeface="+mn-ea"/>
                <a:cs typeface="+mn-cs"/>
              </a:rPr>
              <a:t> ๆ </a:t>
            </a:r>
            <a:r>
              <a:rPr lang="en-US" sz="1200" b="0" i="0" kern="1200" dirty="0" err="1">
                <a:solidFill>
                  <a:schemeClr val="tx1"/>
                </a:solidFill>
                <a:effectLst/>
                <a:latin typeface="+mn-lt"/>
                <a:ea typeface="+mn-ea"/>
                <a:cs typeface="+mn-cs"/>
              </a:rPr>
              <a:t>เหมือนมี</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รถรับส่งเตรียมไว้แล้ว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ไม่ต้องเรียกรถใหม่ทุกครั้งที่ต้องเดินทาง</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ระบบยังสามารถกำหนด</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Timeout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Retry </a:t>
            </a:r>
            <a:r>
              <a:rPr lang="en-US" sz="1200" b="0" i="0" kern="1200" dirty="0" err="1">
                <a:solidFill>
                  <a:schemeClr val="tx1"/>
                </a:solidFill>
                <a:effectLst/>
                <a:latin typeface="+mn-lt"/>
                <a:ea typeface="+mn-ea"/>
                <a:cs typeface="+mn-cs"/>
              </a:rPr>
              <a:t>โดยค่อย</a:t>
            </a:r>
            <a:r>
              <a:rPr lang="en-US" sz="1200" b="0" i="0" kern="1200" dirty="0">
                <a:solidFill>
                  <a:schemeClr val="tx1"/>
                </a:solidFill>
                <a:effectLst/>
                <a:latin typeface="+mn-lt"/>
                <a:ea typeface="+mn-ea"/>
                <a:cs typeface="+mn-cs"/>
              </a:rPr>
              <a:t> ๆ </a:t>
            </a:r>
            <a:r>
              <a:rPr lang="en-US" sz="1200" b="0" i="0" kern="1200" dirty="0" err="1">
                <a:solidFill>
                  <a:schemeClr val="tx1"/>
                </a:solidFill>
                <a:effectLst/>
                <a:latin typeface="+mn-lt"/>
                <a:ea typeface="+mn-ea"/>
                <a:cs typeface="+mn-cs"/>
              </a:rPr>
              <a:t>เว้นช่วงนานขึ้นเมื่อเชื่อมต่อไม่สำเร็จ</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3. </a:t>
            </a:r>
            <a:r>
              <a:rPr lang="en-US" sz="1200" b="1" i="0" kern="1200" dirty="0" err="1">
                <a:solidFill>
                  <a:schemeClr val="tx1"/>
                </a:solidFill>
                <a:effectLst/>
                <a:latin typeface="+mn-lt"/>
                <a:ea typeface="+mn-ea"/>
                <a:cs typeface="+mn-cs"/>
              </a:rPr>
              <a:t>ถ้ามีข้อมูลจำนวนมาก</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ให้ส่งเป็นชุด</a:t>
            </a:r>
            <a:endParaRPr lang="en-US" sz="1200" b="1"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executemany</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เหมาะกับการทำงานหลายร้อย</a:t>
            </a:r>
            <a:r>
              <a:rPr lang="en-US" sz="1200" b="0" i="0" kern="1200" dirty="0">
                <a:solidFill>
                  <a:schemeClr val="tx1"/>
                </a:solidFill>
                <a:effectLst/>
                <a:latin typeface="+mn-lt"/>
                <a:ea typeface="+mn-ea"/>
                <a:cs typeface="+mn-cs"/>
              </a:rPr>
              <a:t> Rows</a:t>
            </a:r>
          </a:p>
          <a:p>
            <a:pPr lvl="0" fontAlgn="t"/>
            <a:r>
              <a:rPr lang="en-US" sz="1200" b="0" i="0" kern="1200" dirty="0">
                <a:solidFill>
                  <a:schemeClr val="tx1"/>
                </a:solidFill>
                <a:effectLst/>
                <a:latin typeface="+mn-lt"/>
                <a:ea typeface="+mn-ea"/>
                <a:cs typeface="+mn-cs"/>
              </a:rPr>
              <a:t>COPY → </a:t>
            </a:r>
            <a:r>
              <a:rPr lang="en-US" sz="1200" b="0" i="0" kern="1200" dirty="0" err="1">
                <a:solidFill>
                  <a:schemeClr val="tx1"/>
                </a:solidFill>
                <a:effectLst/>
                <a:latin typeface="+mn-lt"/>
                <a:ea typeface="+mn-ea"/>
                <a:cs typeface="+mn-cs"/>
              </a:rPr>
              <a:t>แนะนำสำหรับข้อมูลขนาดใหญ่ระดับ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10,000+ Rows</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p:txBody>
      </p:sp>
      <p:sp>
        <p:nvSpPr>
          <p:cNvPr id="801655327"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4D3285-EBE7-E60A-549E-A3DEDFC73EAC}"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90</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18634289" name="Slide Image Placeholder 1"/>
          <p:cNvSpPr>
            <a:spLocks noGrp="1" noRot="1" noChangeAspect="1"/>
          </p:cNvSpPr>
          <p:nvPr>
            <p:ph type="sldImg"/>
          </p:nvPr>
        </p:nvSpPr>
        <p:spPr bwMode="auto">
          <a:xfrm>
            <a:off x="217488" y="812800"/>
            <a:ext cx="7124700" cy="4008438"/>
          </a:xfrm>
        </p:spPr>
      </p:sp>
      <p:sp>
        <p:nvSpPr>
          <p:cNvPr id="1234532416" name="Notes Placeholder 2"/>
          <p:cNvSpPr>
            <a:spLocks noGrp="1"/>
          </p:cNvSpPr>
          <p:nvPr>
            <p:ph type="body" idx="1"/>
          </p:nvPr>
        </p:nvSpPr>
        <p:spPr bwMode="auto"/>
        <p:txBody>
          <a:bodyPr/>
          <a:lstStyle/>
          <a:p>
            <a:pPr>
              <a:lnSpc>
                <a:spcPct val="90000"/>
              </a:lnSpc>
              <a:spcAft>
                <a:spcPts val="333"/>
              </a:spcAft>
              <a:defRPr/>
            </a:pPr>
            <a:r>
              <a:rPr lang="en-US"/>
              <a:t>This exercise requires an Azure subscription, which should be provided by the lab hoster supporting your delivery of this course.</a:t>
            </a:r>
            <a:endParaRPr lang="en-US">
              <a:solidFill>
                <a:srgbClr val="444444"/>
              </a:solidFill>
            </a:endParaRPr>
          </a:p>
          <a:p>
            <a:pPr>
              <a:lnSpc>
                <a:spcPct val="90000"/>
              </a:lnSpc>
              <a:spcAft>
                <a:spcPts val="333"/>
              </a:spcAft>
              <a:defRPr/>
            </a:pPr>
            <a:r>
              <a:rPr lang="en-US"/>
              <a:t>If you are not able to provide students with Azure subscriptions, you can demonstrate the lab using your own subscription (if you have one available).</a:t>
            </a:r>
            <a:endParaRPr/>
          </a:p>
        </p:txBody>
      </p:sp>
      <p:sp>
        <p:nvSpPr>
          <p:cNvPr id="1429534448" name="Header Placeholder 3"/>
          <p:cNvSpPr>
            <a:spLocks noGrp="1"/>
          </p:cNvSpPr>
          <p:nvPr>
            <p:ph type="hdr" sz="quarter"/>
          </p:nvPr>
        </p:nvSpPr>
        <p:spPr bwMode="auto"/>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467712547" name="Footer Placeholder 4"/>
          <p:cNvSpPr>
            <a:spLocks noGrp="1"/>
          </p:cNvSpPr>
          <p:nvPr>
            <p:ph type="ftr" sz="quarter" idx="4"/>
          </p:nvPr>
        </p:nvSpPr>
        <p:spPr bwMode="auto"/>
        <p:txBody>
          <a:bodyPr/>
          <a:lstStyle/>
          <a:p>
            <a:pPr marL="0" marR="0" lvl="0" indent="0" algn="l" defTabSz="914099" rtl="0" eaLnBrk="1" fontAlgn="auto" latinLnBrk="0" hangingPunct="1">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a:ea typeface="Segoe UI"/>
                <a:cs typeface="Segoe UI"/>
              </a:rPr>
              <a:t>© Microsoft Corporation. All rights reserved. MICROSOFT MAKES NO WARRANTIES, EXPRESS, IMPLIED OR STATUTORY, AS TO THE INFORMATION IN THIS PRESENTATION.</a:t>
            </a:r>
            <a:endParaRPr kumimoji="0" sz="1200" b="0" i="0" u="none" strike="noStrike" kern="0" cap="none" spc="0" normalizeH="0" baseline="0" noProof="0">
              <a:ln>
                <a:noFill/>
              </a:ln>
              <a:solidFill>
                <a:prstClr val="black"/>
              </a:solidFill>
              <a:effectLst/>
              <a:uLnTx/>
              <a:uFillTx/>
              <a:latin typeface="Aptos"/>
              <a:cs typeface="Arial"/>
            </a:endParaRPr>
          </a:p>
        </p:txBody>
      </p:sp>
      <p:sp>
        <p:nvSpPr>
          <p:cNvPr id="346382791" name="Date Placeholder 5"/>
          <p:cNvSpPr>
            <a:spLocks noGrp="1"/>
          </p:cNvSpPr>
          <p:nvPr>
            <p:ph type="dt" idx="1"/>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A51BF8-686D-4FC0-9A39-E85C36FAB20B}" type="datetime8">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10/27/2026 8:46 AM</a:t>
            </a:fld>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763793570" name="Slide Number Placeholder 6"/>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91</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29029338" name="Slide Image Placeholder 1"/>
          <p:cNvSpPr>
            <a:spLocks noGrp="1" noRot="1" noChangeAspect="1"/>
          </p:cNvSpPr>
          <p:nvPr>
            <p:ph type="sldImg"/>
          </p:nvPr>
        </p:nvSpPr>
        <p:spPr bwMode="auto">
          <a:xfrm>
            <a:off x="217488" y="812800"/>
            <a:ext cx="7124700" cy="4008438"/>
          </a:xfrm>
        </p:spPr>
      </p:sp>
      <p:sp>
        <p:nvSpPr>
          <p:cNvPr id="225854901"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mn-lt"/>
                <a:ea typeface="+mn-ea"/>
                <a:cs typeface="+mn-cs"/>
              </a:rPr>
              <a:t>This module covers implementing vector search in Azure Database for PostgreSQL using the pgvector extension. Students learn to store embeddings, create indexes, manage the embedding lifecycle, and build retrieval patterns for RAG pipelines.</a:t>
            </a:r>
            <a:endParaRPr lang="en-US"/>
          </a:p>
          <a:p>
            <a:pPr>
              <a:defRPr/>
            </a:pPr>
            <a:endParaRPr/>
          </a:p>
          <a:p>
            <a:pPr>
              <a:defRPr/>
            </a:pPr>
            <a:r>
              <a:rPr lang="en-US"/>
              <a:t>Link to module: </a:t>
            </a:r>
            <a:r>
              <a:rPr lang="en-US" u="sng">
                <a:solidFill>
                  <a:schemeClr val="hlink"/>
                </a:solidFill>
                <a:hlinkClick r:id="rId3"/>
              </a:rPr>
              <a:t>https://learn.microsoft.com/training/modules/implement-vector-search-azure-database-postgresql/</a:t>
            </a:r>
            <a:endParaRPr/>
          </a:p>
          <a:p>
            <a:pPr>
              <a:defRPr/>
            </a:pPr>
            <a:endParaRPr lang="en-US"/>
          </a:p>
        </p:txBody>
      </p:sp>
      <p:sp>
        <p:nvSpPr>
          <p:cNvPr id="1471640575"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92</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94268003" name="Slide Image Placeholder 1"/>
          <p:cNvSpPr>
            <a:spLocks noGrp="1" noRot="1" noChangeAspect="1"/>
          </p:cNvSpPr>
          <p:nvPr>
            <p:ph type="sldImg"/>
          </p:nvPr>
        </p:nvSpPr>
        <p:spPr bwMode="auto">
          <a:xfrm>
            <a:off x="217488" y="812800"/>
            <a:ext cx="7124700" cy="4008438"/>
          </a:xfrm>
        </p:spPr>
      </p:sp>
      <p:sp>
        <p:nvSpPr>
          <p:cNvPr id="1859589984"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การใช้</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pgvector</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เพื่อเก็บและค้นหา</a:t>
            </a:r>
            <a:r>
              <a:rPr lang="en-US" sz="1200" b="1" i="0" kern="1200" dirty="0">
                <a:solidFill>
                  <a:schemeClr val="tx1"/>
                </a:solidFill>
                <a:effectLst/>
                <a:latin typeface="+mn-lt"/>
                <a:ea typeface="+mn-ea"/>
                <a:cs typeface="+mn-cs"/>
              </a:rPr>
              <a:t> Embedding </a:t>
            </a:r>
            <a:r>
              <a:rPr lang="en-US" sz="1200" b="1" i="0" kern="1200" dirty="0" err="1">
                <a:solidFill>
                  <a:schemeClr val="tx1"/>
                </a:solidFill>
                <a:effectLst/>
                <a:latin typeface="+mn-lt"/>
                <a:ea typeface="+mn-ea"/>
                <a:cs typeface="+mn-cs"/>
              </a:rPr>
              <a:t>ใน</a:t>
            </a:r>
            <a:r>
              <a:rPr lang="en-US" sz="1200" b="1" i="0" kern="1200" dirty="0">
                <a:solidFill>
                  <a:schemeClr val="tx1"/>
                </a:solidFill>
                <a:effectLst/>
                <a:latin typeface="+mn-lt"/>
                <a:ea typeface="+mn-ea"/>
                <a:cs typeface="+mn-cs"/>
              </a:rPr>
              <a:t> PostgreSQL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ทำให้ฐานข้อมูลสามารถค้นหาข้อมูลตาม</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ความคล้ายคลึงของความหมาย</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ได้</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a:t>
            </a:r>
            <a:r>
              <a:rPr lang="en-US" sz="1200" b="1" i="0" kern="1200" dirty="0" err="1">
                <a:solidFill>
                  <a:schemeClr val="tx1"/>
                </a:solidFill>
                <a:effectLst/>
                <a:latin typeface="+mn-lt"/>
                <a:ea typeface="+mn-ea"/>
                <a:cs typeface="+mn-cs"/>
              </a:rPr>
              <a:t>เก็บ</a:t>
            </a:r>
            <a:r>
              <a:rPr lang="en-US" sz="1200" b="1" i="0" kern="1200" dirty="0">
                <a:solidFill>
                  <a:schemeClr val="tx1"/>
                </a:solidFill>
                <a:effectLst/>
                <a:latin typeface="+mn-lt"/>
                <a:ea typeface="+mn-ea"/>
                <a:cs typeface="+mn-cs"/>
              </a:rPr>
              <a:t> Embedding </a:t>
            </a:r>
            <a:r>
              <a:rPr lang="en-US" sz="1200" b="1" i="0" kern="1200" dirty="0" err="1">
                <a:solidFill>
                  <a:schemeClr val="tx1"/>
                </a:solidFill>
                <a:effectLst/>
                <a:latin typeface="+mn-lt"/>
                <a:ea typeface="+mn-ea"/>
                <a:cs typeface="+mn-cs"/>
              </a:rPr>
              <a:t>เป็น</a:t>
            </a:r>
            <a:r>
              <a:rPr lang="en-US" sz="1200" b="1" i="0" kern="1200" dirty="0">
                <a:solidFill>
                  <a:schemeClr val="tx1"/>
                </a:solidFill>
                <a:effectLst/>
                <a:latin typeface="+mn-lt"/>
                <a:ea typeface="+mn-ea"/>
                <a:cs typeface="+mn-cs"/>
              </a:rPr>
              <a:t> Vector</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สร้างคอลัมน์ชนิด</a:t>
            </a:r>
            <a:r>
              <a:rPr lang="en-US" sz="1200" b="0" i="0" kern="1200" dirty="0">
                <a:solidFill>
                  <a:schemeClr val="tx1"/>
                </a:solidFill>
                <a:effectLst/>
                <a:latin typeface="+mn-lt"/>
                <a:ea typeface="+mn-ea"/>
                <a:cs typeface="+mn-cs"/>
              </a:rPr>
              <a:t> vector(n)</a:t>
            </a:r>
          </a:p>
          <a:p>
            <a:pPr lvl="0" fontAlgn="t"/>
            <a:r>
              <a:rPr lang="en-US" sz="1200" b="0" i="0" kern="1200" dirty="0">
                <a:solidFill>
                  <a:schemeClr val="tx1"/>
                </a:solidFill>
                <a:effectLst/>
                <a:latin typeface="+mn-lt"/>
                <a:ea typeface="+mn-ea"/>
                <a:cs typeface="+mn-cs"/>
              </a:rPr>
              <a:t>n </a:t>
            </a:r>
            <a:r>
              <a:rPr lang="en-US" sz="1200" b="0" i="0" kern="1200" dirty="0" err="1">
                <a:solidFill>
                  <a:schemeClr val="tx1"/>
                </a:solidFill>
                <a:effectLst/>
                <a:latin typeface="+mn-lt"/>
                <a:ea typeface="+mn-ea"/>
                <a:cs typeface="+mn-cs"/>
              </a:rPr>
              <a:t>ต้องตรงกับจำนวนมิติที่โมเดลสร้างออกมา</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ตัวอย่างในสไลด์ใช้</a:t>
            </a:r>
            <a:r>
              <a:rPr lang="en-US" sz="1200" b="0" i="0" kern="1200" dirty="0">
                <a:solidFill>
                  <a:schemeClr val="tx1"/>
                </a:solidFill>
                <a:effectLst/>
                <a:latin typeface="+mn-lt"/>
                <a:ea typeface="+mn-ea"/>
                <a:cs typeface="+mn-cs"/>
              </a:rPr>
              <a:t> vector(1536)</a:t>
            </a:r>
          </a:p>
          <a:p>
            <a:pPr lvl="0" fontAlgn="t"/>
            <a:r>
              <a:rPr lang="en-US" sz="1200" b="0" i="0" kern="1200" dirty="0" err="1">
                <a:solidFill>
                  <a:schemeClr val="tx1"/>
                </a:solidFill>
                <a:effectLst/>
                <a:latin typeface="+mn-lt"/>
                <a:ea typeface="+mn-ea"/>
                <a:cs typeface="+mn-cs"/>
              </a:rPr>
              <a:t>สามารถเก็บ</a:t>
            </a:r>
            <a:r>
              <a:rPr lang="en-US" sz="1200" b="0" i="0" kern="1200" dirty="0">
                <a:solidFill>
                  <a:schemeClr val="tx1"/>
                </a:solidFill>
                <a:effectLst/>
                <a:latin typeface="+mn-lt"/>
                <a:ea typeface="+mn-ea"/>
                <a:cs typeface="+mn-cs"/>
              </a:rPr>
              <a:t> Vector </a:t>
            </a:r>
            <a:r>
              <a:rPr lang="en-US" sz="1200" b="0" i="0" kern="1200" dirty="0" err="1">
                <a:solidFill>
                  <a:schemeClr val="tx1"/>
                </a:solidFill>
                <a:effectLst/>
                <a:latin typeface="+mn-lt"/>
                <a:ea typeface="+mn-ea"/>
                <a:cs typeface="+mn-cs"/>
              </a:rPr>
              <a:t>ไว้แถวเดียวกับข้อมูล</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ชื่อเอกสาร</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เนื้อหา</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และหมวดหมู่</a:t>
            </a:r>
            <a:endParaRPr lang="th-TH" sz="1200" b="1"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a:t>
            </a:r>
            <a:r>
              <a:rPr lang="en-US" sz="1200" b="1" i="0" kern="1200" dirty="0" err="1">
                <a:solidFill>
                  <a:schemeClr val="tx1"/>
                </a:solidFill>
                <a:effectLst/>
                <a:latin typeface="+mn-lt"/>
                <a:ea typeface="+mn-ea"/>
                <a:cs typeface="+mn-cs"/>
              </a:rPr>
              <a:t>ค้นหาข้อมูลด้วย</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ระยะห่าง</a:t>
            </a:r>
            <a:r>
              <a:rPr lang="en-US" sz="1200" b="1" i="0" kern="1200" dirty="0">
                <a:solidFill>
                  <a:schemeClr val="tx1"/>
                </a:solidFill>
                <a:effectLst/>
                <a:latin typeface="+mn-lt"/>
                <a:ea typeface="+mn-ea"/>
                <a:cs typeface="+mn-cs"/>
              </a:rPr>
              <a:t>” ของ Vector</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pgvector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มีวิธีเปรียบเทียบ</a:t>
            </a:r>
            <a:r>
              <a:rPr lang="en-US" sz="1200" b="0" i="0" kern="1200" dirty="0">
                <a:solidFill>
                  <a:schemeClr val="tx1"/>
                </a:solidFill>
                <a:effectLst/>
                <a:latin typeface="+mn-lt"/>
                <a:ea typeface="+mn-ea"/>
                <a:cs typeface="+mn-cs"/>
              </a:rPr>
              <a:t> Vector </a:t>
            </a:r>
            <a:r>
              <a:rPr lang="en-US" sz="1200" b="0" i="0" kern="1200" dirty="0" err="1">
                <a:solidFill>
                  <a:schemeClr val="tx1"/>
                </a:solidFill>
                <a:effectLst/>
                <a:latin typeface="+mn-lt"/>
                <a:ea typeface="+mn-ea"/>
                <a:cs typeface="+mn-cs"/>
              </a:rPr>
              <a:t>หลายแบบ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&lt;-&gt; → </a:t>
            </a:r>
            <a:r>
              <a:rPr lang="en-US" sz="1200" b="1" i="0" kern="1200" dirty="0">
                <a:solidFill>
                  <a:schemeClr val="tx1"/>
                </a:solidFill>
                <a:effectLst/>
                <a:latin typeface="+mn-lt"/>
                <a:ea typeface="+mn-ea"/>
                <a:cs typeface="+mn-cs"/>
              </a:rPr>
              <a:t>Euclidean Distance</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&lt;=&gt; → </a:t>
            </a:r>
            <a:r>
              <a:rPr lang="en-US" sz="1200" b="1" i="0" kern="1200" dirty="0">
                <a:solidFill>
                  <a:schemeClr val="tx1"/>
                </a:solidFill>
                <a:effectLst/>
                <a:latin typeface="+mn-lt"/>
                <a:ea typeface="+mn-ea"/>
                <a:cs typeface="+mn-cs"/>
              </a:rPr>
              <a:t>Cosine Distance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ซึ่งในสไลด์ระบุว่าใช้บ่อยกับ</a:t>
            </a:r>
            <a:r>
              <a:rPr lang="en-US" sz="1200" b="0" i="0" kern="1200" dirty="0">
                <a:solidFill>
                  <a:schemeClr val="tx1"/>
                </a:solidFill>
                <a:effectLst/>
                <a:latin typeface="+mn-lt"/>
                <a:ea typeface="+mn-ea"/>
                <a:cs typeface="+mn-cs"/>
              </a:rPr>
              <a:t> Text Embedding</a:t>
            </a:r>
          </a:p>
          <a:p>
            <a:pPr lvl="0" fontAlgn="t"/>
            <a:r>
              <a:rPr lang="en-US" sz="1200" b="0" i="0" kern="1200" dirty="0">
                <a:solidFill>
                  <a:schemeClr val="tx1"/>
                </a:solidFill>
                <a:effectLst/>
                <a:latin typeface="+mn-lt"/>
                <a:ea typeface="+mn-ea"/>
                <a:cs typeface="+mn-cs"/>
              </a:rPr>
              <a:t>&lt;#&gt; → </a:t>
            </a:r>
            <a:r>
              <a:rPr lang="en-US" sz="1200" b="1" i="0" kern="1200" dirty="0">
                <a:solidFill>
                  <a:schemeClr val="tx1"/>
                </a:solidFill>
                <a:effectLst/>
                <a:latin typeface="+mn-lt"/>
                <a:ea typeface="+mn-ea"/>
                <a:cs typeface="+mn-cs"/>
              </a:rPr>
              <a:t>Negative Inner Product</a:t>
            </a:r>
            <a:endParaRPr lang="th-TH" sz="1200" b="1"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แนวคิดคือ</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Vector </a:t>
            </a:r>
            <a:r>
              <a:rPr lang="en-US" sz="1200" b="1" i="0" kern="1200" dirty="0" err="1">
                <a:solidFill>
                  <a:schemeClr val="tx1"/>
                </a:solidFill>
                <a:effectLst/>
                <a:latin typeface="+mn-lt"/>
                <a:ea typeface="+mn-ea"/>
                <a:cs typeface="+mn-cs"/>
              </a:rPr>
              <a:t>ที่มีระยะห่างกันน้อย</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จะถือว่ามีความใกล้เคียงกันมากขึ้น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ตามวิธีวัดที่เลือก</a:t>
            </a:r>
            <a:endParaRPr lang="th-TH"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Embedding = </a:t>
            </a:r>
            <a:r>
              <a:rPr lang="en-US" sz="1200" b="1" i="0" kern="1200" dirty="0" err="1">
                <a:solidFill>
                  <a:schemeClr val="tx1"/>
                </a:solidFill>
                <a:effectLst/>
                <a:latin typeface="+mn-lt"/>
                <a:ea typeface="+mn-ea"/>
                <a:cs typeface="+mn-cs"/>
              </a:rPr>
              <a:t>แปลงความหมายเป็นตัวเลข</a:t>
            </a:r>
            <a:br>
              <a:rPr lang="en-US" sz="1200" b="0" i="0" kern="1200" dirty="0">
                <a:solidFill>
                  <a:schemeClr val="tx1"/>
                </a:solidFill>
                <a:effectLst/>
                <a:latin typeface="+mn-lt"/>
                <a:ea typeface="+mn-ea"/>
                <a:cs typeface="+mn-cs"/>
              </a:rPr>
            </a:br>
            <a:r>
              <a:rPr lang="en-US" sz="1200" b="1" i="0" kern="1200" dirty="0" err="1">
                <a:solidFill>
                  <a:schemeClr val="tx1"/>
                </a:solidFill>
                <a:effectLst/>
                <a:latin typeface="+mn-lt"/>
                <a:ea typeface="+mn-ea"/>
                <a:cs typeface="+mn-cs"/>
              </a:rPr>
              <a:t>pgvector</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เก็บและเปรียบเทียบ</a:t>
            </a:r>
            <a:r>
              <a:rPr lang="en-US" sz="1200" b="1" i="0" kern="1200" dirty="0">
                <a:solidFill>
                  <a:schemeClr val="tx1"/>
                </a:solidFill>
                <a:effectLst/>
                <a:latin typeface="+mn-lt"/>
                <a:ea typeface="+mn-ea"/>
                <a:cs typeface="+mn-cs"/>
              </a:rPr>
              <a:t> Vector </a:t>
            </a:r>
            <a:r>
              <a:rPr lang="en-US" sz="1200" b="1" i="0" kern="1200" dirty="0" err="1">
                <a:solidFill>
                  <a:schemeClr val="tx1"/>
                </a:solidFill>
                <a:effectLst/>
                <a:latin typeface="+mn-lt"/>
                <a:ea typeface="+mn-ea"/>
                <a:cs typeface="+mn-cs"/>
              </a:rPr>
              <a:t>ใน</a:t>
            </a:r>
            <a:r>
              <a:rPr lang="en-US" sz="1200" b="1" i="0" kern="1200" dirty="0">
                <a:solidFill>
                  <a:schemeClr val="tx1"/>
                </a:solidFill>
                <a:effectLst/>
                <a:latin typeface="+mn-lt"/>
                <a:ea typeface="+mn-ea"/>
                <a:cs typeface="+mn-cs"/>
              </a:rPr>
              <a:t> PostgreSQL</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Distance = </a:t>
            </a:r>
            <a:r>
              <a:rPr lang="en-US" sz="1200" b="1" i="0" kern="1200" dirty="0" err="1">
                <a:solidFill>
                  <a:schemeClr val="tx1"/>
                </a:solidFill>
                <a:effectLst/>
                <a:latin typeface="+mn-lt"/>
                <a:ea typeface="+mn-ea"/>
                <a:cs typeface="+mn-cs"/>
              </a:rPr>
              <a:t>ใช้วัดว่า</a:t>
            </a:r>
            <a:r>
              <a:rPr lang="en-US" sz="1200" b="1" i="0" kern="1200" dirty="0">
                <a:solidFill>
                  <a:schemeClr val="tx1"/>
                </a:solidFill>
                <a:effectLst/>
                <a:latin typeface="+mn-lt"/>
                <a:ea typeface="+mn-ea"/>
                <a:cs typeface="+mn-cs"/>
              </a:rPr>
              <a:t> Vector </a:t>
            </a:r>
            <a:r>
              <a:rPr lang="en-US" sz="1200" b="1" i="0" kern="1200" dirty="0" err="1">
                <a:solidFill>
                  <a:schemeClr val="tx1"/>
                </a:solidFill>
                <a:effectLst/>
                <a:latin typeface="+mn-lt"/>
                <a:ea typeface="+mn-ea"/>
                <a:cs typeface="+mn-cs"/>
              </a:rPr>
              <a:t>ใกล้กันแค่ไหน</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p:txBody>
      </p:sp>
      <p:sp>
        <p:nvSpPr>
          <p:cNvPr id="1309932553"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93</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99739679" name="Slide Image Placeholder 1"/>
          <p:cNvSpPr>
            <a:spLocks noGrp="1" noRot="1" noChangeAspect="1"/>
          </p:cNvSpPr>
          <p:nvPr>
            <p:ph type="sldImg"/>
          </p:nvPr>
        </p:nvSpPr>
        <p:spPr bwMode="auto">
          <a:xfrm>
            <a:off x="217488" y="812800"/>
            <a:ext cx="7124700" cy="4008438"/>
          </a:xfrm>
        </p:spPr>
      </p:sp>
      <p:sp>
        <p:nvSpPr>
          <p:cNvPr id="665925620"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วิธีทำให้การค้นหา</a:t>
            </a:r>
            <a:r>
              <a:rPr lang="en-US" sz="1200" b="1" i="0" kern="1200" dirty="0">
                <a:solidFill>
                  <a:schemeClr val="tx1"/>
                </a:solidFill>
                <a:effectLst/>
                <a:latin typeface="+mn-lt"/>
                <a:ea typeface="+mn-ea"/>
                <a:cs typeface="+mn-cs"/>
              </a:rPr>
              <a:t> Vector </a:t>
            </a:r>
            <a:r>
              <a:rPr lang="en-US" sz="1200" b="1" i="0" kern="1200" dirty="0" err="1">
                <a:solidFill>
                  <a:schemeClr val="tx1"/>
                </a:solidFill>
                <a:effectLst/>
                <a:latin typeface="+mn-lt"/>
                <a:ea typeface="+mn-ea"/>
                <a:cs typeface="+mn-cs"/>
              </a:rPr>
              <a:t>ใน</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pgvector</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เร็วขึ้น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โดยสร้าง</a:t>
            </a:r>
            <a:r>
              <a:rPr lang="en-US" sz="1200" b="0" i="0" kern="1200" dirty="0">
                <a:solidFill>
                  <a:schemeClr val="tx1"/>
                </a:solidFill>
                <a:effectLst/>
                <a:latin typeface="+mn-lt"/>
                <a:ea typeface="+mn-ea"/>
                <a:cs typeface="+mn-cs"/>
              </a:rPr>
              <a:t> Index </a:t>
            </a:r>
            <a:r>
              <a:rPr lang="en-US" sz="1200" b="0" i="0" kern="1200" dirty="0" err="1">
                <a:solidFill>
                  <a:schemeClr val="tx1"/>
                </a:solidFill>
                <a:effectLst/>
                <a:latin typeface="+mn-lt"/>
                <a:ea typeface="+mn-ea"/>
                <a:cs typeface="+mn-cs"/>
              </a:rPr>
              <a:t>สำหรับค้นหา</a:t>
            </a:r>
            <a:r>
              <a:rPr lang="en-US" sz="1200" b="0" i="0" kern="1200" dirty="0">
                <a:solidFill>
                  <a:schemeClr val="tx1"/>
                </a:solidFill>
                <a:effectLst/>
                <a:latin typeface="+mn-lt"/>
                <a:ea typeface="+mn-ea"/>
                <a:cs typeface="+mn-cs"/>
              </a:rPr>
              <a:t> Vector </a:t>
            </a:r>
            <a:r>
              <a:rPr lang="en-US" sz="1200" b="0" i="0" kern="1200" dirty="0" err="1">
                <a:solidFill>
                  <a:schemeClr val="tx1"/>
                </a:solidFill>
                <a:effectLst/>
                <a:latin typeface="+mn-lt"/>
                <a:ea typeface="+mn-ea"/>
                <a:cs typeface="+mn-cs"/>
              </a:rPr>
              <a:t>ที่ใกล้เคียงกัน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มี</a:t>
            </a:r>
            <a:r>
              <a:rPr lang="en-US" sz="1200" b="0" i="0" kern="1200" dirty="0">
                <a:solidFill>
                  <a:schemeClr val="tx1"/>
                </a:solidFill>
                <a:effectLst/>
                <a:latin typeface="+mn-lt"/>
                <a:ea typeface="+mn-ea"/>
                <a:cs typeface="+mn-cs"/>
              </a:rPr>
              <a:t> 2 </a:t>
            </a:r>
            <a:r>
              <a:rPr lang="en-US" sz="1200" b="0" i="0" kern="1200" dirty="0" err="1">
                <a:solidFill>
                  <a:schemeClr val="tx1"/>
                </a:solidFill>
                <a:effectLst/>
                <a:latin typeface="+mn-lt"/>
                <a:ea typeface="+mn-ea"/>
                <a:cs typeface="+mn-cs"/>
              </a:rPr>
              <a:t>ทางเลือกหลักคือ</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IVFFlat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HNSW</a:t>
            </a:r>
            <a:endParaRPr lang="th-TH" sz="1200" b="1"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a:t>
            </a:r>
            <a:r>
              <a:rPr lang="en-US" sz="1200" b="1" i="0" kern="1200" dirty="0" err="1">
                <a:solidFill>
                  <a:schemeClr val="tx1"/>
                </a:solidFill>
                <a:effectLst/>
                <a:latin typeface="+mn-lt"/>
                <a:ea typeface="+mn-ea"/>
                <a:cs typeface="+mn-cs"/>
              </a:rPr>
              <a:t>IVFFlat</a:t>
            </a:r>
            <a:endParaRPr lang="en-US" sz="1200" b="1"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แบ่ง</a:t>
            </a:r>
            <a:r>
              <a:rPr lang="en-US" sz="1200" b="0" i="0" kern="1200" dirty="0">
                <a:solidFill>
                  <a:schemeClr val="tx1"/>
                </a:solidFill>
                <a:effectLst/>
                <a:latin typeface="+mn-lt"/>
                <a:ea typeface="+mn-ea"/>
                <a:cs typeface="+mn-cs"/>
              </a:rPr>
              <a:t> Vector </a:t>
            </a:r>
            <a:r>
              <a:rPr lang="en-US" sz="1200" b="0" i="0" kern="1200" dirty="0" err="1">
                <a:solidFill>
                  <a:schemeClr val="tx1"/>
                </a:solidFill>
                <a:effectLst/>
                <a:latin typeface="+mn-lt"/>
                <a:ea typeface="+mn-ea"/>
                <a:cs typeface="+mn-cs"/>
              </a:rPr>
              <a:t>ออกเป็น</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กลุ่ม</a:t>
            </a:r>
            <a:r>
              <a:rPr lang="en-US" sz="1200" b="1" i="0" kern="1200" dirty="0">
                <a:solidFill>
                  <a:schemeClr val="tx1"/>
                </a:solidFill>
                <a:effectLst/>
                <a:latin typeface="+mn-lt"/>
                <a:ea typeface="+mn-ea"/>
                <a:cs typeface="+mn-cs"/>
              </a:rPr>
              <a:t> ๆ</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แล้วค้นหาเฉพาะกลุ่มที่เกี่ยวข้อง</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ต้องมีข้อมูลอยู่ก่อนจึงสร้าง</a:t>
            </a:r>
            <a:r>
              <a:rPr lang="en-US" sz="1200" b="0" i="0" kern="1200" dirty="0">
                <a:solidFill>
                  <a:schemeClr val="tx1"/>
                </a:solidFill>
                <a:effectLst/>
                <a:latin typeface="+mn-lt"/>
                <a:ea typeface="+mn-ea"/>
                <a:cs typeface="+mn-cs"/>
              </a:rPr>
              <a:t> Index</a:t>
            </a:r>
          </a:p>
          <a:p>
            <a:pPr lvl="0" fontAlgn="t"/>
            <a:r>
              <a:rPr lang="en-US" sz="1200" b="1" i="0" kern="1200" dirty="0" err="1">
                <a:solidFill>
                  <a:schemeClr val="tx1"/>
                </a:solidFill>
                <a:effectLst/>
                <a:latin typeface="+mn-lt"/>
                <a:ea typeface="+mn-ea"/>
                <a:cs typeface="+mn-cs"/>
              </a:rPr>
              <a:t>สร้าง</a:t>
            </a:r>
            <a:r>
              <a:rPr lang="en-US" sz="1200" b="1" i="0" kern="1200" dirty="0">
                <a:solidFill>
                  <a:schemeClr val="tx1"/>
                </a:solidFill>
                <a:effectLst/>
                <a:latin typeface="+mn-lt"/>
                <a:ea typeface="+mn-ea"/>
                <a:cs typeface="+mn-cs"/>
              </a:rPr>
              <a:t> Index </a:t>
            </a:r>
            <a:r>
              <a:rPr lang="en-US" sz="1200" b="1" i="0" kern="1200" dirty="0" err="1">
                <a:solidFill>
                  <a:schemeClr val="tx1"/>
                </a:solidFill>
                <a:effectLst/>
                <a:latin typeface="+mn-lt"/>
                <a:ea typeface="+mn-ea"/>
                <a:cs typeface="+mn-cs"/>
              </a:rPr>
              <a:t>เร็วกว่า</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และใช้</a:t>
            </a:r>
            <a:r>
              <a:rPr lang="en-US" sz="1200" b="1" i="0" kern="1200" dirty="0">
                <a:solidFill>
                  <a:schemeClr val="tx1"/>
                </a:solidFill>
                <a:effectLst/>
                <a:latin typeface="+mn-lt"/>
                <a:ea typeface="+mn-ea"/>
                <a:cs typeface="+mn-cs"/>
              </a:rPr>
              <a:t> Memory </a:t>
            </a:r>
            <a:r>
              <a:rPr lang="en-US" sz="1200" b="1" i="0" kern="1200" dirty="0" err="1">
                <a:solidFill>
                  <a:schemeClr val="tx1"/>
                </a:solidFill>
                <a:effectLst/>
                <a:latin typeface="+mn-lt"/>
                <a:ea typeface="+mn-ea"/>
                <a:cs typeface="+mn-cs"/>
              </a:rPr>
              <a:t>น้อยกว่า</a:t>
            </a:r>
            <a:endParaRPr lang="en-US"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เปรียบเหมือน</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แบ่งหนังสือเป็นหมวดก่อนค้น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แทนที่จะค้นทั้งห้องสมุด</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HNSW</a:t>
            </a:r>
          </a:p>
          <a:p>
            <a:pPr lvl="0" fontAlgn="t"/>
            <a:r>
              <a:rPr lang="en-US" sz="1200" b="0" i="0" kern="1200" dirty="0" err="1">
                <a:solidFill>
                  <a:schemeClr val="tx1"/>
                </a:solidFill>
                <a:effectLst/>
                <a:latin typeface="+mn-lt"/>
                <a:ea typeface="+mn-ea"/>
                <a:cs typeface="+mn-cs"/>
              </a:rPr>
              <a:t>สร้าง</a:t>
            </a:r>
            <a:r>
              <a:rPr lang="en-US" sz="1200" b="0" i="0" kern="1200" dirty="0">
                <a:solidFill>
                  <a:schemeClr val="tx1"/>
                </a:solidFill>
                <a:effectLst/>
                <a:latin typeface="+mn-lt"/>
                <a:ea typeface="+mn-ea"/>
                <a:cs typeface="+mn-cs"/>
              </a:rPr>
              <a:t> Vector </a:t>
            </a:r>
            <a:r>
              <a:rPr lang="en-US" sz="1200" b="0" i="0" kern="1200" dirty="0" err="1">
                <a:solidFill>
                  <a:schemeClr val="tx1"/>
                </a:solidFill>
                <a:effectLst/>
                <a:latin typeface="+mn-lt"/>
                <a:ea typeface="+mn-ea"/>
                <a:cs typeface="+mn-cs"/>
              </a:rPr>
              <a:t>เป็น</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โครงข่ายหลายชั้น</a:t>
            </a:r>
            <a:r>
              <a:rPr lang="en-US" sz="1200" b="1" i="0" kern="1200" dirty="0">
                <a:solidFill>
                  <a:schemeClr val="tx1"/>
                </a:solidFill>
                <a:effectLst/>
                <a:latin typeface="+mn-lt"/>
                <a:ea typeface="+mn-ea"/>
                <a:cs typeface="+mn-cs"/>
              </a:rPr>
              <a:t> (Multi-layer Graph)</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สามารถสร้าง</a:t>
            </a:r>
            <a:r>
              <a:rPr lang="en-US" sz="1200" b="0" i="0" kern="1200" dirty="0">
                <a:solidFill>
                  <a:schemeClr val="tx1"/>
                </a:solidFill>
                <a:effectLst/>
                <a:latin typeface="+mn-lt"/>
                <a:ea typeface="+mn-ea"/>
                <a:cs typeface="+mn-cs"/>
              </a:rPr>
              <a:t> Index </a:t>
            </a:r>
            <a:r>
              <a:rPr lang="en-US" sz="1200" b="0" i="0" kern="1200" dirty="0" err="1">
                <a:solidFill>
                  <a:schemeClr val="tx1"/>
                </a:solidFill>
                <a:effectLst/>
                <a:latin typeface="+mn-lt"/>
                <a:ea typeface="+mn-ea"/>
                <a:cs typeface="+mn-cs"/>
              </a:rPr>
              <a:t>และเพิ่มข้อมูลเข้าไปได้เรื่อย</a:t>
            </a:r>
            <a:r>
              <a:rPr lang="en-US" sz="1200" b="0" i="0" kern="1200" dirty="0">
                <a:solidFill>
                  <a:schemeClr val="tx1"/>
                </a:solidFill>
                <a:effectLst/>
                <a:latin typeface="+mn-lt"/>
                <a:ea typeface="+mn-ea"/>
                <a:cs typeface="+mn-cs"/>
              </a:rPr>
              <a:t> ๆ</a:t>
            </a:r>
          </a:p>
          <a:p>
            <a:pPr lvl="0" fontAlgn="t"/>
            <a:r>
              <a:rPr lang="en-US" sz="1200" b="0" i="0" kern="1200" dirty="0" err="1">
                <a:solidFill>
                  <a:schemeClr val="tx1"/>
                </a:solidFill>
                <a:effectLst/>
                <a:latin typeface="+mn-lt"/>
                <a:ea typeface="+mn-ea"/>
                <a:cs typeface="+mn-cs"/>
              </a:rPr>
              <a:t>สไลด์ระบุว่าให้</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Recall </a:t>
            </a:r>
            <a:r>
              <a:rPr lang="en-US" sz="1200" b="1" i="0" kern="1200" dirty="0" err="1">
                <a:solidFill>
                  <a:schemeClr val="tx1"/>
                </a:solidFill>
                <a:effectLst/>
                <a:latin typeface="+mn-lt"/>
                <a:ea typeface="+mn-ea"/>
                <a:cs typeface="+mn-cs"/>
              </a:rPr>
              <a:t>และประสิทธิภาพการ</a:t>
            </a:r>
            <a:r>
              <a:rPr lang="en-US" sz="1200" b="1" i="0" kern="1200" dirty="0">
                <a:solidFill>
                  <a:schemeClr val="tx1"/>
                </a:solidFill>
                <a:effectLst/>
                <a:latin typeface="+mn-lt"/>
                <a:ea typeface="+mn-ea"/>
                <a:cs typeface="+mn-cs"/>
              </a:rPr>
              <a:t> Query </a:t>
            </a:r>
            <a:r>
              <a:rPr lang="en-US" sz="1200" b="1" i="0" kern="1200" dirty="0" err="1">
                <a:solidFill>
                  <a:schemeClr val="tx1"/>
                </a:solidFill>
                <a:effectLst/>
                <a:latin typeface="+mn-lt"/>
                <a:ea typeface="+mn-ea"/>
                <a:cs typeface="+mn-cs"/>
              </a:rPr>
              <a:t>สูงกว่า</a:t>
            </a:r>
            <a:endParaRPr lang="en-US"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เปรียบเหมือนมี</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แผนที่หลายระดับ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ที่ช่วยพาไปยังข้อมูลที่ใกล้เคียงได้อย่างรวดเร็ว</a:t>
            </a:r>
            <a:endParaRPr lang="th-TH"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err="1">
                <a:solidFill>
                  <a:schemeClr val="tx1"/>
                </a:solidFill>
                <a:effectLst/>
                <a:latin typeface="+mn-lt"/>
                <a:ea typeface="+mn-ea"/>
                <a:cs typeface="+mn-cs"/>
              </a:rPr>
              <a:t>IVFFlat</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สร้างเร็ว</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ใช้</a:t>
            </a:r>
            <a:r>
              <a:rPr lang="en-US" sz="1200" b="1" i="0" kern="1200" dirty="0">
                <a:solidFill>
                  <a:schemeClr val="tx1"/>
                </a:solidFill>
                <a:effectLst/>
                <a:latin typeface="+mn-lt"/>
                <a:ea typeface="+mn-ea"/>
                <a:cs typeface="+mn-cs"/>
              </a:rPr>
              <a:t> Memory </a:t>
            </a:r>
            <a:r>
              <a:rPr lang="en-US" sz="1200" b="1" i="0" kern="1200" dirty="0" err="1">
                <a:solidFill>
                  <a:schemeClr val="tx1"/>
                </a:solidFill>
                <a:effectLst/>
                <a:latin typeface="+mn-lt"/>
                <a:ea typeface="+mn-ea"/>
                <a:cs typeface="+mn-cs"/>
              </a:rPr>
              <a:t>น้อย</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HNSW = </a:t>
            </a:r>
            <a:r>
              <a:rPr lang="en-US" sz="1200" b="1" i="0" kern="1200" dirty="0" err="1">
                <a:solidFill>
                  <a:schemeClr val="tx1"/>
                </a:solidFill>
                <a:effectLst/>
                <a:latin typeface="+mn-lt"/>
                <a:ea typeface="+mn-ea"/>
                <a:cs typeface="+mn-cs"/>
              </a:rPr>
              <a:t>เน้นคุณภาพและประสิทธิภาพในการค้นหา</a:t>
            </a:r>
            <a:endParaRPr lang="en-US"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ทั้ง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IVFFlat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HNSW </a:t>
            </a:r>
            <a:r>
              <a:rPr lang="en-US" sz="1200" b="0" i="0" kern="1200" dirty="0" err="1">
                <a:solidFill>
                  <a:schemeClr val="tx1"/>
                </a:solidFill>
                <a:effectLst/>
                <a:latin typeface="+mn-lt"/>
                <a:ea typeface="+mn-ea"/>
                <a:cs typeface="+mn-cs"/>
              </a:rPr>
              <a:t>มีเป้าหมายเดียวกัน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คือช่วยให้</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Vector Search / Semantic Search </a:t>
            </a:r>
            <a:r>
              <a:rPr lang="en-US" sz="1200" b="1" i="0" kern="1200" dirty="0" err="1">
                <a:solidFill>
                  <a:schemeClr val="tx1"/>
                </a:solidFill>
                <a:effectLst/>
                <a:latin typeface="+mn-lt"/>
                <a:ea typeface="+mn-ea"/>
                <a:cs typeface="+mn-cs"/>
              </a:rPr>
              <a:t>ค้นหาข้อมูลที่มีความหมายใกล้เคียงกันได้เร็วขึ้น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โดยเลือกรูปแบบ</a:t>
            </a:r>
            <a:r>
              <a:rPr lang="en-US" sz="1200" b="0" i="0" kern="1200" dirty="0">
                <a:solidFill>
                  <a:schemeClr val="tx1"/>
                </a:solidFill>
                <a:effectLst/>
                <a:latin typeface="+mn-lt"/>
                <a:ea typeface="+mn-ea"/>
                <a:cs typeface="+mn-cs"/>
              </a:rPr>
              <a:t> Index </a:t>
            </a:r>
            <a:r>
              <a:rPr lang="en-US" sz="1200" b="0" i="0" kern="1200" dirty="0" err="1">
                <a:solidFill>
                  <a:schemeClr val="tx1"/>
                </a:solidFill>
                <a:effectLst/>
                <a:latin typeface="+mn-lt"/>
                <a:ea typeface="+mn-ea"/>
                <a:cs typeface="+mn-cs"/>
              </a:rPr>
              <a:t>ให้เหมาะกับลักษณะงาน</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p:txBody>
      </p:sp>
      <p:sp>
        <p:nvSpPr>
          <p:cNvPr id="423255624"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94</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144773571" name="Slide Image Placeholder 1"/>
          <p:cNvSpPr>
            <a:spLocks noGrp="1" noRot="1" noChangeAspect="1"/>
          </p:cNvSpPr>
          <p:nvPr>
            <p:ph type="sldImg"/>
          </p:nvPr>
        </p:nvSpPr>
        <p:spPr bwMode="auto">
          <a:xfrm>
            <a:off x="217488" y="812800"/>
            <a:ext cx="7124700" cy="4008438"/>
          </a:xfrm>
        </p:spPr>
      </p:sp>
      <p:sp>
        <p:nvSpPr>
          <p:cNvPr id="1608634356"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การดูแล</a:t>
            </a:r>
            <a:r>
              <a:rPr lang="en-US" sz="1200" b="1" i="0" kern="1200" dirty="0">
                <a:solidFill>
                  <a:schemeClr val="tx1"/>
                </a:solidFill>
                <a:effectLst/>
                <a:latin typeface="+mn-lt"/>
                <a:ea typeface="+mn-ea"/>
                <a:cs typeface="+mn-cs"/>
              </a:rPr>
              <a:t> Vector Index </a:t>
            </a:r>
            <a:r>
              <a:rPr lang="en-US" sz="1200" b="1" i="0" kern="1200" dirty="0" err="1">
                <a:solidFill>
                  <a:schemeClr val="tx1"/>
                </a:solidFill>
                <a:effectLst/>
                <a:latin typeface="+mn-lt"/>
                <a:ea typeface="+mn-ea"/>
                <a:cs typeface="+mn-cs"/>
              </a:rPr>
              <a:t>และการอัปเดต</a:t>
            </a:r>
            <a:r>
              <a:rPr lang="en-US" sz="1200" b="1" i="0" kern="1200" dirty="0">
                <a:solidFill>
                  <a:schemeClr val="tx1"/>
                </a:solidFill>
                <a:effectLst/>
                <a:latin typeface="+mn-lt"/>
                <a:ea typeface="+mn-ea"/>
                <a:cs typeface="+mn-cs"/>
              </a:rPr>
              <a:t> Embedding </a:t>
            </a:r>
            <a:r>
              <a:rPr lang="en-US" sz="1200" b="1" i="0" kern="1200" dirty="0" err="1">
                <a:solidFill>
                  <a:schemeClr val="tx1"/>
                </a:solidFill>
                <a:effectLst/>
                <a:latin typeface="+mn-lt"/>
                <a:ea typeface="+mn-ea"/>
                <a:cs typeface="+mn-cs"/>
              </a:rPr>
              <a:t>เมื่อระบบใช้งานไปนาน</a:t>
            </a:r>
            <a:r>
              <a:rPr lang="en-US" sz="1200" b="1" i="0" kern="1200" dirty="0">
                <a:solidFill>
                  <a:schemeClr val="tx1"/>
                </a:solidFill>
                <a:effectLst/>
                <a:latin typeface="+mn-lt"/>
                <a:ea typeface="+mn-ea"/>
                <a:cs typeface="+mn-cs"/>
              </a:rPr>
              <a:t> ๆ</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เพื่อให้การค้นหายังคงรวดเร็วและให้ผลลัพธ์ที่ดี</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a:t>
            </a:r>
            <a:r>
              <a:rPr lang="en-US" sz="1200" b="1" i="0" kern="1200" dirty="0" err="1">
                <a:solidFill>
                  <a:schemeClr val="tx1"/>
                </a:solidFill>
                <a:effectLst/>
                <a:latin typeface="+mn-lt"/>
                <a:ea typeface="+mn-ea"/>
                <a:cs typeface="+mn-cs"/>
              </a:rPr>
              <a:t>ดูแล</a:t>
            </a:r>
            <a:r>
              <a:rPr lang="en-US" sz="1200" b="1" i="0" kern="1200" dirty="0">
                <a:solidFill>
                  <a:schemeClr val="tx1"/>
                </a:solidFill>
                <a:effectLst/>
                <a:latin typeface="+mn-lt"/>
                <a:ea typeface="+mn-ea"/>
                <a:cs typeface="+mn-cs"/>
              </a:rPr>
              <a:t> Index</a:t>
            </a:r>
          </a:p>
          <a:p>
            <a:pPr lvl="0" fontAlgn="t"/>
            <a:r>
              <a:rPr lang="en-US" sz="1200" b="0" i="0" kern="1200" dirty="0" err="1">
                <a:solidFill>
                  <a:schemeClr val="tx1"/>
                </a:solidFill>
                <a:effectLst/>
                <a:latin typeface="+mn-lt"/>
                <a:ea typeface="+mn-ea"/>
                <a:cs typeface="+mn-cs"/>
              </a:rPr>
              <a:t>ตรวจสอบว่า</a:t>
            </a:r>
            <a:r>
              <a:rPr lang="en-US" sz="1200" b="0" i="0" kern="1200" dirty="0">
                <a:solidFill>
                  <a:schemeClr val="tx1"/>
                </a:solidFill>
                <a:effectLst/>
                <a:latin typeface="+mn-lt"/>
                <a:ea typeface="+mn-ea"/>
                <a:cs typeface="+mn-cs"/>
              </a:rPr>
              <a:t> Index </a:t>
            </a:r>
            <a:r>
              <a:rPr lang="en-US" sz="1200" b="0" i="0" kern="1200" dirty="0" err="1">
                <a:solidFill>
                  <a:schemeClr val="tx1"/>
                </a:solidFill>
                <a:effectLst/>
                <a:latin typeface="+mn-lt"/>
                <a:ea typeface="+mn-ea"/>
                <a:cs typeface="+mn-cs"/>
              </a:rPr>
              <a:t>ถูกใช้งานมากน้อยแค่ไหนและมีขนาดเท่าไร</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เมื่อรูปแบบหรือการกระจายของข้อมูลเปลี่ยนไปมาก</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ควร</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สร้าง</a:t>
            </a:r>
            <a:r>
              <a:rPr lang="en-US" sz="1200" b="1" i="0" kern="1200" dirty="0">
                <a:solidFill>
                  <a:schemeClr val="tx1"/>
                </a:solidFill>
                <a:effectLst/>
                <a:latin typeface="+mn-lt"/>
                <a:ea typeface="+mn-ea"/>
                <a:cs typeface="+mn-cs"/>
              </a:rPr>
              <a:t> Index </a:t>
            </a:r>
            <a:r>
              <a:rPr lang="en-US" sz="1200" b="1" i="0" kern="1200" dirty="0" err="1">
                <a:solidFill>
                  <a:schemeClr val="tx1"/>
                </a:solidFill>
                <a:effectLst/>
                <a:latin typeface="+mn-lt"/>
                <a:ea typeface="+mn-ea"/>
                <a:cs typeface="+mn-cs"/>
              </a:rPr>
              <a:t>ใหม่</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สามารถใช้</a:t>
            </a:r>
            <a:r>
              <a:rPr lang="en-US" sz="1200" b="0" i="0" kern="1200" dirty="0">
                <a:solidFill>
                  <a:schemeClr val="tx1"/>
                </a:solidFill>
                <a:effectLst/>
                <a:latin typeface="+mn-lt"/>
                <a:ea typeface="+mn-ea"/>
                <a:cs typeface="+mn-cs"/>
              </a:rPr>
              <a:t> CREATE INDEX CONCURRENTLY </a:t>
            </a:r>
            <a:r>
              <a:rPr lang="en-US" sz="1200" b="0" i="0" kern="1200" dirty="0" err="1">
                <a:solidFill>
                  <a:schemeClr val="tx1"/>
                </a:solidFill>
                <a:effectLst/>
                <a:latin typeface="+mn-lt"/>
                <a:ea typeface="+mn-ea"/>
                <a:cs typeface="+mn-cs"/>
              </a:rPr>
              <a:t>เพื่อช่วยสร้าง</a:t>
            </a:r>
            <a:r>
              <a:rPr lang="en-US" sz="1200" b="0" i="0" kern="1200" dirty="0">
                <a:solidFill>
                  <a:schemeClr val="tx1"/>
                </a:solidFill>
                <a:effectLst/>
                <a:latin typeface="+mn-lt"/>
                <a:ea typeface="+mn-ea"/>
                <a:cs typeface="+mn-cs"/>
              </a:rPr>
              <a:t> Index </a:t>
            </a:r>
            <a:r>
              <a:rPr lang="en-US" sz="1200" b="0" i="0" kern="1200" dirty="0" err="1">
                <a:solidFill>
                  <a:schemeClr val="tx1"/>
                </a:solidFill>
                <a:effectLst/>
                <a:latin typeface="+mn-lt"/>
                <a:ea typeface="+mn-ea"/>
                <a:cs typeface="+mn-cs"/>
              </a:rPr>
              <a:t>ใหม่โดยลดผลกระทบต่อระบบที่กำลังใช้งาน</a:t>
            </a:r>
            <a:endParaRPr lang="th-TH"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a:t>
            </a:r>
            <a:r>
              <a:rPr lang="en-US" sz="1200" b="1" i="0" kern="1200" dirty="0" err="1">
                <a:solidFill>
                  <a:schemeClr val="tx1"/>
                </a:solidFill>
                <a:effectLst/>
                <a:latin typeface="+mn-lt"/>
                <a:ea typeface="+mn-ea"/>
                <a:cs typeface="+mn-cs"/>
              </a:rPr>
              <a:t>อัปเดต</a:t>
            </a:r>
            <a:r>
              <a:rPr lang="en-US" sz="1200" b="1" i="0" kern="1200" dirty="0">
                <a:solidFill>
                  <a:schemeClr val="tx1"/>
                </a:solidFill>
                <a:effectLst/>
                <a:latin typeface="+mn-lt"/>
                <a:ea typeface="+mn-ea"/>
                <a:cs typeface="+mn-cs"/>
              </a:rPr>
              <a:t> Embedding</a:t>
            </a:r>
          </a:p>
          <a:p>
            <a:pPr fontAlgn="t"/>
            <a:r>
              <a:rPr lang="en-US" sz="1200" b="0" i="0" kern="1200" dirty="0" err="1">
                <a:solidFill>
                  <a:schemeClr val="tx1"/>
                </a:solidFill>
                <a:effectLst/>
                <a:latin typeface="+mn-lt"/>
                <a:ea typeface="+mn-ea"/>
                <a:cs typeface="+mn-cs"/>
              </a:rPr>
              <a:t>เมื่อมีข้อมูลใหม่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หรือมีการเปลี่ยนโมเดลที่ใช้สร้าง</a:t>
            </a:r>
            <a:r>
              <a:rPr lang="en-US" sz="1200" b="0" i="0" kern="1200" dirty="0">
                <a:solidFill>
                  <a:schemeClr val="tx1"/>
                </a:solidFill>
                <a:effectLst/>
                <a:latin typeface="+mn-lt"/>
                <a:ea typeface="+mn-ea"/>
                <a:cs typeface="+mn-cs"/>
              </a:rPr>
              <a:t> Embedding:</a:t>
            </a:r>
          </a:p>
          <a:p>
            <a:pPr lvl="0" fontAlgn="t"/>
            <a:r>
              <a:rPr lang="en-US" sz="1200" b="0" i="0" kern="1200" dirty="0" err="1">
                <a:solidFill>
                  <a:schemeClr val="tx1"/>
                </a:solidFill>
                <a:effectLst/>
                <a:latin typeface="+mn-lt"/>
                <a:ea typeface="+mn-ea"/>
                <a:cs typeface="+mn-cs"/>
              </a:rPr>
              <a:t>ควรอัปเดตข้อมูลเป็นชุด</a:t>
            </a:r>
            <a:r>
              <a:rPr lang="en-US" sz="1200" b="0" i="0" kern="1200" dirty="0">
                <a:solidFill>
                  <a:schemeClr val="tx1"/>
                </a:solidFill>
                <a:effectLst/>
                <a:latin typeface="+mn-lt"/>
                <a:ea typeface="+mn-ea"/>
                <a:cs typeface="+mn-cs"/>
              </a:rPr>
              <a:t> ๆ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1,000–5,000 </a:t>
            </a:r>
            <a:r>
              <a:rPr lang="en-US" sz="1200" b="1" i="0" kern="1200" dirty="0" err="1">
                <a:solidFill>
                  <a:schemeClr val="tx1"/>
                </a:solidFill>
                <a:effectLst/>
                <a:latin typeface="+mn-lt"/>
                <a:ea typeface="+mn-ea"/>
                <a:cs typeface="+mn-cs"/>
              </a:rPr>
              <a:t>แถวต่อ</a:t>
            </a:r>
            <a:r>
              <a:rPr lang="en-US" sz="1200" b="1" i="0" kern="1200" dirty="0">
                <a:solidFill>
                  <a:schemeClr val="tx1"/>
                </a:solidFill>
                <a:effectLst/>
                <a:latin typeface="+mn-lt"/>
                <a:ea typeface="+mn-ea"/>
                <a:cs typeface="+mn-cs"/>
              </a:rPr>
              <a:t> Transaction</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สามารถมีคอลัมน์ใหม่ไว้คู่กับคอลัมน์เดิม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เพื่อรองรับการเปลี่ยนโมเดลโดยไม่กระทบระบบเดิมทันที</a:t>
            </a:r>
            <a:endParaRPr lang="th-TH"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ขั้นตอนเมื่อเปลี่ยน</a:t>
            </a:r>
            <a:r>
              <a:rPr lang="en-US" sz="1200" b="1" i="0" kern="1200" dirty="0">
                <a:solidFill>
                  <a:schemeClr val="tx1"/>
                </a:solidFill>
                <a:effectLst/>
                <a:latin typeface="+mn-lt"/>
                <a:ea typeface="+mn-ea"/>
                <a:cs typeface="+mn-cs"/>
              </a:rPr>
              <a:t> Embedding/</a:t>
            </a:r>
            <a:r>
              <a:rPr lang="en-US" sz="1200" b="1" i="0" kern="1200" dirty="0" err="1">
                <a:solidFill>
                  <a:schemeClr val="tx1"/>
                </a:solidFill>
                <a:effectLst/>
                <a:latin typeface="+mn-lt"/>
                <a:ea typeface="+mn-ea"/>
                <a:cs typeface="+mn-cs"/>
              </a:rPr>
              <a:t>โมเดล</a:t>
            </a:r>
            <a:endParaRPr lang="en-US" sz="1200" b="1"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เพิ่ม</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Vector Column </a:t>
            </a:r>
            <a:r>
              <a:rPr lang="en-US" sz="1200" b="1" i="0" kern="1200" dirty="0" err="1">
                <a:solidFill>
                  <a:schemeClr val="tx1"/>
                </a:solidFill>
                <a:effectLst/>
                <a:latin typeface="+mn-lt"/>
                <a:ea typeface="+mn-ea"/>
                <a:cs typeface="+mn-cs"/>
              </a:rPr>
              <a:t>ใหม่</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สร้าง</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Index </a:t>
            </a:r>
            <a:r>
              <a:rPr lang="en-US" sz="1200" b="1" i="0" kern="1200" dirty="0" err="1">
                <a:solidFill>
                  <a:schemeClr val="tx1"/>
                </a:solidFill>
                <a:effectLst/>
                <a:latin typeface="+mn-lt"/>
                <a:ea typeface="+mn-ea"/>
                <a:cs typeface="+mn-cs"/>
              </a:rPr>
              <a:t>ใหม่</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เติม</a:t>
            </a:r>
            <a:r>
              <a:rPr lang="en-US" sz="1200" b="0" i="0" kern="1200" dirty="0">
                <a:solidFill>
                  <a:schemeClr val="tx1"/>
                </a:solidFill>
                <a:effectLst/>
                <a:latin typeface="+mn-lt"/>
                <a:ea typeface="+mn-ea"/>
                <a:cs typeface="+mn-cs"/>
              </a:rPr>
              <a:t> Embedding </a:t>
            </a:r>
            <a:r>
              <a:rPr lang="en-US" sz="1200" b="0" i="0" kern="1200" dirty="0" err="1">
                <a:solidFill>
                  <a:schemeClr val="tx1"/>
                </a:solidFill>
                <a:effectLst/>
                <a:latin typeface="+mn-lt"/>
                <a:ea typeface="+mn-ea"/>
                <a:cs typeface="+mn-cs"/>
              </a:rPr>
              <a:t>ใหม่เป็น</a:t>
            </a:r>
            <a:r>
              <a:rPr lang="en-US" sz="1200" b="0" i="0" kern="1200" dirty="0">
                <a:solidFill>
                  <a:schemeClr val="tx1"/>
                </a:solidFill>
                <a:effectLst/>
                <a:latin typeface="+mn-lt"/>
                <a:ea typeface="+mn-ea"/>
                <a:cs typeface="+mn-cs"/>
              </a:rPr>
              <a:t> Batch</a:t>
            </a:r>
          </a:p>
          <a:p>
            <a:pPr lvl="0" fontAlgn="t"/>
            <a:r>
              <a:rPr lang="en-US" sz="1200" b="1" i="0" kern="1200" dirty="0" err="1">
                <a:solidFill>
                  <a:schemeClr val="tx1"/>
                </a:solidFill>
                <a:effectLst/>
                <a:latin typeface="+mn-lt"/>
                <a:ea typeface="+mn-ea"/>
                <a:cs typeface="+mn-cs"/>
              </a:rPr>
              <a:t>ตรวจสอบคุณภาพการค้นหา</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เมื่อมั่นใจแล้ว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จึงลบ</a:t>
            </a:r>
            <a:r>
              <a:rPr lang="en-US" sz="1200" b="0" i="0" kern="1200" dirty="0">
                <a:solidFill>
                  <a:schemeClr val="tx1"/>
                </a:solidFill>
                <a:effectLst/>
                <a:latin typeface="+mn-lt"/>
                <a:ea typeface="+mn-ea"/>
                <a:cs typeface="+mn-cs"/>
              </a:rPr>
              <a:t> Column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Index </a:t>
            </a:r>
            <a:r>
              <a:rPr lang="en-US" sz="1200" b="0" i="0" kern="1200" dirty="0" err="1">
                <a:solidFill>
                  <a:schemeClr val="tx1"/>
                </a:solidFill>
                <a:effectLst/>
                <a:latin typeface="+mn-lt"/>
                <a:ea typeface="+mn-ea"/>
                <a:cs typeface="+mn-cs"/>
              </a:rPr>
              <a:t>เก่า</a:t>
            </a:r>
            <a:endParaRPr lang="th-TH" sz="1200" b="0" i="0" kern="1200" dirty="0">
              <a:solidFill>
                <a:schemeClr val="tx1"/>
              </a:solidFill>
              <a:effectLst/>
              <a:latin typeface="+mn-lt"/>
              <a:ea typeface="+mn-ea"/>
              <a:cs typeface="+mn-cs"/>
            </a:endParaRPr>
          </a:p>
          <a:p>
            <a:pPr lvl="0" fontAlgn="t"/>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จุดสำคัญคือ</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อย่าเปลี่ยน</a:t>
            </a:r>
            <a:r>
              <a:rPr lang="en-US" sz="1200" b="1" i="0" kern="1200" dirty="0">
                <a:solidFill>
                  <a:schemeClr val="tx1"/>
                </a:solidFill>
                <a:effectLst/>
                <a:latin typeface="+mn-lt"/>
                <a:ea typeface="+mn-ea"/>
                <a:cs typeface="+mn-cs"/>
              </a:rPr>
              <a:t> Embedding </a:t>
            </a:r>
            <a:r>
              <a:rPr lang="en-US" sz="1200" b="1" i="0" kern="1200" dirty="0" err="1">
                <a:solidFill>
                  <a:schemeClr val="tx1"/>
                </a:solidFill>
                <a:effectLst/>
                <a:latin typeface="+mn-lt"/>
                <a:ea typeface="+mn-ea"/>
                <a:cs typeface="+mn-cs"/>
              </a:rPr>
              <a:t>หรือ</a:t>
            </a:r>
            <a:r>
              <a:rPr lang="en-US" sz="1200" b="1" i="0" kern="1200" dirty="0">
                <a:solidFill>
                  <a:schemeClr val="tx1"/>
                </a:solidFill>
                <a:effectLst/>
                <a:latin typeface="+mn-lt"/>
                <a:ea typeface="+mn-ea"/>
                <a:cs typeface="+mn-cs"/>
              </a:rPr>
              <a:t> Index </a:t>
            </a:r>
            <a:r>
              <a:rPr lang="en-US" sz="1200" b="1" i="0" kern="1200" dirty="0" err="1">
                <a:solidFill>
                  <a:schemeClr val="tx1"/>
                </a:solidFill>
                <a:effectLst/>
                <a:latin typeface="+mn-lt"/>
                <a:ea typeface="+mn-ea"/>
                <a:cs typeface="+mn-cs"/>
              </a:rPr>
              <a:t>ทั้งระบบในครั้งเดียว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แต่ให้สร้างของใหม่ควบคู่กับของเดิม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อัปเดตเป็น</a:t>
            </a:r>
            <a:r>
              <a:rPr lang="en-US" sz="1200" b="0" i="0" kern="1200" dirty="0">
                <a:solidFill>
                  <a:schemeClr val="tx1"/>
                </a:solidFill>
                <a:effectLst/>
                <a:latin typeface="+mn-lt"/>
                <a:ea typeface="+mn-ea"/>
                <a:cs typeface="+mn-cs"/>
              </a:rPr>
              <a:t> Batch </a:t>
            </a:r>
            <a:r>
              <a:rPr lang="en-US" sz="1200" b="0" i="0" kern="1200" dirty="0" err="1">
                <a:solidFill>
                  <a:schemeClr val="tx1"/>
                </a:solidFill>
                <a:effectLst/>
                <a:latin typeface="+mn-lt"/>
                <a:ea typeface="+mn-ea"/>
                <a:cs typeface="+mn-cs"/>
              </a:rPr>
              <a:t>และตรวจสอบคุณภาพก่อนสลับมาใช้งานจริง</a:t>
            </a:r>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p:txBody>
      </p:sp>
      <p:sp>
        <p:nvSpPr>
          <p:cNvPr id="1248817827"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85B264-E53A-7301-379E-73E6A5CA84A9}"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95</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49973922" name="Slide Image Placeholder 1"/>
          <p:cNvSpPr>
            <a:spLocks noGrp="1" noRot="1" noChangeAspect="1"/>
          </p:cNvSpPr>
          <p:nvPr>
            <p:ph type="sldImg"/>
          </p:nvPr>
        </p:nvSpPr>
        <p:spPr bwMode="auto">
          <a:xfrm>
            <a:off x="217488" y="812800"/>
            <a:ext cx="7124700" cy="4008438"/>
          </a:xfrm>
        </p:spPr>
      </p:sp>
      <p:sp>
        <p:nvSpPr>
          <p:cNvPr id="1049887409"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การค้นหาข้อมูลตามความหมาย</a:t>
            </a:r>
            <a:r>
              <a:rPr lang="en-US" sz="1200" b="1" i="0" kern="1200" dirty="0">
                <a:solidFill>
                  <a:schemeClr val="tx1"/>
                </a:solidFill>
                <a:effectLst/>
                <a:latin typeface="+mn-lt"/>
                <a:ea typeface="+mn-ea"/>
                <a:cs typeface="+mn-cs"/>
              </a:rPr>
              <a:t> (Semantic Retrieval)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โดยนำการค้นหาแบบ</a:t>
            </a:r>
            <a:r>
              <a:rPr lang="en-US" sz="1200" b="0" i="0" kern="1200" dirty="0">
                <a:solidFill>
                  <a:schemeClr val="tx1"/>
                </a:solidFill>
                <a:effectLst/>
                <a:latin typeface="+mn-lt"/>
                <a:ea typeface="+mn-ea"/>
                <a:cs typeface="+mn-cs"/>
              </a:rPr>
              <a:t> Vector </a:t>
            </a:r>
            <a:r>
              <a:rPr lang="en-US" sz="1200" b="0" i="0" kern="1200" dirty="0" err="1">
                <a:solidFill>
                  <a:schemeClr val="tx1"/>
                </a:solidFill>
                <a:effectLst/>
                <a:latin typeface="+mn-lt"/>
                <a:ea typeface="+mn-ea"/>
                <a:cs typeface="+mn-cs"/>
              </a:rPr>
              <a:t>มาผสมกับการค้นหาคำ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เพื่อให้ได้คำตอบที่ตรงขึ้น</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เมื่อผู้ใช้ส่งคำถาม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ระบบสามารถค้นหา</a:t>
            </a:r>
            <a:r>
              <a:rPr lang="en-US" sz="1200" b="0" i="0" kern="1200" dirty="0">
                <a:solidFill>
                  <a:schemeClr val="tx1"/>
                </a:solidFill>
                <a:effectLst/>
                <a:latin typeface="+mn-lt"/>
                <a:ea typeface="+mn-ea"/>
                <a:cs typeface="+mn-cs"/>
              </a:rPr>
              <a:t> 2 </a:t>
            </a:r>
            <a:r>
              <a:rPr lang="en-US" sz="1200" b="0" i="0" kern="1200" dirty="0" err="1">
                <a:solidFill>
                  <a:schemeClr val="tx1"/>
                </a:solidFill>
                <a:effectLst/>
                <a:latin typeface="+mn-lt"/>
                <a:ea typeface="+mn-ea"/>
                <a:cs typeface="+mn-cs"/>
              </a:rPr>
              <a:t>ทางพร้อมกัน</a:t>
            </a:r>
            <a:r>
              <a:rPr lang="en-US" sz="1200" b="0" i="0" kern="1200" dirty="0">
                <a:solidFill>
                  <a:schemeClr val="tx1"/>
                </a:solidFill>
                <a:effectLst/>
                <a:latin typeface="+mn-lt"/>
                <a:ea typeface="+mn-ea"/>
                <a:cs typeface="+mn-cs"/>
              </a:rPr>
              <a:t>:</a:t>
            </a:r>
          </a:p>
          <a:p>
            <a:pPr lvl="0" fontAlgn="t"/>
            <a:r>
              <a:rPr lang="en-US" sz="1200" b="1" i="0" kern="1200" dirty="0">
                <a:solidFill>
                  <a:schemeClr val="tx1"/>
                </a:solidFill>
                <a:effectLst/>
                <a:latin typeface="+mn-lt"/>
                <a:ea typeface="+mn-ea"/>
                <a:cs typeface="+mn-cs"/>
              </a:rPr>
              <a:t>Vector Similarity</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ค้นหาข้อมูลที่มี</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ความหมายใกล้เคียงกัน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แม้ใช้คำไม่เหมือนกัน</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Full-Text Search</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ค้นหาจาก</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คำหรือข้อความที่ตรงกัน</a:t>
            </a:r>
            <a:endParaRPr lang="th-TH" sz="1200" b="1"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จากนั้นนำผลทั้งสองแบบมารวมและจัดอันดับด้วย</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Rank Fusion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เพื่อเลือกผลลัพธ์ที่เกี่ยวข้องที่สุด</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ทำให้ผลค้นหาแม่นขึ้นได้อย่างไร</a:t>
            </a:r>
            <a:r>
              <a:rPr lang="en-US" sz="1200" b="1" i="0" kern="1200" dirty="0">
                <a:solidFill>
                  <a:schemeClr val="tx1"/>
                </a:solidFill>
                <a:effectLst/>
                <a:latin typeface="+mn-lt"/>
                <a:ea typeface="+mn-ea"/>
                <a:cs typeface="+mn-cs"/>
              </a:rPr>
              <a:t>?</a:t>
            </a:r>
            <a:endParaRPr lang="th-TH" sz="1200" b="1"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Metadata Filter (WHERE)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ค้นเฉพาะหมวด</a:t>
            </a:r>
            <a:r>
              <a:rPr lang="en-US" sz="1200" b="0" i="0" kern="1200" dirty="0">
                <a:solidFill>
                  <a:schemeClr val="tx1"/>
                </a:solidFill>
                <a:effectLst/>
                <a:latin typeface="+mn-lt"/>
                <a:ea typeface="+mn-ea"/>
                <a:cs typeface="+mn-cs"/>
              </a:rPr>
              <a:t> Finance</a:t>
            </a:r>
          </a:p>
          <a:p>
            <a:pPr lvl="0" fontAlgn="t"/>
            <a:r>
              <a:rPr lang="en-US" sz="1200" b="0" i="0" kern="1200" dirty="0" err="1">
                <a:solidFill>
                  <a:schemeClr val="tx1"/>
                </a:solidFill>
                <a:effectLst/>
                <a:latin typeface="+mn-lt"/>
                <a:ea typeface="+mn-ea"/>
                <a:cs typeface="+mn-cs"/>
              </a:rPr>
              <a:t>กำหนด</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Distance Threshold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เพื่อตัดผลลัพธ์ที่ความหมายห่างเกินไป</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เพิ่ม</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B-tree Index</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ให้คอลัมน์ที่ใช้กรองบ่อย</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เพื่อช่วยให้การค้นหามีประสิทธิภาพขึ้น</a:t>
            </a:r>
            <a:endParaRPr lang="th-TH" sz="1200" b="0" i="0" kern="1200" dirty="0">
              <a:solidFill>
                <a:schemeClr val="tx1"/>
              </a:solidFill>
              <a:effectLst/>
              <a:latin typeface="+mn-lt"/>
              <a:ea typeface="+mn-ea"/>
              <a:cs typeface="+mn-cs"/>
            </a:endParaRPr>
          </a:p>
          <a:p>
            <a:pPr lvl="0" fontAlgn="t"/>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Vector Search = </a:t>
            </a:r>
            <a:r>
              <a:rPr lang="en-US" sz="1200" b="1" i="0" kern="1200" dirty="0" err="1">
                <a:solidFill>
                  <a:schemeClr val="tx1"/>
                </a:solidFill>
                <a:effectLst/>
                <a:latin typeface="+mn-lt"/>
                <a:ea typeface="+mn-ea"/>
                <a:cs typeface="+mn-cs"/>
              </a:rPr>
              <a:t>หา</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ความหมายที่คล้ายกัน</a:t>
            </a:r>
            <a:r>
              <a:rPr lang="en-US" sz="1200" b="1"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Full-Text Search = </a:t>
            </a:r>
            <a:r>
              <a:rPr lang="en-US" sz="1200" b="1" i="0" kern="1200" dirty="0" err="1">
                <a:solidFill>
                  <a:schemeClr val="tx1"/>
                </a:solidFill>
                <a:effectLst/>
                <a:latin typeface="+mn-lt"/>
                <a:ea typeface="+mn-ea"/>
                <a:cs typeface="+mn-cs"/>
              </a:rPr>
              <a:t>หา</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คำที่ตรงกัน</a:t>
            </a:r>
            <a:r>
              <a:rPr lang="en-US" sz="1200" b="1"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Hybrid Search = </a:t>
            </a:r>
            <a:r>
              <a:rPr lang="en-US" sz="1200" b="1" i="0" kern="1200" dirty="0" err="1">
                <a:solidFill>
                  <a:schemeClr val="tx1"/>
                </a:solidFill>
                <a:effectLst/>
                <a:latin typeface="+mn-lt"/>
                <a:ea typeface="+mn-ea"/>
                <a:cs typeface="+mn-cs"/>
              </a:rPr>
              <a:t>ใช้ทั้งสองแบบ</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แล้วรวมคะแนนเพื่อหาผลลัพธ์ที่ดีที่สุด</a:t>
            </a:r>
            <a:endParaRPr lang="th-TH" sz="1200" b="1"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th-TH" sz="1200" b="1"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p:txBody>
      </p:sp>
      <p:sp>
        <p:nvSpPr>
          <p:cNvPr id="892619459"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BC796B-60B1-EC1A-87B6-BA28E3526489}"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96</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29094520" name="Slide Image Placeholder 1"/>
          <p:cNvSpPr>
            <a:spLocks noGrp="1" noRot="1" noChangeAspect="1"/>
          </p:cNvSpPr>
          <p:nvPr>
            <p:ph type="sldImg"/>
          </p:nvPr>
        </p:nvSpPr>
        <p:spPr bwMode="auto">
          <a:xfrm>
            <a:off x="217488" y="812800"/>
            <a:ext cx="7124700" cy="4008438"/>
          </a:xfrm>
        </p:spPr>
      </p:sp>
      <p:sp>
        <p:nvSpPr>
          <p:cNvPr id="653278164"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การออกแบบขั้นตอนค้นข้อมูลสำหรับ</a:t>
            </a:r>
            <a:r>
              <a:rPr lang="en-US" sz="1200" b="1" i="0" kern="1200" dirty="0">
                <a:solidFill>
                  <a:schemeClr val="tx1"/>
                </a:solidFill>
                <a:effectLst/>
                <a:latin typeface="+mn-lt"/>
                <a:ea typeface="+mn-ea"/>
                <a:cs typeface="+mn-cs"/>
              </a:rPr>
              <a:t> RAG (Retrieval-Augmented Generation)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เพื่อให้</a:t>
            </a:r>
            <a:r>
              <a:rPr lang="en-US" sz="1200" b="0" i="0" kern="1200" dirty="0">
                <a:solidFill>
                  <a:schemeClr val="tx1"/>
                </a:solidFill>
                <a:effectLst/>
                <a:latin typeface="+mn-lt"/>
                <a:ea typeface="+mn-ea"/>
                <a:cs typeface="+mn-cs"/>
              </a:rPr>
              <a:t> AI ดึงข้อมูลที่เกี่ยวข้องมาใช้ประกอบคำตอบได้อย่างมีบริบทและตรวจสอบแหล่งที่มาได้</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หลักการ</a:t>
            </a:r>
            <a:endParaRPr lang="th-TH" sz="1200" b="1" i="0" kern="1200" dirty="0">
              <a:solidFill>
                <a:schemeClr val="tx1"/>
              </a:solidFill>
              <a:effectLst/>
              <a:latin typeface="+mn-lt"/>
              <a:ea typeface="+mn-ea"/>
              <a:cs typeface="+mn-cs"/>
            </a:endParaRPr>
          </a:p>
          <a:p>
            <a:pPr fontAlgn="t"/>
            <a:endParaRPr lang="th-TH" sz="1200" b="1" i="0" kern="1200" dirty="0">
              <a:solidFill>
                <a:schemeClr val="tx1"/>
              </a:solidFill>
              <a:effectLst/>
              <a:latin typeface="+mn-lt"/>
              <a:ea typeface="+mn-ea"/>
              <a:cs typeface="+mn-cs"/>
            </a:endParaRPr>
          </a:p>
          <a:p>
            <a:pPr marL="228600" indent="-228600" fontAlgn="t">
              <a:buAutoNum type="arabicPeriod"/>
            </a:pPr>
            <a:r>
              <a:rPr lang="en-US" sz="1200" b="1" i="0" kern="1200" dirty="0" err="1">
                <a:solidFill>
                  <a:schemeClr val="tx1"/>
                </a:solidFill>
                <a:effectLst/>
                <a:latin typeface="+mn-lt"/>
                <a:ea typeface="+mn-ea"/>
                <a:cs typeface="+mn-cs"/>
              </a:rPr>
              <a:t>แบ่งเอกสารเป็นชิ้นเล็ก</a:t>
            </a:r>
            <a:r>
              <a:rPr lang="en-US" sz="1200" b="1" i="0" kern="1200" dirty="0">
                <a:solidFill>
                  <a:schemeClr val="tx1"/>
                </a:solidFill>
                <a:effectLst/>
                <a:latin typeface="+mn-lt"/>
                <a:ea typeface="+mn-ea"/>
                <a:cs typeface="+mn-cs"/>
              </a:rPr>
              <a:t> ๆ (Chunks)</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แทนที่จะให้</a:t>
            </a:r>
            <a:r>
              <a:rPr lang="en-US" sz="1200" b="0" i="0" kern="1200" dirty="0">
                <a:solidFill>
                  <a:schemeClr val="tx1"/>
                </a:solidFill>
                <a:effectLst/>
                <a:latin typeface="+mn-lt"/>
                <a:ea typeface="+mn-ea"/>
                <a:cs typeface="+mn-cs"/>
              </a:rPr>
              <a:t> AI </a:t>
            </a:r>
            <a:r>
              <a:rPr lang="en-US" sz="1200" b="0" i="0" kern="1200" dirty="0" err="1">
                <a:solidFill>
                  <a:schemeClr val="tx1"/>
                </a:solidFill>
                <a:effectLst/>
                <a:latin typeface="+mn-lt"/>
                <a:ea typeface="+mn-ea"/>
                <a:cs typeface="+mn-cs"/>
              </a:rPr>
              <a:t>ค้นทั้งเอกสาร</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จะตัดเอกสารเป็นส่วนย่อย</a:t>
            </a:r>
            <a:r>
              <a:rPr lang="en-US" sz="1200" b="0" i="0" kern="1200" dirty="0">
                <a:solidFill>
                  <a:schemeClr val="tx1"/>
                </a:solidFill>
                <a:effectLst/>
                <a:latin typeface="+mn-lt"/>
                <a:ea typeface="+mn-ea"/>
                <a:cs typeface="+mn-cs"/>
              </a:rPr>
              <a:t> ๆ </a:t>
            </a:r>
            <a:r>
              <a:rPr lang="en-US" sz="1200" b="0" i="0" kern="1200" dirty="0" err="1">
                <a:solidFill>
                  <a:schemeClr val="tx1"/>
                </a:solidFill>
                <a:effectLst/>
                <a:latin typeface="+mn-lt"/>
                <a:ea typeface="+mn-ea"/>
                <a:cs typeface="+mn-cs"/>
              </a:rPr>
              <a:t>แล้วเก็บแต่ละส่วนแยกกัน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เพื่อให้ค้นหาเนื้อหาที่เกี่ยวข้องได้ตรงจุด</a:t>
            </a:r>
            <a:endParaRPr lang="th-TH" sz="1200" b="0" i="0" kern="1200" dirty="0">
              <a:solidFill>
                <a:schemeClr val="tx1"/>
              </a:solidFill>
              <a:effectLst/>
              <a:latin typeface="+mn-lt"/>
              <a:ea typeface="+mn-ea"/>
              <a:cs typeface="+mn-cs"/>
            </a:endParaRPr>
          </a:p>
          <a:p>
            <a:pPr marL="228600" indent="-228600" fontAlgn="t">
              <a:buAutoNum type="arabicPeriod"/>
            </a:pP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a:t>
            </a:r>
            <a:r>
              <a:rPr lang="en-US" sz="1200" b="1" i="0" kern="1200" dirty="0" err="1">
                <a:solidFill>
                  <a:schemeClr val="tx1"/>
                </a:solidFill>
                <a:effectLst/>
                <a:latin typeface="+mn-lt"/>
                <a:ea typeface="+mn-ea"/>
                <a:cs typeface="+mn-cs"/>
              </a:rPr>
              <a:t>เชื่อม</a:t>
            </a:r>
            <a:r>
              <a:rPr lang="en-US" sz="1200" b="1" i="0" kern="1200" dirty="0">
                <a:solidFill>
                  <a:schemeClr val="tx1"/>
                </a:solidFill>
                <a:effectLst/>
                <a:latin typeface="+mn-lt"/>
                <a:ea typeface="+mn-ea"/>
                <a:cs typeface="+mn-cs"/>
              </a:rPr>
              <a:t> Chunk </a:t>
            </a:r>
            <a:r>
              <a:rPr lang="en-US" sz="1200" b="1" i="0" kern="1200" dirty="0" err="1">
                <a:solidFill>
                  <a:schemeClr val="tx1"/>
                </a:solidFill>
                <a:effectLst/>
                <a:latin typeface="+mn-lt"/>
                <a:ea typeface="+mn-ea"/>
                <a:cs typeface="+mn-cs"/>
              </a:rPr>
              <a:t>กลับไปยังเอกสารต้นฉบับ</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แต่ละ</a:t>
            </a:r>
            <a:r>
              <a:rPr lang="en-US" sz="1200" b="0" i="0" kern="1200" dirty="0">
                <a:solidFill>
                  <a:schemeClr val="tx1"/>
                </a:solidFill>
                <a:effectLst/>
                <a:latin typeface="+mn-lt"/>
                <a:ea typeface="+mn-ea"/>
                <a:cs typeface="+mn-cs"/>
              </a:rPr>
              <a:t> Chunk </a:t>
            </a:r>
            <a:r>
              <a:rPr lang="en-US" sz="1200" b="0" i="0" kern="1200" dirty="0" err="1">
                <a:solidFill>
                  <a:schemeClr val="tx1"/>
                </a:solidFill>
                <a:effectLst/>
                <a:latin typeface="+mn-lt"/>
                <a:ea typeface="+mn-ea"/>
                <a:cs typeface="+mn-cs"/>
              </a:rPr>
              <a:t>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document_id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เชื่อมกับ</a:t>
            </a:r>
            <a:r>
              <a:rPr lang="en-US" sz="1200" b="0" i="0" kern="1200" dirty="0">
                <a:solidFill>
                  <a:schemeClr val="tx1"/>
                </a:solidFill>
                <a:effectLst/>
                <a:latin typeface="+mn-lt"/>
                <a:ea typeface="+mn-ea"/>
                <a:cs typeface="+mn-cs"/>
              </a:rPr>
              <a:t> Source Document </a:t>
            </a:r>
            <a:r>
              <a:rPr lang="en-US" sz="1200" b="0" i="0" kern="1200" dirty="0" err="1">
                <a:solidFill>
                  <a:schemeClr val="tx1"/>
                </a:solidFill>
                <a:effectLst/>
                <a:latin typeface="+mn-lt"/>
                <a:ea typeface="+mn-ea"/>
                <a:cs typeface="+mn-cs"/>
              </a:rPr>
              <a:t>ทำให้รู้ว่าเนื้อหานั้น</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มาจากเอกสารใด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และนำไปใช้เป็นข้อมูลอ้างอิงได้</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3. </a:t>
            </a:r>
            <a:r>
              <a:rPr lang="en-US" sz="1200" b="1" i="0" kern="1200" dirty="0" err="1">
                <a:solidFill>
                  <a:schemeClr val="tx1"/>
                </a:solidFill>
                <a:effectLst/>
                <a:latin typeface="+mn-lt"/>
                <a:ea typeface="+mn-ea"/>
                <a:cs typeface="+mn-cs"/>
              </a:rPr>
              <a:t>เก็บ</a:t>
            </a:r>
            <a:r>
              <a:rPr lang="en-US" sz="1200" b="1" i="0" kern="1200" dirty="0">
                <a:solidFill>
                  <a:schemeClr val="tx1"/>
                </a:solidFill>
                <a:effectLst/>
                <a:latin typeface="+mn-lt"/>
                <a:ea typeface="+mn-ea"/>
                <a:cs typeface="+mn-cs"/>
              </a:rPr>
              <a:t> Embedding </a:t>
            </a:r>
            <a:r>
              <a:rPr lang="en-US" sz="1200" b="1" i="0" kern="1200" dirty="0" err="1">
                <a:solidFill>
                  <a:schemeClr val="tx1"/>
                </a:solidFill>
                <a:effectLst/>
                <a:latin typeface="+mn-lt"/>
                <a:ea typeface="+mn-ea"/>
                <a:cs typeface="+mn-cs"/>
              </a:rPr>
              <a:t>สำหรับการค้นหา</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แต่ละ</a:t>
            </a:r>
            <a:r>
              <a:rPr lang="en-US" sz="1200" b="0" i="0" kern="1200" dirty="0">
                <a:solidFill>
                  <a:schemeClr val="tx1"/>
                </a:solidFill>
                <a:effectLst/>
                <a:latin typeface="+mn-lt"/>
                <a:ea typeface="+mn-ea"/>
                <a:cs typeface="+mn-cs"/>
              </a:rPr>
              <a:t> Chunk </a:t>
            </a:r>
            <a:r>
              <a:rPr lang="en-US" sz="1200" b="0" i="0" kern="1200" dirty="0" err="1">
                <a:solidFill>
                  <a:schemeClr val="tx1"/>
                </a:solidFill>
                <a:effectLst/>
                <a:latin typeface="+mn-lt"/>
                <a:ea typeface="+mn-ea"/>
                <a:cs typeface="+mn-cs"/>
              </a:rPr>
              <a:t>มี</a:t>
            </a:r>
            <a:r>
              <a:rPr lang="en-US" sz="1200" b="0" i="0" kern="1200" dirty="0">
                <a:solidFill>
                  <a:schemeClr val="tx1"/>
                </a:solidFill>
                <a:effectLst/>
                <a:latin typeface="+mn-lt"/>
                <a:ea typeface="+mn-ea"/>
                <a:cs typeface="+mn-cs"/>
              </a:rPr>
              <a:t> Vector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Embedding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vector(1536) </a:t>
            </a:r>
            <a:r>
              <a:rPr lang="en-US" sz="1200" b="0" i="0" kern="1200" dirty="0" err="1">
                <a:solidFill>
                  <a:schemeClr val="tx1"/>
                </a:solidFill>
                <a:effectLst/>
                <a:latin typeface="+mn-lt"/>
                <a:ea typeface="+mn-ea"/>
                <a:cs typeface="+mn-cs"/>
              </a:rPr>
              <a:t>เพื่อรองรับการค้นหาตาม</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ความหมายที่ใกล้เคียงกัน</a:t>
            </a:r>
            <a:endParaRPr lang="th-TH" sz="1200" b="1"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4. </a:t>
            </a:r>
            <a:r>
              <a:rPr lang="en-US" sz="1200" b="1" i="0" kern="1200" dirty="0" err="1">
                <a:solidFill>
                  <a:schemeClr val="tx1"/>
                </a:solidFill>
                <a:effectLst/>
                <a:latin typeface="+mn-lt"/>
                <a:ea typeface="+mn-ea"/>
                <a:cs typeface="+mn-cs"/>
              </a:rPr>
              <a:t>ดึง</a:t>
            </a:r>
            <a:r>
              <a:rPr lang="en-US" sz="1200" b="1" i="0" kern="1200" dirty="0">
                <a:solidFill>
                  <a:schemeClr val="tx1"/>
                </a:solidFill>
                <a:effectLst/>
                <a:latin typeface="+mn-lt"/>
                <a:ea typeface="+mn-ea"/>
                <a:cs typeface="+mn-cs"/>
              </a:rPr>
              <a:t> Chunk </a:t>
            </a:r>
            <a:r>
              <a:rPr lang="en-US" sz="1200" b="1" i="0" kern="1200" dirty="0" err="1">
                <a:solidFill>
                  <a:schemeClr val="tx1"/>
                </a:solidFill>
                <a:effectLst/>
                <a:latin typeface="+mn-lt"/>
                <a:ea typeface="+mn-ea"/>
                <a:cs typeface="+mn-cs"/>
              </a:rPr>
              <a:t>ข้างเคียงเพิ่มได้</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เมื่อพบ</a:t>
            </a:r>
            <a:r>
              <a:rPr lang="en-US" sz="1200" b="0" i="0" kern="1200" dirty="0">
                <a:solidFill>
                  <a:schemeClr val="tx1"/>
                </a:solidFill>
                <a:effectLst/>
                <a:latin typeface="+mn-lt"/>
                <a:ea typeface="+mn-ea"/>
                <a:cs typeface="+mn-cs"/>
              </a:rPr>
              <a:t> Chunk </a:t>
            </a:r>
            <a:r>
              <a:rPr lang="en-US" sz="1200" b="0" i="0" kern="1200" dirty="0" err="1">
                <a:solidFill>
                  <a:schemeClr val="tx1"/>
                </a:solidFill>
                <a:effectLst/>
                <a:latin typeface="+mn-lt"/>
                <a:ea typeface="+mn-ea"/>
                <a:cs typeface="+mn-cs"/>
              </a:rPr>
              <a:t>ที่ตรงกับคำถาม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สามารถดึงส่วนก่อนหน้าหรือถัดไปมาด้วย</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เพื่อให้มี</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บริบทรอบข้าง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มากขึ้น</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5. </a:t>
            </a:r>
            <a:r>
              <a:rPr lang="en-US" sz="1200" b="1" i="0" kern="1200" dirty="0" err="1">
                <a:solidFill>
                  <a:schemeClr val="tx1"/>
                </a:solidFill>
                <a:effectLst/>
                <a:latin typeface="+mn-lt"/>
                <a:ea typeface="+mn-ea"/>
                <a:cs typeface="+mn-cs"/>
              </a:rPr>
              <a:t>ควบคุมจำนวน</a:t>
            </a:r>
            <a:r>
              <a:rPr lang="en-US" sz="1200" b="1" i="0" kern="1200" dirty="0">
                <a:solidFill>
                  <a:schemeClr val="tx1"/>
                </a:solidFill>
                <a:effectLst/>
                <a:latin typeface="+mn-lt"/>
                <a:ea typeface="+mn-ea"/>
                <a:cs typeface="+mn-cs"/>
              </a:rPr>
              <a:t> Token</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เก็บ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token_count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เพื่อช่วยเลือกข้อมูลให้เหมาะกับขีดจำกัดของ</a:t>
            </a:r>
            <a:r>
              <a:rPr lang="en-US" sz="1200" b="0" i="0" kern="1200" dirty="0">
                <a:solidFill>
                  <a:schemeClr val="tx1"/>
                </a:solidFill>
                <a:effectLst/>
                <a:latin typeface="+mn-lt"/>
                <a:ea typeface="+mn-ea"/>
                <a:cs typeface="+mn-cs"/>
              </a:rPr>
              <a:t> LLM</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6. </a:t>
            </a:r>
            <a:r>
              <a:rPr lang="en-US" sz="1200" b="1" i="0" kern="1200" dirty="0" err="1">
                <a:solidFill>
                  <a:schemeClr val="tx1"/>
                </a:solidFill>
                <a:effectLst/>
                <a:latin typeface="+mn-lt"/>
                <a:ea typeface="+mn-ea"/>
                <a:cs typeface="+mn-cs"/>
              </a:rPr>
              <a:t>วัดคุณภาพของการค้นหา</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ใช้ตัวชี้วัดอย่าง</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Precision, Recall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MRR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เพื่อประเมินว่าระบบค้นหาเนื้อหาที่เกี่ยวข้องได้ดีเพียงใด</a:t>
            </a:r>
            <a:r>
              <a:rPr lang="th-TH" sz="1200" b="0" i="0" kern="1200" dirty="0">
                <a:solidFill>
                  <a:schemeClr val="tx1"/>
                </a:solidFill>
                <a:effectLst/>
                <a:latin typeface="+mn-lt"/>
                <a:ea typeface="+mn-ea"/>
                <a:cs typeface="+mn-cs"/>
              </a:rPr>
              <a:t> </a:t>
            </a:r>
          </a:p>
          <a:p>
            <a:pPr fontAlgn="t"/>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RAG </a:t>
            </a:r>
            <a:r>
              <a:rPr lang="en-US" sz="1200" b="0" i="0" kern="1200" dirty="0" err="1">
                <a:solidFill>
                  <a:schemeClr val="tx1"/>
                </a:solidFill>
                <a:effectLst/>
                <a:latin typeface="+mn-lt"/>
                <a:ea typeface="+mn-ea"/>
                <a:cs typeface="+mn-cs"/>
              </a:rPr>
              <a:t>ไม่ใช่แค่ให้</a:t>
            </a:r>
            <a:r>
              <a:rPr lang="en-US" sz="1200" b="0" i="0" kern="1200" dirty="0">
                <a:solidFill>
                  <a:schemeClr val="tx1"/>
                </a:solidFill>
                <a:effectLst/>
                <a:latin typeface="+mn-lt"/>
                <a:ea typeface="+mn-ea"/>
                <a:cs typeface="+mn-cs"/>
              </a:rPr>
              <a:t> AI “</a:t>
            </a:r>
            <a:r>
              <a:rPr lang="en-US" sz="1200" b="0" i="0" kern="1200" dirty="0" err="1">
                <a:solidFill>
                  <a:schemeClr val="tx1"/>
                </a:solidFill>
                <a:effectLst/>
                <a:latin typeface="+mn-lt"/>
                <a:ea typeface="+mn-ea"/>
                <a:cs typeface="+mn-cs"/>
              </a:rPr>
              <a:t>จำข้อมูล</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แต่เป็นการ</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ค้นข้อมูลที่เกี่ยวข้องจากแหล่งข้อมูลก่อน</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แล้วนำข้อมูลนั้นไปให้</a:t>
            </a:r>
            <a:r>
              <a:rPr lang="en-US" sz="1200" b="1" i="0" kern="1200" dirty="0">
                <a:solidFill>
                  <a:schemeClr val="tx1"/>
                </a:solidFill>
                <a:effectLst/>
                <a:latin typeface="+mn-lt"/>
                <a:ea typeface="+mn-ea"/>
                <a:cs typeface="+mn-cs"/>
              </a:rPr>
              <a:t> LLM </a:t>
            </a:r>
            <a:r>
              <a:rPr lang="en-US" sz="1200" b="1" i="0" kern="1200" dirty="0" err="1">
                <a:solidFill>
                  <a:schemeClr val="tx1"/>
                </a:solidFill>
                <a:effectLst/>
                <a:latin typeface="+mn-lt"/>
                <a:ea typeface="+mn-ea"/>
                <a:cs typeface="+mn-cs"/>
              </a:rPr>
              <a:t>ใช้ประกอบการตอบ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โดยยังสามารถเชื่อมกลับไปยังเอกสารต้นฉบับได้</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p:txBody>
      </p:sp>
      <p:sp>
        <p:nvSpPr>
          <p:cNvPr id="766577632"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C38EBF-FB3B-C289-8FFA-92951CCB4033}"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97</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40735265" name="Slide Image Placeholder 1"/>
          <p:cNvSpPr>
            <a:spLocks noGrp="1" noRot="1" noChangeAspect="1"/>
          </p:cNvSpPr>
          <p:nvPr>
            <p:ph type="sldImg"/>
          </p:nvPr>
        </p:nvSpPr>
        <p:spPr bwMode="auto">
          <a:xfrm>
            <a:off x="217488" y="812800"/>
            <a:ext cx="7124700" cy="4008438"/>
          </a:xfrm>
        </p:spPr>
      </p:sp>
      <p:sp>
        <p:nvSpPr>
          <p:cNvPr id="949840083" name="Notes Placeholder 2"/>
          <p:cNvSpPr>
            <a:spLocks noGrp="1"/>
          </p:cNvSpPr>
          <p:nvPr>
            <p:ph type="body" idx="1"/>
          </p:nvPr>
        </p:nvSpPr>
        <p:spPr bwMode="auto"/>
        <p:txBody>
          <a:bodyPr/>
          <a:lstStyle/>
          <a:p>
            <a:pPr>
              <a:lnSpc>
                <a:spcPct val="90000"/>
              </a:lnSpc>
              <a:spcAft>
                <a:spcPts val="332"/>
              </a:spcAft>
              <a:defRPr/>
            </a:pPr>
            <a:r>
              <a:rPr lang="en-US"/>
              <a:t>This exercise requires an Azure subscription, which should be provided by the lab hoster supporting your delivery of this course.</a:t>
            </a:r>
            <a:endParaRPr lang="en-US">
              <a:solidFill>
                <a:srgbClr val="444444"/>
              </a:solidFill>
            </a:endParaRPr>
          </a:p>
          <a:p>
            <a:pPr>
              <a:lnSpc>
                <a:spcPct val="90000"/>
              </a:lnSpc>
              <a:spcAft>
                <a:spcPts val="332"/>
              </a:spcAft>
              <a:defRPr/>
            </a:pPr>
            <a:r>
              <a:rPr lang="en-US"/>
              <a:t>If you are not able to provide students with Azure subscriptions, you can demonstrate the lab using your own subscription (if you have one available).</a:t>
            </a:r>
            <a:endParaRPr/>
          </a:p>
        </p:txBody>
      </p:sp>
      <p:sp>
        <p:nvSpPr>
          <p:cNvPr id="1266080686" name="Header Placeholder 3"/>
          <p:cNvSpPr>
            <a:spLocks noGrp="1"/>
          </p:cNvSpPr>
          <p:nvPr>
            <p:ph type="hdr" sz="quarter"/>
          </p:nvPr>
        </p:nvSpPr>
        <p:spPr bwMode="auto"/>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461472751" name="Footer Placeholder 4"/>
          <p:cNvSpPr>
            <a:spLocks noGrp="1"/>
          </p:cNvSpPr>
          <p:nvPr>
            <p:ph type="ftr" sz="quarter" idx="4"/>
          </p:nvPr>
        </p:nvSpPr>
        <p:spPr bwMode="auto"/>
        <p:txBody>
          <a:bodyPr/>
          <a:lstStyle/>
          <a:p>
            <a:pPr marL="0" marR="0" lvl="0" indent="0" algn="l" defTabSz="914098" rtl="0" eaLnBrk="1" fontAlgn="auto" latinLnBrk="0" hangingPunct="1">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a:ea typeface="Segoe UI"/>
                <a:cs typeface="Segoe UI"/>
              </a:rPr>
              <a:t>© Microsoft Corporation. All rights reserved. MICROSOFT MAKES NO WARRANTIES, EXPRESS, IMPLIED OR STATUTORY, AS TO THE INFORMATION IN THIS PRESENTATION.</a:t>
            </a:r>
            <a:endParaRPr kumimoji="0" sz="1200" b="0" i="0" u="none" strike="noStrike" kern="0" cap="none" spc="0" normalizeH="0" baseline="0" noProof="0">
              <a:ln>
                <a:noFill/>
              </a:ln>
              <a:solidFill>
                <a:prstClr val="black"/>
              </a:solidFill>
              <a:effectLst/>
              <a:uLnTx/>
              <a:uFillTx/>
              <a:latin typeface="Aptos"/>
              <a:cs typeface="Arial"/>
            </a:endParaRPr>
          </a:p>
        </p:txBody>
      </p:sp>
      <p:sp>
        <p:nvSpPr>
          <p:cNvPr id="855325797" name="Date Placeholder 5"/>
          <p:cNvSpPr>
            <a:spLocks noGrp="1"/>
          </p:cNvSpPr>
          <p:nvPr>
            <p:ph type="dt" idx="1"/>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FD8069-D363-B1FD-C85A-30544EF19ECA}" type="datetime8">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10/27/2026 8:46 AM</a:t>
            </a:fld>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1941962913" name="Slide Number Placeholder 6"/>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32D111-37E3-EE75-0870-1F0A4C533A8B}"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98</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67941625" name="Slide Image Placeholder 1"/>
          <p:cNvSpPr>
            <a:spLocks noGrp="1" noRot="1" noChangeAspect="1"/>
          </p:cNvSpPr>
          <p:nvPr>
            <p:ph type="sldImg"/>
          </p:nvPr>
        </p:nvSpPr>
        <p:spPr bwMode="auto">
          <a:xfrm>
            <a:off x="217488" y="812800"/>
            <a:ext cx="7124700" cy="4008438"/>
          </a:xfrm>
        </p:spPr>
      </p:sp>
      <p:sp>
        <p:nvSpPr>
          <p:cNvPr id="240005724" name="Notes Placeholder 2"/>
          <p:cNvSpPr>
            <a:spLocks noGrp="1"/>
          </p:cNvSpPr>
          <p:nvPr>
            <p:ph type="body" idx="1"/>
          </p:nvPr>
        </p:nvSpPr>
        <p:spPr bwMode="auto"/>
        <p:txBody>
          <a:bodyPr/>
          <a:lstStyle/>
          <a:p>
            <a:pPr>
              <a:defRPr/>
            </a:pPr>
            <a:r>
              <a:rPr lang="en-US"/>
              <a:t>Link to module: </a:t>
            </a:r>
            <a:r>
              <a:rPr lang="en-US" u="sng">
                <a:solidFill>
                  <a:schemeClr val="hlink"/>
                </a:solidFill>
                <a:hlinkClick r:id="rId3"/>
              </a:rPr>
              <a:t>https://learn.microsoft.com/training/modules/optimize-vector-search-azure-database-postgresql/</a:t>
            </a:r>
            <a:endParaRPr lang="en-US"/>
          </a:p>
          <a:p>
            <a:pPr>
              <a:defRPr/>
            </a:pPr>
            <a:endParaRPr lang="en-US"/>
          </a:p>
        </p:txBody>
      </p:sp>
      <p:sp>
        <p:nvSpPr>
          <p:cNvPr id="40391872"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99</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23357859" name="Slide Image Placeholder 1"/>
          <p:cNvSpPr>
            <a:spLocks noGrp="1" noRot="1" noChangeAspect="1"/>
          </p:cNvSpPr>
          <p:nvPr>
            <p:ph type="sldImg"/>
          </p:nvPr>
        </p:nvSpPr>
        <p:spPr bwMode="auto">
          <a:xfrm>
            <a:off x="217488" y="812800"/>
            <a:ext cx="7124700" cy="4008438"/>
          </a:xfrm>
        </p:spPr>
      </p:sp>
      <p:sp>
        <p:nvSpPr>
          <p:cNvPr id="2008087007"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การใช้</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pgvector</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กับ</a:t>
            </a:r>
            <a:r>
              <a:rPr lang="en-US" sz="1200" b="1" i="0" kern="1200" dirty="0">
                <a:solidFill>
                  <a:schemeClr val="tx1"/>
                </a:solidFill>
                <a:effectLst/>
                <a:latin typeface="+mn-lt"/>
                <a:ea typeface="+mn-ea"/>
                <a:cs typeface="+mn-cs"/>
              </a:rPr>
              <a:t> PostgreSQL </a:t>
            </a:r>
            <a:r>
              <a:rPr lang="en-US" sz="1200" b="1" i="0" kern="1200" dirty="0" err="1">
                <a:solidFill>
                  <a:schemeClr val="tx1"/>
                </a:solidFill>
                <a:effectLst/>
                <a:latin typeface="+mn-lt"/>
                <a:ea typeface="+mn-ea"/>
                <a:cs typeface="+mn-cs"/>
              </a:rPr>
              <a:t>เพื่อทำ</a:t>
            </a:r>
            <a:r>
              <a:rPr lang="en-US" sz="1200" b="1" i="0" kern="1200" dirty="0">
                <a:solidFill>
                  <a:schemeClr val="tx1"/>
                </a:solidFill>
                <a:effectLst/>
                <a:latin typeface="+mn-lt"/>
                <a:ea typeface="+mn-ea"/>
                <a:cs typeface="+mn-cs"/>
              </a:rPr>
              <a:t> Vector Search </a:t>
            </a:r>
            <a:r>
              <a:rPr lang="en-US" sz="1200" b="1" i="0" kern="1200" dirty="0" err="1">
                <a:solidFill>
                  <a:schemeClr val="tx1"/>
                </a:solidFill>
                <a:effectLst/>
                <a:latin typeface="+mn-lt"/>
                <a:ea typeface="+mn-ea"/>
                <a:cs typeface="+mn-cs"/>
              </a:rPr>
              <a:t>สำหรับงาน</a:t>
            </a:r>
            <a:r>
              <a:rPr lang="en-US" sz="1200" b="1" i="0" kern="1200" dirty="0">
                <a:solidFill>
                  <a:schemeClr val="tx1"/>
                </a:solidFill>
                <a:effectLst/>
                <a:latin typeface="+mn-lt"/>
                <a:ea typeface="+mn-ea"/>
                <a:cs typeface="+mn-cs"/>
              </a:rPr>
              <a:t> AI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โดยเน้นทั้งความเร็วในการค้นหาและการจัดการระบบให้เหมาะสม</a:t>
            </a:r>
            <a:endParaRPr lang="en-US" sz="1200" b="0" i="0" kern="1200" dirty="0">
              <a:solidFill>
                <a:schemeClr val="tx1"/>
              </a:solidFill>
              <a:effectLst/>
              <a:latin typeface="+mn-lt"/>
              <a:ea typeface="+mn-ea"/>
              <a:cs typeface="+mn-cs"/>
            </a:endParaRPr>
          </a:p>
          <a:p>
            <a:pPr lvl="0" fontAlgn="t"/>
            <a:endParaRPr lang="th-TH" sz="1200" b="1" i="0" kern="1200" dirty="0">
              <a:solidFill>
                <a:schemeClr val="tx1"/>
              </a:solidFill>
              <a:effectLst/>
              <a:latin typeface="+mn-lt"/>
              <a:ea typeface="+mn-ea"/>
              <a:cs typeface="+mn-cs"/>
            </a:endParaRPr>
          </a:p>
          <a:p>
            <a:pPr lvl="0" fontAlgn="t"/>
            <a:r>
              <a:rPr lang="en-US" sz="1200" b="1" i="0" kern="1200" dirty="0" err="1">
                <a:solidFill>
                  <a:schemeClr val="tx1"/>
                </a:solidFill>
                <a:effectLst/>
                <a:latin typeface="+mn-lt"/>
                <a:ea typeface="+mn-ea"/>
                <a:cs typeface="+mn-cs"/>
              </a:rPr>
              <a:t>pgvector</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ส่วนเสริมของ</a:t>
            </a:r>
            <a:r>
              <a:rPr lang="en-US" sz="1200" b="0" i="0" kern="1200" dirty="0">
                <a:solidFill>
                  <a:schemeClr val="tx1"/>
                </a:solidFill>
                <a:effectLst/>
                <a:latin typeface="+mn-lt"/>
                <a:ea typeface="+mn-ea"/>
                <a:cs typeface="+mn-cs"/>
              </a:rPr>
              <a:t> PostgreSQL </a:t>
            </a:r>
            <a:r>
              <a:rPr lang="en-US" sz="1200" b="0" i="0" kern="1200" dirty="0" err="1">
                <a:solidFill>
                  <a:schemeClr val="tx1"/>
                </a:solidFill>
                <a:effectLst/>
                <a:latin typeface="+mn-lt"/>
                <a:ea typeface="+mn-ea"/>
                <a:cs typeface="+mn-cs"/>
              </a:rPr>
              <a:t>ที่ทำให้สามารถเก็บ</a:t>
            </a:r>
            <a:r>
              <a:rPr lang="en-US" sz="1200" b="0" i="0" kern="1200" dirty="0">
                <a:solidFill>
                  <a:schemeClr val="tx1"/>
                </a:solidFill>
                <a:effectLst/>
                <a:latin typeface="+mn-lt"/>
                <a:ea typeface="+mn-ea"/>
                <a:cs typeface="+mn-cs"/>
              </a:rPr>
              <a:t> Vector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ค้นหาข้อมูลที่มีความหมายใกล้เคียงกัน</a:t>
            </a:r>
            <a:endParaRPr lang="en-US" sz="1200" b="0" i="0" kern="1200" dirty="0">
              <a:solidFill>
                <a:schemeClr val="tx1"/>
              </a:solidFill>
              <a:effectLst/>
              <a:latin typeface="+mn-lt"/>
              <a:ea typeface="+mn-ea"/>
              <a:cs typeface="+mn-cs"/>
            </a:endParaRPr>
          </a:p>
          <a:p>
            <a:pPr lvl="0" fontAlgn="t"/>
            <a:r>
              <a:rPr lang="en-US" sz="1200" b="1" i="0" kern="1200" dirty="0" err="1">
                <a:solidFill>
                  <a:schemeClr val="tx1"/>
                </a:solidFill>
                <a:effectLst/>
                <a:latin typeface="+mn-lt"/>
                <a:ea typeface="+mn-ea"/>
                <a:cs typeface="+mn-cs"/>
              </a:rPr>
              <a:t>IVFFlat</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HNSW</a:t>
            </a:r>
            <a:r>
              <a:rPr lang="en-US" sz="1200" b="0" i="0" kern="1200" dirty="0">
                <a:solidFill>
                  <a:schemeClr val="tx1"/>
                </a:solidFill>
                <a:effectLst/>
                <a:latin typeface="+mn-lt"/>
                <a:ea typeface="+mn-ea"/>
                <a:cs typeface="+mn-cs"/>
              </a:rPr>
              <a:t> → Index </a:t>
            </a:r>
            <a:r>
              <a:rPr lang="en-US" sz="1200" b="0" i="0" kern="1200" dirty="0" err="1">
                <a:solidFill>
                  <a:schemeClr val="tx1"/>
                </a:solidFill>
                <a:effectLst/>
                <a:latin typeface="+mn-lt"/>
                <a:ea typeface="+mn-ea"/>
                <a:cs typeface="+mn-cs"/>
              </a:rPr>
              <a:t>ที่ช่วยให้การค้นหา</a:t>
            </a:r>
            <a:r>
              <a:rPr lang="en-US" sz="1200" b="0" i="0" kern="1200" dirty="0">
                <a:solidFill>
                  <a:schemeClr val="tx1"/>
                </a:solidFill>
                <a:effectLst/>
                <a:latin typeface="+mn-lt"/>
                <a:ea typeface="+mn-ea"/>
                <a:cs typeface="+mn-cs"/>
              </a:rPr>
              <a:t> Vector </a:t>
            </a:r>
            <a:r>
              <a:rPr lang="en-US" sz="1200" b="0" i="0" kern="1200" dirty="0" err="1">
                <a:solidFill>
                  <a:schemeClr val="tx1"/>
                </a:solidFill>
                <a:effectLst/>
                <a:latin typeface="+mn-lt"/>
                <a:ea typeface="+mn-ea"/>
                <a:cs typeface="+mn-cs"/>
              </a:rPr>
              <a:t>จำนวนมาก</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เร็วขึ้น</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Azure Database for PostgreSQL</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ช่วยดูแล</a:t>
            </a:r>
            <a:r>
              <a:rPr lang="en-US" sz="1200" b="0" i="0" kern="1200" dirty="0">
                <a:solidFill>
                  <a:schemeClr val="tx1"/>
                </a:solidFill>
                <a:effectLst/>
                <a:latin typeface="+mn-lt"/>
                <a:ea typeface="+mn-ea"/>
                <a:cs typeface="+mn-cs"/>
              </a:rPr>
              <a:t> Infrastructure </a:t>
            </a:r>
            <a:r>
              <a:rPr lang="en-US" sz="1200" b="0" i="0" kern="1200" dirty="0" err="1">
                <a:solidFill>
                  <a:schemeClr val="tx1"/>
                </a:solidFill>
                <a:effectLst/>
                <a:latin typeface="+mn-lt"/>
                <a:ea typeface="+mn-ea"/>
                <a:cs typeface="+mn-cs"/>
              </a:rPr>
              <a:t>และมี</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PgBouncer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สำหรับบริหารการเชื่อมต่อ</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ความเร็วในการค้นหาขึ้นอยู่กับการตั้งค่า</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Configuration, Index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Connection Management</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เมื่อตั้งค่าเหมาะสม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สามารถนำไปใช้กับงาน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Recommendation, Semantic Search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RAG</a:t>
            </a:r>
            <a:endParaRPr lang="th-TH" sz="1200" b="1" i="0" kern="1200" dirty="0">
              <a:solidFill>
                <a:schemeClr val="tx1"/>
              </a:solidFill>
              <a:effectLst/>
              <a:latin typeface="+mn-lt"/>
              <a:ea typeface="+mn-ea"/>
              <a:cs typeface="+mn-cs"/>
            </a:endParaRPr>
          </a:p>
          <a:p>
            <a:pPr lvl="0" fontAlgn="t"/>
            <a:endParaRPr lang="th-TH" sz="1200" b="1"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err="1">
                <a:solidFill>
                  <a:schemeClr val="tx1"/>
                </a:solidFill>
                <a:effectLst/>
                <a:latin typeface="+mn-lt"/>
                <a:ea typeface="+mn-ea"/>
                <a:cs typeface="+mn-cs"/>
              </a:rPr>
              <a:t>pgvector</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เพิ่มความสามารถด้าน</a:t>
            </a:r>
            <a:r>
              <a:rPr lang="en-US" sz="1200" b="1" i="0" kern="1200" dirty="0">
                <a:solidFill>
                  <a:schemeClr val="tx1"/>
                </a:solidFill>
                <a:effectLst/>
                <a:latin typeface="+mn-lt"/>
                <a:ea typeface="+mn-ea"/>
                <a:cs typeface="+mn-cs"/>
              </a:rPr>
              <a:t> Vector </a:t>
            </a:r>
            <a:r>
              <a:rPr lang="en-US" sz="1200" b="1" i="0" kern="1200" dirty="0" err="1">
                <a:solidFill>
                  <a:schemeClr val="tx1"/>
                </a:solidFill>
                <a:effectLst/>
                <a:latin typeface="+mn-lt"/>
                <a:ea typeface="+mn-ea"/>
                <a:cs typeface="+mn-cs"/>
              </a:rPr>
              <a:t>ให้</a:t>
            </a:r>
            <a:r>
              <a:rPr lang="en-US" sz="1200" b="1" i="0" kern="1200" dirty="0">
                <a:solidFill>
                  <a:schemeClr val="tx1"/>
                </a:solidFill>
                <a:effectLst/>
                <a:latin typeface="+mn-lt"/>
                <a:ea typeface="+mn-ea"/>
                <a:cs typeface="+mn-cs"/>
              </a:rPr>
              <a:t> PostgreSQL</a:t>
            </a:r>
            <a:br>
              <a:rPr lang="en-US" sz="1200" b="0" i="0" kern="1200" dirty="0">
                <a:solidFill>
                  <a:schemeClr val="tx1"/>
                </a:solidFill>
                <a:effectLst/>
                <a:latin typeface="+mn-lt"/>
                <a:ea typeface="+mn-ea"/>
                <a:cs typeface="+mn-cs"/>
              </a:rPr>
            </a:br>
            <a:r>
              <a:rPr lang="en-US" sz="1200" b="1" i="0" kern="1200" dirty="0" err="1">
                <a:solidFill>
                  <a:schemeClr val="tx1"/>
                </a:solidFill>
                <a:effectLst/>
                <a:latin typeface="+mn-lt"/>
                <a:ea typeface="+mn-ea"/>
                <a:cs typeface="+mn-cs"/>
              </a:rPr>
              <a:t>IVFFlat</a:t>
            </a:r>
            <a:r>
              <a:rPr lang="en-US" sz="1200" b="1" i="0" kern="1200" dirty="0">
                <a:solidFill>
                  <a:schemeClr val="tx1"/>
                </a:solidFill>
                <a:effectLst/>
                <a:latin typeface="+mn-lt"/>
                <a:ea typeface="+mn-ea"/>
                <a:cs typeface="+mn-cs"/>
              </a:rPr>
              <a:t> / HNSW = </a:t>
            </a:r>
            <a:r>
              <a:rPr lang="en-US" sz="1200" b="1" i="0" kern="1200" dirty="0" err="1">
                <a:solidFill>
                  <a:schemeClr val="tx1"/>
                </a:solidFill>
                <a:effectLst/>
                <a:latin typeface="+mn-lt"/>
                <a:ea typeface="+mn-ea"/>
                <a:cs typeface="+mn-cs"/>
              </a:rPr>
              <a:t>ช่วยค้น</a:t>
            </a:r>
            <a:r>
              <a:rPr lang="en-US" sz="1200" b="1" i="0" kern="1200" dirty="0">
                <a:solidFill>
                  <a:schemeClr val="tx1"/>
                </a:solidFill>
                <a:effectLst/>
                <a:latin typeface="+mn-lt"/>
                <a:ea typeface="+mn-ea"/>
                <a:cs typeface="+mn-cs"/>
              </a:rPr>
              <a:t> Vector </a:t>
            </a:r>
            <a:r>
              <a:rPr lang="en-US" sz="1200" b="1" i="0" kern="1200" dirty="0" err="1">
                <a:solidFill>
                  <a:schemeClr val="tx1"/>
                </a:solidFill>
                <a:effectLst/>
                <a:latin typeface="+mn-lt"/>
                <a:ea typeface="+mn-ea"/>
                <a:cs typeface="+mn-cs"/>
              </a:rPr>
              <a:t>ให้เร็วขึ้น</a:t>
            </a:r>
            <a:br>
              <a:rPr lang="en-US" sz="1200" b="0" i="0" kern="1200" dirty="0">
                <a:solidFill>
                  <a:schemeClr val="tx1"/>
                </a:solidFill>
                <a:effectLst/>
                <a:latin typeface="+mn-lt"/>
                <a:ea typeface="+mn-ea"/>
                <a:cs typeface="+mn-cs"/>
              </a:rPr>
            </a:br>
            <a:r>
              <a:rPr lang="en-US" sz="1200" b="1" i="0" kern="1200" dirty="0" err="1">
                <a:solidFill>
                  <a:schemeClr val="tx1"/>
                </a:solidFill>
                <a:effectLst/>
                <a:latin typeface="+mn-lt"/>
                <a:ea typeface="+mn-ea"/>
                <a:cs typeface="+mn-cs"/>
              </a:rPr>
              <a:t>PgBouncer</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ช่วยจัดการการเชื่อมต่อ</a:t>
            </a:r>
            <a:br>
              <a:rPr lang="en-US" sz="1200" b="0" i="0" kern="1200" dirty="0">
                <a:solidFill>
                  <a:schemeClr val="tx1"/>
                </a:solidFill>
                <a:effectLst/>
                <a:latin typeface="+mn-lt"/>
                <a:ea typeface="+mn-ea"/>
                <a:cs typeface="+mn-cs"/>
              </a:rPr>
            </a:br>
            <a:r>
              <a:rPr lang="en-US" sz="1200" b="1" i="0" kern="1200" dirty="0" err="1">
                <a:solidFill>
                  <a:schemeClr val="tx1"/>
                </a:solidFill>
                <a:effectLst/>
                <a:latin typeface="+mn-lt"/>
                <a:ea typeface="+mn-ea"/>
                <a:cs typeface="+mn-cs"/>
              </a:rPr>
              <a:t>ผลลัพธ์</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นำไปสร้าง</a:t>
            </a:r>
            <a:r>
              <a:rPr lang="en-US" sz="1200" b="1" i="0" kern="1200" dirty="0">
                <a:solidFill>
                  <a:schemeClr val="tx1"/>
                </a:solidFill>
                <a:effectLst/>
                <a:latin typeface="+mn-lt"/>
                <a:ea typeface="+mn-ea"/>
                <a:cs typeface="+mn-cs"/>
              </a:rPr>
              <a:t> Semantic Search, Recommendation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RAG</a:t>
            </a:r>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p:txBody>
      </p:sp>
      <p:sp>
        <p:nvSpPr>
          <p:cNvPr id="806465803"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EF9690-F434-6C3D-1486-B2EDE16BD272}"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100</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64449307" name="Slide Image Placeholder 1"/>
          <p:cNvSpPr>
            <a:spLocks noGrp="1" noRot="1" noChangeAspect="1"/>
          </p:cNvSpPr>
          <p:nvPr>
            <p:ph type="sldImg"/>
          </p:nvPr>
        </p:nvSpPr>
        <p:spPr bwMode="auto">
          <a:xfrm>
            <a:off x="217488" y="812800"/>
            <a:ext cx="7124700" cy="4008438"/>
          </a:xfrm>
        </p:spPr>
      </p:sp>
      <p:sp>
        <p:nvSpPr>
          <p:cNvPr id="1388294238"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การปรับแต่ง</a:t>
            </a:r>
            <a:r>
              <a:rPr lang="en-US" sz="1200" b="1" i="0" kern="1200" dirty="0">
                <a:solidFill>
                  <a:schemeClr val="tx1"/>
                </a:solidFill>
                <a:effectLst/>
                <a:latin typeface="+mn-lt"/>
                <a:ea typeface="+mn-ea"/>
                <a:cs typeface="+mn-cs"/>
              </a:rPr>
              <a:t> PostgreSQL </a:t>
            </a:r>
            <a:r>
              <a:rPr lang="en-US" sz="1200" b="1" i="0" kern="1200" dirty="0" err="1">
                <a:solidFill>
                  <a:schemeClr val="tx1"/>
                </a:solidFill>
                <a:effectLst/>
                <a:latin typeface="+mn-lt"/>
                <a:ea typeface="+mn-ea"/>
                <a:cs typeface="+mn-cs"/>
              </a:rPr>
              <a:t>ให้ทำงานกับ</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pgvector</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ได้เร็วและมีประสิทธิภาพขึ้น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โดยเฉพาะเมื่อมี</a:t>
            </a:r>
            <a:r>
              <a:rPr lang="en-US" sz="1200" b="0" i="0" kern="1200" dirty="0">
                <a:solidFill>
                  <a:schemeClr val="tx1"/>
                </a:solidFill>
                <a:effectLst/>
                <a:latin typeface="+mn-lt"/>
                <a:ea typeface="+mn-ea"/>
                <a:cs typeface="+mn-cs"/>
              </a:rPr>
              <a:t> Vector </a:t>
            </a:r>
            <a:r>
              <a:rPr lang="en-US" sz="1200" b="0" i="0" kern="1200" dirty="0" err="1">
                <a:solidFill>
                  <a:schemeClr val="tx1"/>
                </a:solidFill>
                <a:effectLst/>
                <a:latin typeface="+mn-lt"/>
                <a:ea typeface="+mn-ea"/>
                <a:cs typeface="+mn-cs"/>
              </a:rPr>
              <a:t>จำนวนมาก</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มี</a:t>
            </a:r>
            <a:r>
              <a:rPr lang="en-US" sz="1200" b="1" i="0" kern="1200" dirty="0">
                <a:solidFill>
                  <a:schemeClr val="tx1"/>
                </a:solidFill>
                <a:effectLst/>
                <a:latin typeface="+mn-lt"/>
                <a:ea typeface="+mn-ea"/>
                <a:cs typeface="+mn-cs"/>
              </a:rPr>
              <a:t> 3 </a:t>
            </a:r>
            <a:r>
              <a:rPr lang="en-US" sz="1200" b="1" i="0" kern="1200" dirty="0" err="1">
                <a:solidFill>
                  <a:schemeClr val="tx1"/>
                </a:solidFill>
                <a:effectLst/>
                <a:latin typeface="+mn-lt"/>
                <a:ea typeface="+mn-ea"/>
                <a:cs typeface="+mn-cs"/>
              </a:rPr>
              <a:t>เรื่องสำคัญ</a:t>
            </a:r>
            <a:endParaRPr lang="th-TH" sz="1200" b="1"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a:t>
            </a:r>
            <a:r>
              <a:rPr lang="en-US" sz="1200" b="1" i="0" kern="1200" dirty="0" err="1">
                <a:solidFill>
                  <a:schemeClr val="tx1"/>
                </a:solidFill>
                <a:effectLst/>
                <a:latin typeface="+mn-lt"/>
                <a:ea typeface="+mn-ea"/>
                <a:cs typeface="+mn-cs"/>
              </a:rPr>
              <a:t>ปรับ</a:t>
            </a:r>
            <a:r>
              <a:rPr lang="en-US" sz="1200" b="1" i="0" kern="1200" dirty="0">
                <a:solidFill>
                  <a:schemeClr val="tx1"/>
                </a:solidFill>
                <a:effectLst/>
                <a:latin typeface="+mn-lt"/>
                <a:ea typeface="+mn-ea"/>
                <a:cs typeface="+mn-cs"/>
              </a:rPr>
              <a:t> Memory </a:t>
            </a:r>
            <a:r>
              <a:rPr lang="en-US" sz="1200" b="1" i="0" kern="1200" dirty="0" err="1">
                <a:solidFill>
                  <a:schemeClr val="tx1"/>
                </a:solidFill>
                <a:effectLst/>
                <a:latin typeface="+mn-lt"/>
                <a:ea typeface="+mn-ea"/>
                <a:cs typeface="+mn-cs"/>
              </a:rPr>
              <a:t>และการอ่านข้อมูล</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shared_buffers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หน่วยความจำที่</a:t>
            </a:r>
            <a:r>
              <a:rPr lang="en-US" sz="1200" b="0" i="0" kern="1200" dirty="0">
                <a:solidFill>
                  <a:schemeClr val="tx1"/>
                </a:solidFill>
                <a:effectLst/>
                <a:latin typeface="+mn-lt"/>
                <a:ea typeface="+mn-ea"/>
                <a:cs typeface="+mn-cs"/>
              </a:rPr>
              <a:t> PostgreSQL </a:t>
            </a:r>
            <a:r>
              <a:rPr lang="en-US" sz="1200" b="0" i="0" kern="1200" dirty="0" err="1">
                <a:solidFill>
                  <a:schemeClr val="tx1"/>
                </a:solidFill>
                <a:effectLst/>
                <a:latin typeface="+mn-lt"/>
                <a:ea typeface="+mn-ea"/>
                <a:cs typeface="+mn-cs"/>
              </a:rPr>
              <a:t>ใช้เก็บข้อมูลที่เรียกใช้บ่อย</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work_mem</a:t>
            </a:r>
            <a:r>
              <a:rPr lang="en-US" sz="1200" b="0" i="0" kern="1200" dirty="0">
                <a:solidFill>
                  <a:schemeClr val="tx1"/>
                </a:solidFill>
                <a:effectLst/>
                <a:latin typeface="+mn-lt"/>
                <a:ea typeface="+mn-ea"/>
                <a:cs typeface="+mn-cs"/>
              </a:rPr>
              <a:t> → Memory </a:t>
            </a:r>
            <a:r>
              <a:rPr lang="en-US" sz="1200" b="0" i="0" kern="1200" dirty="0" err="1">
                <a:solidFill>
                  <a:schemeClr val="tx1"/>
                </a:solidFill>
                <a:effectLst/>
                <a:latin typeface="+mn-lt"/>
                <a:ea typeface="+mn-ea"/>
                <a:cs typeface="+mn-cs"/>
              </a:rPr>
              <a:t>สำหรับการประมวลผล</a:t>
            </a:r>
            <a:r>
              <a:rPr lang="en-US" sz="1200" b="0" i="0" kern="1200" dirty="0">
                <a:solidFill>
                  <a:schemeClr val="tx1"/>
                </a:solidFill>
                <a:effectLst/>
                <a:latin typeface="+mn-lt"/>
                <a:ea typeface="+mn-ea"/>
                <a:cs typeface="+mn-cs"/>
              </a:rPr>
              <a:t> Query</a:t>
            </a:r>
          </a:p>
          <a:p>
            <a:pPr lvl="0" fontAlgn="t"/>
            <a:r>
              <a:rPr lang="en-US" sz="1200" b="0" i="0" kern="1200" dirty="0" err="1">
                <a:solidFill>
                  <a:schemeClr val="tx1"/>
                </a:solidFill>
                <a:effectLst/>
                <a:latin typeface="+mn-lt"/>
                <a:ea typeface="+mn-ea"/>
                <a:cs typeface="+mn-cs"/>
              </a:rPr>
              <a:t>random_page_cost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effective_io_concurrency</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ปรับให้เหมาะกับ</a:t>
            </a:r>
            <a:r>
              <a:rPr lang="en-US" sz="1200" b="0" i="0" kern="1200" dirty="0">
                <a:solidFill>
                  <a:schemeClr val="tx1"/>
                </a:solidFill>
                <a:effectLst/>
                <a:latin typeface="+mn-lt"/>
                <a:ea typeface="+mn-ea"/>
                <a:cs typeface="+mn-cs"/>
              </a:rPr>
              <a:t> SSD </a:t>
            </a:r>
            <a:r>
              <a:rPr lang="en-US" sz="1200" b="0" i="0" kern="1200" dirty="0" err="1">
                <a:solidFill>
                  <a:schemeClr val="tx1"/>
                </a:solidFill>
                <a:effectLst/>
                <a:latin typeface="+mn-lt"/>
                <a:ea typeface="+mn-ea"/>
                <a:cs typeface="+mn-cs"/>
              </a:rPr>
              <a:t>และการอ่านข้อมูลแบบขนาน</a:t>
            </a: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เปรียบเหมือน</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เพิ่มพื้นที่โต๊ะทำงานและจัดระบบหยิบเอกสารให้เร็วขึ้น</a:t>
            </a:r>
            <a:endParaRPr lang="th-TH" sz="1200" b="1"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a:t>
            </a:r>
            <a:r>
              <a:rPr lang="en-US" sz="1200" b="1" i="0" kern="1200" dirty="0" err="1">
                <a:solidFill>
                  <a:schemeClr val="tx1"/>
                </a:solidFill>
                <a:effectLst/>
                <a:latin typeface="+mn-lt"/>
                <a:ea typeface="+mn-ea"/>
                <a:cs typeface="+mn-cs"/>
              </a:rPr>
              <a:t>ปรับการค้นหา</a:t>
            </a:r>
            <a:r>
              <a:rPr lang="en-US" sz="1200" b="1" i="0" kern="1200" dirty="0">
                <a:solidFill>
                  <a:schemeClr val="tx1"/>
                </a:solidFill>
                <a:effectLst/>
                <a:latin typeface="+mn-lt"/>
                <a:ea typeface="+mn-ea"/>
                <a:cs typeface="+mn-cs"/>
              </a:rPr>
              <a:t> Vector</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ivfflat.probes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ควบคุมว่าจะค้นกี่กลุ่มของ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IVFFlat</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hnsw.ef_search</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ควบคุมว่าจะสำรวจข้อมูลใน</a:t>
            </a:r>
            <a:r>
              <a:rPr lang="en-US" sz="1200" b="0" i="0" kern="1200" dirty="0">
                <a:solidFill>
                  <a:schemeClr val="tx1"/>
                </a:solidFill>
                <a:effectLst/>
                <a:latin typeface="+mn-lt"/>
                <a:ea typeface="+mn-ea"/>
                <a:cs typeface="+mn-cs"/>
              </a:rPr>
              <a:t> HNSW </a:t>
            </a:r>
            <a:r>
              <a:rPr lang="en-US" sz="1200" b="0" i="0" kern="1200" dirty="0" err="1">
                <a:solidFill>
                  <a:schemeClr val="tx1"/>
                </a:solidFill>
                <a:effectLst/>
                <a:latin typeface="+mn-lt"/>
                <a:ea typeface="+mn-ea"/>
                <a:cs typeface="+mn-cs"/>
              </a:rPr>
              <a:t>มากแค่ไหน</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เป็นการรักษาสมดุลระหว่าง</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t>
            </a:r>
            <a:r>
              <a:rPr lang="en-US" sz="1200" b="1" i="0" kern="1200" dirty="0" err="1">
                <a:solidFill>
                  <a:schemeClr val="tx1"/>
                </a:solidFill>
                <a:effectLst/>
                <a:latin typeface="+mn-lt"/>
                <a:ea typeface="+mn-ea"/>
                <a:cs typeface="+mn-cs"/>
              </a:rPr>
              <a:t>ความเร็ว</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กับ</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โอกาสค้นเจอผลลัพธ์ที่ถูกต้อง</a:t>
            </a:r>
            <a:r>
              <a:rPr lang="en-US" sz="1200" b="1" i="0"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โดยทั่วไป</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ยิ่งค้นละเอียดมาก</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ก็มีโอกาสพบผลลัพธ์ที่ดีขึ้น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แต่ใช้เวลาประมวลผลมากขึ้น</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3. </a:t>
            </a:r>
            <a:r>
              <a:rPr lang="en-US" sz="1200" b="1" i="0" kern="1200" dirty="0" err="1">
                <a:solidFill>
                  <a:schemeClr val="tx1"/>
                </a:solidFill>
                <a:effectLst/>
                <a:latin typeface="+mn-lt"/>
                <a:ea typeface="+mn-ea"/>
                <a:cs typeface="+mn-cs"/>
              </a:rPr>
              <a:t>ตรวจสอบว่า</a:t>
            </a:r>
            <a:r>
              <a:rPr lang="en-US" sz="1200" b="1" i="0" kern="1200" dirty="0">
                <a:solidFill>
                  <a:schemeClr val="tx1"/>
                </a:solidFill>
                <a:effectLst/>
                <a:latin typeface="+mn-lt"/>
                <a:ea typeface="+mn-ea"/>
                <a:cs typeface="+mn-cs"/>
              </a:rPr>
              <a:t> Index </a:t>
            </a:r>
            <a:r>
              <a:rPr lang="en-US" sz="1200" b="1" i="0" kern="1200" dirty="0" err="1">
                <a:solidFill>
                  <a:schemeClr val="tx1"/>
                </a:solidFill>
                <a:effectLst/>
                <a:latin typeface="+mn-lt"/>
                <a:ea typeface="+mn-ea"/>
                <a:cs typeface="+mn-cs"/>
              </a:rPr>
              <a:t>ถูกใช้งานจริง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EXPLAIN ANALYZE </a:t>
            </a:r>
            <a:r>
              <a:rPr lang="en-US" sz="1200" b="0" i="0" kern="1200" dirty="0" err="1">
                <a:solidFill>
                  <a:schemeClr val="tx1"/>
                </a:solidFill>
                <a:effectLst/>
                <a:latin typeface="+mn-lt"/>
                <a:ea typeface="+mn-ea"/>
                <a:cs typeface="+mn-cs"/>
              </a:rPr>
              <a:t>เพื่อตรวจสอบว่า</a:t>
            </a:r>
            <a:r>
              <a:rPr lang="en-US" sz="1200" b="0" i="0" kern="1200" dirty="0">
                <a:solidFill>
                  <a:schemeClr val="tx1"/>
                </a:solidFill>
                <a:effectLst/>
                <a:latin typeface="+mn-lt"/>
                <a:ea typeface="+mn-ea"/>
                <a:cs typeface="+mn-cs"/>
              </a:rPr>
              <a:t> PostgreSQL </a:t>
            </a:r>
            <a:r>
              <a:rPr lang="en-US" sz="1200" b="0" i="0" kern="1200" dirty="0" err="1">
                <a:solidFill>
                  <a:schemeClr val="tx1"/>
                </a:solidFill>
                <a:effectLst/>
                <a:latin typeface="+mn-lt"/>
                <a:ea typeface="+mn-ea"/>
                <a:cs typeface="+mn-cs"/>
              </a:rPr>
              <a:t>ทำ</a:t>
            </a:r>
            <a:r>
              <a:rPr lang="en-US" sz="1200" b="0" i="0" kern="1200" dirty="0">
                <a:solidFill>
                  <a:schemeClr val="tx1"/>
                </a:solidFill>
                <a:effectLst/>
                <a:latin typeface="+mn-lt"/>
                <a:ea typeface="+mn-ea"/>
                <a:cs typeface="+mn-cs"/>
              </a:rPr>
              <a:t> Query </a:t>
            </a:r>
            <a:r>
              <a:rPr lang="en-US" sz="1200" b="0" i="0" kern="1200" dirty="0" err="1">
                <a:solidFill>
                  <a:schemeClr val="tx1"/>
                </a:solidFill>
                <a:effectLst/>
                <a:latin typeface="+mn-lt"/>
                <a:ea typeface="+mn-ea"/>
                <a:cs typeface="+mn-cs"/>
              </a:rPr>
              <a:t>อย่างไร</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Index </a:t>
            </a:r>
            <a:r>
              <a:rPr lang="en-US" sz="1200" b="0" i="0" kern="1200" dirty="0" err="1">
                <a:solidFill>
                  <a:schemeClr val="tx1"/>
                </a:solidFill>
                <a:effectLst/>
                <a:latin typeface="+mn-lt"/>
                <a:ea typeface="+mn-ea"/>
                <a:cs typeface="+mn-cs"/>
              </a:rPr>
              <a:t>ที่สร้างไว้หรือไม่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และใช้เวลาเท่าใด</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p:txBody>
      </p:sp>
      <p:sp>
        <p:nvSpPr>
          <p:cNvPr id="81485860"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BC796B-60B1-EC1A-87B6-BA28E3526489}"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101</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40005783" name="Slide Image Placeholder 1"/>
          <p:cNvSpPr>
            <a:spLocks noGrp="1" noRot="1" noChangeAspect="1"/>
          </p:cNvSpPr>
          <p:nvPr>
            <p:ph type="sldImg"/>
          </p:nvPr>
        </p:nvSpPr>
        <p:spPr bwMode="auto">
          <a:xfrm>
            <a:off x="217488" y="812800"/>
            <a:ext cx="7124700" cy="4008438"/>
          </a:xfrm>
        </p:spPr>
      </p:sp>
      <p:sp>
        <p:nvSpPr>
          <p:cNvPr id="150527130"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การเลือก</a:t>
            </a:r>
            <a:r>
              <a:rPr lang="en-US" sz="1200" b="1" i="0" kern="1200" dirty="0">
                <a:solidFill>
                  <a:schemeClr val="tx1"/>
                </a:solidFill>
                <a:effectLst/>
                <a:latin typeface="+mn-lt"/>
                <a:ea typeface="+mn-ea"/>
                <a:cs typeface="+mn-cs"/>
              </a:rPr>
              <a:t> Vector Index </a:t>
            </a:r>
            <a:r>
              <a:rPr lang="en-US" sz="1200" b="1" i="0" kern="1200" dirty="0" err="1">
                <a:solidFill>
                  <a:schemeClr val="tx1"/>
                </a:solidFill>
                <a:effectLst/>
                <a:latin typeface="+mn-lt"/>
                <a:ea typeface="+mn-ea"/>
                <a:cs typeface="+mn-cs"/>
              </a:rPr>
              <a:t>เพื่อให้</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pgvector</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ค้นหาข้อมูลที่มีความหมายใกล้เคียงกันได้เร็วขึ้น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โดยมี</a:t>
            </a:r>
            <a:r>
              <a:rPr lang="en-US" sz="1200" b="0" i="0" kern="1200" dirty="0">
                <a:solidFill>
                  <a:schemeClr val="tx1"/>
                </a:solidFill>
                <a:effectLst/>
                <a:latin typeface="+mn-lt"/>
                <a:ea typeface="+mn-ea"/>
                <a:cs typeface="+mn-cs"/>
              </a:rPr>
              <a:t> 2 </a:t>
            </a:r>
            <a:r>
              <a:rPr lang="en-US" sz="1200" b="0" i="0" kern="1200" dirty="0" err="1">
                <a:solidFill>
                  <a:schemeClr val="tx1"/>
                </a:solidFill>
                <a:effectLst/>
                <a:latin typeface="+mn-lt"/>
                <a:ea typeface="+mn-ea"/>
                <a:cs typeface="+mn-cs"/>
              </a:rPr>
              <a:t>ตัวเลือกหลักคือ</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IVFFlat</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HNSW</a:t>
            </a:r>
            <a:endParaRPr lang="th-TH" sz="1200" b="1"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IVFFlat</a:t>
            </a:r>
            <a:endParaRPr lang="en-US" sz="1200" b="1"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แบ่ง</a:t>
            </a:r>
            <a:r>
              <a:rPr lang="en-US" sz="1200" b="0" i="0" kern="1200" dirty="0">
                <a:solidFill>
                  <a:schemeClr val="tx1"/>
                </a:solidFill>
                <a:effectLst/>
                <a:latin typeface="+mn-lt"/>
                <a:ea typeface="+mn-ea"/>
                <a:cs typeface="+mn-cs"/>
              </a:rPr>
              <a:t> Vector </a:t>
            </a:r>
            <a:r>
              <a:rPr lang="en-US" sz="1200" b="0" i="0" kern="1200" dirty="0" err="1">
                <a:solidFill>
                  <a:schemeClr val="tx1"/>
                </a:solidFill>
                <a:effectLst/>
                <a:latin typeface="+mn-lt"/>
                <a:ea typeface="+mn-ea"/>
                <a:cs typeface="+mn-cs"/>
              </a:rPr>
              <a:t>ออกเป็น</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กลุ่ม</a:t>
            </a:r>
            <a:r>
              <a:rPr lang="en-US" sz="1200" b="1" i="0" kern="1200" dirty="0">
                <a:solidFill>
                  <a:schemeClr val="tx1"/>
                </a:solidFill>
                <a:effectLst/>
                <a:latin typeface="+mn-lt"/>
                <a:ea typeface="+mn-ea"/>
                <a:cs typeface="+mn-cs"/>
              </a:rPr>
              <a:t> (Cluster)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แล้วค้นหาในกลุ่มที่น่าจะเกี่ยวข้อง</a:t>
            </a:r>
            <a:endParaRPr lang="en-US" sz="1200" b="0" i="0" kern="1200" dirty="0">
              <a:solidFill>
                <a:schemeClr val="tx1"/>
              </a:solidFill>
              <a:effectLst/>
              <a:latin typeface="+mn-lt"/>
              <a:ea typeface="+mn-ea"/>
              <a:cs typeface="+mn-cs"/>
            </a:endParaRPr>
          </a:p>
          <a:p>
            <a:pPr lvl="0" fontAlgn="t"/>
            <a:r>
              <a:rPr lang="en-US" sz="1200" b="1" i="0" kern="1200" dirty="0" err="1">
                <a:solidFill>
                  <a:schemeClr val="tx1"/>
                </a:solidFill>
                <a:effectLst/>
                <a:latin typeface="+mn-lt"/>
                <a:ea typeface="+mn-ea"/>
                <a:cs typeface="+mn-cs"/>
              </a:rPr>
              <a:t>สร้าง</a:t>
            </a:r>
            <a:r>
              <a:rPr lang="en-US" sz="1200" b="1" i="0" kern="1200" dirty="0">
                <a:solidFill>
                  <a:schemeClr val="tx1"/>
                </a:solidFill>
                <a:effectLst/>
                <a:latin typeface="+mn-lt"/>
                <a:ea typeface="+mn-ea"/>
                <a:cs typeface="+mn-cs"/>
              </a:rPr>
              <a:t> Index </a:t>
            </a:r>
            <a:r>
              <a:rPr lang="en-US" sz="1200" b="1" i="0" kern="1200" dirty="0" err="1">
                <a:solidFill>
                  <a:schemeClr val="tx1"/>
                </a:solidFill>
                <a:effectLst/>
                <a:latin typeface="+mn-lt"/>
                <a:ea typeface="+mn-ea"/>
                <a:cs typeface="+mn-cs"/>
              </a:rPr>
              <a:t>เร็วกว่า</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และใช้</a:t>
            </a:r>
            <a:r>
              <a:rPr lang="en-US" sz="1200" b="1" i="0" kern="1200" dirty="0">
                <a:solidFill>
                  <a:schemeClr val="tx1"/>
                </a:solidFill>
                <a:effectLst/>
                <a:latin typeface="+mn-lt"/>
                <a:ea typeface="+mn-ea"/>
                <a:cs typeface="+mn-cs"/>
              </a:rPr>
              <a:t> Memory </a:t>
            </a:r>
            <a:r>
              <a:rPr lang="en-US" sz="1200" b="1" i="0" kern="1200" dirty="0" err="1">
                <a:solidFill>
                  <a:schemeClr val="tx1"/>
                </a:solidFill>
                <a:effectLst/>
                <a:latin typeface="+mn-lt"/>
                <a:ea typeface="+mn-ea"/>
                <a:cs typeface="+mn-cs"/>
              </a:rPr>
              <a:t>น้อยกว่า</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เหมาะเมื่อมีข้อจำกัดด้าน</a:t>
            </a:r>
            <a:r>
              <a:rPr lang="en-US" sz="1200" b="0" i="0" kern="1200" dirty="0">
                <a:solidFill>
                  <a:schemeClr val="tx1"/>
                </a:solidFill>
                <a:effectLst/>
                <a:latin typeface="+mn-lt"/>
                <a:ea typeface="+mn-ea"/>
                <a:cs typeface="+mn-cs"/>
              </a:rPr>
              <a:t> Memory </a:t>
            </a:r>
            <a:r>
              <a:rPr lang="en-US" sz="1200" b="0" i="0" kern="1200" dirty="0" err="1">
                <a:solidFill>
                  <a:schemeClr val="tx1"/>
                </a:solidFill>
                <a:effectLst/>
                <a:latin typeface="+mn-lt"/>
                <a:ea typeface="+mn-ea"/>
                <a:cs typeface="+mn-cs"/>
              </a:rPr>
              <a:t>หรือต้องสร้าง</a:t>
            </a:r>
            <a:r>
              <a:rPr lang="en-US" sz="1200" b="0" i="0" kern="1200" dirty="0">
                <a:solidFill>
                  <a:schemeClr val="tx1"/>
                </a:solidFill>
                <a:effectLst/>
                <a:latin typeface="+mn-lt"/>
                <a:ea typeface="+mn-ea"/>
                <a:cs typeface="+mn-cs"/>
              </a:rPr>
              <a:t> Index </a:t>
            </a:r>
            <a:r>
              <a:rPr lang="en-US" sz="1200" b="0" i="0" kern="1200" dirty="0" err="1">
                <a:solidFill>
                  <a:schemeClr val="tx1"/>
                </a:solidFill>
                <a:effectLst/>
                <a:latin typeface="+mn-lt"/>
                <a:ea typeface="+mn-ea"/>
                <a:cs typeface="+mn-cs"/>
              </a:rPr>
              <a:t>ใหม่บ่อย</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Recall </a:t>
            </a:r>
            <a:r>
              <a:rPr lang="en-US" sz="1200" b="0" i="0" kern="1200" dirty="0" err="1">
                <a:solidFill>
                  <a:schemeClr val="tx1"/>
                </a:solidFill>
                <a:effectLst/>
                <a:latin typeface="+mn-lt"/>
                <a:ea typeface="+mn-ea"/>
                <a:cs typeface="+mn-cs"/>
              </a:rPr>
              <a:t>ประมาณ</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90–95%</a:t>
            </a:r>
            <a:endParaRPr lang="th-TH" sz="1200" b="1"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เปรียบเหมือน</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แบ่งหนังสือเป็นหมวดหมู่ก่อน</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แล้วค้นเฉพาะหมวดที่เกี่ยวข้อง</a:t>
            </a:r>
            <a:endParaRPr lang="th-TH" sz="1200" b="1"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HNSW</a:t>
            </a:r>
          </a:p>
          <a:p>
            <a:pPr lvl="0" fontAlgn="t"/>
            <a:r>
              <a:rPr lang="en-US" sz="1200" b="0" i="0" kern="1200" dirty="0" err="1">
                <a:solidFill>
                  <a:schemeClr val="tx1"/>
                </a:solidFill>
                <a:effectLst/>
                <a:latin typeface="+mn-lt"/>
                <a:ea typeface="+mn-ea"/>
                <a:cs typeface="+mn-cs"/>
              </a:rPr>
              <a:t>เชื่อม</a:t>
            </a:r>
            <a:r>
              <a:rPr lang="en-US" sz="1200" b="0" i="0" kern="1200" dirty="0">
                <a:solidFill>
                  <a:schemeClr val="tx1"/>
                </a:solidFill>
                <a:effectLst/>
                <a:latin typeface="+mn-lt"/>
                <a:ea typeface="+mn-ea"/>
                <a:cs typeface="+mn-cs"/>
              </a:rPr>
              <a:t> Vector </a:t>
            </a:r>
            <a:r>
              <a:rPr lang="en-US" sz="1200" b="0" i="0" kern="1200" dirty="0" err="1">
                <a:solidFill>
                  <a:schemeClr val="tx1"/>
                </a:solidFill>
                <a:effectLst/>
                <a:latin typeface="+mn-lt"/>
                <a:ea typeface="+mn-ea"/>
                <a:cs typeface="+mn-cs"/>
              </a:rPr>
              <a:t>เป็น</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โครงข่ายหลายชั้น</a:t>
            </a:r>
            <a:r>
              <a:rPr lang="en-US" sz="1200" b="1" i="0" kern="1200" dirty="0">
                <a:solidFill>
                  <a:schemeClr val="tx1"/>
                </a:solidFill>
                <a:effectLst/>
                <a:latin typeface="+mn-lt"/>
                <a:ea typeface="+mn-ea"/>
                <a:cs typeface="+mn-cs"/>
              </a:rPr>
              <a:t> (Graph)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แล้วค้นหาผ่านเส้นทางที่ใกล้เคียง</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ให้</a:t>
            </a:r>
            <a:r>
              <a:rPr lang="en-US" sz="1200" b="0" i="0" kern="1200" dirty="0">
                <a:solidFill>
                  <a:schemeClr val="tx1"/>
                </a:solidFill>
                <a:effectLst/>
                <a:latin typeface="+mn-lt"/>
                <a:ea typeface="+mn-ea"/>
                <a:cs typeface="+mn-cs"/>
              </a:rPr>
              <a:t> Recall </a:t>
            </a:r>
            <a:r>
              <a:rPr lang="en-US" sz="1200" b="0" i="0" kern="1200" dirty="0" err="1">
                <a:solidFill>
                  <a:schemeClr val="tx1"/>
                </a:solidFill>
                <a:effectLst/>
                <a:latin typeface="+mn-lt"/>
                <a:ea typeface="+mn-ea"/>
                <a:cs typeface="+mn-cs"/>
              </a:rPr>
              <a:t>สูงกว่า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โดยสไลด์ระบุ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99%+</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เหมาะกับระบบที่</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ค้นหาบ่อยและต้องการความแม่นยำสูง</a:t>
            </a:r>
            <a:endParaRPr lang="en-US"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เปรียบเหมือนมี</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แผนที่ลัด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ที่ช่วยพาไปหาข้อมูลที่ใกล้เคียงได้อย่างรวดเร็ว</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p:txBody>
      </p:sp>
      <p:sp>
        <p:nvSpPr>
          <p:cNvPr id="1504981795"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102</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55275768" name="Slide Image Placeholder 1"/>
          <p:cNvSpPr>
            <a:spLocks noGrp="1" noRot="1" noChangeAspect="1"/>
          </p:cNvSpPr>
          <p:nvPr>
            <p:ph type="sldImg"/>
          </p:nvPr>
        </p:nvSpPr>
        <p:spPr bwMode="auto">
          <a:xfrm>
            <a:off x="217488" y="812800"/>
            <a:ext cx="7124700" cy="4008438"/>
          </a:xfrm>
        </p:spPr>
      </p:sp>
      <p:sp>
        <p:nvSpPr>
          <p:cNvPr id="2013095787"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การจัดโครงสร้างข้อมูลให้</a:t>
            </a:r>
            <a:r>
              <a:rPr lang="en-US" sz="1200" b="1" i="0" kern="1200" dirty="0">
                <a:solidFill>
                  <a:schemeClr val="tx1"/>
                </a:solidFill>
                <a:effectLst/>
                <a:latin typeface="+mn-lt"/>
                <a:ea typeface="+mn-ea"/>
                <a:cs typeface="+mn-cs"/>
              </a:rPr>
              <a:t> Vector Search </a:t>
            </a:r>
            <a:r>
              <a:rPr lang="en-US" sz="1200" b="1" i="0" kern="1200" dirty="0" err="1">
                <a:solidFill>
                  <a:schemeClr val="tx1"/>
                </a:solidFill>
                <a:effectLst/>
                <a:latin typeface="+mn-lt"/>
                <a:ea typeface="+mn-ea"/>
                <a:cs typeface="+mn-cs"/>
              </a:rPr>
              <a:t>ทำงานเร็วขึ้น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โดยหลักสำคัญคือ</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t>
            </a:r>
            <a:r>
              <a:rPr lang="en-US" sz="1200" b="1" i="0" kern="1200" dirty="0" err="1">
                <a:solidFill>
                  <a:schemeClr val="tx1"/>
                </a:solidFill>
                <a:effectLst/>
                <a:latin typeface="+mn-lt"/>
                <a:ea typeface="+mn-ea"/>
                <a:cs typeface="+mn-cs"/>
              </a:rPr>
              <a:t>กรองข้อมูลก่อน</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แล้วค่อยค้นหาความคล้าย</a:t>
            </a:r>
            <a:r>
              <a:rPr lang="en-US" sz="1200" b="1" i="0" kern="1200" dirty="0">
                <a:solidFill>
                  <a:schemeClr val="tx1"/>
                </a:solidFill>
                <a:effectLst/>
                <a:latin typeface="+mn-lt"/>
                <a:ea typeface="+mn-ea"/>
                <a:cs typeface="+mn-cs"/>
              </a:rPr>
              <a:t>”</a:t>
            </a:r>
            <a:endParaRPr lang="th-TH" sz="1200" b="1"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แนวคิดหลัก</a:t>
            </a:r>
            <a:endParaRPr lang="th-TH" sz="1200" b="1"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a:t>
            </a:r>
            <a:r>
              <a:rPr lang="en-US" sz="1200" b="1" i="0" kern="1200" dirty="0" err="1">
                <a:solidFill>
                  <a:schemeClr val="tx1"/>
                </a:solidFill>
                <a:effectLst/>
                <a:latin typeface="+mn-lt"/>
                <a:ea typeface="+mn-ea"/>
                <a:cs typeface="+mn-cs"/>
              </a:rPr>
              <a:t>จัดเก็บ</a:t>
            </a:r>
            <a:r>
              <a:rPr lang="en-US" sz="1200" b="1" i="0" kern="1200" dirty="0">
                <a:solidFill>
                  <a:schemeClr val="tx1"/>
                </a:solidFill>
                <a:effectLst/>
                <a:latin typeface="+mn-lt"/>
                <a:ea typeface="+mn-ea"/>
                <a:cs typeface="+mn-cs"/>
              </a:rPr>
              <a:t> Metadata </a:t>
            </a:r>
            <a:r>
              <a:rPr lang="en-US" sz="1200" b="1" i="0" kern="1200" dirty="0" err="1">
                <a:solidFill>
                  <a:schemeClr val="tx1"/>
                </a:solidFill>
                <a:effectLst/>
                <a:latin typeface="+mn-lt"/>
                <a:ea typeface="+mn-ea"/>
                <a:cs typeface="+mn-cs"/>
              </a:rPr>
              <a:t>ให้เหมาะสม</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ข้อมูลที่ใช้กรองบ่อย</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category, date, status </a:t>
            </a:r>
            <a:r>
              <a:rPr lang="en-US" sz="1200" b="0" i="0" kern="1200" dirty="0" err="1">
                <a:solidFill>
                  <a:schemeClr val="tx1"/>
                </a:solidFill>
                <a:effectLst/>
                <a:latin typeface="+mn-lt"/>
                <a:ea typeface="+mn-ea"/>
                <a:cs typeface="+mn-cs"/>
              </a:rPr>
              <a:t>ควรแยกเป็น</a:t>
            </a:r>
            <a:r>
              <a:rPr lang="en-US" sz="1200" b="0" i="0" kern="1200" dirty="0">
                <a:solidFill>
                  <a:schemeClr val="tx1"/>
                </a:solidFill>
                <a:effectLst/>
                <a:latin typeface="+mn-lt"/>
                <a:ea typeface="+mn-ea"/>
                <a:cs typeface="+mn-cs"/>
              </a:rPr>
              <a:t> Column </a:t>
            </a:r>
            <a:r>
              <a:rPr lang="en-US" sz="1200" b="0" i="0" kern="1200" dirty="0" err="1">
                <a:solidFill>
                  <a:schemeClr val="tx1"/>
                </a:solidFill>
                <a:effectLst/>
                <a:latin typeface="+mn-lt"/>
                <a:ea typeface="+mn-ea"/>
                <a:cs typeface="+mn-cs"/>
              </a:rPr>
              <a:t>และใช้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B-tree Index</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ข้อมูลที่เปลี่ยนแปลงได้หรือไม่ค่อยใช้กรอง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สามารถเก็บใน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JSONB</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ถ้าต้องกรองหลาย</a:t>
            </a:r>
            <a:r>
              <a:rPr lang="en-US" sz="1200" b="0" i="0" kern="1200" dirty="0">
                <a:solidFill>
                  <a:schemeClr val="tx1"/>
                </a:solidFill>
                <a:effectLst/>
                <a:latin typeface="+mn-lt"/>
                <a:ea typeface="+mn-ea"/>
                <a:cs typeface="+mn-cs"/>
              </a:rPr>
              <a:t> Column </a:t>
            </a:r>
            <a:r>
              <a:rPr lang="en-US" sz="1200" b="0" i="0" kern="1200" dirty="0" err="1">
                <a:solidFill>
                  <a:schemeClr val="tx1"/>
                </a:solidFill>
                <a:effectLst/>
                <a:latin typeface="+mn-lt"/>
                <a:ea typeface="+mn-ea"/>
                <a:cs typeface="+mn-cs"/>
              </a:rPr>
              <a:t>พร้อมกันบ่อย</a:t>
            </a:r>
            <a:r>
              <a:rPr lang="en-US" sz="1200" b="0" i="0" kern="1200" dirty="0">
                <a:solidFill>
                  <a:schemeClr val="tx1"/>
                </a:solidFill>
                <a:effectLst/>
                <a:latin typeface="+mn-lt"/>
                <a:ea typeface="+mn-ea"/>
                <a:cs typeface="+mn-cs"/>
              </a:rPr>
              <a:t> ๆ </a:t>
            </a:r>
            <a:r>
              <a:rPr lang="en-US" sz="1200" b="0" i="0" kern="1200" dirty="0" err="1">
                <a:solidFill>
                  <a:schemeClr val="tx1"/>
                </a:solidFill>
                <a:effectLst/>
                <a:latin typeface="+mn-lt"/>
                <a:ea typeface="+mn-ea"/>
                <a:cs typeface="+mn-cs"/>
              </a:rPr>
              <a:t>สามารถใช้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Composite Index</a:t>
            </a:r>
            <a:endParaRPr lang="th-TH" sz="1200" b="1"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a:t>
            </a:r>
            <a:r>
              <a:rPr lang="en-US" sz="1200" b="1" i="0" kern="1200" dirty="0" err="1">
                <a:solidFill>
                  <a:schemeClr val="tx1"/>
                </a:solidFill>
                <a:effectLst/>
                <a:latin typeface="+mn-lt"/>
                <a:ea typeface="+mn-ea"/>
                <a:cs typeface="+mn-cs"/>
              </a:rPr>
              <a:t>กรองก่อนทำ</a:t>
            </a:r>
            <a:r>
              <a:rPr lang="en-US" sz="1200" b="1" i="0" kern="1200" dirty="0">
                <a:solidFill>
                  <a:schemeClr val="tx1"/>
                </a:solidFill>
                <a:effectLst/>
                <a:latin typeface="+mn-lt"/>
                <a:ea typeface="+mn-ea"/>
                <a:cs typeface="+mn-cs"/>
              </a:rPr>
              <a:t> Vector Search</a:t>
            </a:r>
            <a:endParaRPr lang="en-US" sz="1200" b="0" i="0" kern="1200" dirty="0">
              <a:solidFill>
                <a:schemeClr val="tx1"/>
              </a:solidFill>
              <a:effectLst/>
              <a:latin typeface="+mn-lt"/>
              <a:ea typeface="+mn-ea"/>
              <a:cs typeface="+mn-cs"/>
            </a:endParaRPr>
          </a:p>
          <a:p>
            <a:pPr fontAlgn="t"/>
            <a:endParaRPr lang="th-TH" sz="1200" b="1"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ข้อมูลทั้งหมด</a:t>
            </a:r>
            <a:r>
              <a:rPr lang="en-US" sz="1200" b="1" i="0" kern="1200" dirty="0">
                <a:solidFill>
                  <a:schemeClr val="tx1"/>
                </a:solidFill>
                <a:effectLst/>
                <a:latin typeface="+mn-lt"/>
                <a:ea typeface="+mn-ea"/>
                <a:cs typeface="+mn-cs"/>
              </a:rPr>
              <a:t> → Metadata Filter → Vector Search → Top-K Results</a:t>
            </a:r>
            <a:endParaRPr lang="th-TH" sz="1200" b="1"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ตัวอย่าง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หากมีเอกสารจำนวนมากและต้องการค้นหาเฉพาะเอกสารหมวด</a:t>
            </a:r>
            <a:r>
              <a:rPr lang="en-US" sz="1200" b="0" i="0" kern="1200" dirty="0">
                <a:solidFill>
                  <a:schemeClr val="tx1"/>
                </a:solidFill>
                <a:effectLst/>
                <a:latin typeface="+mn-lt"/>
                <a:ea typeface="+mn-ea"/>
                <a:cs typeface="+mn-cs"/>
              </a:rPr>
              <a:t> Finance:</a:t>
            </a:r>
          </a:p>
          <a:p>
            <a:pPr fontAlgn="t"/>
            <a:r>
              <a:rPr lang="en-US" sz="1200" b="0" i="0" kern="1200" dirty="0" err="1">
                <a:solidFill>
                  <a:schemeClr val="tx1"/>
                </a:solidFill>
                <a:effectLst/>
                <a:latin typeface="+mn-lt"/>
                <a:ea typeface="+mn-ea"/>
                <a:cs typeface="+mn-cs"/>
              </a:rPr>
              <a:t>กรอง</a:t>
            </a:r>
            <a:r>
              <a:rPr lang="en-US" sz="1200" b="0" i="0" kern="1200" dirty="0">
                <a:solidFill>
                  <a:schemeClr val="tx1"/>
                </a:solidFill>
                <a:effectLst/>
                <a:latin typeface="+mn-lt"/>
                <a:ea typeface="+mn-ea"/>
                <a:cs typeface="+mn-cs"/>
              </a:rPr>
              <a:t> Finance </a:t>
            </a:r>
            <a:r>
              <a:rPr lang="en-US" sz="1200" b="0" i="0" kern="1200" dirty="0" err="1">
                <a:solidFill>
                  <a:schemeClr val="tx1"/>
                </a:solidFill>
                <a:effectLst/>
                <a:latin typeface="+mn-lt"/>
                <a:ea typeface="+mn-ea"/>
                <a:cs typeface="+mn-cs"/>
              </a:rPr>
              <a:t>ก่อน</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ทำ</a:t>
            </a:r>
            <a:r>
              <a:rPr lang="en-US" sz="1200" b="0" i="0" kern="1200" dirty="0">
                <a:solidFill>
                  <a:schemeClr val="tx1"/>
                </a:solidFill>
                <a:effectLst/>
                <a:latin typeface="+mn-lt"/>
                <a:ea typeface="+mn-ea"/>
                <a:cs typeface="+mn-cs"/>
              </a:rPr>
              <a:t> Vector Search </a:t>
            </a:r>
            <a:r>
              <a:rPr lang="en-US" sz="1200" b="0" i="0" kern="1200" dirty="0" err="1">
                <a:solidFill>
                  <a:schemeClr val="tx1"/>
                </a:solidFill>
                <a:effectLst/>
                <a:latin typeface="+mn-lt"/>
                <a:ea typeface="+mn-ea"/>
                <a:cs typeface="+mn-cs"/>
              </a:rPr>
              <a:t>เฉพาะข้อมูลที่เหลือ</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เลือก</a:t>
            </a:r>
            <a:r>
              <a:rPr lang="en-US" sz="1200" b="0" i="0" kern="1200" dirty="0">
                <a:solidFill>
                  <a:schemeClr val="tx1"/>
                </a:solidFill>
                <a:effectLst/>
                <a:latin typeface="+mn-lt"/>
                <a:ea typeface="+mn-ea"/>
                <a:cs typeface="+mn-cs"/>
              </a:rPr>
              <a:t> Top 10 </a:t>
            </a:r>
            <a:r>
              <a:rPr lang="en-US" sz="1200" b="0" i="0" kern="1200" dirty="0" err="1">
                <a:solidFill>
                  <a:schemeClr val="tx1"/>
                </a:solidFill>
                <a:effectLst/>
                <a:latin typeface="+mn-lt"/>
                <a:ea typeface="+mn-ea"/>
                <a:cs typeface="+mn-cs"/>
              </a:rPr>
              <a:t>ที่ใกล้เคียงที่สุด</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ช่วยลดจำนวนข้อมูลที่</a:t>
            </a:r>
            <a:r>
              <a:rPr lang="en-US" sz="1200" b="0" i="0" kern="1200" dirty="0">
                <a:solidFill>
                  <a:schemeClr val="tx1"/>
                </a:solidFill>
                <a:effectLst/>
                <a:latin typeface="+mn-lt"/>
                <a:ea typeface="+mn-ea"/>
                <a:cs typeface="+mn-cs"/>
              </a:rPr>
              <a:t> Vector Search </a:t>
            </a:r>
            <a:r>
              <a:rPr lang="en-US" sz="1200" b="0" i="0" kern="1200" dirty="0" err="1">
                <a:solidFill>
                  <a:schemeClr val="tx1"/>
                </a:solidFill>
                <a:effectLst/>
                <a:latin typeface="+mn-lt"/>
                <a:ea typeface="+mn-ea"/>
                <a:cs typeface="+mn-cs"/>
              </a:rPr>
              <a:t>ต้องพิจารณา</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3. </a:t>
            </a:r>
            <a:r>
              <a:rPr lang="en-US" sz="1200" b="1" i="0" kern="1200" dirty="0" err="1">
                <a:solidFill>
                  <a:schemeClr val="tx1"/>
                </a:solidFill>
                <a:effectLst/>
                <a:latin typeface="+mn-lt"/>
                <a:ea typeface="+mn-ea"/>
                <a:cs typeface="+mn-cs"/>
              </a:rPr>
              <a:t>ถ้าข้อมูลใหญ่มาก</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สไลด์แนะนำ</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Table Partitioning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สำหรับข้อมูลระดับหลายสิบล้านแถว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เพื่อแบ่งข้อมูลออกเป็นส่วน</a:t>
            </a:r>
            <a:r>
              <a:rPr lang="en-US" sz="1200" b="0" i="0" kern="1200" dirty="0">
                <a:solidFill>
                  <a:schemeClr val="tx1"/>
                </a:solidFill>
                <a:effectLst/>
                <a:latin typeface="+mn-lt"/>
                <a:ea typeface="+mn-ea"/>
                <a:cs typeface="+mn-cs"/>
              </a:rPr>
              <a:t> ๆ</a:t>
            </a:r>
            <a:endParaRPr lang="th-TH"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Metadata Filter = </a:t>
            </a:r>
            <a:r>
              <a:rPr lang="en-US" sz="1200" b="1" i="0" kern="1200" dirty="0" err="1">
                <a:solidFill>
                  <a:schemeClr val="tx1"/>
                </a:solidFill>
                <a:effectLst/>
                <a:latin typeface="+mn-lt"/>
                <a:ea typeface="+mn-ea"/>
                <a:cs typeface="+mn-cs"/>
              </a:rPr>
              <a:t>คัดให้เหลือกลุ่มที่เกี่ยวข้อง</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Vector Search = </a:t>
            </a:r>
            <a:r>
              <a:rPr lang="en-US" sz="1200" b="1" i="0" kern="1200" dirty="0" err="1">
                <a:solidFill>
                  <a:schemeClr val="tx1"/>
                </a:solidFill>
                <a:effectLst/>
                <a:latin typeface="+mn-lt"/>
                <a:ea typeface="+mn-ea"/>
                <a:cs typeface="+mn-cs"/>
              </a:rPr>
              <a:t>หาอันที่ความหมายใกล้เคียง</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Top-K = </a:t>
            </a:r>
            <a:r>
              <a:rPr lang="en-US" sz="1200" b="1" i="0" kern="1200" dirty="0" err="1">
                <a:solidFill>
                  <a:schemeClr val="tx1"/>
                </a:solidFill>
                <a:effectLst/>
                <a:latin typeface="+mn-lt"/>
                <a:ea typeface="+mn-ea"/>
                <a:cs typeface="+mn-cs"/>
              </a:rPr>
              <a:t>เลือกผลลัพธ์ที่ดีที่สุด</a:t>
            </a:r>
            <a:r>
              <a:rPr lang="en-US" sz="1200" b="1" i="0" kern="1200" dirty="0">
                <a:solidFill>
                  <a:schemeClr val="tx1"/>
                </a:solidFill>
                <a:effectLst/>
                <a:latin typeface="+mn-lt"/>
                <a:ea typeface="+mn-ea"/>
                <a:cs typeface="+mn-cs"/>
              </a:rPr>
              <a:t> K </a:t>
            </a:r>
            <a:r>
              <a:rPr lang="en-US" sz="1200" b="1" i="0" kern="1200" dirty="0" err="1">
                <a:solidFill>
                  <a:schemeClr val="tx1"/>
                </a:solidFill>
                <a:effectLst/>
                <a:latin typeface="+mn-lt"/>
                <a:ea typeface="+mn-ea"/>
                <a:cs typeface="+mn-cs"/>
              </a:rPr>
              <a:t>รายการ</a:t>
            </a:r>
            <a:endParaRPr lang="en-US"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แนวคิดสำคัญคือ</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จัดข้อมูลและ</a:t>
            </a:r>
            <a:r>
              <a:rPr lang="en-US" sz="1200" b="1" i="0" kern="1200" dirty="0">
                <a:solidFill>
                  <a:schemeClr val="tx1"/>
                </a:solidFill>
                <a:effectLst/>
                <a:latin typeface="+mn-lt"/>
                <a:ea typeface="+mn-ea"/>
                <a:cs typeface="+mn-cs"/>
              </a:rPr>
              <a:t> Index </a:t>
            </a:r>
            <a:r>
              <a:rPr lang="en-US" sz="1200" b="1" i="0" kern="1200" dirty="0" err="1">
                <a:solidFill>
                  <a:schemeClr val="tx1"/>
                </a:solidFill>
                <a:effectLst/>
                <a:latin typeface="+mn-lt"/>
                <a:ea typeface="+mn-ea"/>
                <a:cs typeface="+mn-cs"/>
              </a:rPr>
              <a:t>ให้เหมาะกับการกรอง</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และลดขอบเขตข้อมูลก่อนทำ</a:t>
            </a:r>
            <a:r>
              <a:rPr lang="en-US" sz="1200" b="1" i="0" kern="1200" dirty="0">
                <a:solidFill>
                  <a:schemeClr val="tx1"/>
                </a:solidFill>
                <a:effectLst/>
                <a:latin typeface="+mn-lt"/>
                <a:ea typeface="+mn-ea"/>
                <a:cs typeface="+mn-cs"/>
              </a:rPr>
              <a:t> Vector Search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เพื่อให้ค้นหาได้มีประสิทธิภาพมากขึ้น</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p:txBody>
      </p:sp>
      <p:sp>
        <p:nvSpPr>
          <p:cNvPr id="677835956"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59E423-A47E-586E-FBF1-2B304E084B05}"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103</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17927183" name="Slide Image Placeholder 1"/>
          <p:cNvSpPr>
            <a:spLocks noGrp="1" noRot="1" noChangeAspect="1"/>
          </p:cNvSpPr>
          <p:nvPr>
            <p:ph type="sldImg"/>
          </p:nvPr>
        </p:nvSpPr>
        <p:spPr bwMode="auto">
          <a:xfrm>
            <a:off x="217488" y="812800"/>
            <a:ext cx="7124700" cy="4008438"/>
          </a:xfrm>
        </p:spPr>
      </p:sp>
      <p:sp>
        <p:nvSpPr>
          <p:cNvPr id="321227541"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วิธีขยาย</a:t>
            </a:r>
            <a:r>
              <a:rPr lang="en-US" sz="1200" b="1" i="0" kern="1200" dirty="0">
                <a:solidFill>
                  <a:schemeClr val="tx1"/>
                </a:solidFill>
                <a:effectLst/>
                <a:latin typeface="+mn-lt"/>
                <a:ea typeface="+mn-ea"/>
                <a:cs typeface="+mn-cs"/>
              </a:rPr>
              <a:t> PostgreSQL </a:t>
            </a:r>
            <a:r>
              <a:rPr lang="en-US" sz="1200" b="1" i="0" kern="1200" dirty="0" err="1">
                <a:solidFill>
                  <a:schemeClr val="tx1"/>
                </a:solidFill>
                <a:effectLst/>
                <a:latin typeface="+mn-lt"/>
                <a:ea typeface="+mn-ea"/>
                <a:cs typeface="+mn-cs"/>
              </a:rPr>
              <a:t>เพื่อรองรับผู้ใช้และการค้นหา</a:t>
            </a:r>
            <a:r>
              <a:rPr lang="en-US" sz="1200" b="1" i="0" kern="1200" dirty="0">
                <a:solidFill>
                  <a:schemeClr val="tx1"/>
                </a:solidFill>
                <a:effectLst/>
                <a:latin typeface="+mn-lt"/>
                <a:ea typeface="+mn-ea"/>
                <a:cs typeface="+mn-cs"/>
              </a:rPr>
              <a:t> Vector </a:t>
            </a:r>
            <a:r>
              <a:rPr lang="en-US" sz="1200" b="1" i="0" kern="1200" dirty="0" err="1">
                <a:solidFill>
                  <a:schemeClr val="tx1"/>
                </a:solidFill>
                <a:effectLst/>
                <a:latin typeface="+mn-lt"/>
                <a:ea typeface="+mn-ea"/>
                <a:cs typeface="+mn-cs"/>
              </a:rPr>
              <a:t>จำนวนมาก</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โดยไม่ให้ระบบช้าลง</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มี</a:t>
            </a:r>
            <a:r>
              <a:rPr lang="en-US" sz="1200" b="1" i="0" kern="1200" dirty="0">
                <a:solidFill>
                  <a:schemeClr val="tx1"/>
                </a:solidFill>
                <a:effectLst/>
                <a:latin typeface="+mn-lt"/>
                <a:ea typeface="+mn-ea"/>
                <a:cs typeface="+mn-cs"/>
              </a:rPr>
              <a:t> 3 </a:t>
            </a:r>
            <a:r>
              <a:rPr lang="en-US" sz="1200" b="1" i="0" kern="1200" dirty="0" err="1">
                <a:solidFill>
                  <a:schemeClr val="tx1"/>
                </a:solidFill>
                <a:effectLst/>
                <a:latin typeface="+mn-lt"/>
                <a:ea typeface="+mn-ea"/>
                <a:cs typeface="+mn-cs"/>
              </a:rPr>
              <a:t>วิธีหลัก</a:t>
            </a:r>
            <a:endParaRPr lang="th-TH" sz="1200" b="1"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Scale Up → </a:t>
            </a:r>
            <a:r>
              <a:rPr lang="en-US" sz="1200" b="1" i="0" kern="1200" dirty="0" err="1">
                <a:solidFill>
                  <a:schemeClr val="tx1"/>
                </a:solidFill>
                <a:effectLst/>
                <a:latin typeface="+mn-lt"/>
                <a:ea typeface="+mn-ea"/>
                <a:cs typeface="+mn-cs"/>
              </a:rPr>
              <a:t>เพิ่มพลังเครื่อง</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เพิ่ม</a:t>
            </a:r>
            <a:r>
              <a:rPr lang="en-US" sz="1200" b="0" i="0" kern="1200" dirty="0">
                <a:solidFill>
                  <a:schemeClr val="tx1"/>
                </a:solidFill>
                <a:effectLst/>
                <a:latin typeface="+mn-lt"/>
                <a:ea typeface="+mn-ea"/>
                <a:cs typeface="+mn-cs"/>
              </a:rPr>
              <a:t> CPU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Memory </a:t>
            </a:r>
            <a:r>
              <a:rPr lang="en-US" sz="1200" b="0" i="0" kern="1200" dirty="0" err="1">
                <a:solidFill>
                  <a:schemeClr val="tx1"/>
                </a:solidFill>
                <a:effectLst/>
                <a:latin typeface="+mn-lt"/>
                <a:ea typeface="+mn-ea"/>
                <a:cs typeface="+mn-cs"/>
              </a:rPr>
              <a:t>ให้</a:t>
            </a:r>
            <a:r>
              <a:rPr lang="en-US" sz="1200" b="0" i="0" kern="1200" dirty="0">
                <a:solidFill>
                  <a:schemeClr val="tx1"/>
                </a:solidFill>
                <a:effectLst/>
                <a:latin typeface="+mn-lt"/>
                <a:ea typeface="+mn-ea"/>
                <a:cs typeface="+mn-cs"/>
              </a:rPr>
              <a:t> Database</a:t>
            </a:r>
          </a:p>
          <a:p>
            <a:pPr lvl="0" fontAlgn="t"/>
            <a:r>
              <a:rPr lang="en-US" sz="1200" b="0" i="0" kern="1200" dirty="0" err="1">
                <a:solidFill>
                  <a:schemeClr val="tx1"/>
                </a:solidFill>
                <a:effectLst/>
                <a:latin typeface="+mn-lt"/>
                <a:ea typeface="+mn-ea"/>
                <a:cs typeface="+mn-cs"/>
              </a:rPr>
              <a:t>สไลด์แนะนำ</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Memory Optimized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เพื่อช่วยให้</a:t>
            </a:r>
            <a:r>
              <a:rPr lang="en-US" sz="1200" b="0" i="0" kern="1200" dirty="0">
                <a:solidFill>
                  <a:schemeClr val="tx1"/>
                </a:solidFill>
                <a:effectLst/>
                <a:latin typeface="+mn-lt"/>
                <a:ea typeface="+mn-ea"/>
                <a:cs typeface="+mn-cs"/>
              </a:rPr>
              <a:t> Index </a:t>
            </a:r>
            <a:r>
              <a:rPr lang="en-US" sz="1200" b="0" i="0" kern="1200" dirty="0" err="1">
                <a:solidFill>
                  <a:schemeClr val="tx1"/>
                </a:solidFill>
                <a:effectLst/>
                <a:latin typeface="+mn-lt"/>
                <a:ea typeface="+mn-ea"/>
                <a:cs typeface="+mn-cs"/>
              </a:rPr>
              <a:t>อยู่ใน</a:t>
            </a:r>
            <a:r>
              <a:rPr lang="en-US" sz="1200" b="0" i="0" kern="1200" dirty="0">
                <a:solidFill>
                  <a:schemeClr val="tx1"/>
                </a:solidFill>
                <a:effectLst/>
                <a:latin typeface="+mn-lt"/>
                <a:ea typeface="+mn-ea"/>
                <a:cs typeface="+mn-cs"/>
              </a:rPr>
              <a:t> Cache </a:t>
            </a:r>
            <a:r>
              <a:rPr lang="en-US" sz="1200" b="0" i="0" kern="1200" dirty="0" err="1">
                <a:solidFill>
                  <a:schemeClr val="tx1"/>
                </a:solidFill>
                <a:effectLst/>
                <a:latin typeface="+mn-lt"/>
                <a:ea typeface="+mn-ea"/>
                <a:cs typeface="+mn-cs"/>
              </a:rPr>
              <a:t>ได้มากขึ้น</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ควรติดตาม</a:t>
            </a:r>
            <a:r>
              <a:rPr lang="en-US" sz="1200" b="0" i="0" kern="1200" dirty="0">
                <a:solidFill>
                  <a:schemeClr val="tx1"/>
                </a:solidFill>
                <a:effectLst/>
                <a:latin typeface="+mn-lt"/>
                <a:ea typeface="+mn-ea"/>
                <a:cs typeface="+mn-cs"/>
              </a:rPr>
              <a:t> CPU, Memory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Storage I/O </a:t>
            </a:r>
            <a:r>
              <a:rPr lang="en-US" sz="1200" b="0" i="0" kern="1200" dirty="0" err="1">
                <a:solidFill>
                  <a:schemeClr val="tx1"/>
                </a:solidFill>
                <a:effectLst/>
                <a:latin typeface="+mn-lt"/>
                <a:ea typeface="+mn-ea"/>
                <a:cs typeface="+mn-cs"/>
              </a:rPr>
              <a:t>เพื่อดูว่าระบบเริ่มถึงขีดจำกัดหรือไม่</a:t>
            </a:r>
            <a:endParaRPr lang="th-TH"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เหมือน</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เปลี่ยนเครื่องยนต์ให้แรงขึ้น</a:t>
            </a:r>
            <a:endParaRPr lang="th-TH" sz="1200" b="1"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Read Replicas → </a:t>
            </a:r>
            <a:r>
              <a:rPr lang="en-US" sz="1200" b="1" i="0" kern="1200" dirty="0" err="1">
                <a:solidFill>
                  <a:schemeClr val="tx1"/>
                </a:solidFill>
                <a:effectLst/>
                <a:latin typeface="+mn-lt"/>
                <a:ea typeface="+mn-ea"/>
                <a:cs typeface="+mn-cs"/>
              </a:rPr>
              <a:t>เพิ่มเครื่องช่วยอ่านข้อมูล</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สร้าง</a:t>
            </a:r>
            <a:r>
              <a:rPr lang="en-US" sz="1200" b="0" i="0" kern="1200" dirty="0">
                <a:solidFill>
                  <a:schemeClr val="tx1"/>
                </a:solidFill>
                <a:effectLst/>
                <a:latin typeface="+mn-lt"/>
                <a:ea typeface="+mn-ea"/>
                <a:cs typeface="+mn-cs"/>
              </a:rPr>
              <a:t> Database </a:t>
            </a:r>
            <a:r>
              <a:rPr lang="en-US" sz="1200" b="0" i="0" kern="1200" dirty="0" err="1">
                <a:solidFill>
                  <a:schemeClr val="tx1"/>
                </a:solidFill>
                <a:effectLst/>
                <a:latin typeface="+mn-lt"/>
                <a:ea typeface="+mn-ea"/>
                <a:cs typeface="+mn-cs"/>
              </a:rPr>
              <a:t>สำเนาเพื่อช่วยรับงานประเภทอ่านและค้นหา</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สามารถมี</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Read Replicas </a:t>
            </a:r>
            <a:r>
              <a:rPr lang="en-US" sz="1200" b="1" i="0" kern="1200" dirty="0" err="1">
                <a:solidFill>
                  <a:schemeClr val="tx1"/>
                </a:solidFill>
                <a:effectLst/>
                <a:latin typeface="+mn-lt"/>
                <a:ea typeface="+mn-ea"/>
                <a:cs typeface="+mn-cs"/>
              </a:rPr>
              <a:t>ได้สูงสุด</a:t>
            </a:r>
            <a:r>
              <a:rPr lang="en-US" sz="1200" b="1" i="0" kern="1200" dirty="0">
                <a:solidFill>
                  <a:schemeClr val="tx1"/>
                </a:solidFill>
                <a:effectLst/>
                <a:latin typeface="+mn-lt"/>
                <a:ea typeface="+mn-ea"/>
                <a:cs typeface="+mn-cs"/>
              </a:rPr>
              <a:t> 5 </a:t>
            </a:r>
            <a:r>
              <a:rPr lang="en-US" sz="1200" b="1" i="0" kern="1200" dirty="0" err="1">
                <a:solidFill>
                  <a:schemeClr val="tx1"/>
                </a:solidFill>
                <a:effectLst/>
                <a:latin typeface="+mn-lt"/>
                <a:ea typeface="+mn-ea"/>
                <a:cs typeface="+mn-cs"/>
              </a:rPr>
              <a:t>ตัว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สำหรับงานที่อ่านข้อมูลหนัก</a:t>
            </a:r>
            <a:endParaRPr lang="th-TH"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เหมือน</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เปิดเคาน์เตอร์บริการเพิ่ม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เพื่อรองรับลูกค้าจำนวนมาก</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3. Cache → </a:t>
            </a:r>
            <a:r>
              <a:rPr lang="en-US" sz="1200" b="1" i="0" kern="1200" dirty="0" err="1">
                <a:solidFill>
                  <a:schemeClr val="tx1"/>
                </a:solidFill>
                <a:effectLst/>
                <a:latin typeface="+mn-lt"/>
                <a:ea typeface="+mn-ea"/>
                <a:cs typeface="+mn-cs"/>
              </a:rPr>
              <a:t>เก็บข้อมูลที่เรียกบ่อยไว้ใกล้</a:t>
            </a:r>
            <a:r>
              <a:rPr lang="en-US" sz="1200" b="1" i="0" kern="1200" dirty="0">
                <a:solidFill>
                  <a:schemeClr val="tx1"/>
                </a:solidFill>
                <a:effectLst/>
                <a:latin typeface="+mn-lt"/>
                <a:ea typeface="+mn-ea"/>
                <a:cs typeface="+mn-cs"/>
              </a:rPr>
              <a:t> Application</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Azure Cache for Redis </a:t>
            </a:r>
            <a:r>
              <a:rPr lang="en-US" sz="1200" b="0" i="0" kern="1200" dirty="0" err="1">
                <a:solidFill>
                  <a:schemeClr val="tx1"/>
                </a:solidFill>
                <a:effectLst/>
                <a:latin typeface="+mn-lt"/>
                <a:ea typeface="+mn-ea"/>
                <a:cs typeface="+mn-cs"/>
              </a:rPr>
              <a:t>สำหรับข้อมูลที่ถูกเรียกซ้ำบ่อย</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ลดการ</a:t>
            </a:r>
            <a:r>
              <a:rPr lang="en-US" sz="1200" b="0" i="0" kern="1200" dirty="0">
                <a:solidFill>
                  <a:schemeClr val="tx1"/>
                </a:solidFill>
                <a:effectLst/>
                <a:latin typeface="+mn-lt"/>
                <a:ea typeface="+mn-ea"/>
                <a:cs typeface="+mn-cs"/>
              </a:rPr>
              <a:t> Query </a:t>
            </a:r>
            <a:r>
              <a:rPr lang="en-US" sz="1200" b="0" i="0" kern="1200" dirty="0" err="1">
                <a:solidFill>
                  <a:schemeClr val="tx1"/>
                </a:solidFill>
                <a:effectLst/>
                <a:latin typeface="+mn-lt"/>
                <a:ea typeface="+mn-ea"/>
                <a:cs typeface="+mn-cs"/>
              </a:rPr>
              <a:t>ไปยัง</a:t>
            </a:r>
            <a:r>
              <a:rPr lang="en-US" sz="1200" b="0" i="0" kern="1200" dirty="0">
                <a:solidFill>
                  <a:schemeClr val="tx1"/>
                </a:solidFill>
                <a:effectLst/>
                <a:latin typeface="+mn-lt"/>
                <a:ea typeface="+mn-ea"/>
                <a:cs typeface="+mn-cs"/>
              </a:rPr>
              <a:t> PostgreSQL </a:t>
            </a:r>
            <a:r>
              <a:rPr lang="en-US" sz="1200" b="0" i="0" kern="1200" dirty="0" err="1">
                <a:solidFill>
                  <a:schemeClr val="tx1"/>
                </a:solidFill>
                <a:effectLst/>
                <a:latin typeface="+mn-lt"/>
                <a:ea typeface="+mn-ea"/>
                <a:cs typeface="+mn-cs"/>
              </a:rPr>
              <a:t>โดยไม่จำเป็น</a:t>
            </a:r>
            <a:endParaRPr lang="th-TH"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เหมือน</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เอาของที่ใช้บ่อยมาวางไว้ใกล้มือ</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ไม่ต้องเดินไปหยิบจากคลังทุกครั้ง</a:t>
            </a:r>
            <a:endParaRPr lang="en-US" sz="1200" b="0" i="0" kern="1200" dirty="0">
              <a:solidFill>
                <a:schemeClr val="tx1"/>
              </a:solidFill>
              <a:effectLst/>
              <a:latin typeface="+mn-lt"/>
              <a:ea typeface="+mn-ea"/>
              <a:cs typeface="+mn-cs"/>
            </a:endParaRPr>
          </a:p>
          <a:p>
            <a:pPr fontAlgn="t"/>
            <a:endParaRPr lang="th-TH"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Scale Up = </a:t>
            </a:r>
            <a:r>
              <a:rPr lang="en-US" sz="1200" b="1" i="0" kern="1200" dirty="0" err="1">
                <a:solidFill>
                  <a:schemeClr val="tx1"/>
                </a:solidFill>
                <a:effectLst/>
                <a:latin typeface="+mn-lt"/>
                <a:ea typeface="+mn-ea"/>
                <a:cs typeface="+mn-cs"/>
              </a:rPr>
              <a:t>เครื่องใหญ่ขึ้น</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Read Replicas = </a:t>
            </a:r>
            <a:r>
              <a:rPr lang="en-US" sz="1200" b="1" i="0" kern="1200" dirty="0" err="1">
                <a:solidFill>
                  <a:schemeClr val="tx1"/>
                </a:solidFill>
                <a:effectLst/>
                <a:latin typeface="+mn-lt"/>
                <a:ea typeface="+mn-ea"/>
                <a:cs typeface="+mn-cs"/>
              </a:rPr>
              <a:t>เพิ่มเครื่องช่วยอ่าน</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Cache = </a:t>
            </a:r>
            <a:r>
              <a:rPr lang="en-US" sz="1200" b="1" i="0" kern="1200" dirty="0" err="1">
                <a:solidFill>
                  <a:schemeClr val="tx1"/>
                </a:solidFill>
                <a:effectLst/>
                <a:latin typeface="+mn-lt"/>
                <a:ea typeface="+mn-ea"/>
                <a:cs typeface="+mn-cs"/>
              </a:rPr>
              <a:t>เก็บของที่ใช้บ่อยไว้ใกล้มือ</a:t>
            </a:r>
            <a:endParaRPr lang="th-TH" sz="1200" b="1" i="0" kern="1200" dirty="0">
              <a:solidFill>
                <a:schemeClr val="tx1"/>
              </a:solidFill>
              <a:effectLst/>
              <a:latin typeface="+mn-lt"/>
              <a:ea typeface="+mn-ea"/>
              <a:cs typeface="+mn-cs"/>
            </a:endParaRPr>
          </a:p>
          <a:p>
            <a:pPr fontAlgn="t"/>
            <a:endParaRPr lang="th-TH" sz="1200" b="1"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เมื่อระบบมีงานจำนวนมาก</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ให้เริ่มจาก</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เพิ่มทรัพยากร</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กระจายงานอ่าน</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ใช้</a:t>
            </a:r>
            <a:r>
              <a:rPr lang="en-US" sz="1200" b="1" i="0" kern="1200" dirty="0">
                <a:solidFill>
                  <a:schemeClr val="tx1"/>
                </a:solidFill>
                <a:effectLst/>
                <a:latin typeface="+mn-lt"/>
                <a:ea typeface="+mn-ea"/>
                <a:cs typeface="+mn-cs"/>
              </a:rPr>
              <a:t> Cache </a:t>
            </a:r>
            <a:r>
              <a:rPr lang="en-US" sz="1200" b="1" i="0" kern="1200" dirty="0" err="1">
                <a:solidFill>
                  <a:schemeClr val="tx1"/>
                </a:solidFill>
                <a:effectLst/>
                <a:latin typeface="+mn-lt"/>
                <a:ea typeface="+mn-ea"/>
                <a:cs typeface="+mn-cs"/>
              </a:rPr>
              <a:t>ลดงานซ้ำ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เพื่อช่วยให้</a:t>
            </a:r>
            <a:r>
              <a:rPr lang="en-US" sz="1200" b="0" i="0" kern="1200" dirty="0">
                <a:solidFill>
                  <a:schemeClr val="tx1"/>
                </a:solidFill>
                <a:effectLst/>
                <a:latin typeface="+mn-lt"/>
                <a:ea typeface="+mn-ea"/>
                <a:cs typeface="+mn-cs"/>
              </a:rPr>
              <a:t> PostgreSQL </a:t>
            </a:r>
            <a:r>
              <a:rPr lang="en-US" sz="1200" b="0" i="0" kern="1200" dirty="0" err="1">
                <a:solidFill>
                  <a:schemeClr val="tx1"/>
                </a:solidFill>
                <a:effectLst/>
                <a:latin typeface="+mn-lt"/>
                <a:ea typeface="+mn-ea"/>
                <a:cs typeface="+mn-cs"/>
              </a:rPr>
              <a:t>รองรับปริมาณการใช้งานที่สูงขึ้นได้อย่างมีประสิทธิภาพ</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p:txBody>
      </p:sp>
      <p:sp>
        <p:nvSpPr>
          <p:cNvPr id="587262670"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E0C18E9-185C-BEA1-DF50-03654873D32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104</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94415054" name="Slide Image Placeholder 1"/>
          <p:cNvSpPr>
            <a:spLocks noGrp="1" noRot="1" noChangeAspect="1"/>
          </p:cNvSpPr>
          <p:nvPr>
            <p:ph type="sldImg"/>
          </p:nvPr>
        </p:nvSpPr>
        <p:spPr bwMode="auto">
          <a:xfrm>
            <a:off x="217488" y="812800"/>
            <a:ext cx="7124700" cy="4008438"/>
          </a:xfrm>
        </p:spPr>
      </p:sp>
      <p:sp>
        <p:nvSpPr>
          <p:cNvPr id="339533688"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การจัดการ</a:t>
            </a:r>
            <a:r>
              <a:rPr lang="en-US" sz="1200" b="1" i="0" kern="1200" dirty="0">
                <a:solidFill>
                  <a:schemeClr val="tx1"/>
                </a:solidFill>
                <a:effectLst/>
                <a:latin typeface="+mn-lt"/>
                <a:ea typeface="+mn-ea"/>
                <a:cs typeface="+mn-cs"/>
              </a:rPr>
              <a:t> Connection </a:t>
            </a:r>
            <a:r>
              <a:rPr lang="en-US" sz="1200" b="1" i="0" kern="1200" dirty="0" err="1">
                <a:solidFill>
                  <a:schemeClr val="tx1"/>
                </a:solidFill>
                <a:effectLst/>
                <a:latin typeface="+mn-lt"/>
                <a:ea typeface="+mn-ea"/>
                <a:cs typeface="+mn-cs"/>
              </a:rPr>
              <a:t>ระหว่างหลาย</a:t>
            </a:r>
            <a:r>
              <a:rPr lang="en-US" sz="1200" b="1" i="0" kern="1200" dirty="0">
                <a:solidFill>
                  <a:schemeClr val="tx1"/>
                </a:solidFill>
                <a:effectLst/>
                <a:latin typeface="+mn-lt"/>
                <a:ea typeface="+mn-ea"/>
                <a:cs typeface="+mn-cs"/>
              </a:rPr>
              <a:t> Application </a:t>
            </a:r>
            <a:r>
              <a:rPr lang="en-US" sz="1200" b="1" i="0" kern="1200" dirty="0" err="1">
                <a:solidFill>
                  <a:schemeClr val="tx1"/>
                </a:solidFill>
                <a:effectLst/>
                <a:latin typeface="+mn-lt"/>
                <a:ea typeface="+mn-ea"/>
                <a:cs typeface="+mn-cs"/>
              </a:rPr>
              <a:t>กับ</a:t>
            </a:r>
            <a:r>
              <a:rPr lang="en-US" sz="1200" b="1" i="0" kern="1200" dirty="0">
                <a:solidFill>
                  <a:schemeClr val="tx1"/>
                </a:solidFill>
                <a:effectLst/>
                <a:latin typeface="+mn-lt"/>
                <a:ea typeface="+mn-ea"/>
                <a:cs typeface="+mn-cs"/>
              </a:rPr>
              <a:t> PostgreSQL </a:t>
            </a:r>
            <a:r>
              <a:rPr lang="en-US" sz="1200" b="1" i="0" kern="1200" dirty="0" err="1">
                <a:solidFill>
                  <a:schemeClr val="tx1"/>
                </a:solidFill>
                <a:effectLst/>
                <a:latin typeface="+mn-lt"/>
                <a:ea typeface="+mn-ea"/>
                <a:cs typeface="+mn-cs"/>
              </a:rPr>
              <a:t>ให้มีประสิทธิภาพ</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โดยใช้</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PgBouncer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เป็นตัวกลาง</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PgBouncer</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คืออะไร</a:t>
            </a:r>
            <a:r>
              <a:rPr lang="en-US" sz="1200" b="1" i="0" kern="1200" dirty="0">
                <a:solidFill>
                  <a:schemeClr val="tx1"/>
                </a:solidFill>
                <a:effectLst/>
                <a:latin typeface="+mn-lt"/>
                <a:ea typeface="+mn-ea"/>
                <a:cs typeface="+mn-cs"/>
              </a:rPr>
              <a:t>?</a:t>
            </a:r>
            <a:endParaRPr lang="th-TH" sz="1200" b="1"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PgBouncer</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ตัวจัดการ</a:t>
            </a:r>
            <a:r>
              <a:rPr lang="en-US" sz="1200" b="1" i="0" kern="1200" dirty="0">
                <a:solidFill>
                  <a:schemeClr val="tx1"/>
                </a:solidFill>
                <a:effectLst/>
                <a:latin typeface="+mn-lt"/>
                <a:ea typeface="+mn-ea"/>
                <a:cs typeface="+mn-cs"/>
              </a:rPr>
              <a:t> Connection Pool</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แทนที่</a:t>
            </a:r>
            <a:r>
              <a:rPr lang="en-US" sz="1200" b="0" i="0" kern="1200" dirty="0">
                <a:solidFill>
                  <a:schemeClr val="tx1"/>
                </a:solidFill>
                <a:effectLst/>
                <a:latin typeface="+mn-lt"/>
                <a:ea typeface="+mn-ea"/>
                <a:cs typeface="+mn-cs"/>
              </a:rPr>
              <a:t> App 1, App 2, App 3 </a:t>
            </a:r>
            <a:r>
              <a:rPr lang="en-US" sz="1200" b="0" i="0" kern="1200" dirty="0" err="1">
                <a:solidFill>
                  <a:schemeClr val="tx1"/>
                </a:solidFill>
                <a:effectLst/>
                <a:latin typeface="+mn-lt"/>
                <a:ea typeface="+mn-ea"/>
                <a:cs typeface="+mn-cs"/>
              </a:rPr>
              <a:t>จะเปิด</a:t>
            </a:r>
            <a:r>
              <a:rPr lang="en-US" sz="1200" b="0" i="0" kern="1200" dirty="0">
                <a:solidFill>
                  <a:schemeClr val="tx1"/>
                </a:solidFill>
                <a:effectLst/>
                <a:latin typeface="+mn-lt"/>
                <a:ea typeface="+mn-ea"/>
                <a:cs typeface="+mn-cs"/>
              </a:rPr>
              <a:t> Connection </a:t>
            </a:r>
            <a:r>
              <a:rPr lang="en-US" sz="1200" b="0" i="0" kern="1200" dirty="0" err="1">
                <a:solidFill>
                  <a:schemeClr val="tx1"/>
                </a:solidFill>
                <a:effectLst/>
                <a:latin typeface="+mn-lt"/>
                <a:ea typeface="+mn-ea"/>
                <a:cs typeface="+mn-cs"/>
              </a:rPr>
              <a:t>ใหม่ไปยัง</a:t>
            </a:r>
            <a:r>
              <a:rPr lang="en-US" sz="1200" b="0" i="0" kern="1200" dirty="0">
                <a:solidFill>
                  <a:schemeClr val="tx1"/>
                </a:solidFill>
                <a:effectLst/>
                <a:latin typeface="+mn-lt"/>
                <a:ea typeface="+mn-ea"/>
                <a:cs typeface="+mn-cs"/>
              </a:rPr>
              <a:t> PostgreSQL </a:t>
            </a:r>
            <a:r>
              <a:rPr lang="en-US" sz="1200" b="0" i="0" kern="1200" dirty="0" err="1">
                <a:solidFill>
                  <a:schemeClr val="tx1"/>
                </a:solidFill>
                <a:effectLst/>
                <a:latin typeface="+mn-lt"/>
                <a:ea typeface="+mn-ea"/>
                <a:cs typeface="+mn-cs"/>
              </a:rPr>
              <a:t>ทุกครั้ง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แอปทั้งหมดเชื่อมผ่าน</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PgBouncer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ซึ่งช่วย</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นำ</a:t>
            </a:r>
            <a:r>
              <a:rPr lang="en-US" sz="1200" b="1" i="0" kern="1200" dirty="0">
                <a:solidFill>
                  <a:schemeClr val="tx1"/>
                </a:solidFill>
                <a:effectLst/>
                <a:latin typeface="+mn-lt"/>
                <a:ea typeface="+mn-ea"/>
                <a:cs typeface="+mn-cs"/>
              </a:rPr>
              <a:t> Connection </a:t>
            </a:r>
            <a:r>
              <a:rPr lang="en-US" sz="1200" b="1" i="0" kern="1200" dirty="0" err="1">
                <a:solidFill>
                  <a:schemeClr val="tx1"/>
                </a:solidFill>
                <a:effectLst/>
                <a:latin typeface="+mn-lt"/>
                <a:ea typeface="+mn-ea"/>
                <a:cs typeface="+mn-cs"/>
              </a:rPr>
              <a:t>ที่มีอยู่กลับมาใช้ซ้ำ</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ตามสไลด์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ช่วยลด</a:t>
            </a:r>
            <a:r>
              <a:rPr lang="en-US" sz="1200" b="0" i="0" kern="1200" dirty="0">
                <a:solidFill>
                  <a:schemeClr val="tx1"/>
                </a:solidFill>
                <a:effectLst/>
                <a:latin typeface="+mn-lt"/>
                <a:ea typeface="+mn-ea"/>
                <a:cs typeface="+mn-cs"/>
              </a:rPr>
              <a:t> overhead </a:t>
            </a:r>
            <a:r>
              <a:rPr lang="en-US" sz="1200" b="0" i="0" kern="1200" dirty="0" err="1">
                <a:solidFill>
                  <a:schemeClr val="tx1"/>
                </a:solidFill>
                <a:effectLst/>
                <a:latin typeface="+mn-lt"/>
                <a:ea typeface="+mn-ea"/>
                <a:cs typeface="+mn-cs"/>
              </a:rPr>
              <a:t>จากการสร้าง</a:t>
            </a:r>
            <a:r>
              <a:rPr lang="en-US" sz="1200" b="0" i="0" kern="1200" dirty="0">
                <a:solidFill>
                  <a:schemeClr val="tx1"/>
                </a:solidFill>
                <a:effectLst/>
                <a:latin typeface="+mn-lt"/>
                <a:ea typeface="+mn-ea"/>
                <a:cs typeface="+mn-cs"/>
              </a:rPr>
              <a:t> Connection </a:t>
            </a:r>
            <a:r>
              <a:rPr lang="en-US" sz="1200" b="0" i="0" kern="1200" dirty="0" err="1">
                <a:solidFill>
                  <a:schemeClr val="tx1"/>
                </a:solidFill>
                <a:effectLst/>
                <a:latin typeface="+mn-lt"/>
                <a:ea typeface="+mn-ea"/>
                <a:cs typeface="+mn-cs"/>
              </a:rPr>
              <a:t>ใหม่ได้ประมาณ</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50–200 </a:t>
            </a:r>
            <a:r>
              <a:rPr lang="en-US" sz="1200" b="1" i="0" kern="1200" dirty="0" err="1">
                <a:solidFill>
                  <a:schemeClr val="tx1"/>
                </a:solidFill>
                <a:effectLst/>
                <a:latin typeface="+mn-lt"/>
                <a:ea typeface="+mn-ea"/>
                <a:cs typeface="+mn-cs"/>
              </a:rPr>
              <a:t>ms</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ต่อ</a:t>
            </a:r>
            <a:r>
              <a:rPr lang="en-US" sz="1200" b="1" i="0" kern="1200" dirty="0">
                <a:solidFill>
                  <a:schemeClr val="tx1"/>
                </a:solidFill>
                <a:effectLst/>
                <a:latin typeface="+mn-lt"/>
                <a:ea typeface="+mn-ea"/>
                <a:cs typeface="+mn-cs"/>
              </a:rPr>
              <a:t> Connection</a:t>
            </a:r>
            <a:endParaRPr lang="th-TH" sz="1200" b="1"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แนวทางสำคัญ</a:t>
            </a:r>
            <a:endParaRPr lang="th-TH" sz="1200" b="1"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Connection Pool</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เตรียม</a:t>
            </a:r>
            <a:r>
              <a:rPr lang="en-US" sz="1200" b="0" i="0" kern="1200" dirty="0">
                <a:solidFill>
                  <a:schemeClr val="tx1"/>
                </a:solidFill>
                <a:effectLst/>
                <a:latin typeface="+mn-lt"/>
                <a:ea typeface="+mn-ea"/>
                <a:cs typeface="+mn-cs"/>
              </a:rPr>
              <a:t> Connection </a:t>
            </a:r>
            <a:r>
              <a:rPr lang="en-US" sz="1200" b="0" i="0" kern="1200" dirty="0" err="1">
                <a:solidFill>
                  <a:schemeClr val="tx1"/>
                </a:solidFill>
                <a:effectLst/>
                <a:latin typeface="+mn-lt"/>
                <a:ea typeface="+mn-ea"/>
                <a:cs typeface="+mn-cs"/>
              </a:rPr>
              <a:t>ไว้และนำกลับมาใช้ซ้ำ</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Transaction Mode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ช่วยแชร์</a:t>
            </a:r>
            <a:r>
              <a:rPr lang="en-US" sz="1200" b="0" i="0" kern="1200" dirty="0">
                <a:solidFill>
                  <a:schemeClr val="tx1"/>
                </a:solidFill>
                <a:effectLst/>
                <a:latin typeface="+mn-lt"/>
                <a:ea typeface="+mn-ea"/>
                <a:cs typeface="+mn-cs"/>
              </a:rPr>
              <a:t> Connection </a:t>
            </a:r>
            <a:r>
              <a:rPr lang="en-US" sz="1200" b="0" i="0" kern="1200" dirty="0" err="1">
                <a:solidFill>
                  <a:schemeClr val="tx1"/>
                </a:solidFill>
                <a:effectLst/>
                <a:latin typeface="+mn-lt"/>
                <a:ea typeface="+mn-ea"/>
                <a:cs typeface="+mn-cs"/>
              </a:rPr>
              <a:t>ระหว่างหลาย</a:t>
            </a:r>
            <a:r>
              <a:rPr lang="en-US" sz="1200" b="0" i="0" kern="1200" dirty="0">
                <a:solidFill>
                  <a:schemeClr val="tx1"/>
                </a:solidFill>
                <a:effectLst/>
                <a:latin typeface="+mn-lt"/>
                <a:ea typeface="+mn-ea"/>
                <a:cs typeface="+mn-cs"/>
              </a:rPr>
              <a:t> Request </a:t>
            </a:r>
            <a:r>
              <a:rPr lang="en-US" sz="1200" b="0" i="0" kern="1200" dirty="0" err="1">
                <a:solidFill>
                  <a:schemeClr val="tx1"/>
                </a:solidFill>
                <a:effectLst/>
                <a:latin typeface="+mn-lt"/>
                <a:ea typeface="+mn-ea"/>
                <a:cs typeface="+mn-cs"/>
              </a:rPr>
              <a:t>ได้มีประสิทธิภาพ</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Pool Size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ควรกระจายจำนวน</a:t>
            </a:r>
            <a:r>
              <a:rPr lang="en-US" sz="1200" b="0" i="0" kern="1200" dirty="0">
                <a:solidFill>
                  <a:schemeClr val="tx1"/>
                </a:solidFill>
                <a:effectLst/>
                <a:latin typeface="+mn-lt"/>
                <a:ea typeface="+mn-ea"/>
                <a:cs typeface="+mn-cs"/>
              </a:rPr>
              <a:t> Connection </a:t>
            </a:r>
            <a:r>
              <a:rPr lang="en-US" sz="1200" b="0" i="0" kern="1200" dirty="0" err="1">
                <a:solidFill>
                  <a:schemeClr val="tx1"/>
                </a:solidFill>
                <a:effectLst/>
                <a:latin typeface="+mn-lt"/>
                <a:ea typeface="+mn-ea"/>
                <a:cs typeface="+mn-cs"/>
              </a:rPr>
              <a:t>ให้เหมาะสมระหว่าง</a:t>
            </a:r>
            <a:r>
              <a:rPr lang="en-US" sz="1200" b="0" i="0" kern="1200" dirty="0">
                <a:solidFill>
                  <a:schemeClr val="tx1"/>
                </a:solidFill>
                <a:effectLst/>
                <a:latin typeface="+mn-lt"/>
                <a:ea typeface="+mn-ea"/>
                <a:cs typeface="+mn-cs"/>
              </a:rPr>
              <a:t> Application </a:t>
            </a:r>
            <a:r>
              <a:rPr lang="en-US" sz="1200" b="0" i="0" kern="1200" dirty="0" err="1">
                <a:solidFill>
                  <a:schemeClr val="tx1"/>
                </a:solidFill>
                <a:effectLst/>
                <a:latin typeface="+mn-lt"/>
                <a:ea typeface="+mn-ea"/>
                <a:cs typeface="+mn-cs"/>
              </a:rPr>
              <a:t>แต่ละ</a:t>
            </a:r>
            <a:r>
              <a:rPr lang="en-US" sz="1200" b="0" i="0" kern="1200" dirty="0">
                <a:solidFill>
                  <a:schemeClr val="tx1"/>
                </a:solidFill>
                <a:effectLst/>
                <a:latin typeface="+mn-lt"/>
                <a:ea typeface="+mn-ea"/>
                <a:cs typeface="+mn-cs"/>
              </a:rPr>
              <a:t> Instance</a:t>
            </a:r>
          </a:p>
          <a:p>
            <a:pPr lvl="0" fontAlgn="t"/>
            <a:r>
              <a:rPr lang="en-US" sz="1200" b="1" i="0" kern="1200" dirty="0">
                <a:solidFill>
                  <a:schemeClr val="tx1"/>
                </a:solidFill>
                <a:effectLst/>
                <a:latin typeface="+mn-lt"/>
                <a:ea typeface="+mn-ea"/>
                <a:cs typeface="+mn-cs"/>
              </a:rPr>
              <a:t>SET LOCAL</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ใช้กำหนดค่า</a:t>
            </a:r>
            <a:r>
              <a:rPr lang="en-US" sz="1200" b="0" i="0" kern="1200" dirty="0">
                <a:solidFill>
                  <a:schemeClr val="tx1"/>
                </a:solidFill>
                <a:effectLst/>
                <a:latin typeface="+mn-lt"/>
                <a:ea typeface="+mn-ea"/>
                <a:cs typeface="+mn-cs"/>
              </a:rPr>
              <a:t> Vector Search </a:t>
            </a:r>
            <a:r>
              <a:rPr lang="en-US" sz="1200" b="0" i="0" kern="1200" dirty="0" err="1">
                <a:solidFill>
                  <a:schemeClr val="tx1"/>
                </a:solidFill>
                <a:effectLst/>
                <a:latin typeface="+mn-lt"/>
                <a:ea typeface="+mn-ea"/>
                <a:cs typeface="+mn-cs"/>
              </a:rPr>
              <a:t>เฉพาะ</a:t>
            </a:r>
            <a:r>
              <a:rPr lang="en-US" sz="1200" b="0" i="0" kern="1200" dirty="0">
                <a:solidFill>
                  <a:schemeClr val="tx1"/>
                </a:solidFill>
                <a:effectLst/>
                <a:latin typeface="+mn-lt"/>
                <a:ea typeface="+mn-ea"/>
                <a:cs typeface="+mn-cs"/>
              </a:rPr>
              <a:t> Transaction</a:t>
            </a:r>
          </a:p>
          <a:p>
            <a:pPr lvl="0" fontAlgn="t"/>
            <a:r>
              <a:rPr lang="en-US" sz="1200" b="1" i="0" kern="1200" dirty="0">
                <a:solidFill>
                  <a:schemeClr val="tx1"/>
                </a:solidFill>
                <a:effectLst/>
                <a:latin typeface="+mn-lt"/>
                <a:ea typeface="+mn-ea"/>
                <a:cs typeface="+mn-cs"/>
              </a:rPr>
              <a:t>Retry + Exponential Backoff</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ถ้าเชื่อมต่อล้มเหลวชั่วคราว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ให้ลองใหม่โดยเพิ่มช่วงเวลารอขึ้นเรื่อย</a:t>
            </a:r>
            <a:r>
              <a:rPr lang="en-US" sz="1200" b="0" i="0" kern="1200" dirty="0">
                <a:solidFill>
                  <a:schemeClr val="tx1"/>
                </a:solidFill>
                <a:effectLst/>
                <a:latin typeface="+mn-lt"/>
                <a:ea typeface="+mn-ea"/>
                <a:cs typeface="+mn-cs"/>
              </a:rPr>
              <a:t> ๆ</a:t>
            </a:r>
            <a:endParaRPr lang="th-TH" sz="1200" b="0" i="0" kern="1200" dirty="0">
              <a:solidFill>
                <a:schemeClr val="tx1"/>
              </a:solidFill>
              <a:effectLst/>
              <a:latin typeface="+mn-lt"/>
              <a:ea typeface="+mn-ea"/>
              <a:cs typeface="+mn-cs"/>
            </a:endParaRPr>
          </a:p>
          <a:p>
            <a:pPr lvl="0" fontAlgn="t"/>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PostgreSQL = </a:t>
            </a:r>
            <a:r>
              <a:rPr lang="en-US" sz="1200" b="1" i="0" kern="1200" dirty="0" err="1">
                <a:solidFill>
                  <a:schemeClr val="tx1"/>
                </a:solidFill>
                <a:effectLst/>
                <a:latin typeface="+mn-lt"/>
                <a:ea typeface="+mn-ea"/>
                <a:cs typeface="+mn-cs"/>
              </a:rPr>
              <a:t>ธนาคาร</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Application = </a:t>
            </a:r>
            <a:r>
              <a:rPr lang="en-US" sz="1200" b="1" i="0" kern="1200" dirty="0" err="1">
                <a:solidFill>
                  <a:schemeClr val="tx1"/>
                </a:solidFill>
                <a:effectLst/>
                <a:latin typeface="+mn-lt"/>
                <a:ea typeface="+mn-ea"/>
                <a:cs typeface="+mn-cs"/>
              </a:rPr>
              <a:t>ลูกค้า</a:t>
            </a:r>
            <a:br>
              <a:rPr lang="en-US" sz="1200" b="0" i="0" kern="1200" dirty="0">
                <a:solidFill>
                  <a:schemeClr val="tx1"/>
                </a:solidFill>
                <a:effectLst/>
                <a:latin typeface="+mn-lt"/>
                <a:ea typeface="+mn-ea"/>
                <a:cs typeface="+mn-cs"/>
              </a:rPr>
            </a:br>
            <a:r>
              <a:rPr lang="en-US" sz="1200" b="1" i="0" kern="1200" dirty="0" err="1">
                <a:solidFill>
                  <a:schemeClr val="tx1"/>
                </a:solidFill>
                <a:effectLst/>
                <a:latin typeface="+mn-lt"/>
                <a:ea typeface="+mn-ea"/>
                <a:cs typeface="+mn-cs"/>
              </a:rPr>
              <a:t>PgBouncer</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ระบบจัดคิว</a:t>
            </a:r>
            <a:r>
              <a:rPr lang="en-US" sz="1200" b="1" i="0" kern="1200" dirty="0">
                <a:solidFill>
                  <a:schemeClr val="tx1"/>
                </a:solidFill>
                <a:effectLst/>
                <a:latin typeface="+mn-lt"/>
                <a:ea typeface="+mn-ea"/>
                <a:cs typeface="+mn-cs"/>
              </a:rPr>
              <a:t>/</a:t>
            </a:r>
            <a:r>
              <a:rPr lang="en-US" sz="1200" b="1" i="0" kern="1200" dirty="0" err="1">
                <a:solidFill>
                  <a:schemeClr val="tx1"/>
                </a:solidFill>
                <a:effectLst/>
                <a:latin typeface="+mn-lt"/>
                <a:ea typeface="+mn-ea"/>
                <a:cs typeface="+mn-cs"/>
              </a:rPr>
              <a:t>เคาน์เตอร์กลาง</a:t>
            </a:r>
            <a:endParaRPr lang="en-US" sz="1200" b="0" i="0" kern="1200" dirty="0">
              <a:solidFill>
                <a:schemeClr val="tx1"/>
              </a:solidFill>
              <a:effectLst/>
              <a:latin typeface="+mn-lt"/>
              <a:ea typeface="+mn-ea"/>
              <a:cs typeface="+mn-cs"/>
            </a:endParaRPr>
          </a:p>
          <a:p>
            <a:pPr lvl="0" fontAlgn="t"/>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err="1">
                <a:solidFill>
                  <a:schemeClr val="tx1"/>
                </a:solidFill>
                <a:effectLst/>
                <a:latin typeface="+mn-lt"/>
                <a:ea typeface="+mn-ea"/>
                <a:cs typeface="+mn-cs"/>
              </a:rPr>
              <a:t>PgBouncer</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ช่วยลดการเปิด</a:t>
            </a:r>
            <a:r>
              <a:rPr lang="en-US" sz="1200" b="1" i="0" kern="1200" dirty="0">
                <a:solidFill>
                  <a:schemeClr val="tx1"/>
                </a:solidFill>
                <a:effectLst/>
                <a:latin typeface="+mn-lt"/>
                <a:ea typeface="+mn-ea"/>
                <a:cs typeface="+mn-cs"/>
              </a:rPr>
              <a:t> Connection </a:t>
            </a:r>
            <a:r>
              <a:rPr lang="en-US" sz="1200" b="1" i="0" kern="1200" dirty="0" err="1">
                <a:solidFill>
                  <a:schemeClr val="tx1"/>
                </a:solidFill>
                <a:effectLst/>
                <a:latin typeface="+mn-lt"/>
                <a:ea typeface="+mn-ea"/>
                <a:cs typeface="+mn-cs"/>
              </a:rPr>
              <a:t>ใหม่</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ลดภาระ</a:t>
            </a:r>
            <a:r>
              <a:rPr lang="en-US" sz="1200" b="1" i="0" kern="1200" dirty="0">
                <a:solidFill>
                  <a:schemeClr val="tx1"/>
                </a:solidFill>
                <a:effectLst/>
                <a:latin typeface="+mn-lt"/>
                <a:ea typeface="+mn-ea"/>
                <a:cs typeface="+mn-cs"/>
              </a:rPr>
              <a:t> PostgreSQL </a:t>
            </a:r>
            <a:r>
              <a:rPr lang="en-US" sz="1200" b="1" i="0" kern="1200" dirty="0" err="1">
                <a:solidFill>
                  <a:schemeClr val="tx1"/>
                </a:solidFill>
                <a:effectLst/>
                <a:latin typeface="+mn-lt"/>
                <a:ea typeface="+mn-ea"/>
                <a:cs typeface="+mn-cs"/>
              </a:rPr>
              <a:t>และช่วยให้หลาย</a:t>
            </a:r>
            <a:r>
              <a:rPr lang="en-US" sz="1200" b="1" i="0" kern="1200" dirty="0">
                <a:solidFill>
                  <a:schemeClr val="tx1"/>
                </a:solidFill>
                <a:effectLst/>
                <a:latin typeface="+mn-lt"/>
                <a:ea typeface="+mn-ea"/>
                <a:cs typeface="+mn-cs"/>
              </a:rPr>
              <a:t> Application </a:t>
            </a:r>
            <a:r>
              <a:rPr lang="en-US" sz="1200" b="1" i="0" kern="1200" dirty="0" err="1">
                <a:solidFill>
                  <a:schemeClr val="tx1"/>
                </a:solidFill>
                <a:effectLst/>
                <a:latin typeface="+mn-lt"/>
                <a:ea typeface="+mn-ea"/>
                <a:cs typeface="+mn-cs"/>
              </a:rPr>
              <a:t>ติดต่อฐานข้อมูลได้มีประสิทธิภาพมากขึ้น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โดยเฉพาะระบบที่มีผู้ใช้งานหรือ</a:t>
            </a:r>
            <a:r>
              <a:rPr lang="en-US" sz="1200" b="0" i="0" kern="1200" dirty="0">
                <a:solidFill>
                  <a:schemeClr val="tx1"/>
                </a:solidFill>
                <a:effectLst/>
                <a:latin typeface="+mn-lt"/>
                <a:ea typeface="+mn-ea"/>
                <a:cs typeface="+mn-cs"/>
              </a:rPr>
              <a:t> Request </a:t>
            </a:r>
            <a:r>
              <a:rPr lang="en-US" sz="1200" b="0" i="0" kern="1200" dirty="0" err="1">
                <a:solidFill>
                  <a:schemeClr val="tx1"/>
                </a:solidFill>
                <a:effectLst/>
                <a:latin typeface="+mn-lt"/>
                <a:ea typeface="+mn-ea"/>
                <a:cs typeface="+mn-cs"/>
              </a:rPr>
              <a:t>จำนวนมาก</a:t>
            </a:r>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p:txBody>
      </p:sp>
      <p:sp>
        <p:nvSpPr>
          <p:cNvPr id="1885713588"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5EECAD7-9CB4-5246-4D80-18F24A4C8CF4}"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105</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9440233" name="Slide Image Placeholder 1"/>
          <p:cNvSpPr>
            <a:spLocks noGrp="1" noRot="1" noChangeAspect="1"/>
          </p:cNvSpPr>
          <p:nvPr>
            <p:ph type="sldImg"/>
          </p:nvPr>
        </p:nvSpPr>
        <p:spPr bwMode="auto">
          <a:xfrm>
            <a:off x="217488" y="812800"/>
            <a:ext cx="7124700" cy="4008438"/>
          </a:xfrm>
        </p:spPr>
      </p:sp>
      <p:sp>
        <p:nvSpPr>
          <p:cNvPr id="319918491" name="Notes Placeholder 2"/>
          <p:cNvSpPr>
            <a:spLocks noGrp="1"/>
          </p:cNvSpPr>
          <p:nvPr>
            <p:ph type="body" idx="1"/>
          </p:nvPr>
        </p:nvSpPr>
        <p:spPr bwMode="auto"/>
        <p:txBody>
          <a:bodyPr/>
          <a:lstStyle/>
          <a:p>
            <a:pPr>
              <a:lnSpc>
                <a:spcPct val="90000"/>
              </a:lnSpc>
              <a:spcAft>
                <a:spcPts val="332"/>
              </a:spcAft>
              <a:defRPr/>
            </a:pPr>
            <a:r>
              <a:rPr lang="en-US"/>
              <a:t>This exercise requires an Azure subscription, which should be provided by the lab hoster supporting your delivery of this course.</a:t>
            </a:r>
            <a:endParaRPr lang="en-US">
              <a:solidFill>
                <a:srgbClr val="444444"/>
              </a:solidFill>
            </a:endParaRPr>
          </a:p>
          <a:p>
            <a:pPr>
              <a:lnSpc>
                <a:spcPct val="90000"/>
              </a:lnSpc>
              <a:spcAft>
                <a:spcPts val="332"/>
              </a:spcAft>
              <a:defRPr/>
            </a:pPr>
            <a:r>
              <a:rPr lang="en-US"/>
              <a:t>If you are not able to provide students with Azure subscriptions, you can demonstrate the lab using your own subscription (if you have one available).</a:t>
            </a:r>
            <a:endParaRPr/>
          </a:p>
        </p:txBody>
      </p:sp>
      <p:sp>
        <p:nvSpPr>
          <p:cNvPr id="1977511883" name="Header Placeholder 3"/>
          <p:cNvSpPr>
            <a:spLocks noGrp="1"/>
          </p:cNvSpPr>
          <p:nvPr>
            <p:ph type="hdr" sz="quarter"/>
          </p:nvPr>
        </p:nvSpPr>
        <p:spPr bwMode="auto"/>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1802721619" name="Footer Placeholder 4"/>
          <p:cNvSpPr>
            <a:spLocks noGrp="1"/>
          </p:cNvSpPr>
          <p:nvPr>
            <p:ph type="ftr" sz="quarter" idx="4"/>
          </p:nvPr>
        </p:nvSpPr>
        <p:spPr bwMode="auto"/>
        <p:txBody>
          <a:bodyPr/>
          <a:lstStyle/>
          <a:p>
            <a:pPr marL="0" marR="0" lvl="0" indent="0" algn="l" defTabSz="914098" rtl="0" eaLnBrk="1" fontAlgn="auto" latinLnBrk="0" hangingPunct="1">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a:ea typeface="Segoe UI"/>
                <a:cs typeface="Segoe UI"/>
              </a:rPr>
              <a:t>© Microsoft Corporation. All rights reserved. MICROSOFT MAKES NO WARRANTIES, EXPRESS, IMPLIED OR STATUTORY, AS TO THE INFORMATION IN THIS PRESENTATION.</a:t>
            </a:r>
            <a:endParaRPr kumimoji="0" sz="1200" b="0" i="0" u="none" strike="noStrike" kern="0" cap="none" spc="0" normalizeH="0" baseline="0" noProof="0">
              <a:ln>
                <a:noFill/>
              </a:ln>
              <a:solidFill>
                <a:prstClr val="black"/>
              </a:solidFill>
              <a:effectLst/>
              <a:uLnTx/>
              <a:uFillTx/>
              <a:latin typeface="Aptos"/>
              <a:cs typeface="Arial"/>
            </a:endParaRPr>
          </a:p>
        </p:txBody>
      </p:sp>
      <p:sp>
        <p:nvSpPr>
          <p:cNvPr id="1933156986" name="Date Placeholder 5"/>
          <p:cNvSpPr>
            <a:spLocks noGrp="1"/>
          </p:cNvSpPr>
          <p:nvPr>
            <p:ph type="dt" idx="1"/>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FD8069-D363-B1FD-C85A-30544EF19ECA}" type="datetime8">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10/27/2026 8:46 AM</a:t>
            </a:fld>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1190850925" name="Slide Number Placeholder 6"/>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32D111-37E3-EE75-0870-1F0A4C533A8B}"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106</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01607017" name="Slide Image Placeholder 1"/>
          <p:cNvSpPr>
            <a:spLocks noGrp="1" noRot="1" noChangeAspect="1"/>
          </p:cNvSpPr>
          <p:nvPr>
            <p:ph type="sldImg"/>
          </p:nvPr>
        </p:nvSpPr>
        <p:spPr bwMode="auto">
          <a:xfrm>
            <a:off x="217488" y="812800"/>
            <a:ext cx="7124700" cy="4008438"/>
          </a:xfrm>
        </p:spPr>
      </p:sp>
      <p:sp>
        <p:nvSpPr>
          <p:cNvPr id="1550687330" name="Notes Placeholder 2"/>
          <p:cNvSpPr>
            <a:spLocks noGrp="1"/>
          </p:cNvSpPr>
          <p:nvPr>
            <p:ph type="body" idx="1"/>
          </p:nvPr>
        </p:nvSpPr>
        <p:spPr bwMode="auto"/>
        <p:txBody>
          <a:bodyPr/>
          <a:lstStyle/>
          <a:p>
            <a:pPr fontAlgn="t"/>
            <a:r>
              <a:rPr lang="en-US" sz="1200" b="0" i="0" kern="1200" dirty="0">
                <a:solidFill>
                  <a:schemeClr val="tx1"/>
                </a:solidFill>
                <a:effectLst/>
                <a:latin typeface="+mn-lt"/>
                <a:ea typeface="+mn-ea"/>
                <a:cs typeface="+mn-cs"/>
              </a:rPr>
              <a:t>Azure Managed Redis </a:t>
            </a:r>
            <a:r>
              <a:rPr lang="en-US" sz="1200" b="0" i="0" kern="1200" dirty="0" err="1">
                <a:solidFill>
                  <a:schemeClr val="tx1"/>
                </a:solidFill>
                <a:effectLst/>
                <a:latin typeface="+mn-lt"/>
                <a:ea typeface="+mn-ea"/>
                <a:cs typeface="+mn-cs"/>
              </a:rPr>
              <a:t>คือบริการ</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Redis </a:t>
            </a:r>
            <a:r>
              <a:rPr lang="en-US" sz="1200" b="1" i="0" kern="1200" dirty="0" err="1">
                <a:solidFill>
                  <a:schemeClr val="tx1"/>
                </a:solidFill>
                <a:effectLst/>
                <a:latin typeface="+mn-lt"/>
                <a:ea typeface="+mn-ea"/>
                <a:cs typeface="+mn-cs"/>
              </a:rPr>
              <a:t>แบบ</a:t>
            </a:r>
            <a:r>
              <a:rPr lang="en-US" sz="1200" b="1" i="0" kern="1200" dirty="0">
                <a:solidFill>
                  <a:schemeClr val="tx1"/>
                </a:solidFill>
                <a:effectLst/>
                <a:latin typeface="+mn-lt"/>
                <a:ea typeface="+mn-ea"/>
                <a:cs typeface="+mn-cs"/>
              </a:rPr>
              <a:t> Fully Managed </a:t>
            </a:r>
            <a:r>
              <a:rPr lang="en-US" sz="1200" b="1" i="0" kern="1200" dirty="0" err="1">
                <a:solidFill>
                  <a:schemeClr val="tx1"/>
                </a:solidFill>
                <a:effectLst/>
                <a:latin typeface="+mn-lt"/>
                <a:ea typeface="+mn-ea"/>
                <a:cs typeface="+mn-cs"/>
              </a:rPr>
              <a:t>บน</a:t>
            </a:r>
            <a:r>
              <a:rPr lang="en-US" sz="1200" b="1" i="0" kern="1200" dirty="0">
                <a:solidFill>
                  <a:schemeClr val="tx1"/>
                </a:solidFill>
                <a:effectLst/>
                <a:latin typeface="+mn-lt"/>
                <a:ea typeface="+mn-ea"/>
                <a:cs typeface="+mn-cs"/>
              </a:rPr>
              <a:t> Microsoft Azure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Redis Enterprise software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เป็นพื้นฐาน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a:t>
            </a:r>
            <a:r>
              <a:rPr lang="en-US" sz="1200" b="0" i="0" kern="1200" dirty="0">
                <a:solidFill>
                  <a:schemeClr val="tx1"/>
                </a:solidFill>
                <a:effectLst/>
                <a:latin typeface="+mn-lt"/>
                <a:ea typeface="+mn-ea"/>
                <a:cs typeface="+mn-cs"/>
              </a:rPr>
              <a:t> Microsoft </a:t>
            </a:r>
            <a:r>
              <a:rPr lang="en-US" sz="1200" b="0" i="0" kern="1200" dirty="0" err="1">
                <a:solidFill>
                  <a:schemeClr val="tx1"/>
                </a:solidFill>
                <a:effectLst/>
                <a:latin typeface="+mn-lt"/>
                <a:ea typeface="+mn-ea"/>
                <a:cs typeface="+mn-cs"/>
              </a:rPr>
              <a:t>ดูแล</a:t>
            </a:r>
            <a:r>
              <a:rPr lang="en-US" sz="1200" b="0" i="0" kern="1200" dirty="0">
                <a:solidFill>
                  <a:schemeClr val="tx1"/>
                </a:solidFill>
                <a:effectLst/>
                <a:latin typeface="+mn-lt"/>
                <a:ea typeface="+mn-ea"/>
                <a:cs typeface="+mn-cs"/>
              </a:rPr>
              <a:t> infrastructure </a:t>
            </a:r>
            <a:r>
              <a:rPr lang="en-US" sz="1200" b="0" i="0" kern="1200" dirty="0" err="1">
                <a:solidFill>
                  <a:schemeClr val="tx1"/>
                </a:solidFill>
                <a:effectLst/>
                <a:latin typeface="+mn-lt"/>
                <a:ea typeface="+mn-ea"/>
                <a:cs typeface="+mn-cs"/>
              </a:rPr>
              <a:t>และการให้บริการ</a:t>
            </a:r>
            <a:endParaRPr lang="th-TH"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เหมาะกับระบบที่ต้องการเข้าถึงข้อมูลแบบ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in-memory </a:t>
            </a:r>
            <a:r>
              <a:rPr lang="en-US" sz="1200" b="1" i="0" kern="1200" dirty="0" err="1">
                <a:solidFill>
                  <a:schemeClr val="tx1"/>
                </a:solidFill>
                <a:effectLst/>
                <a:latin typeface="+mn-lt"/>
                <a:ea typeface="+mn-ea"/>
                <a:cs typeface="+mn-cs"/>
              </a:rPr>
              <a:t>ที่</a:t>
            </a:r>
            <a:r>
              <a:rPr lang="en-US" sz="1200" b="1" i="0" kern="1200" dirty="0">
                <a:solidFill>
                  <a:schemeClr val="tx1"/>
                </a:solidFill>
                <a:effectLst/>
                <a:latin typeface="+mn-lt"/>
                <a:ea typeface="+mn-ea"/>
                <a:cs typeface="+mn-cs"/>
              </a:rPr>
              <a:t> latency </a:t>
            </a:r>
            <a:r>
              <a:rPr lang="en-US" sz="1200" b="1" i="0" kern="1200" dirty="0" err="1">
                <a:solidFill>
                  <a:schemeClr val="tx1"/>
                </a:solidFill>
                <a:effectLst/>
                <a:latin typeface="+mn-lt"/>
                <a:ea typeface="+mn-ea"/>
                <a:cs typeface="+mn-cs"/>
              </a:rPr>
              <a:t>ต่ำและ</a:t>
            </a:r>
            <a:r>
              <a:rPr lang="en-US" sz="1200" b="1" i="0" kern="1200" dirty="0">
                <a:solidFill>
                  <a:schemeClr val="tx1"/>
                </a:solidFill>
                <a:effectLst/>
                <a:latin typeface="+mn-lt"/>
                <a:ea typeface="+mn-ea"/>
                <a:cs typeface="+mn-cs"/>
              </a:rPr>
              <a:t> throughput </a:t>
            </a:r>
            <a:r>
              <a:rPr lang="en-US" sz="1200" b="1" i="0" kern="1200" dirty="0" err="1">
                <a:solidFill>
                  <a:schemeClr val="tx1"/>
                </a:solidFill>
                <a:effectLst/>
                <a:latin typeface="+mn-lt"/>
                <a:ea typeface="+mn-ea"/>
                <a:cs typeface="+mn-cs"/>
              </a:rPr>
              <a:t>สูง</a:t>
            </a:r>
            <a:endParaRPr lang="th-TH" sz="1200" b="1" i="0" kern="1200" dirty="0">
              <a:solidFill>
                <a:schemeClr val="tx1"/>
              </a:solidFill>
              <a:effectLst/>
              <a:latin typeface="+mn-lt"/>
              <a:ea typeface="+mn-ea"/>
              <a:cs typeface="+mn-cs"/>
            </a:endParaRPr>
          </a:p>
          <a:p>
            <a:pPr fontAlgn="t"/>
            <a:endParaRPr lang="th-TH" sz="1200" b="1"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สมมติ</a:t>
            </a:r>
            <a:r>
              <a:rPr lang="en-US" sz="1200" b="0" i="0" kern="1200" dirty="0">
                <a:solidFill>
                  <a:schemeClr val="tx1"/>
                </a:solidFill>
                <a:effectLst/>
                <a:latin typeface="+mn-lt"/>
                <a:ea typeface="+mn-ea"/>
                <a:cs typeface="+mn-cs"/>
              </a:rPr>
              <a:t> Application </a:t>
            </a:r>
            <a:r>
              <a:rPr lang="en-US" sz="1200" b="0" i="0" kern="1200" dirty="0" err="1">
                <a:solidFill>
                  <a:schemeClr val="tx1"/>
                </a:solidFill>
                <a:effectLst/>
                <a:latin typeface="+mn-lt"/>
                <a:ea typeface="+mn-ea"/>
                <a:cs typeface="+mn-cs"/>
              </a:rPr>
              <a:t>ของคุณต้องอ่านข้อมูลจาก</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Azure SQL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Azure Cosmos DB</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ซ้ำ</a:t>
            </a:r>
            <a:r>
              <a:rPr lang="en-US" sz="1200" b="0" i="0" kern="1200" dirty="0">
                <a:solidFill>
                  <a:schemeClr val="tx1"/>
                </a:solidFill>
                <a:effectLst/>
                <a:latin typeface="+mn-lt"/>
                <a:ea typeface="+mn-ea"/>
                <a:cs typeface="+mn-cs"/>
              </a:rPr>
              <a:t> ๆ:</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แบบไม่มี</a:t>
            </a:r>
            <a:r>
              <a:rPr lang="en-US" sz="1200" b="1" i="0" kern="1200" dirty="0">
                <a:solidFill>
                  <a:schemeClr val="tx1"/>
                </a:solidFill>
                <a:effectLst/>
                <a:latin typeface="+mn-lt"/>
                <a:ea typeface="+mn-ea"/>
                <a:cs typeface="+mn-cs"/>
              </a:rPr>
              <a:t> Redis: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Application → Database → Query → </a:t>
            </a:r>
            <a:r>
              <a:rPr lang="en-US" sz="1200" b="0" i="0" kern="1200" dirty="0" err="1">
                <a:solidFill>
                  <a:schemeClr val="tx1"/>
                </a:solidFill>
                <a:effectLst/>
                <a:latin typeface="+mn-lt"/>
                <a:ea typeface="+mn-ea"/>
                <a:cs typeface="+mn-cs"/>
              </a:rPr>
              <a:t>ส่งข้อมูลกลับ</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แบบใช้</a:t>
            </a:r>
            <a:r>
              <a:rPr lang="en-US" sz="1200" b="1" i="0" kern="1200" dirty="0">
                <a:solidFill>
                  <a:schemeClr val="tx1"/>
                </a:solidFill>
                <a:effectLst/>
                <a:latin typeface="+mn-lt"/>
                <a:ea typeface="+mn-ea"/>
                <a:cs typeface="+mn-cs"/>
              </a:rPr>
              <a:t> Azure Managed Redis: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Application → </a:t>
            </a:r>
            <a:r>
              <a:rPr lang="en-US" sz="1200" b="1" i="0" kern="1200" dirty="0">
                <a:solidFill>
                  <a:schemeClr val="tx1"/>
                </a:solidFill>
                <a:effectLst/>
                <a:latin typeface="+mn-lt"/>
                <a:ea typeface="+mn-ea"/>
                <a:cs typeface="+mn-cs"/>
              </a:rPr>
              <a:t>Azure Managed Redis (Memory)</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ส่งข้อมูลกลับอย่างรวดเร็ว</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และค่อยไป</a:t>
            </a:r>
            <a:r>
              <a:rPr lang="en-US" sz="1200" b="0" i="0" kern="1200" dirty="0">
                <a:solidFill>
                  <a:schemeClr val="tx1"/>
                </a:solidFill>
                <a:effectLst/>
                <a:latin typeface="+mn-lt"/>
                <a:ea typeface="+mn-ea"/>
                <a:cs typeface="+mn-cs"/>
              </a:rPr>
              <a:t> Database </a:t>
            </a:r>
            <a:r>
              <a:rPr lang="en-US" sz="1200" b="0" i="0" kern="1200" dirty="0" err="1">
                <a:solidFill>
                  <a:schemeClr val="tx1"/>
                </a:solidFill>
                <a:effectLst/>
                <a:latin typeface="+mn-lt"/>
                <a:ea typeface="+mn-ea"/>
                <a:cs typeface="+mn-cs"/>
              </a:rPr>
              <a:t>เมื่อข้อมูลที่ต้องการไม่ได้อยู่ใน</a:t>
            </a:r>
            <a:r>
              <a:rPr lang="en-US" sz="1200" b="0" i="0" kern="1200" dirty="0">
                <a:solidFill>
                  <a:schemeClr val="tx1"/>
                </a:solidFill>
                <a:effectLst/>
                <a:latin typeface="+mn-lt"/>
                <a:ea typeface="+mn-ea"/>
                <a:cs typeface="+mn-cs"/>
              </a:rPr>
              <a:t> cache</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Microsoft </a:t>
            </a:r>
            <a:r>
              <a:rPr lang="en-US" sz="1200" b="0" i="0" kern="1200" dirty="0" err="1">
                <a:solidFill>
                  <a:schemeClr val="tx1"/>
                </a:solidFill>
                <a:effectLst/>
                <a:latin typeface="+mn-lt"/>
                <a:ea typeface="+mn-ea"/>
                <a:cs typeface="+mn-cs"/>
              </a:rPr>
              <a:t>ระบุว่า</a:t>
            </a:r>
            <a:r>
              <a:rPr lang="en-US" sz="1200" b="0" i="0" kern="1200" dirty="0">
                <a:solidFill>
                  <a:schemeClr val="tx1"/>
                </a:solidFill>
                <a:effectLst/>
                <a:latin typeface="+mn-lt"/>
                <a:ea typeface="+mn-ea"/>
                <a:cs typeface="+mn-cs"/>
              </a:rPr>
              <a:t> Azure Managed Redis </a:t>
            </a:r>
            <a:r>
              <a:rPr lang="en-US" sz="1200" b="0" i="0" kern="1200" dirty="0" err="1">
                <a:solidFill>
                  <a:schemeClr val="tx1"/>
                </a:solidFill>
                <a:effectLst/>
                <a:latin typeface="+mn-lt"/>
                <a:ea typeface="+mn-ea"/>
                <a:cs typeface="+mn-cs"/>
              </a:rPr>
              <a:t>สามารถใช้งานร่วมกับ</a:t>
            </a:r>
            <a:r>
              <a:rPr lang="en-US" sz="1200" b="0" i="0" kern="1200" dirty="0">
                <a:solidFill>
                  <a:schemeClr val="tx1"/>
                </a:solidFill>
                <a:effectLst/>
                <a:latin typeface="+mn-lt"/>
                <a:ea typeface="+mn-ea"/>
                <a:cs typeface="+mn-cs"/>
              </a:rPr>
              <a:t> Azure Container Apps, Azure App Service, Azure Functions, Azure SQL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Azure Cosmos DB </a:t>
            </a:r>
            <a:r>
              <a:rPr lang="en-US" sz="1200" b="0" i="0" kern="1200" dirty="0" err="1">
                <a:solidFill>
                  <a:schemeClr val="tx1"/>
                </a:solidFill>
                <a:effectLst/>
                <a:latin typeface="+mn-lt"/>
                <a:ea typeface="+mn-ea"/>
                <a:cs typeface="+mn-cs"/>
              </a:rPr>
              <a:t>ได้</a:t>
            </a:r>
            <a:endParaRPr lang="th-TH"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ใช้ทำอะไรได้บ้าง</a:t>
            </a:r>
            <a:r>
              <a:rPr lang="en-US" sz="1200" b="1" i="0" kern="1200" dirty="0">
                <a:solidFill>
                  <a:schemeClr val="tx1"/>
                </a:solidFill>
                <a:effectLst/>
                <a:latin typeface="+mn-lt"/>
                <a:ea typeface="+mn-ea"/>
                <a:cs typeface="+mn-cs"/>
              </a:rPr>
              <a:t>?</a:t>
            </a:r>
          </a:p>
          <a:p>
            <a:pPr lvl="0" fontAlgn="t"/>
            <a:r>
              <a:rPr lang="en-US" sz="1200" b="1" i="0" kern="1200" dirty="0">
                <a:solidFill>
                  <a:schemeClr val="tx1"/>
                </a:solidFill>
                <a:effectLst/>
                <a:latin typeface="+mn-lt"/>
                <a:ea typeface="+mn-ea"/>
                <a:cs typeface="+mn-cs"/>
              </a:rPr>
              <a:t>Data Cache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ลดการ</a:t>
            </a:r>
            <a:r>
              <a:rPr lang="en-US" sz="1200" b="0" i="0" kern="1200" dirty="0">
                <a:solidFill>
                  <a:schemeClr val="tx1"/>
                </a:solidFill>
                <a:effectLst/>
                <a:latin typeface="+mn-lt"/>
                <a:ea typeface="+mn-ea"/>
                <a:cs typeface="+mn-cs"/>
              </a:rPr>
              <a:t> query database </a:t>
            </a:r>
            <a:r>
              <a:rPr lang="en-US" sz="1200" b="0" i="0" kern="1200" dirty="0" err="1">
                <a:solidFill>
                  <a:schemeClr val="tx1"/>
                </a:solidFill>
                <a:effectLst/>
                <a:latin typeface="+mn-lt"/>
                <a:ea typeface="+mn-ea"/>
                <a:cs typeface="+mn-cs"/>
              </a:rPr>
              <a:t>ซ้ำ</a:t>
            </a:r>
            <a:r>
              <a:rPr lang="en-US" sz="1200" b="0" i="0" kern="1200" dirty="0">
                <a:solidFill>
                  <a:schemeClr val="tx1"/>
                </a:solidFill>
                <a:effectLst/>
                <a:latin typeface="+mn-lt"/>
                <a:ea typeface="+mn-ea"/>
                <a:cs typeface="+mn-cs"/>
              </a:rPr>
              <a:t> ๆ</a:t>
            </a:r>
          </a:p>
          <a:p>
            <a:pPr lvl="0" fontAlgn="t"/>
            <a:r>
              <a:rPr lang="en-US" sz="1200" b="1" i="0" kern="1200" dirty="0">
                <a:solidFill>
                  <a:schemeClr val="tx1"/>
                </a:solidFill>
                <a:effectLst/>
                <a:latin typeface="+mn-lt"/>
                <a:ea typeface="+mn-ea"/>
                <a:cs typeface="+mn-cs"/>
              </a:rPr>
              <a:t>Session Store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session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shopping cart ของ Web Application</a:t>
            </a:r>
          </a:p>
          <a:p>
            <a:pPr lvl="0" fontAlgn="t"/>
            <a:r>
              <a:rPr lang="en-US" sz="1200" b="1" i="0" kern="1200" dirty="0">
                <a:solidFill>
                  <a:schemeClr val="tx1"/>
                </a:solidFill>
                <a:effectLst/>
                <a:latin typeface="+mn-lt"/>
                <a:ea typeface="+mn-ea"/>
                <a:cs typeface="+mn-cs"/>
              </a:rPr>
              <a:t>Content Cache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เก็บข้อมูลที่ถูกเรียกใช้บ่อย</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Messaging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Redis </a:t>
            </a:r>
            <a:r>
              <a:rPr lang="en-US" sz="1200" b="0" i="0" kern="1200" dirty="0" err="1">
                <a:solidFill>
                  <a:schemeClr val="tx1"/>
                </a:solidFill>
                <a:effectLst/>
                <a:latin typeface="+mn-lt"/>
                <a:ea typeface="+mn-ea"/>
                <a:cs typeface="+mn-cs"/>
              </a:rPr>
              <a:t>สำหรับรูปแบบงานด้าน</a:t>
            </a:r>
            <a:r>
              <a:rPr lang="en-US" sz="1200" b="0" i="0" kern="1200" dirty="0">
                <a:solidFill>
                  <a:schemeClr val="tx1"/>
                </a:solidFill>
                <a:effectLst/>
                <a:latin typeface="+mn-lt"/>
                <a:ea typeface="+mn-ea"/>
                <a:cs typeface="+mn-cs"/>
              </a:rPr>
              <a:t> messaging</a:t>
            </a:r>
          </a:p>
          <a:p>
            <a:pPr lvl="0" fontAlgn="t"/>
            <a:r>
              <a:rPr lang="en-US" sz="1200" b="1" i="0" kern="1200" dirty="0">
                <a:solidFill>
                  <a:schemeClr val="tx1"/>
                </a:solidFill>
                <a:effectLst/>
                <a:latin typeface="+mn-lt"/>
                <a:ea typeface="+mn-ea"/>
                <a:cs typeface="+mn-cs"/>
              </a:rPr>
              <a:t>Vector / Embeddings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รองรับการเก็บ</a:t>
            </a:r>
            <a:r>
              <a:rPr lang="en-US" sz="1200" b="0" i="0" kern="1200" dirty="0">
                <a:solidFill>
                  <a:schemeClr val="tx1"/>
                </a:solidFill>
                <a:effectLst/>
                <a:latin typeface="+mn-lt"/>
                <a:ea typeface="+mn-ea"/>
                <a:cs typeface="+mn-cs"/>
              </a:rPr>
              <a:t> embedding vectors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vector similarity search</a:t>
            </a:r>
          </a:p>
          <a:p>
            <a:pPr fontAlgn="t"/>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p:txBody>
      </p:sp>
      <p:sp>
        <p:nvSpPr>
          <p:cNvPr id="1617525989"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107</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60592785" name="Slide Image Placeholder 1"/>
          <p:cNvSpPr>
            <a:spLocks noGrp="1" noRot="1" noChangeAspect="1"/>
          </p:cNvSpPr>
          <p:nvPr>
            <p:ph type="sldImg"/>
          </p:nvPr>
        </p:nvSpPr>
        <p:spPr bwMode="auto">
          <a:xfrm>
            <a:off x="217488" y="812800"/>
            <a:ext cx="7124700" cy="4008438"/>
          </a:xfrm>
        </p:spPr>
      </p:sp>
      <p:sp>
        <p:nvSpPr>
          <p:cNvPr id="140090659" name="Notes Placeholder 2"/>
          <p:cNvSpPr>
            <a:spLocks noGrp="1"/>
          </p:cNvSpPr>
          <p:nvPr>
            <p:ph type="body" idx="1"/>
          </p:nvPr>
        </p:nvSpPr>
        <p:spPr bwMode="auto"/>
        <p:txBody>
          <a:bodyPr/>
          <a:lstStyle/>
          <a:p>
            <a:pPr marL="0" lvl="0" indent="0">
              <a:buNone/>
              <a:defRPr/>
            </a:pPr>
            <a:r>
              <a:rPr lang="en-US" sz="1200" b="0" i="0" u="none" strike="noStrike" cap="none" spc="0">
                <a:solidFill>
                  <a:schemeClr val="tx1"/>
                </a:solidFill>
                <a:latin typeface="Aptos"/>
                <a:ea typeface="Aptos"/>
                <a:cs typeface="Aptos"/>
              </a:rPr>
              <a:t>This module covers Azure Managed Redis features, client library best practices, and how to store and retrieve data efficiently for AI workloads.</a:t>
            </a:r>
            <a:endParaRPr sz="1200"/>
          </a:p>
          <a:p>
            <a:pPr>
              <a:defRPr/>
            </a:pPr>
            <a:endParaRPr/>
          </a:p>
          <a:p>
            <a:pPr>
              <a:defRPr/>
            </a:pPr>
            <a:r>
              <a:rPr lang="en-US"/>
              <a:t>Link to module: </a:t>
            </a:r>
            <a:r>
              <a:rPr lang="en-US" u="sng">
                <a:solidFill>
                  <a:schemeClr val="hlink"/>
                </a:solidFill>
                <a:hlinkClick r:id="rId3"/>
              </a:rPr>
              <a:t>https://learn.microsoft.com/training/modules/implement-data-operations-azure-managed-redis/</a:t>
            </a:r>
            <a:endParaRPr/>
          </a:p>
        </p:txBody>
      </p:sp>
      <p:sp>
        <p:nvSpPr>
          <p:cNvPr id="947254942"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108</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1304374" name="Slide Image Placeholder 1"/>
          <p:cNvSpPr>
            <a:spLocks noGrp="1" noRot="1" noChangeAspect="1"/>
          </p:cNvSpPr>
          <p:nvPr>
            <p:ph type="sldImg"/>
          </p:nvPr>
        </p:nvSpPr>
        <p:spPr bwMode="auto">
          <a:xfrm>
            <a:off x="217488" y="812800"/>
            <a:ext cx="7124700" cy="4008438"/>
          </a:xfrm>
        </p:spPr>
      </p:sp>
      <p:sp>
        <p:nvSpPr>
          <p:cNvPr id="1499354005" name="Notes Placeholder 2"/>
          <p:cNvSpPr>
            <a:spLocks noGrp="1"/>
          </p:cNvSpPr>
          <p:nvPr>
            <p:ph type="body" idx="1"/>
          </p:nvPr>
        </p:nvSpPr>
        <p:spPr bwMode="auto"/>
        <p:txBody>
          <a:bodyPr/>
          <a:lstStyle/>
          <a:p>
            <a:pPr fontAlgn="t"/>
            <a:r>
              <a:rPr lang="en-US" sz="1200" b="1" i="0" kern="1200" dirty="0">
                <a:solidFill>
                  <a:schemeClr val="tx1"/>
                </a:solidFill>
                <a:effectLst/>
                <a:latin typeface="+mn-lt"/>
                <a:ea typeface="+mn-ea"/>
                <a:cs typeface="+mn-cs"/>
              </a:rPr>
              <a:t>Azure Managed Redis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คือระบบเก็บข้อมูลชั่วคราวที่รวดเร็วมาก</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เพราะเก็บข้อมูลที่เรียกใช้บ่อยไว้ใกล้แอปพลิเคชัน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ช่วยลดการอ่านข้อมูลจากฐานข้อมูลซ้ำ</a:t>
            </a:r>
            <a:r>
              <a:rPr lang="en-US" sz="1200" b="0" i="0" kern="1200" dirty="0">
                <a:solidFill>
                  <a:schemeClr val="tx1"/>
                </a:solidFill>
                <a:effectLst/>
                <a:latin typeface="+mn-lt"/>
                <a:ea typeface="+mn-ea"/>
                <a:cs typeface="+mn-cs"/>
              </a:rPr>
              <a:t> ๆ </a:t>
            </a:r>
            <a:r>
              <a:rPr lang="en-US" sz="1200" b="0" i="0" kern="1200" dirty="0" err="1">
                <a:solidFill>
                  <a:schemeClr val="tx1"/>
                </a:solidFill>
                <a:effectLst/>
                <a:latin typeface="+mn-lt"/>
                <a:ea typeface="+mn-ea"/>
                <a:cs typeface="+mn-cs"/>
              </a:rPr>
              <a:t>ทำให้ระบบตอบสนองเร็วขึ้นและลดภาระของเซิร์ฟเวอร์</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เข้าใจง่าย</a:t>
            </a:r>
            <a:r>
              <a:rPr lang="en-US" sz="1200" b="1" i="0" kern="1200" dirty="0">
                <a:solidFill>
                  <a:schemeClr val="tx1"/>
                </a:solidFill>
                <a:effectLst/>
                <a:latin typeface="+mn-lt"/>
                <a:ea typeface="+mn-ea"/>
                <a:cs typeface="+mn-cs"/>
              </a:rPr>
              <a:t> ๆ </a:t>
            </a:r>
            <a:r>
              <a:rPr lang="en-US" sz="1200" b="1" i="0" kern="1200" dirty="0" err="1">
                <a:solidFill>
                  <a:schemeClr val="tx1"/>
                </a:solidFill>
                <a:effectLst/>
                <a:latin typeface="+mn-lt"/>
                <a:ea typeface="+mn-ea"/>
                <a:cs typeface="+mn-cs"/>
              </a:rPr>
              <a:t>มี</a:t>
            </a:r>
            <a:r>
              <a:rPr lang="en-US" sz="1200" b="1" i="0" kern="1200" dirty="0">
                <a:solidFill>
                  <a:schemeClr val="tx1"/>
                </a:solidFill>
                <a:effectLst/>
                <a:latin typeface="+mn-lt"/>
                <a:ea typeface="+mn-ea"/>
                <a:cs typeface="+mn-cs"/>
              </a:rPr>
              <a:t> 3 </a:t>
            </a:r>
            <a:r>
              <a:rPr lang="en-US" sz="1200" b="1" i="0" kern="1200" dirty="0" err="1">
                <a:solidFill>
                  <a:schemeClr val="tx1"/>
                </a:solidFill>
                <a:effectLst/>
                <a:latin typeface="+mn-lt"/>
                <a:ea typeface="+mn-ea"/>
                <a:cs typeface="+mn-cs"/>
              </a:rPr>
              <a:t>วิธีใช้งานหลัก</a:t>
            </a:r>
            <a:endParaRPr lang="th-TH" sz="1200" b="1"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Data Cache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เก็บข้อมูลที่เรียกใช้บ่อย</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แอปจะเช็ก</a:t>
            </a:r>
            <a:r>
              <a:rPr lang="en-US" sz="1200" b="0" i="0" kern="1200" dirty="0">
                <a:solidFill>
                  <a:schemeClr val="tx1"/>
                </a:solidFill>
                <a:effectLst/>
                <a:latin typeface="+mn-lt"/>
                <a:ea typeface="+mn-ea"/>
                <a:cs typeface="+mn-cs"/>
              </a:rPr>
              <a:t> Cache </a:t>
            </a:r>
            <a:r>
              <a:rPr lang="en-US" sz="1200" b="0" i="0" kern="1200" dirty="0" err="1">
                <a:solidFill>
                  <a:schemeClr val="tx1"/>
                </a:solidFill>
                <a:effectLst/>
                <a:latin typeface="+mn-lt"/>
                <a:ea typeface="+mn-ea"/>
                <a:cs typeface="+mn-cs"/>
              </a:rPr>
              <a:t>ก่อน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ถ้าไม่มีข้อมูลจึงไปดึงจาก</a:t>
            </a:r>
            <a:r>
              <a:rPr lang="en-US" sz="1200" b="0" i="0" kern="1200" dirty="0">
                <a:solidFill>
                  <a:schemeClr val="tx1"/>
                </a:solidFill>
                <a:effectLst/>
                <a:latin typeface="+mn-lt"/>
                <a:ea typeface="+mn-ea"/>
                <a:cs typeface="+mn-cs"/>
              </a:rPr>
              <a:t> Database </a:t>
            </a:r>
            <a:r>
              <a:rPr lang="en-US" sz="1200" b="0" i="0" kern="1200" dirty="0" err="1">
                <a:solidFill>
                  <a:schemeClr val="tx1"/>
                </a:solidFill>
                <a:effectLst/>
                <a:latin typeface="+mn-lt"/>
                <a:ea typeface="+mn-ea"/>
                <a:cs typeface="+mn-cs"/>
              </a:rPr>
              <a:t>แล้วนำมาเก็บไว้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เพื่อครั้งต่อไปจะได้เรียกใช้เร็วขึ้น</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Content Cache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เก็บเนื้อหาที่ไม่ค่อยเปลี่ยน</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Header, Footer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Template </a:t>
            </a:r>
            <a:r>
              <a:rPr lang="en-US" sz="1200" b="0" i="0" kern="1200" dirty="0" err="1">
                <a:solidFill>
                  <a:schemeClr val="tx1"/>
                </a:solidFill>
                <a:effectLst/>
                <a:latin typeface="+mn-lt"/>
                <a:ea typeface="+mn-ea"/>
                <a:cs typeface="+mn-cs"/>
              </a:rPr>
              <a:t>แล้วเรียกจาก</a:t>
            </a:r>
            <a:r>
              <a:rPr lang="en-US" sz="1200" b="0" i="0" kern="1200" dirty="0">
                <a:solidFill>
                  <a:schemeClr val="tx1"/>
                </a:solidFill>
                <a:effectLst/>
                <a:latin typeface="+mn-lt"/>
                <a:ea typeface="+mn-ea"/>
                <a:cs typeface="+mn-cs"/>
              </a:rPr>
              <a:t> Memory </a:t>
            </a:r>
            <a:r>
              <a:rPr lang="en-US" sz="1200" b="0" i="0" kern="1200" dirty="0" err="1">
                <a:solidFill>
                  <a:schemeClr val="tx1"/>
                </a:solidFill>
                <a:effectLst/>
                <a:latin typeface="+mn-lt"/>
                <a:ea typeface="+mn-ea"/>
                <a:cs typeface="+mn-cs"/>
              </a:rPr>
              <a:t>โดยตรง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ช่วยลดงานของ</a:t>
            </a:r>
            <a:r>
              <a:rPr lang="en-US" sz="1200" b="0" i="0" kern="1200" dirty="0">
                <a:solidFill>
                  <a:schemeClr val="tx1"/>
                </a:solidFill>
                <a:effectLst/>
                <a:latin typeface="+mn-lt"/>
                <a:ea typeface="+mn-ea"/>
                <a:cs typeface="+mn-cs"/>
              </a:rPr>
              <a:t> Server</a:t>
            </a:r>
          </a:p>
          <a:p>
            <a:pPr lvl="0" fontAlgn="t"/>
            <a:r>
              <a:rPr lang="en-US" sz="1200" b="1" i="0" kern="1200" dirty="0">
                <a:solidFill>
                  <a:schemeClr val="tx1"/>
                </a:solidFill>
                <a:effectLst/>
                <a:latin typeface="+mn-lt"/>
                <a:ea typeface="+mn-ea"/>
                <a:cs typeface="+mn-cs"/>
              </a:rPr>
              <a:t>Session Store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เก็บสถานะของผู้ใช้งาน</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ข้อมูล</a:t>
            </a:r>
            <a:r>
              <a:rPr lang="en-US" sz="1200" b="0" i="0" kern="1200" dirty="0">
                <a:solidFill>
                  <a:schemeClr val="tx1"/>
                </a:solidFill>
                <a:effectLst/>
                <a:latin typeface="+mn-lt"/>
                <a:ea typeface="+mn-ea"/>
                <a:cs typeface="+mn-cs"/>
              </a:rPr>
              <a:t> Session </a:t>
            </a:r>
            <a:r>
              <a:rPr lang="en-US" sz="1200" b="0" i="0" kern="1200" dirty="0" err="1">
                <a:solidFill>
                  <a:schemeClr val="tx1"/>
                </a:solidFill>
                <a:effectLst/>
                <a:latin typeface="+mn-lt"/>
                <a:ea typeface="+mn-ea"/>
                <a:cs typeface="+mn-cs"/>
              </a:rPr>
              <a:t>โดยอ้างอิงผ่าน</a:t>
            </a:r>
            <a:r>
              <a:rPr lang="en-US" sz="1200" b="0" i="0" kern="1200" dirty="0">
                <a:solidFill>
                  <a:schemeClr val="tx1"/>
                </a:solidFill>
                <a:effectLst/>
                <a:latin typeface="+mn-lt"/>
                <a:ea typeface="+mn-ea"/>
                <a:cs typeface="+mn-cs"/>
              </a:rPr>
              <a:t> Session ID </a:t>
            </a:r>
            <a:r>
              <a:rPr lang="en-US" sz="1200" b="0" i="0" kern="1200" dirty="0" err="1">
                <a:solidFill>
                  <a:schemeClr val="tx1"/>
                </a:solidFill>
                <a:effectLst/>
                <a:latin typeface="+mn-lt"/>
                <a:ea typeface="+mn-ea"/>
                <a:cs typeface="+mn-cs"/>
              </a:rPr>
              <a:t>แทนการส่งข้อมูลจำนวนมากไปกับ</a:t>
            </a:r>
            <a:r>
              <a:rPr lang="en-US" sz="1200" b="0" i="0" kern="1200" dirty="0">
                <a:solidFill>
                  <a:schemeClr val="tx1"/>
                </a:solidFill>
                <a:effectLst/>
                <a:latin typeface="+mn-lt"/>
                <a:ea typeface="+mn-ea"/>
                <a:cs typeface="+mn-cs"/>
              </a:rPr>
              <a:t> Cookie</a:t>
            </a:r>
            <a:endParaRPr lang="th-TH"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แล้วควรเลือก</a:t>
            </a:r>
            <a:r>
              <a:rPr lang="en-US" sz="1200" b="1" i="0" kern="1200" dirty="0">
                <a:solidFill>
                  <a:schemeClr val="tx1"/>
                </a:solidFill>
                <a:effectLst/>
                <a:latin typeface="+mn-lt"/>
                <a:ea typeface="+mn-ea"/>
                <a:cs typeface="+mn-cs"/>
              </a:rPr>
              <a:t> Redis </a:t>
            </a:r>
            <a:r>
              <a:rPr lang="en-US" sz="1200" b="1" i="0" kern="1200" dirty="0" err="1">
                <a:solidFill>
                  <a:schemeClr val="tx1"/>
                </a:solidFill>
                <a:effectLst/>
                <a:latin typeface="+mn-lt"/>
                <a:ea typeface="+mn-ea"/>
                <a:cs typeface="+mn-cs"/>
              </a:rPr>
              <a:t>แบบไหน</a:t>
            </a:r>
            <a:r>
              <a:rPr lang="en-US" sz="1200" b="1" i="0" kern="1200" dirty="0">
                <a:solidFill>
                  <a:schemeClr val="tx1"/>
                </a:solidFill>
                <a:effectLst/>
                <a:latin typeface="+mn-lt"/>
                <a:ea typeface="+mn-ea"/>
                <a:cs typeface="+mn-cs"/>
              </a:rPr>
              <a:t>?</a:t>
            </a:r>
          </a:p>
          <a:p>
            <a:pPr fontAlgn="t"/>
            <a:r>
              <a:rPr lang="en-US" sz="1200" b="0" i="0" kern="1200" dirty="0" err="1">
                <a:solidFill>
                  <a:schemeClr val="tx1"/>
                </a:solidFill>
                <a:effectLst/>
                <a:latin typeface="+mn-lt"/>
                <a:ea typeface="+mn-ea"/>
                <a:cs typeface="+mn-cs"/>
              </a:rPr>
              <a:t>ขึ้นอยู่กับลักษณะงาน</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Memory Optimized</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เน้น</a:t>
            </a:r>
            <a:r>
              <a:rPr lang="en-US" sz="1200" b="0" i="0" kern="1200" dirty="0">
                <a:solidFill>
                  <a:schemeClr val="tx1"/>
                </a:solidFill>
                <a:effectLst/>
                <a:latin typeface="+mn-lt"/>
                <a:ea typeface="+mn-ea"/>
                <a:cs typeface="+mn-cs"/>
              </a:rPr>
              <a:t> Memory </a:t>
            </a:r>
            <a:r>
              <a:rPr lang="en-US" sz="1200" b="0" i="0" kern="1200" dirty="0" err="1">
                <a:solidFill>
                  <a:schemeClr val="tx1"/>
                </a:solidFill>
                <a:effectLst/>
                <a:latin typeface="+mn-lt"/>
                <a:ea typeface="+mn-ea"/>
                <a:cs typeface="+mn-cs"/>
              </a:rPr>
              <a:t>สูง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เหมาะกับงาน</a:t>
            </a:r>
            <a:r>
              <a:rPr lang="en-US" sz="1200" b="0" i="0" kern="1200" dirty="0">
                <a:solidFill>
                  <a:schemeClr val="tx1"/>
                </a:solidFill>
                <a:effectLst/>
                <a:latin typeface="+mn-lt"/>
                <a:ea typeface="+mn-ea"/>
                <a:cs typeface="+mn-cs"/>
              </a:rPr>
              <a:t> Dev/Test </a:t>
            </a:r>
            <a:r>
              <a:rPr lang="en-US" sz="1200" b="0" i="0" kern="1200" dirty="0" err="1">
                <a:solidFill>
                  <a:schemeClr val="tx1"/>
                </a:solidFill>
                <a:effectLst/>
                <a:latin typeface="+mn-lt"/>
                <a:ea typeface="+mn-ea"/>
                <a:cs typeface="+mn-cs"/>
              </a:rPr>
              <a:t>หรือข้อมูลที่ต้องอยู่ในหน่วยความจำเยอะ</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Balanced</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สมดุลระหว่าง</a:t>
            </a:r>
            <a:r>
              <a:rPr lang="en-US" sz="1200" b="0" i="0" kern="1200" dirty="0">
                <a:solidFill>
                  <a:schemeClr val="tx1"/>
                </a:solidFill>
                <a:effectLst/>
                <a:latin typeface="+mn-lt"/>
                <a:ea typeface="+mn-ea"/>
                <a:cs typeface="+mn-cs"/>
              </a:rPr>
              <a:t> Memory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CPU </a:t>
            </a:r>
            <a:r>
              <a:rPr lang="en-US" sz="1200" b="0" i="0" kern="1200" dirty="0" err="1">
                <a:solidFill>
                  <a:schemeClr val="tx1"/>
                </a:solidFill>
                <a:effectLst/>
                <a:latin typeface="+mn-lt"/>
                <a:ea typeface="+mn-ea"/>
                <a:cs typeface="+mn-cs"/>
              </a:rPr>
              <a:t>เหมาะกับงานทั่วไป</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Compute Optimized</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เน้นพลังประมวลผลและปริมาณงานสูง</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Flash Optimized</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เหมาะกับข้อมูลขนาดใหญ่มาก</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โดยย้ายข้อมูลที่ไม่ค่อยถูกเรียกใช้จาก</a:t>
            </a:r>
            <a:r>
              <a:rPr lang="en-US" sz="1200" b="0" i="0" kern="1200" dirty="0">
                <a:solidFill>
                  <a:schemeClr val="tx1"/>
                </a:solidFill>
                <a:effectLst/>
                <a:latin typeface="+mn-lt"/>
                <a:ea typeface="+mn-ea"/>
                <a:cs typeface="+mn-cs"/>
              </a:rPr>
              <a:t> RAM </a:t>
            </a:r>
            <a:r>
              <a:rPr lang="en-US" sz="1200" b="0" i="0" kern="1200" dirty="0" err="1">
                <a:solidFill>
                  <a:schemeClr val="tx1"/>
                </a:solidFill>
                <a:effectLst/>
                <a:latin typeface="+mn-lt"/>
                <a:ea typeface="+mn-ea"/>
                <a:cs typeface="+mn-cs"/>
              </a:rPr>
              <a:t>ไปเก็บใน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NVMe</a:t>
            </a:r>
            <a:endParaRPr lang="th-TH" sz="1200" b="0" i="0" kern="1200" dirty="0">
              <a:solidFill>
                <a:schemeClr val="tx1"/>
              </a:solidFill>
              <a:effectLst/>
              <a:latin typeface="+mn-lt"/>
              <a:ea typeface="+mn-ea"/>
              <a:cs typeface="+mn-cs"/>
            </a:endParaRPr>
          </a:p>
          <a:p>
            <a:pPr lvl="0" fontAlgn="t"/>
            <a:r>
              <a:rPr lang="th-TH" sz="1200" b="0" i="0" kern="1200" dirty="0">
                <a:solidFill>
                  <a:schemeClr val="tx1"/>
                </a:solidFill>
                <a:effectLst/>
                <a:latin typeface="+mn-lt"/>
                <a:ea typeface="+mn-ea"/>
                <a:cs typeface="+mn-cs"/>
              </a:rPr>
              <a:t>.</a:t>
            </a:r>
          </a:p>
          <a:p>
            <a:pPr fontAlgn="t"/>
            <a:r>
              <a:rPr lang="en-US" sz="1200" b="1" i="0" kern="1200" dirty="0" err="1">
                <a:solidFill>
                  <a:schemeClr val="tx1"/>
                </a:solidFill>
                <a:effectLst/>
                <a:latin typeface="+mn-lt"/>
                <a:ea typeface="+mn-ea"/>
                <a:cs typeface="+mn-cs"/>
              </a:rPr>
              <a:t>NVMe</a:t>
            </a:r>
            <a:r>
              <a:rPr lang="en-US" sz="1200" b="1" i="0" kern="1200" dirty="0">
                <a:solidFill>
                  <a:schemeClr val="tx1"/>
                </a:solidFill>
                <a:effectLst/>
                <a:latin typeface="+mn-lt"/>
                <a:ea typeface="+mn-ea"/>
                <a:cs typeface="+mn-cs"/>
              </a:rPr>
              <a:t> (Non-Volatile Memory Express)</a:t>
            </a:r>
            <a:r>
              <a:rPr lang="en-US" sz="1200" b="0" i="0" kern="1200" dirty="0">
                <a:solidFill>
                  <a:schemeClr val="tx1"/>
                </a:solidFill>
                <a:effectLst/>
                <a:latin typeface="+mn-lt"/>
                <a:ea typeface="+mn-ea"/>
                <a:cs typeface="+mn-cs"/>
              </a:rPr>
              <a:t> คือเทคโนโลยีสำหรับเชื่อมต่อและเข้าถึงอุปกรณ์จัดเก็บข้อมูลความเร็วสูง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SSD </a:t>
            </a:r>
            <a:r>
              <a:rPr lang="en-US" sz="1200" b="0" i="0" kern="1200" dirty="0" err="1">
                <a:solidFill>
                  <a:schemeClr val="tx1"/>
                </a:solidFill>
                <a:effectLst/>
                <a:latin typeface="+mn-lt"/>
                <a:ea typeface="+mn-ea"/>
                <a:cs typeface="+mn-cs"/>
              </a:rPr>
              <a:t>ทำให้อ่านและเขียนข้อมูลได้รวดเร็ว</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ในบริบทของ</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Azure Managed Redis – Flash Optimized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ให้เข้าใจง่าย</a:t>
            </a:r>
            <a:r>
              <a:rPr lang="en-US" sz="1200" b="0" i="0" kern="1200" dirty="0">
                <a:solidFill>
                  <a:schemeClr val="tx1"/>
                </a:solidFill>
                <a:effectLst/>
                <a:latin typeface="+mn-lt"/>
                <a:ea typeface="+mn-ea"/>
                <a:cs typeface="+mn-cs"/>
              </a:rPr>
              <a:t> ๆ </a:t>
            </a:r>
            <a:r>
              <a:rPr lang="en-US" sz="1200" b="0" i="0" kern="1200" dirty="0" err="1">
                <a:solidFill>
                  <a:schemeClr val="tx1"/>
                </a:solidFill>
                <a:effectLst/>
                <a:latin typeface="+mn-lt"/>
                <a:ea typeface="+mn-ea"/>
                <a:cs typeface="+mn-cs"/>
              </a:rPr>
              <a:t>ว่า</a:t>
            </a:r>
            <a:r>
              <a:rPr lang="en-US" sz="1200" b="0" i="0" kern="1200" dirty="0">
                <a:solidFill>
                  <a:schemeClr val="tx1"/>
                </a:solidFill>
                <a:effectLst/>
                <a:latin typeface="+mn-lt"/>
                <a:ea typeface="+mn-ea"/>
                <a:cs typeface="+mn-cs"/>
              </a:rPr>
              <a:t>:</a:t>
            </a:r>
          </a:p>
          <a:p>
            <a:pPr lvl="0" fontAlgn="t"/>
            <a:r>
              <a:rPr lang="en-US" sz="1200" b="1" i="0" kern="1200" dirty="0">
                <a:solidFill>
                  <a:schemeClr val="tx1"/>
                </a:solidFill>
                <a:effectLst/>
                <a:latin typeface="+mn-lt"/>
                <a:ea typeface="+mn-ea"/>
                <a:cs typeface="+mn-cs"/>
              </a:rPr>
              <a:t>RAM</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เร็วมาก</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แต่ราคาแพง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และข้อมูลหายเมื่อไม่มีไฟเลี้ยง</a:t>
            </a:r>
            <a:endParaRPr lang="en-US" sz="1200" b="0" i="0" kern="1200" dirty="0">
              <a:solidFill>
                <a:schemeClr val="tx1"/>
              </a:solidFill>
              <a:effectLst/>
              <a:latin typeface="+mn-lt"/>
              <a:ea typeface="+mn-ea"/>
              <a:cs typeface="+mn-cs"/>
            </a:endParaRPr>
          </a:p>
          <a:p>
            <a:pPr lvl="0" fontAlgn="t"/>
            <a:r>
              <a:rPr lang="en-US" sz="1200" b="1" i="0" kern="1200" dirty="0" err="1">
                <a:solidFill>
                  <a:schemeClr val="tx1"/>
                </a:solidFill>
                <a:effectLst/>
                <a:latin typeface="+mn-lt"/>
                <a:ea typeface="+mn-ea"/>
                <a:cs typeface="+mn-cs"/>
              </a:rPr>
              <a:t>NVMe</a:t>
            </a:r>
            <a:r>
              <a:rPr lang="en-US" sz="1200" b="1" i="0" kern="1200" dirty="0">
                <a:solidFill>
                  <a:schemeClr val="tx1"/>
                </a:solidFill>
                <a:effectLst/>
                <a:latin typeface="+mn-lt"/>
                <a:ea typeface="+mn-ea"/>
                <a:cs typeface="+mn-cs"/>
              </a:rPr>
              <a:t> SSD</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ช้ากว่า</a:t>
            </a:r>
            <a:r>
              <a:rPr lang="en-US" sz="1200" b="0" i="0" kern="1200" dirty="0">
                <a:solidFill>
                  <a:schemeClr val="tx1"/>
                </a:solidFill>
                <a:effectLst/>
                <a:latin typeface="+mn-lt"/>
                <a:ea typeface="+mn-ea"/>
                <a:cs typeface="+mn-cs"/>
              </a:rPr>
              <a:t> RAM </a:t>
            </a:r>
            <a:r>
              <a:rPr lang="en-US" sz="1200" b="0" i="0" kern="1200" dirty="0" err="1">
                <a:solidFill>
                  <a:schemeClr val="tx1"/>
                </a:solidFill>
                <a:effectLst/>
                <a:latin typeface="+mn-lt"/>
                <a:ea typeface="+mn-ea"/>
                <a:cs typeface="+mn-cs"/>
              </a:rPr>
              <a:t>แต่เก็บข้อมูลได้มากกว่าและต้นทุนต่อความจุต่ำกว่า</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Redis </a:t>
            </a:r>
            <a:r>
              <a:rPr lang="en-US" sz="1200" b="0" i="0" kern="1200" dirty="0" err="1">
                <a:solidFill>
                  <a:schemeClr val="tx1"/>
                </a:solidFill>
                <a:effectLst/>
                <a:latin typeface="+mn-lt"/>
                <a:ea typeface="+mn-ea"/>
                <a:cs typeface="+mn-cs"/>
              </a:rPr>
              <a:t>จึงสามารถเก็บ</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ข้อมูลที่ใช้งานบ่อยใน</a:t>
            </a:r>
            <a:r>
              <a:rPr lang="en-US" sz="1200" b="1" i="0" kern="1200" dirty="0">
                <a:solidFill>
                  <a:schemeClr val="tx1"/>
                </a:solidFill>
                <a:effectLst/>
                <a:latin typeface="+mn-lt"/>
                <a:ea typeface="+mn-ea"/>
                <a:cs typeface="+mn-cs"/>
              </a:rPr>
              <a:t> RAM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และย้าย</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ข้อมูลที่ไม่ค่อยถูกเรียกใช้</a:t>
            </a:r>
            <a:r>
              <a:rPr lang="en-US" sz="1200" b="1" i="0" kern="1200" dirty="0">
                <a:solidFill>
                  <a:schemeClr val="tx1"/>
                </a:solidFill>
                <a:effectLst/>
                <a:latin typeface="+mn-lt"/>
                <a:ea typeface="+mn-ea"/>
                <a:cs typeface="+mn-cs"/>
              </a:rPr>
              <a:t> (Cold Data) </a:t>
            </a:r>
            <a:r>
              <a:rPr lang="en-US" sz="1200" b="1" i="0" kern="1200" dirty="0" err="1">
                <a:solidFill>
                  <a:schemeClr val="tx1"/>
                </a:solidFill>
                <a:effectLst/>
                <a:latin typeface="+mn-lt"/>
                <a:ea typeface="+mn-ea"/>
                <a:cs typeface="+mn-cs"/>
              </a:rPr>
              <a:t>ไปยัง</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NVMe</a:t>
            </a:r>
            <a:endParaRPr lang="en-US" sz="1200" b="0" i="0" kern="1200" dirty="0">
              <a:solidFill>
                <a:schemeClr val="tx1"/>
              </a:solidFill>
              <a:effectLst/>
              <a:latin typeface="+mn-lt"/>
              <a:ea typeface="+mn-ea"/>
              <a:cs typeface="+mn-cs"/>
            </a:endParaRPr>
          </a:p>
          <a:p>
            <a:pPr lvl="0" fontAlgn="t"/>
            <a:r>
              <a:rPr lang="th-TH" sz="1200" b="0" i="0" kern="1200" dirty="0">
                <a:solidFill>
                  <a:schemeClr val="tx1"/>
                </a:solidFill>
                <a:effectLst/>
                <a:latin typeface="+mn-lt"/>
                <a:ea typeface="+mn-ea"/>
                <a:cs typeface="+mn-cs"/>
              </a:rPr>
              <a:t>.</a:t>
            </a:r>
          </a:p>
          <a:p>
            <a:pPr lvl="0" fontAlgn="t"/>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Azure Managed Redis </a:t>
            </a:r>
            <a:r>
              <a:rPr lang="en-US" sz="1200" b="0" i="0" kern="1200" dirty="0" err="1">
                <a:solidFill>
                  <a:schemeClr val="tx1"/>
                </a:solidFill>
                <a:effectLst/>
                <a:latin typeface="+mn-lt"/>
                <a:ea typeface="+mn-ea"/>
                <a:cs typeface="+mn-cs"/>
              </a:rPr>
              <a:t>ช่วยให้แอป</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เร็วขึ้น</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ลดภาระ</a:t>
            </a:r>
            <a:r>
              <a:rPr lang="en-US" sz="1200" b="1" i="0" kern="1200" dirty="0">
                <a:solidFill>
                  <a:schemeClr val="tx1"/>
                </a:solidFill>
                <a:effectLst/>
                <a:latin typeface="+mn-lt"/>
                <a:ea typeface="+mn-ea"/>
                <a:cs typeface="+mn-cs"/>
              </a:rPr>
              <a:t> Database/Server </a:t>
            </a:r>
            <a:r>
              <a:rPr lang="en-US" sz="1200" b="1" i="0" kern="1200" dirty="0" err="1">
                <a:solidFill>
                  <a:schemeClr val="tx1"/>
                </a:solidFill>
                <a:effectLst/>
                <a:latin typeface="+mn-lt"/>
                <a:ea typeface="+mn-ea"/>
                <a:cs typeface="+mn-cs"/>
              </a:rPr>
              <a:t>และรองรับการใช้งานได้มีประสิทธิภาพขึ้น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โดยเลือกประเภทของ</a:t>
            </a:r>
            <a:r>
              <a:rPr lang="en-US" sz="1200" b="0" i="0" kern="1200" dirty="0">
                <a:solidFill>
                  <a:schemeClr val="tx1"/>
                </a:solidFill>
                <a:effectLst/>
                <a:latin typeface="+mn-lt"/>
                <a:ea typeface="+mn-ea"/>
                <a:cs typeface="+mn-cs"/>
              </a:rPr>
              <a:t> Redis </a:t>
            </a:r>
            <a:r>
              <a:rPr lang="en-US" sz="1200" b="0" i="0" kern="1200" dirty="0" err="1">
                <a:solidFill>
                  <a:schemeClr val="tx1"/>
                </a:solidFill>
                <a:effectLst/>
                <a:latin typeface="+mn-lt"/>
                <a:ea typeface="+mn-ea"/>
                <a:cs typeface="+mn-cs"/>
              </a:rPr>
              <a:t>ให้เหมาะกับ</a:t>
            </a:r>
            <a:r>
              <a:rPr lang="en-US" sz="1200" b="0" i="0" kern="1200" dirty="0">
                <a:solidFill>
                  <a:schemeClr val="tx1"/>
                </a:solidFill>
                <a:effectLst/>
                <a:latin typeface="+mn-lt"/>
                <a:ea typeface="+mn-ea"/>
                <a:cs typeface="+mn-cs"/>
              </a:rPr>
              <a:t> Memory, CPU </a:t>
            </a:r>
            <a:r>
              <a:rPr lang="en-US" sz="1200" b="0" i="0" kern="1200" dirty="0" err="1">
                <a:solidFill>
                  <a:schemeClr val="tx1"/>
                </a:solidFill>
                <a:effectLst/>
                <a:latin typeface="+mn-lt"/>
                <a:ea typeface="+mn-ea"/>
                <a:cs typeface="+mn-cs"/>
              </a:rPr>
              <a:t>และขนาดข้อมูลของระบบ</a:t>
            </a:r>
            <a:r>
              <a:rPr lang="en-US" sz="1200" b="0" i="0" kern="1200" dirty="0">
                <a:solidFill>
                  <a:schemeClr val="tx1"/>
                </a:solidFill>
                <a:effectLst/>
                <a:latin typeface="+mn-lt"/>
                <a:ea typeface="+mn-ea"/>
                <a:cs typeface="+mn-cs"/>
              </a:rPr>
              <a:t>.</a:t>
            </a:r>
          </a:p>
          <a:p>
            <a:pPr lvl="0" fontAlgn="t"/>
            <a:endParaRPr lang="en-US" sz="1200" b="0" i="0" kern="1200" dirty="0">
              <a:solidFill>
                <a:schemeClr val="tx1"/>
              </a:solidFill>
              <a:effectLst/>
              <a:latin typeface="+mn-lt"/>
              <a:ea typeface="+mn-ea"/>
              <a:cs typeface="+mn-cs"/>
            </a:endParaRPr>
          </a:p>
        </p:txBody>
      </p:sp>
      <p:sp>
        <p:nvSpPr>
          <p:cNvPr id="1536416301"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28E26C-F9C7-A99A-F8D9-A2B511D66EC9}"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109</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29541254" name="Slide Image Placeholder 1"/>
          <p:cNvSpPr>
            <a:spLocks noGrp="1" noRot="1" noChangeAspect="1"/>
          </p:cNvSpPr>
          <p:nvPr>
            <p:ph type="sldImg"/>
          </p:nvPr>
        </p:nvSpPr>
        <p:spPr bwMode="auto">
          <a:xfrm>
            <a:off x="217488" y="812800"/>
            <a:ext cx="7124700" cy="4008438"/>
          </a:xfrm>
        </p:spPr>
      </p:sp>
      <p:sp>
        <p:nvSpPr>
          <p:cNvPr id="938493525"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วิธีเขียนโปรแกรมให้ใช้งาน</a:t>
            </a:r>
            <a:r>
              <a:rPr lang="en-US" sz="1200" b="1" i="0" kern="1200" dirty="0">
                <a:solidFill>
                  <a:schemeClr val="tx1"/>
                </a:solidFill>
                <a:effectLst/>
                <a:latin typeface="+mn-lt"/>
                <a:ea typeface="+mn-ea"/>
                <a:cs typeface="+mn-cs"/>
              </a:rPr>
              <a:t> Azure Managed Redis </a:t>
            </a:r>
            <a:r>
              <a:rPr lang="en-US" sz="1200" b="1" i="0" kern="1200" dirty="0" err="1">
                <a:solidFill>
                  <a:schemeClr val="tx1"/>
                </a:solidFill>
                <a:effectLst/>
                <a:latin typeface="+mn-lt"/>
                <a:ea typeface="+mn-ea"/>
                <a:cs typeface="+mn-cs"/>
              </a:rPr>
              <a:t>ได้อย่างมีประสิทธิภาพ</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โดยเน้น</a:t>
            </a:r>
            <a:r>
              <a:rPr lang="en-US" sz="1200" b="0" i="0" kern="1200" dirty="0">
                <a:solidFill>
                  <a:schemeClr val="tx1"/>
                </a:solidFill>
                <a:effectLst/>
                <a:latin typeface="+mn-lt"/>
                <a:ea typeface="+mn-ea"/>
                <a:cs typeface="+mn-cs"/>
              </a:rPr>
              <a:t> 2 </a:t>
            </a:r>
            <a:r>
              <a:rPr lang="en-US" sz="1200" b="0" i="0" kern="1200" dirty="0" err="1">
                <a:solidFill>
                  <a:schemeClr val="tx1"/>
                </a:solidFill>
                <a:effectLst/>
                <a:latin typeface="+mn-lt"/>
                <a:ea typeface="+mn-ea"/>
                <a:cs typeface="+mn-cs"/>
              </a:rPr>
              <a:t>เรื่อง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คือการเลือกไลบรารีให้เหมาะกับภาษาโปรแกรม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และแนวทางลดภาระระบบ</a:t>
            </a:r>
            <a:endParaRPr lang="th-TH"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Redis </a:t>
            </a:r>
            <a:r>
              <a:rPr lang="en-US" sz="1200" b="1" i="0" kern="1200" dirty="0" err="1">
                <a:solidFill>
                  <a:schemeClr val="tx1"/>
                </a:solidFill>
                <a:effectLst/>
                <a:latin typeface="+mn-lt"/>
                <a:ea typeface="+mn-ea"/>
                <a:cs typeface="+mn-cs"/>
              </a:rPr>
              <a:t>ใช้งานได้กับหลายภาษาโปรแกรม</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Python, .NET, Java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Node.js </a:t>
            </a:r>
            <a:r>
              <a:rPr lang="en-US" sz="1200" b="0" i="0" kern="1200" dirty="0" err="1">
                <a:solidFill>
                  <a:schemeClr val="tx1"/>
                </a:solidFill>
                <a:effectLst/>
                <a:latin typeface="+mn-lt"/>
                <a:ea typeface="+mn-ea"/>
                <a:cs typeface="+mn-cs"/>
              </a:rPr>
              <a:t>โดยแต่ละภาษามี</a:t>
            </a:r>
            <a:r>
              <a:rPr lang="en-US" sz="1200" b="0" i="0" kern="1200" dirty="0">
                <a:solidFill>
                  <a:schemeClr val="tx1"/>
                </a:solidFill>
                <a:effectLst/>
                <a:latin typeface="+mn-lt"/>
                <a:ea typeface="+mn-ea"/>
                <a:cs typeface="+mn-cs"/>
              </a:rPr>
              <a:t> Client Library </a:t>
            </a:r>
            <a:r>
              <a:rPr lang="en-US" sz="1200" b="0" i="0" kern="1200" dirty="0" err="1">
                <a:solidFill>
                  <a:schemeClr val="tx1"/>
                </a:solidFill>
                <a:effectLst/>
                <a:latin typeface="+mn-lt"/>
                <a:ea typeface="+mn-ea"/>
                <a:cs typeface="+mn-cs"/>
              </a:rPr>
              <a:t>สำหรับเชื่อมต่อกับ</a:t>
            </a:r>
            <a:r>
              <a:rPr lang="en-US" sz="1200" b="0" i="0" kern="1200" dirty="0">
                <a:solidFill>
                  <a:schemeClr val="tx1"/>
                </a:solidFill>
                <a:effectLst/>
                <a:latin typeface="+mn-lt"/>
                <a:ea typeface="+mn-ea"/>
                <a:cs typeface="+mn-cs"/>
              </a:rPr>
              <a:t> Redis</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a:t>
            </a:r>
            <a:r>
              <a:rPr lang="en-US" sz="1200" b="1" i="0" kern="1200" dirty="0" err="1">
                <a:solidFill>
                  <a:schemeClr val="tx1"/>
                </a:solidFill>
                <a:effectLst/>
                <a:latin typeface="+mn-lt"/>
                <a:ea typeface="+mn-ea"/>
                <a:cs typeface="+mn-cs"/>
              </a:rPr>
              <a:t>เก็บข้อมูลเป็นชิ้นเล็ก</a:t>
            </a:r>
            <a:r>
              <a:rPr lang="en-US" sz="1200" b="1" i="0" kern="1200" dirty="0">
                <a:solidFill>
                  <a:schemeClr val="tx1"/>
                </a:solidFill>
                <a:effectLst/>
                <a:latin typeface="+mn-lt"/>
                <a:ea typeface="+mn-ea"/>
                <a:cs typeface="+mn-cs"/>
              </a:rPr>
              <a:t> ๆ </a:t>
            </a:r>
            <a:r>
              <a:rPr lang="en-US" sz="1200" b="1" i="0" kern="1200" dirty="0" err="1">
                <a:solidFill>
                  <a:schemeClr val="tx1"/>
                </a:solidFill>
                <a:effectLst/>
                <a:latin typeface="+mn-lt"/>
                <a:ea typeface="+mn-ea"/>
                <a:cs typeface="+mn-cs"/>
              </a:rPr>
              <a:t>ดีกว่าก้อนใหญ่</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ถ้าข้อมูลมีขนาดใหญ่</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ควรแบ่งออกเป็นหลาย</a:t>
            </a:r>
            <a:r>
              <a:rPr lang="en-US" sz="1200" b="0" i="0" kern="1200" dirty="0">
                <a:solidFill>
                  <a:schemeClr val="tx1"/>
                </a:solidFill>
                <a:effectLst/>
                <a:latin typeface="+mn-lt"/>
                <a:ea typeface="+mn-ea"/>
                <a:cs typeface="+mn-cs"/>
              </a:rPr>
              <a:t> Key </a:t>
            </a:r>
            <a:r>
              <a:rPr lang="en-US" sz="1200" b="0" i="0" kern="1200" dirty="0" err="1">
                <a:solidFill>
                  <a:schemeClr val="tx1"/>
                </a:solidFill>
                <a:effectLst/>
                <a:latin typeface="+mn-lt"/>
                <a:ea typeface="+mn-ea"/>
                <a:cs typeface="+mn-cs"/>
              </a:rPr>
              <a:t>เพื่อให้ค้นหาและจัดการได้ง่ายขึ้น</a:t>
            </a:r>
            <a:endParaRPr lang="en-US"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3. </a:t>
            </a:r>
            <a:r>
              <a:rPr lang="en-US" sz="1200" b="1" i="0" kern="1200" dirty="0" err="1">
                <a:solidFill>
                  <a:schemeClr val="tx1"/>
                </a:solidFill>
                <a:effectLst/>
                <a:latin typeface="+mn-lt"/>
                <a:ea typeface="+mn-ea"/>
                <a:cs typeface="+mn-cs"/>
              </a:rPr>
              <a:t>ใช้</a:t>
            </a:r>
            <a:r>
              <a:rPr lang="en-US" sz="1200" b="1" i="0" kern="1200" dirty="0">
                <a:solidFill>
                  <a:schemeClr val="tx1"/>
                </a:solidFill>
                <a:effectLst/>
                <a:latin typeface="+mn-lt"/>
                <a:ea typeface="+mn-ea"/>
                <a:cs typeface="+mn-cs"/>
              </a:rPr>
              <a:t> Pipelining </a:t>
            </a:r>
            <a:r>
              <a:rPr lang="en-US" sz="1200" b="1" i="0" kern="1200" dirty="0" err="1">
                <a:solidFill>
                  <a:schemeClr val="tx1"/>
                </a:solidFill>
                <a:effectLst/>
                <a:latin typeface="+mn-lt"/>
                <a:ea typeface="+mn-ea"/>
                <a:cs typeface="+mn-cs"/>
              </a:rPr>
              <a:t>เมื่อต้องทำหลายคำสั่งพร้อมกัน</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แทนที่จะส่งคำสั่งไป</a:t>
            </a:r>
            <a:r>
              <a:rPr lang="en-US" sz="1200" b="0" i="0" kern="1200" dirty="0">
                <a:solidFill>
                  <a:schemeClr val="tx1"/>
                </a:solidFill>
                <a:effectLst/>
                <a:latin typeface="+mn-lt"/>
                <a:ea typeface="+mn-ea"/>
                <a:cs typeface="+mn-cs"/>
              </a:rPr>
              <a:t> Redis </a:t>
            </a:r>
            <a:r>
              <a:rPr lang="en-US" sz="1200" b="0" i="0" kern="1200" dirty="0" err="1">
                <a:solidFill>
                  <a:schemeClr val="tx1"/>
                </a:solidFill>
                <a:effectLst/>
                <a:latin typeface="+mn-lt"/>
                <a:ea typeface="+mn-ea"/>
                <a:cs typeface="+mn-cs"/>
              </a:rPr>
              <a:t>ทีละคำสั่งแล้วรอคำตอบ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สามารถรวมหลายคำสั่งแล้วส่งในรอบเดียว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ช่วยลดการรับส่งข้อมูลระหว่าง</a:t>
            </a:r>
            <a:r>
              <a:rPr lang="en-US" sz="1200" b="0" i="0" kern="1200" dirty="0">
                <a:solidFill>
                  <a:schemeClr val="tx1"/>
                </a:solidFill>
                <a:effectLst/>
                <a:latin typeface="+mn-lt"/>
                <a:ea typeface="+mn-ea"/>
                <a:cs typeface="+mn-cs"/>
              </a:rPr>
              <a:t> Application </a:t>
            </a:r>
            <a:r>
              <a:rPr lang="en-US" sz="1200" b="0" i="0" kern="1200" dirty="0" err="1">
                <a:solidFill>
                  <a:schemeClr val="tx1"/>
                </a:solidFill>
                <a:effectLst/>
                <a:latin typeface="+mn-lt"/>
                <a:ea typeface="+mn-ea"/>
                <a:cs typeface="+mn-cs"/>
              </a:rPr>
              <a:t>กับ</a:t>
            </a:r>
            <a:r>
              <a:rPr lang="en-US" sz="1200" b="0" i="0" kern="1200" dirty="0">
                <a:solidFill>
                  <a:schemeClr val="tx1"/>
                </a:solidFill>
                <a:effectLst/>
                <a:latin typeface="+mn-lt"/>
                <a:ea typeface="+mn-ea"/>
                <a:cs typeface="+mn-cs"/>
              </a:rPr>
              <a:t> Redis</a:t>
            </a:r>
          </a:p>
          <a:p>
            <a:pPr fontAlgn="t"/>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4. </a:t>
            </a:r>
            <a:r>
              <a:rPr lang="en-US" sz="1200" b="1" i="0" kern="1200" dirty="0" err="1">
                <a:solidFill>
                  <a:schemeClr val="tx1"/>
                </a:solidFill>
                <a:effectLst/>
                <a:latin typeface="+mn-lt"/>
                <a:ea typeface="+mn-ea"/>
                <a:cs typeface="+mn-cs"/>
              </a:rPr>
              <a:t>หลีกเลี่ยงคำสั่ง</a:t>
            </a:r>
            <a:r>
              <a:rPr lang="en-US" sz="1200" b="1" i="0" kern="1200" dirty="0">
                <a:solidFill>
                  <a:schemeClr val="tx1"/>
                </a:solidFill>
                <a:effectLst/>
                <a:latin typeface="+mn-lt"/>
                <a:ea typeface="+mn-ea"/>
                <a:cs typeface="+mn-cs"/>
              </a:rPr>
              <a:t> KEYS </a:t>
            </a:r>
            <a:r>
              <a:rPr lang="en-US" sz="1200" b="1" i="0" kern="1200" dirty="0" err="1">
                <a:solidFill>
                  <a:schemeClr val="tx1"/>
                </a:solidFill>
                <a:effectLst/>
                <a:latin typeface="+mn-lt"/>
                <a:ea typeface="+mn-ea"/>
                <a:cs typeface="+mn-cs"/>
              </a:rPr>
              <a:t>ในระบบจริง</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เพราะอาจทำให้</a:t>
            </a:r>
            <a:r>
              <a:rPr lang="en-US" sz="1200" b="0" i="0" kern="1200" dirty="0">
                <a:solidFill>
                  <a:schemeClr val="tx1"/>
                </a:solidFill>
                <a:effectLst/>
                <a:latin typeface="+mn-lt"/>
                <a:ea typeface="+mn-ea"/>
                <a:cs typeface="+mn-cs"/>
              </a:rPr>
              <a:t> Redis </a:t>
            </a:r>
            <a:r>
              <a:rPr lang="en-US" sz="1200" b="0" i="0" kern="1200" dirty="0" err="1">
                <a:solidFill>
                  <a:schemeClr val="tx1"/>
                </a:solidFill>
                <a:effectLst/>
                <a:latin typeface="+mn-lt"/>
                <a:ea typeface="+mn-ea"/>
                <a:cs typeface="+mn-cs"/>
              </a:rPr>
              <a:t>ต้องค้นหา</a:t>
            </a:r>
            <a:r>
              <a:rPr lang="en-US" sz="1200" b="0" i="0" kern="1200" dirty="0">
                <a:solidFill>
                  <a:schemeClr val="tx1"/>
                </a:solidFill>
                <a:effectLst/>
                <a:latin typeface="+mn-lt"/>
                <a:ea typeface="+mn-ea"/>
                <a:cs typeface="+mn-cs"/>
              </a:rPr>
              <a:t> Key </a:t>
            </a:r>
            <a:r>
              <a:rPr lang="en-US" sz="1200" b="0" i="0" kern="1200" dirty="0" err="1">
                <a:solidFill>
                  <a:schemeClr val="tx1"/>
                </a:solidFill>
                <a:effectLst/>
                <a:latin typeface="+mn-lt"/>
                <a:ea typeface="+mn-ea"/>
                <a:cs typeface="+mn-cs"/>
              </a:rPr>
              <a:t>จำนวนมากจนกระทบระบบ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ควรใช้</a:t>
            </a:r>
            <a:r>
              <a:rPr lang="en-US" sz="1200" b="0" i="0" kern="1200" dirty="0">
                <a:solidFill>
                  <a:schemeClr val="tx1"/>
                </a:solidFill>
                <a:effectLst/>
                <a:latin typeface="+mn-lt"/>
                <a:ea typeface="+mn-ea"/>
                <a:cs typeface="+mn-cs"/>
              </a:rPr>
              <a:t> SCAN </a:t>
            </a:r>
            <a:r>
              <a:rPr lang="en-US" sz="1200" b="0" i="0" kern="1200" dirty="0" err="1">
                <a:solidFill>
                  <a:schemeClr val="tx1"/>
                </a:solidFill>
                <a:effectLst/>
                <a:latin typeface="+mn-lt"/>
                <a:ea typeface="+mn-ea"/>
                <a:cs typeface="+mn-cs"/>
              </a:rPr>
              <a:t>เพื่อค่อย</a:t>
            </a:r>
            <a:r>
              <a:rPr lang="en-US" sz="1200" b="0" i="0" kern="1200" dirty="0">
                <a:solidFill>
                  <a:schemeClr val="tx1"/>
                </a:solidFill>
                <a:effectLst/>
                <a:latin typeface="+mn-lt"/>
                <a:ea typeface="+mn-ea"/>
                <a:cs typeface="+mn-cs"/>
              </a:rPr>
              <a:t> ๆ </a:t>
            </a:r>
            <a:r>
              <a:rPr lang="en-US" sz="1200" b="0" i="0" kern="1200" dirty="0" err="1">
                <a:solidFill>
                  <a:schemeClr val="tx1"/>
                </a:solidFill>
                <a:effectLst/>
                <a:latin typeface="+mn-lt"/>
                <a:ea typeface="+mn-ea"/>
                <a:cs typeface="+mn-cs"/>
              </a:rPr>
              <a:t>ตรวจดูข้อมูลแทน</a:t>
            </a:r>
            <a:endParaRPr lang="en-US"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5. </a:t>
            </a:r>
            <a:r>
              <a:rPr lang="en-US" sz="1200" b="1" i="0" kern="1200" dirty="0" err="1">
                <a:solidFill>
                  <a:schemeClr val="tx1"/>
                </a:solidFill>
                <a:effectLst/>
                <a:latin typeface="+mn-lt"/>
                <a:ea typeface="+mn-ea"/>
                <a:cs typeface="+mn-cs"/>
              </a:rPr>
              <a:t>วาง</a:t>
            </a:r>
            <a:r>
              <a:rPr lang="en-US" sz="1200" b="1" i="0" kern="1200" dirty="0">
                <a:solidFill>
                  <a:schemeClr val="tx1"/>
                </a:solidFill>
                <a:effectLst/>
                <a:latin typeface="+mn-lt"/>
                <a:ea typeface="+mn-ea"/>
                <a:cs typeface="+mn-cs"/>
              </a:rPr>
              <a:t> Application </a:t>
            </a:r>
            <a:r>
              <a:rPr lang="en-US" sz="1200" b="1" i="0" kern="1200" dirty="0" err="1">
                <a:solidFill>
                  <a:schemeClr val="tx1"/>
                </a:solidFill>
                <a:effectLst/>
                <a:latin typeface="+mn-lt"/>
                <a:ea typeface="+mn-ea"/>
                <a:cs typeface="+mn-cs"/>
              </a:rPr>
              <a:t>กับ</a:t>
            </a:r>
            <a:r>
              <a:rPr lang="en-US" sz="1200" b="1" i="0" kern="1200" dirty="0">
                <a:solidFill>
                  <a:schemeClr val="tx1"/>
                </a:solidFill>
                <a:effectLst/>
                <a:latin typeface="+mn-lt"/>
                <a:ea typeface="+mn-ea"/>
                <a:cs typeface="+mn-cs"/>
              </a:rPr>
              <a:t> Redis </a:t>
            </a:r>
            <a:r>
              <a:rPr lang="en-US" sz="1200" b="1" i="0" kern="1200" dirty="0" err="1">
                <a:solidFill>
                  <a:schemeClr val="tx1"/>
                </a:solidFill>
                <a:effectLst/>
                <a:latin typeface="+mn-lt"/>
                <a:ea typeface="+mn-ea"/>
                <a:cs typeface="+mn-cs"/>
              </a:rPr>
              <a:t>ใน</a:t>
            </a:r>
            <a:r>
              <a:rPr lang="en-US" sz="1200" b="1" i="0" kern="1200" dirty="0">
                <a:solidFill>
                  <a:schemeClr val="tx1"/>
                </a:solidFill>
                <a:effectLst/>
                <a:latin typeface="+mn-lt"/>
                <a:ea typeface="+mn-ea"/>
                <a:cs typeface="+mn-cs"/>
              </a:rPr>
              <a:t> Azure Region </a:t>
            </a:r>
            <a:r>
              <a:rPr lang="en-US" sz="1200" b="1" i="0" kern="1200" dirty="0" err="1">
                <a:solidFill>
                  <a:schemeClr val="tx1"/>
                </a:solidFill>
                <a:effectLst/>
                <a:latin typeface="+mn-lt"/>
                <a:ea typeface="+mn-ea"/>
                <a:cs typeface="+mn-cs"/>
              </a:rPr>
              <a:t>เดียวกัน</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ช่วยลดระยะทางในการสื่อสารระหว่างระบบ</a:t>
            </a:r>
            <a:endParaRPr lang="en-US"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6. </a:t>
            </a:r>
            <a:r>
              <a:rPr lang="en-US" sz="1200" b="1" i="0" kern="1200" dirty="0" err="1">
                <a:solidFill>
                  <a:schemeClr val="tx1"/>
                </a:solidFill>
                <a:effectLst/>
                <a:latin typeface="+mn-lt"/>
                <a:ea typeface="+mn-ea"/>
                <a:cs typeface="+mn-cs"/>
              </a:rPr>
              <a:t>คอยดูทรัพยากรของ</a:t>
            </a:r>
            <a:r>
              <a:rPr lang="en-US" sz="1200" b="1" i="0" kern="1200" dirty="0">
                <a:solidFill>
                  <a:schemeClr val="tx1"/>
                </a:solidFill>
                <a:effectLst/>
                <a:latin typeface="+mn-lt"/>
                <a:ea typeface="+mn-ea"/>
                <a:cs typeface="+mn-cs"/>
              </a:rPr>
              <a:t> Redis</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สไลด์แนะนำว่าเมื่อ</a:t>
            </a:r>
            <a:r>
              <a:rPr lang="en-US" sz="1200" b="0" i="0" kern="1200" dirty="0">
                <a:solidFill>
                  <a:schemeClr val="tx1"/>
                </a:solidFill>
                <a:effectLst/>
                <a:latin typeface="+mn-lt"/>
                <a:ea typeface="+mn-ea"/>
                <a:cs typeface="+mn-cs"/>
              </a:rPr>
              <a:t> Memory, CPU, </a:t>
            </a:r>
            <a:r>
              <a:rPr lang="en-US" sz="1200" b="0" i="0" kern="1200" dirty="0" err="1">
                <a:solidFill>
                  <a:schemeClr val="tx1"/>
                </a:solidFill>
                <a:effectLst/>
                <a:latin typeface="+mn-lt"/>
                <a:ea typeface="+mn-ea"/>
                <a:cs typeface="+mn-cs"/>
              </a:rPr>
              <a:t>จำนวน</a:t>
            </a:r>
            <a:r>
              <a:rPr lang="en-US" sz="1200" b="0" i="0" kern="1200" dirty="0">
                <a:solidFill>
                  <a:schemeClr val="tx1"/>
                </a:solidFill>
                <a:effectLst/>
                <a:latin typeface="+mn-lt"/>
                <a:ea typeface="+mn-ea"/>
                <a:cs typeface="+mn-cs"/>
              </a:rPr>
              <a:t> Client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Bandwidth </a:t>
            </a:r>
            <a:r>
              <a:rPr lang="en-US" sz="1200" b="1" i="0" kern="1200" dirty="0" err="1">
                <a:solidFill>
                  <a:schemeClr val="tx1"/>
                </a:solidFill>
                <a:effectLst/>
                <a:latin typeface="+mn-lt"/>
                <a:ea typeface="+mn-ea"/>
                <a:cs typeface="+mn-cs"/>
              </a:rPr>
              <a:t>เกินประมาณ</a:t>
            </a:r>
            <a:r>
              <a:rPr lang="en-US" sz="1200" b="1" i="0" kern="1200" dirty="0">
                <a:solidFill>
                  <a:schemeClr val="tx1"/>
                </a:solidFill>
                <a:effectLst/>
                <a:latin typeface="+mn-lt"/>
                <a:ea typeface="+mn-ea"/>
                <a:cs typeface="+mn-cs"/>
              </a:rPr>
              <a:t> 75% </a:t>
            </a:r>
            <a:r>
              <a:rPr lang="en-US" sz="1200" b="1" i="0" kern="1200" dirty="0" err="1">
                <a:solidFill>
                  <a:schemeClr val="tx1"/>
                </a:solidFill>
                <a:effectLst/>
                <a:latin typeface="+mn-lt"/>
                <a:ea typeface="+mn-ea"/>
                <a:cs typeface="+mn-cs"/>
              </a:rPr>
              <a:t>อย่างต่อเนื่อง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ควรพิจารณา</a:t>
            </a:r>
            <a:r>
              <a:rPr lang="en-US" sz="1200" b="0" i="0" kern="1200" dirty="0">
                <a:solidFill>
                  <a:schemeClr val="tx1"/>
                </a:solidFill>
                <a:effectLst/>
                <a:latin typeface="+mn-lt"/>
                <a:ea typeface="+mn-ea"/>
                <a:cs typeface="+mn-cs"/>
              </a:rPr>
              <a:t> Scale </a:t>
            </a:r>
            <a:r>
              <a:rPr lang="en-US" sz="1200" b="0" i="0" kern="1200" dirty="0" err="1">
                <a:solidFill>
                  <a:schemeClr val="tx1"/>
                </a:solidFill>
                <a:effectLst/>
                <a:latin typeface="+mn-lt"/>
                <a:ea typeface="+mn-ea"/>
                <a:cs typeface="+mn-cs"/>
              </a:rPr>
              <a:t>ระบบ</a:t>
            </a:r>
            <a:endParaRPr lang="en-US"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เป้าหมายของแนวทางเหล่านี้คือ</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ใช้</a:t>
            </a:r>
            <a:r>
              <a:rPr lang="en-US" sz="1200" b="1" i="0" kern="1200" dirty="0">
                <a:solidFill>
                  <a:schemeClr val="tx1"/>
                </a:solidFill>
                <a:effectLst/>
                <a:latin typeface="+mn-lt"/>
                <a:ea typeface="+mn-ea"/>
                <a:cs typeface="+mn-cs"/>
              </a:rPr>
              <a:t> Redis </a:t>
            </a:r>
            <a:r>
              <a:rPr lang="en-US" sz="1200" b="1" i="0" kern="1200" dirty="0" err="1">
                <a:solidFill>
                  <a:schemeClr val="tx1"/>
                </a:solidFill>
                <a:effectLst/>
                <a:latin typeface="+mn-lt"/>
                <a:ea typeface="+mn-ea"/>
                <a:cs typeface="+mn-cs"/>
              </a:rPr>
              <a:t>อย่างมีประสิทธิภาพ</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ลดการรับส่งข้อมูลที่ไม่จำเป็น</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และเตรียมขยายระบบเมื่อโหลดสูงขึ้น</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p:txBody>
      </p:sp>
      <p:sp>
        <p:nvSpPr>
          <p:cNvPr id="1423498433"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1C9CAB2-F6D1-5DF8-53D6-33F8B28B7A84}"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110</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12246621" name="Slide Image Placeholder 1"/>
          <p:cNvSpPr>
            <a:spLocks noGrp="1" noRot="1" noChangeAspect="1"/>
          </p:cNvSpPr>
          <p:nvPr>
            <p:ph type="sldImg"/>
          </p:nvPr>
        </p:nvSpPr>
        <p:spPr bwMode="auto">
          <a:xfrm>
            <a:off x="217488" y="812800"/>
            <a:ext cx="7124700" cy="4008438"/>
          </a:xfrm>
        </p:spPr>
      </p:sp>
      <p:sp>
        <p:nvSpPr>
          <p:cNvPr id="244809744"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วิธีเก็บและจัดการข้อมูลพื้นฐานใน</a:t>
            </a:r>
            <a:r>
              <a:rPr lang="en-US" sz="1200" b="1" i="0" kern="1200" dirty="0">
                <a:solidFill>
                  <a:schemeClr val="tx1"/>
                </a:solidFill>
                <a:effectLst/>
                <a:latin typeface="+mn-lt"/>
                <a:ea typeface="+mn-ea"/>
                <a:cs typeface="+mn-cs"/>
              </a:rPr>
              <a:t> Azure Managed Redis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พร้อมตัวอย่างการเชื่อมต่อด้วย</a:t>
            </a:r>
            <a:r>
              <a:rPr lang="en-US" sz="1200" b="0" i="0" kern="1200" dirty="0">
                <a:solidFill>
                  <a:schemeClr val="tx1"/>
                </a:solidFill>
                <a:effectLst/>
                <a:latin typeface="+mn-lt"/>
                <a:ea typeface="+mn-ea"/>
                <a:cs typeface="+mn-cs"/>
              </a:rPr>
              <a:t> Python</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เข้าใจง่าย</a:t>
            </a:r>
            <a:r>
              <a:rPr lang="en-US" sz="1200" b="1" i="0" kern="1200" dirty="0">
                <a:solidFill>
                  <a:schemeClr val="tx1"/>
                </a:solidFill>
                <a:effectLst/>
                <a:latin typeface="+mn-lt"/>
                <a:ea typeface="+mn-ea"/>
                <a:cs typeface="+mn-cs"/>
              </a:rPr>
              <a:t> ๆ Redis </a:t>
            </a:r>
            <a:r>
              <a:rPr lang="en-US" sz="1200" b="1" i="0" kern="1200" dirty="0" err="1">
                <a:solidFill>
                  <a:schemeClr val="tx1"/>
                </a:solidFill>
                <a:effectLst/>
                <a:latin typeface="+mn-lt"/>
                <a:ea typeface="+mn-ea"/>
                <a:cs typeface="+mn-cs"/>
              </a:rPr>
              <a:t>เก็บข้อมูลได้หลายรูปแบบ</a:t>
            </a:r>
            <a:endParaRPr lang="th-TH" sz="1200" b="1"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String</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เก็บข้อมูลทั่วไป</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ชื่อ</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หรือข้อความ</a:t>
            </a:r>
            <a:r>
              <a:rPr lang="th-TH"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SET </a:t>
            </a:r>
            <a:r>
              <a:rPr lang="en-US" sz="1200" b="0" i="0" kern="1200" dirty="0" err="1">
                <a:solidFill>
                  <a:schemeClr val="tx1"/>
                </a:solidFill>
                <a:effectLst/>
                <a:latin typeface="+mn-lt"/>
                <a:ea typeface="+mn-ea"/>
                <a:cs typeface="+mn-cs"/>
              </a:rPr>
              <a:t>เพื่อบันทึก</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GET </a:t>
            </a:r>
            <a:r>
              <a:rPr lang="en-US" sz="1200" b="0" i="0" kern="1200" dirty="0" err="1">
                <a:solidFill>
                  <a:schemeClr val="tx1"/>
                </a:solidFill>
                <a:effectLst/>
                <a:latin typeface="+mn-lt"/>
                <a:ea typeface="+mn-ea"/>
                <a:cs typeface="+mn-cs"/>
              </a:rPr>
              <a:t>เพื่ออ่านข้อมูล</a:t>
            </a:r>
            <a:endParaRPr lang="th-TH"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Hash</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เก็บข้อมูลหลายช่องของสิ่งเดียวกัน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ผู้ใช้</a:t>
            </a:r>
            <a:r>
              <a:rPr lang="en-US" sz="1200" b="0" i="0" kern="1200" dirty="0">
                <a:solidFill>
                  <a:schemeClr val="tx1"/>
                </a:solidFill>
                <a:effectLst/>
                <a:latin typeface="+mn-lt"/>
                <a:ea typeface="+mn-ea"/>
                <a:cs typeface="+mn-cs"/>
              </a:rPr>
              <a:t> 1 </a:t>
            </a:r>
            <a:r>
              <a:rPr lang="en-US" sz="1200" b="0" i="0" kern="1200" dirty="0" err="1">
                <a:solidFill>
                  <a:schemeClr val="tx1"/>
                </a:solidFill>
                <a:effectLst/>
                <a:latin typeface="+mn-lt"/>
                <a:ea typeface="+mn-ea"/>
                <a:cs typeface="+mn-cs"/>
              </a:rPr>
              <a:t>คนมี</a:t>
            </a:r>
            <a:r>
              <a:rPr lang="en-US" sz="1200" b="0" i="0" kern="1200" dirty="0">
                <a:solidFill>
                  <a:schemeClr val="tx1"/>
                </a:solidFill>
                <a:effectLst/>
                <a:latin typeface="+mn-lt"/>
                <a:ea typeface="+mn-ea"/>
                <a:cs typeface="+mn-cs"/>
              </a:rPr>
              <a:t> name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email</a:t>
            </a:r>
            <a:endParaRPr lang="th-TH"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List</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เก็บข้อมูลเป็นลำดับ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เหมาะกับ</a:t>
            </a:r>
            <a:r>
              <a:rPr lang="en-US" sz="1200" b="0" i="0" kern="1200" dirty="0">
                <a:solidFill>
                  <a:schemeClr val="tx1"/>
                </a:solidFill>
                <a:effectLst/>
                <a:latin typeface="+mn-lt"/>
                <a:ea typeface="+mn-ea"/>
                <a:cs typeface="+mn-cs"/>
              </a:rPr>
              <a:t> Queue </a:t>
            </a:r>
            <a:r>
              <a:rPr lang="en-US" sz="1200" b="0" i="0" kern="1200" dirty="0" err="1">
                <a:solidFill>
                  <a:schemeClr val="tx1"/>
                </a:solidFill>
                <a:effectLst/>
                <a:latin typeface="+mn-lt"/>
                <a:ea typeface="+mn-ea"/>
                <a:cs typeface="+mn-cs"/>
              </a:rPr>
              <a:t>หรือรายการกิจกรรม</a:t>
            </a:r>
            <a:endParaRPr lang="th-TH"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Numeric</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เก็บตัวเลขที่ต้องเพิ่ม</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ลด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จำนวนผู้เข้าชม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โดยใช้</a:t>
            </a:r>
            <a:r>
              <a:rPr lang="en-US" sz="1200" b="0" i="0" kern="1200" dirty="0">
                <a:solidFill>
                  <a:schemeClr val="tx1"/>
                </a:solidFill>
                <a:effectLst/>
                <a:latin typeface="+mn-lt"/>
                <a:ea typeface="+mn-ea"/>
                <a:cs typeface="+mn-cs"/>
              </a:rPr>
              <a:t> INCR / DECR</a:t>
            </a:r>
            <a:endParaRPr lang="th-TH" sz="1200" b="0" i="0" kern="1200" dirty="0">
              <a:solidFill>
                <a:schemeClr val="tx1"/>
              </a:solidFill>
              <a:effectLst/>
              <a:latin typeface="+mn-lt"/>
              <a:ea typeface="+mn-ea"/>
              <a:cs typeface="+mn-cs"/>
            </a:endParaRPr>
          </a:p>
          <a:p>
            <a:pPr lvl="0" fontAlgn="t"/>
            <a:endParaRPr lang="th-TH"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p:txBody>
      </p:sp>
      <p:sp>
        <p:nvSpPr>
          <p:cNvPr id="11890922"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5725CAB-E4F3-6D0E-0C48-729327C3C83C}"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111</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11471746" name="Slide Image Placeholder 1"/>
          <p:cNvSpPr>
            <a:spLocks noGrp="1" noRot="1" noChangeAspect="1"/>
          </p:cNvSpPr>
          <p:nvPr>
            <p:ph type="sldImg"/>
          </p:nvPr>
        </p:nvSpPr>
        <p:spPr bwMode="auto">
          <a:xfrm>
            <a:off x="217488" y="812800"/>
            <a:ext cx="7124700" cy="4008438"/>
          </a:xfrm>
        </p:spPr>
      </p:sp>
      <p:sp>
        <p:nvSpPr>
          <p:cNvPr id="1575594222"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การกำหนดอายุของข้อมูล</a:t>
            </a:r>
            <a:r>
              <a:rPr lang="en-US" sz="1200" b="1" i="0" kern="1200" dirty="0">
                <a:solidFill>
                  <a:schemeClr val="tx1"/>
                </a:solidFill>
                <a:effectLst/>
                <a:latin typeface="+mn-lt"/>
                <a:ea typeface="+mn-ea"/>
                <a:cs typeface="+mn-cs"/>
              </a:rPr>
              <a:t> Cache </a:t>
            </a:r>
            <a:r>
              <a:rPr lang="en-US" sz="1200" b="1" i="0" kern="1200" dirty="0" err="1">
                <a:solidFill>
                  <a:schemeClr val="tx1"/>
                </a:solidFill>
                <a:effectLst/>
                <a:latin typeface="+mn-lt"/>
                <a:ea typeface="+mn-ea"/>
                <a:cs typeface="+mn-cs"/>
              </a:rPr>
              <a:t>และวิธีทำให้ข้อมูลใน</a:t>
            </a:r>
            <a:r>
              <a:rPr lang="en-US" sz="1200" b="1" i="0" kern="1200" dirty="0">
                <a:solidFill>
                  <a:schemeClr val="tx1"/>
                </a:solidFill>
                <a:effectLst/>
                <a:latin typeface="+mn-lt"/>
                <a:ea typeface="+mn-ea"/>
                <a:cs typeface="+mn-cs"/>
              </a:rPr>
              <a:t> Cache </a:t>
            </a:r>
            <a:r>
              <a:rPr lang="en-US" sz="1200" b="1" i="0" kern="1200" dirty="0" err="1">
                <a:solidFill>
                  <a:schemeClr val="tx1"/>
                </a:solidFill>
                <a:effectLst/>
                <a:latin typeface="+mn-lt"/>
                <a:ea typeface="+mn-ea"/>
                <a:cs typeface="+mn-cs"/>
              </a:rPr>
              <a:t>ไม่เก่า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เพื่อให้</a:t>
            </a:r>
            <a:r>
              <a:rPr lang="en-US" sz="1200" b="0" i="0" kern="1200" dirty="0">
                <a:solidFill>
                  <a:schemeClr val="tx1"/>
                </a:solidFill>
                <a:effectLst/>
                <a:latin typeface="+mn-lt"/>
                <a:ea typeface="+mn-ea"/>
                <a:cs typeface="+mn-cs"/>
              </a:rPr>
              <a:t> Redis </a:t>
            </a:r>
            <a:r>
              <a:rPr lang="en-US" sz="1200" b="0" i="0" kern="1200" dirty="0" err="1">
                <a:solidFill>
                  <a:schemeClr val="tx1"/>
                </a:solidFill>
                <a:effectLst/>
                <a:latin typeface="+mn-lt"/>
                <a:ea typeface="+mn-ea"/>
                <a:cs typeface="+mn-cs"/>
              </a:rPr>
              <a:t>เร็วและยังได้ข้อมูลที่ถูกต้อง</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เข้าใจง่าย</a:t>
            </a:r>
            <a:r>
              <a:rPr lang="en-US" sz="1200" b="1" i="0" kern="1200" dirty="0">
                <a:solidFill>
                  <a:schemeClr val="tx1"/>
                </a:solidFill>
                <a:effectLst/>
                <a:latin typeface="+mn-lt"/>
                <a:ea typeface="+mn-ea"/>
                <a:cs typeface="+mn-cs"/>
              </a:rPr>
              <a:t> ๆ</a:t>
            </a:r>
            <a:endParaRPr lang="th-TH" sz="1200" b="1"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TTL (Time To Live)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อายุของข้อมูลใน</a:t>
            </a:r>
            <a:r>
              <a:rPr lang="en-US" sz="1200" b="0" i="0" kern="1200" dirty="0">
                <a:solidFill>
                  <a:schemeClr val="tx1"/>
                </a:solidFill>
                <a:effectLst/>
                <a:latin typeface="+mn-lt"/>
                <a:ea typeface="+mn-ea"/>
                <a:cs typeface="+mn-cs"/>
              </a:rPr>
              <a:t> Cache</a:t>
            </a:r>
            <a:r>
              <a:rPr lang="th-TH"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กำหนด</a:t>
            </a:r>
            <a:r>
              <a:rPr lang="en-US" sz="1200" b="0" i="0" kern="1200" dirty="0">
                <a:solidFill>
                  <a:schemeClr val="tx1"/>
                </a:solidFill>
                <a:effectLst/>
                <a:latin typeface="+mn-lt"/>
                <a:ea typeface="+mn-ea"/>
                <a:cs typeface="+mn-cs"/>
              </a:rPr>
              <a:t> TTL = 5 </a:t>
            </a:r>
            <a:r>
              <a:rPr lang="en-US" sz="1200" b="0" i="0" kern="1200" dirty="0" err="1">
                <a:solidFill>
                  <a:schemeClr val="tx1"/>
                </a:solidFill>
                <a:effectLst/>
                <a:latin typeface="+mn-lt"/>
                <a:ea typeface="+mn-ea"/>
                <a:cs typeface="+mn-cs"/>
              </a:rPr>
              <a:t>นาที</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เมื่อครบเวลา</a:t>
            </a:r>
            <a:r>
              <a:rPr lang="en-US" sz="1200" b="0" i="0" kern="1200" dirty="0">
                <a:solidFill>
                  <a:schemeClr val="tx1"/>
                </a:solidFill>
                <a:effectLst/>
                <a:latin typeface="+mn-lt"/>
                <a:ea typeface="+mn-ea"/>
                <a:cs typeface="+mn-cs"/>
              </a:rPr>
              <a:t> Redis </a:t>
            </a:r>
            <a:r>
              <a:rPr lang="en-US" sz="1200" b="0" i="0" kern="1200" dirty="0" err="1">
                <a:solidFill>
                  <a:schemeClr val="tx1"/>
                </a:solidFill>
                <a:effectLst/>
                <a:latin typeface="+mn-lt"/>
                <a:ea typeface="+mn-ea"/>
                <a:cs typeface="+mn-cs"/>
              </a:rPr>
              <a:t>จะลบข้อมูลนั้นอัตโนมัติ</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SETEX</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บันทึกข้อมูลพร้อมกำหนดอายุ</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EXPIRE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เพิ่มอายุให้ข้อมูลที่มีอยู่แล้ว</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TTL = </a:t>
            </a:r>
            <a:r>
              <a:rPr lang="en-US" sz="1200" b="1" i="0" kern="1200" dirty="0">
                <a:solidFill>
                  <a:schemeClr val="tx1"/>
                </a:solidFill>
                <a:effectLst/>
                <a:latin typeface="+mn-lt"/>
                <a:ea typeface="+mn-ea"/>
                <a:cs typeface="+mn-cs"/>
              </a:rPr>
              <a:t>-1</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หมายถึงไม่ได้กำหนดวันหมดอายุ</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TTL = </a:t>
            </a:r>
            <a:r>
              <a:rPr lang="en-US" sz="1200" b="1" i="0" kern="12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หมายถึง</a:t>
            </a:r>
            <a:r>
              <a:rPr lang="en-US" sz="1200" b="0" i="0" kern="1200" dirty="0">
                <a:solidFill>
                  <a:schemeClr val="tx1"/>
                </a:solidFill>
                <a:effectLst/>
                <a:latin typeface="+mn-lt"/>
                <a:ea typeface="+mn-ea"/>
                <a:cs typeface="+mn-cs"/>
              </a:rPr>
              <a:t> Key </a:t>
            </a:r>
            <a:r>
              <a:rPr lang="en-US" sz="1200" b="0" i="0" kern="1200" dirty="0" err="1">
                <a:solidFill>
                  <a:schemeClr val="tx1"/>
                </a:solidFill>
                <a:effectLst/>
                <a:latin typeface="+mn-lt"/>
                <a:ea typeface="+mn-ea"/>
                <a:cs typeface="+mn-cs"/>
              </a:rPr>
              <a:t>นั้นไม่มีอยู่</a:t>
            </a:r>
            <a:endParaRPr lang="th-TH"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เมื่อ</a:t>
            </a:r>
            <a:r>
              <a:rPr lang="en-US" sz="1200" b="1" i="0" kern="1200" dirty="0">
                <a:solidFill>
                  <a:schemeClr val="tx1"/>
                </a:solidFill>
                <a:effectLst/>
                <a:latin typeface="+mn-lt"/>
                <a:ea typeface="+mn-ea"/>
                <a:cs typeface="+mn-cs"/>
              </a:rPr>
              <a:t> Application </a:t>
            </a:r>
            <a:r>
              <a:rPr lang="en-US" sz="1200" b="1" i="0" kern="1200" dirty="0" err="1">
                <a:solidFill>
                  <a:schemeClr val="tx1"/>
                </a:solidFill>
                <a:effectLst/>
                <a:latin typeface="+mn-lt"/>
                <a:ea typeface="+mn-ea"/>
                <a:cs typeface="+mn-cs"/>
              </a:rPr>
              <a:t>ต้องการข้อมูล</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จะทำอย่างไร</a:t>
            </a:r>
            <a:r>
              <a:rPr lang="en-US" sz="1200" b="1" i="0" kern="1200" dirty="0">
                <a:solidFill>
                  <a:schemeClr val="tx1"/>
                </a:solidFill>
                <a:effectLst/>
                <a:latin typeface="+mn-lt"/>
                <a:ea typeface="+mn-ea"/>
                <a:cs typeface="+mn-cs"/>
              </a:rPr>
              <a:t>?</a:t>
            </a:r>
          </a:p>
          <a:p>
            <a:pPr lvl="0" fontAlgn="t"/>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ตรวจ</a:t>
            </a:r>
            <a:r>
              <a:rPr lang="en-US" sz="1200" b="1" i="0" kern="1200" dirty="0">
                <a:solidFill>
                  <a:schemeClr val="tx1"/>
                </a:solidFill>
                <a:effectLst/>
                <a:latin typeface="+mn-lt"/>
                <a:ea typeface="+mn-ea"/>
                <a:cs typeface="+mn-cs"/>
              </a:rPr>
              <a:t> Cache </a:t>
            </a:r>
            <a:r>
              <a:rPr lang="en-US" sz="1200" b="1" i="0" kern="1200" dirty="0" err="1">
                <a:solidFill>
                  <a:schemeClr val="tx1"/>
                </a:solidFill>
                <a:effectLst/>
                <a:latin typeface="+mn-lt"/>
                <a:ea typeface="+mn-ea"/>
                <a:cs typeface="+mn-cs"/>
              </a:rPr>
              <a:t>ก่อน</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ถ้า</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เจอข้อมูล</a:t>
            </a:r>
            <a:r>
              <a:rPr lang="en-US" sz="1200" b="1" i="0" kern="1200" dirty="0">
                <a:solidFill>
                  <a:schemeClr val="tx1"/>
                </a:solidFill>
                <a:effectLst/>
                <a:latin typeface="+mn-lt"/>
                <a:ea typeface="+mn-ea"/>
                <a:cs typeface="+mn-cs"/>
              </a:rPr>
              <a:t> (Cache Hit)</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ส่งข้อมูลกลับได้ทันที</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ถ้า</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ไม่เจอ</a:t>
            </a:r>
            <a:r>
              <a:rPr lang="en-US" sz="1200" b="1" i="0" kern="1200" dirty="0">
                <a:solidFill>
                  <a:schemeClr val="tx1"/>
                </a:solidFill>
                <a:effectLst/>
                <a:latin typeface="+mn-lt"/>
                <a:ea typeface="+mn-ea"/>
                <a:cs typeface="+mn-cs"/>
              </a:rPr>
              <a:t> (Cache Miss)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ไปอ่านจาก</a:t>
            </a:r>
            <a:r>
              <a:rPr lang="en-US" sz="1200" b="0" i="0" kern="1200" dirty="0">
                <a:solidFill>
                  <a:schemeClr val="tx1"/>
                </a:solidFill>
                <a:effectLst/>
                <a:latin typeface="+mn-lt"/>
                <a:ea typeface="+mn-ea"/>
                <a:cs typeface="+mn-cs"/>
              </a:rPr>
              <a:t> Database</a:t>
            </a:r>
          </a:p>
          <a:p>
            <a:pPr lvl="0" fontAlgn="t"/>
            <a:r>
              <a:rPr lang="en-US" sz="1200" b="0" i="0" kern="1200" dirty="0" err="1">
                <a:solidFill>
                  <a:schemeClr val="tx1"/>
                </a:solidFill>
                <a:effectLst/>
                <a:latin typeface="+mn-lt"/>
                <a:ea typeface="+mn-ea"/>
                <a:cs typeface="+mn-cs"/>
              </a:rPr>
              <a:t>นำข้อมูลที่ได้มา</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เก็บใน</a:t>
            </a:r>
            <a:r>
              <a:rPr lang="en-US" sz="1200" b="1" i="0" kern="1200" dirty="0">
                <a:solidFill>
                  <a:schemeClr val="tx1"/>
                </a:solidFill>
                <a:effectLst/>
                <a:latin typeface="+mn-lt"/>
                <a:ea typeface="+mn-ea"/>
                <a:cs typeface="+mn-cs"/>
              </a:rPr>
              <a:t> Cache </a:t>
            </a:r>
            <a:r>
              <a:rPr lang="en-US" sz="1200" b="1" i="0" kern="1200" dirty="0" err="1">
                <a:solidFill>
                  <a:schemeClr val="tx1"/>
                </a:solidFill>
                <a:effectLst/>
                <a:latin typeface="+mn-lt"/>
                <a:ea typeface="+mn-ea"/>
                <a:cs typeface="+mn-cs"/>
              </a:rPr>
              <a:t>พร้อม</a:t>
            </a:r>
            <a:r>
              <a:rPr lang="en-US" sz="1200" b="1" i="0" kern="1200" dirty="0">
                <a:solidFill>
                  <a:schemeClr val="tx1"/>
                </a:solidFill>
                <a:effectLst/>
                <a:latin typeface="+mn-lt"/>
                <a:ea typeface="+mn-ea"/>
                <a:cs typeface="+mn-cs"/>
              </a:rPr>
              <a:t> TTL</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ส่งข้อมูลกลับให้</a:t>
            </a:r>
            <a:r>
              <a:rPr lang="en-US" sz="1200" b="0" i="0" kern="1200" dirty="0">
                <a:solidFill>
                  <a:schemeClr val="tx1"/>
                </a:solidFill>
                <a:effectLst/>
                <a:latin typeface="+mn-lt"/>
                <a:ea typeface="+mn-ea"/>
                <a:cs typeface="+mn-cs"/>
              </a:rPr>
              <a:t> Application</a:t>
            </a:r>
            <a:endParaRPr lang="th-TH"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แล้วถ้าข้อมูลต้นทางเปลี่ยน</a:t>
            </a:r>
            <a:r>
              <a:rPr lang="en-US" sz="1200" b="1" i="0" kern="1200" dirty="0">
                <a:solidFill>
                  <a:schemeClr val="tx1"/>
                </a:solidFill>
                <a:effectLst/>
                <a:latin typeface="+mn-lt"/>
                <a:ea typeface="+mn-ea"/>
                <a:cs typeface="+mn-cs"/>
              </a:rPr>
              <a:t>?</a:t>
            </a:r>
          </a:p>
          <a:p>
            <a:pPr fontAlgn="t"/>
            <a:r>
              <a:rPr lang="en-US" sz="1200" b="0" i="0" kern="1200" dirty="0" err="1">
                <a:solidFill>
                  <a:schemeClr val="tx1"/>
                </a:solidFill>
                <a:effectLst/>
                <a:latin typeface="+mn-lt"/>
                <a:ea typeface="+mn-ea"/>
                <a:cs typeface="+mn-cs"/>
              </a:rPr>
              <a:t>มีหลายวิธีจัดการ</a:t>
            </a:r>
            <a:r>
              <a:rPr lang="en-US" sz="1200" b="0" i="0" kern="1200" dirty="0">
                <a:solidFill>
                  <a:schemeClr val="tx1"/>
                </a:solidFill>
                <a:effectLst/>
                <a:latin typeface="+mn-lt"/>
                <a:ea typeface="+mn-ea"/>
                <a:cs typeface="+mn-cs"/>
              </a:rPr>
              <a:t> Cache </a:t>
            </a:r>
            <a:r>
              <a:rPr lang="en-US" sz="1200" b="0" i="0" kern="1200" dirty="0" err="1">
                <a:solidFill>
                  <a:schemeClr val="tx1"/>
                </a:solidFill>
                <a:effectLst/>
                <a:latin typeface="+mn-lt"/>
                <a:ea typeface="+mn-ea"/>
                <a:cs typeface="+mn-cs"/>
              </a:rPr>
              <a:t>เช่น</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Time-based</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ให้ข้อมูลหมดอายุตาม</a:t>
            </a:r>
            <a:r>
              <a:rPr lang="en-US" sz="1200" b="0" i="0" kern="1200" dirty="0">
                <a:solidFill>
                  <a:schemeClr val="tx1"/>
                </a:solidFill>
                <a:effectLst/>
                <a:latin typeface="+mn-lt"/>
                <a:ea typeface="+mn-ea"/>
                <a:cs typeface="+mn-cs"/>
              </a:rPr>
              <a:t> TTL </a:t>
            </a:r>
            <a:r>
              <a:rPr lang="en-US" sz="1200" b="0" i="0" kern="1200" dirty="0" err="1">
                <a:solidFill>
                  <a:schemeClr val="tx1"/>
                </a:solidFill>
                <a:effectLst/>
                <a:latin typeface="+mn-lt"/>
                <a:ea typeface="+mn-ea"/>
                <a:cs typeface="+mn-cs"/>
              </a:rPr>
              <a:t>อัตโนมัติ</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Manual</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ข้อมูลต้นทางเปลี่ยนก็ลบ</a:t>
            </a:r>
            <a:r>
              <a:rPr lang="en-US" sz="1200" b="0" i="0" kern="1200" dirty="0">
                <a:solidFill>
                  <a:schemeClr val="tx1"/>
                </a:solidFill>
                <a:effectLst/>
                <a:latin typeface="+mn-lt"/>
                <a:ea typeface="+mn-ea"/>
                <a:cs typeface="+mn-cs"/>
              </a:rPr>
              <a:t> Cache </a:t>
            </a:r>
            <a:r>
              <a:rPr lang="en-US" sz="1200" b="0" i="0" kern="1200" dirty="0" err="1">
                <a:solidFill>
                  <a:schemeClr val="tx1"/>
                </a:solidFill>
                <a:effectLst/>
                <a:latin typeface="+mn-lt"/>
                <a:ea typeface="+mn-ea"/>
                <a:cs typeface="+mn-cs"/>
              </a:rPr>
              <a:t>ที่เกี่ยวข้อง</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Cache-aside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เช็ก</a:t>
            </a:r>
            <a:r>
              <a:rPr lang="en-US" sz="1200" b="0" i="0" kern="1200" dirty="0">
                <a:solidFill>
                  <a:schemeClr val="tx1"/>
                </a:solidFill>
                <a:effectLst/>
                <a:latin typeface="+mn-lt"/>
                <a:ea typeface="+mn-ea"/>
                <a:cs typeface="+mn-cs"/>
              </a:rPr>
              <a:t> Cache </a:t>
            </a:r>
            <a:r>
              <a:rPr lang="en-US" sz="1200" b="0" i="0" kern="1200" dirty="0" err="1">
                <a:solidFill>
                  <a:schemeClr val="tx1"/>
                </a:solidFill>
                <a:effectLst/>
                <a:latin typeface="+mn-lt"/>
                <a:ea typeface="+mn-ea"/>
                <a:cs typeface="+mn-cs"/>
              </a:rPr>
              <a:t>ก่อน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ถ้าไม่มีจึงไป</a:t>
            </a:r>
            <a:r>
              <a:rPr lang="en-US" sz="1200" b="0" i="0" kern="1200" dirty="0">
                <a:solidFill>
                  <a:schemeClr val="tx1"/>
                </a:solidFill>
                <a:effectLst/>
                <a:latin typeface="+mn-lt"/>
                <a:ea typeface="+mn-ea"/>
                <a:cs typeface="+mn-cs"/>
              </a:rPr>
              <a:t> Database </a:t>
            </a:r>
            <a:r>
              <a:rPr lang="en-US" sz="1200" b="0" i="0" kern="1200" dirty="0" err="1">
                <a:solidFill>
                  <a:schemeClr val="tx1"/>
                </a:solidFill>
                <a:effectLst/>
                <a:latin typeface="+mn-lt"/>
                <a:ea typeface="+mn-ea"/>
                <a:cs typeface="+mn-cs"/>
              </a:rPr>
              <a:t>แล้วนำผลกลับมา</a:t>
            </a:r>
            <a:r>
              <a:rPr lang="en-US" sz="1200" b="0" i="0" kern="1200" dirty="0">
                <a:solidFill>
                  <a:schemeClr val="tx1"/>
                </a:solidFill>
                <a:effectLst/>
                <a:latin typeface="+mn-lt"/>
                <a:ea typeface="+mn-ea"/>
                <a:cs typeface="+mn-cs"/>
              </a:rPr>
              <a:t> Cache</a:t>
            </a:r>
          </a:p>
          <a:p>
            <a:pPr lvl="0" fontAlgn="t"/>
            <a:r>
              <a:rPr lang="en-US" sz="1200" b="1" i="0" kern="1200" dirty="0">
                <a:solidFill>
                  <a:schemeClr val="tx1"/>
                </a:solidFill>
                <a:effectLst/>
                <a:latin typeface="+mn-lt"/>
                <a:ea typeface="+mn-ea"/>
                <a:cs typeface="+mn-cs"/>
              </a:rPr>
              <a:t>Pattern-based</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SCAN </a:t>
            </a:r>
            <a:r>
              <a:rPr lang="en-US" sz="1200" b="0" i="0" kern="1200" dirty="0" err="1">
                <a:solidFill>
                  <a:schemeClr val="tx1"/>
                </a:solidFill>
                <a:effectLst/>
                <a:latin typeface="+mn-lt"/>
                <a:ea typeface="+mn-ea"/>
                <a:cs typeface="+mn-cs"/>
              </a:rPr>
              <a:t>ค้นหา</a:t>
            </a:r>
            <a:r>
              <a:rPr lang="en-US" sz="1200" b="0" i="0" kern="1200" dirty="0">
                <a:solidFill>
                  <a:schemeClr val="tx1"/>
                </a:solidFill>
                <a:effectLst/>
                <a:latin typeface="+mn-lt"/>
                <a:ea typeface="+mn-ea"/>
                <a:cs typeface="+mn-cs"/>
              </a:rPr>
              <a:t> Key </a:t>
            </a:r>
            <a:r>
              <a:rPr lang="en-US" sz="1200" b="0" i="0" kern="1200" dirty="0" err="1">
                <a:solidFill>
                  <a:schemeClr val="tx1"/>
                </a:solidFill>
                <a:effectLst/>
                <a:latin typeface="+mn-lt"/>
                <a:ea typeface="+mn-ea"/>
                <a:cs typeface="+mn-cs"/>
              </a:rPr>
              <a:t>ที่เกี่ยวข้องแล้วลบ</a:t>
            </a:r>
            <a:endParaRPr lang="en-US" sz="1200" b="0" i="0" kern="1200" dirty="0">
              <a:solidFill>
                <a:schemeClr val="tx1"/>
              </a:solidFill>
              <a:effectLst/>
              <a:latin typeface="+mn-lt"/>
              <a:ea typeface="+mn-ea"/>
              <a:cs typeface="+mn-cs"/>
            </a:endParaRPr>
          </a:p>
        </p:txBody>
      </p:sp>
      <p:sp>
        <p:nvSpPr>
          <p:cNvPr id="263549789"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D3D470-B456-7C01-680E-788832F774F2}"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112</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127404760" name="Slide Image Placeholder 1"/>
          <p:cNvSpPr>
            <a:spLocks noGrp="1" noRot="1" noChangeAspect="1"/>
          </p:cNvSpPr>
          <p:nvPr>
            <p:ph type="sldImg"/>
          </p:nvPr>
        </p:nvSpPr>
        <p:spPr bwMode="auto">
          <a:xfrm>
            <a:off x="217488" y="812800"/>
            <a:ext cx="7124700" cy="4008438"/>
          </a:xfrm>
        </p:spPr>
      </p:sp>
      <p:sp>
        <p:nvSpPr>
          <p:cNvPr id="1153519892" name="Notes Placeholder 2"/>
          <p:cNvSpPr>
            <a:spLocks noGrp="1"/>
          </p:cNvSpPr>
          <p:nvPr>
            <p:ph type="body" idx="1"/>
          </p:nvPr>
        </p:nvSpPr>
        <p:spPr bwMode="auto"/>
        <p:txBody>
          <a:bodyPr/>
          <a:lstStyle/>
          <a:p>
            <a:pPr>
              <a:lnSpc>
                <a:spcPct val="90000"/>
              </a:lnSpc>
              <a:spcAft>
                <a:spcPts val="333"/>
              </a:spcAft>
              <a:defRPr/>
            </a:pPr>
            <a:r>
              <a:rPr lang="en-US"/>
              <a:t>This exercise requires an Azure subscription, which should be provided by the lab hoster supporting your delivery of this course.</a:t>
            </a:r>
            <a:endParaRPr lang="en-US">
              <a:solidFill>
                <a:srgbClr val="444444"/>
              </a:solidFill>
            </a:endParaRPr>
          </a:p>
          <a:p>
            <a:pPr>
              <a:lnSpc>
                <a:spcPct val="90000"/>
              </a:lnSpc>
              <a:spcAft>
                <a:spcPts val="333"/>
              </a:spcAft>
              <a:defRPr/>
            </a:pPr>
            <a:r>
              <a:rPr lang="en-US"/>
              <a:t>If you are not able to provide students with Azure subscriptions, you can demonstrate the lab using your own subscription (if you have one available).</a:t>
            </a:r>
            <a:endParaRPr/>
          </a:p>
        </p:txBody>
      </p:sp>
      <p:sp>
        <p:nvSpPr>
          <p:cNvPr id="813989813" name="Header Placeholder 3"/>
          <p:cNvSpPr>
            <a:spLocks noGrp="1"/>
          </p:cNvSpPr>
          <p:nvPr>
            <p:ph type="hdr" sz="quarter"/>
          </p:nvPr>
        </p:nvSpPr>
        <p:spPr bwMode="auto"/>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1841359787" name="Footer Placeholder 4"/>
          <p:cNvSpPr>
            <a:spLocks noGrp="1"/>
          </p:cNvSpPr>
          <p:nvPr>
            <p:ph type="ftr" sz="quarter" idx="4"/>
          </p:nvPr>
        </p:nvSpPr>
        <p:spPr bwMode="auto"/>
        <p:txBody>
          <a:bodyPr/>
          <a:lstStyle/>
          <a:p>
            <a:pPr marL="0" marR="0" lvl="0" indent="0" algn="l" defTabSz="914099" rtl="0" eaLnBrk="1" fontAlgn="auto" latinLnBrk="0" hangingPunct="1">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a:ea typeface="Segoe UI"/>
                <a:cs typeface="Segoe UI"/>
              </a:rPr>
              <a:t>© Microsoft Corporation. All rights reserved. MICROSOFT MAKES NO WARRANTIES, EXPRESS, IMPLIED OR STATUTORY, AS TO THE INFORMATION IN THIS PRESENTATION.</a:t>
            </a:r>
            <a:endParaRPr kumimoji="0" sz="1200" b="0" i="0" u="none" strike="noStrike" kern="0" cap="none" spc="0" normalizeH="0" baseline="0" noProof="0">
              <a:ln>
                <a:noFill/>
              </a:ln>
              <a:solidFill>
                <a:prstClr val="black"/>
              </a:solidFill>
              <a:effectLst/>
              <a:uLnTx/>
              <a:uFillTx/>
              <a:latin typeface="Aptos"/>
              <a:cs typeface="Arial"/>
            </a:endParaRPr>
          </a:p>
        </p:txBody>
      </p:sp>
      <p:sp>
        <p:nvSpPr>
          <p:cNvPr id="697817043" name="Date Placeholder 5"/>
          <p:cNvSpPr>
            <a:spLocks noGrp="1"/>
          </p:cNvSpPr>
          <p:nvPr>
            <p:ph type="dt" idx="1"/>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A51BF8-686D-4FC0-9A39-E85C36FAB20B}" type="datetime8">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10/27/2026 8:46 AM</a:t>
            </a:fld>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1375612071" name="Slide Number Placeholder 6"/>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113</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95881790" name="Slide Image Placeholder 1"/>
          <p:cNvSpPr>
            <a:spLocks noGrp="1" noRot="1" noChangeAspect="1"/>
          </p:cNvSpPr>
          <p:nvPr>
            <p:ph type="sldImg"/>
          </p:nvPr>
        </p:nvSpPr>
        <p:spPr bwMode="auto">
          <a:xfrm>
            <a:off x="217488" y="812800"/>
            <a:ext cx="7124700" cy="4008438"/>
          </a:xfrm>
        </p:spPr>
      </p:sp>
      <p:sp>
        <p:nvSpPr>
          <p:cNvPr id="1271705299"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mn-lt"/>
                <a:ea typeface="+mn-ea"/>
                <a:cs typeface="+mn-cs"/>
              </a:rPr>
              <a:t>This module covers two Redis messaging patterns: pub/sub for real-time broadcasting and Streams for reliable task queues. Students learn when to use each pattern and how to implement them in AI applications.</a:t>
            </a:r>
            <a:endParaRPr lang="en-US"/>
          </a:p>
          <a:p>
            <a:pPr>
              <a:defRPr/>
            </a:pPr>
            <a:endParaRPr/>
          </a:p>
          <a:p>
            <a:pPr>
              <a:defRPr/>
            </a:pPr>
            <a:r>
              <a:rPr lang="en-US"/>
              <a:t>Link to module: </a:t>
            </a:r>
            <a:r>
              <a:rPr lang="en-US" u="sng">
                <a:solidFill>
                  <a:schemeClr val="hlink"/>
                </a:solidFill>
                <a:hlinkClick r:id="rId3"/>
              </a:rPr>
              <a:t>https://learn.microsoft.com/training/modules/implement-event-messaging-azure-managed-redis/</a:t>
            </a:r>
            <a:endParaRPr/>
          </a:p>
          <a:p>
            <a:pPr>
              <a:defRPr/>
            </a:pPr>
            <a:endParaRPr lang="en-US"/>
          </a:p>
        </p:txBody>
      </p:sp>
      <p:sp>
        <p:nvSpPr>
          <p:cNvPr id="1023030822"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114</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62511231" name="Slide Image Placeholder 1"/>
          <p:cNvSpPr>
            <a:spLocks noGrp="1" noRot="1" noChangeAspect="1"/>
          </p:cNvSpPr>
          <p:nvPr>
            <p:ph type="sldImg"/>
          </p:nvPr>
        </p:nvSpPr>
        <p:spPr bwMode="auto">
          <a:xfrm>
            <a:off x="217488" y="812800"/>
            <a:ext cx="7124700" cy="4008438"/>
          </a:xfrm>
        </p:spPr>
      </p:sp>
      <p:sp>
        <p:nvSpPr>
          <p:cNvPr id="302025275" name="Notes Placeholder 2"/>
          <p:cNvSpPr>
            <a:spLocks noGrp="1"/>
          </p:cNvSpPr>
          <p:nvPr>
            <p:ph type="body" idx="1"/>
          </p:nvPr>
        </p:nvSpPr>
        <p:spPr bwMode="auto"/>
        <p:txBody>
          <a:bodyPr/>
          <a:lstStyle/>
          <a:p>
            <a:pPr fontAlgn="t"/>
            <a:r>
              <a:rPr lang="en-US" sz="1200" b="1" i="0" kern="1200" dirty="0">
                <a:solidFill>
                  <a:schemeClr val="tx1"/>
                </a:solidFill>
                <a:effectLst/>
                <a:latin typeface="+mn-lt"/>
                <a:ea typeface="+mn-ea"/>
                <a:cs typeface="+mn-cs"/>
              </a:rPr>
              <a:t>Redis </a:t>
            </a:r>
            <a:r>
              <a:rPr lang="en-US" sz="1200" b="1" i="0" kern="1200" dirty="0" err="1">
                <a:solidFill>
                  <a:schemeClr val="tx1"/>
                </a:solidFill>
                <a:effectLst/>
                <a:latin typeface="+mn-lt"/>
                <a:ea typeface="+mn-ea"/>
                <a:cs typeface="+mn-cs"/>
              </a:rPr>
              <a:t>นอกจากใช้เก็บ</a:t>
            </a:r>
            <a:r>
              <a:rPr lang="en-US" sz="1200" b="1" i="0" kern="1200" dirty="0">
                <a:solidFill>
                  <a:schemeClr val="tx1"/>
                </a:solidFill>
                <a:effectLst/>
                <a:latin typeface="+mn-lt"/>
                <a:ea typeface="+mn-ea"/>
                <a:cs typeface="+mn-cs"/>
              </a:rPr>
              <a:t> Cache </a:t>
            </a:r>
            <a:r>
              <a:rPr lang="en-US" sz="1200" b="1" i="0" kern="1200" dirty="0" err="1">
                <a:solidFill>
                  <a:schemeClr val="tx1"/>
                </a:solidFill>
                <a:effectLst/>
                <a:latin typeface="+mn-lt"/>
                <a:ea typeface="+mn-ea"/>
                <a:cs typeface="+mn-cs"/>
              </a:rPr>
              <a:t>แล้ว</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ยังใช้เป็นระบบส่งข้อความระหว่างส่วนต่าง</a:t>
            </a:r>
            <a:r>
              <a:rPr lang="en-US" sz="1200" b="1" i="0" kern="1200" dirty="0">
                <a:solidFill>
                  <a:schemeClr val="tx1"/>
                </a:solidFill>
                <a:effectLst/>
                <a:latin typeface="+mn-lt"/>
                <a:ea typeface="+mn-ea"/>
                <a:cs typeface="+mn-cs"/>
              </a:rPr>
              <a:t> ๆ ของ Application </a:t>
            </a:r>
            <a:r>
              <a:rPr lang="en-US" sz="1200" b="1" i="0" kern="1200" dirty="0" err="1">
                <a:solidFill>
                  <a:schemeClr val="tx1"/>
                </a:solidFill>
                <a:effectLst/>
                <a:latin typeface="+mn-lt"/>
                <a:ea typeface="+mn-ea"/>
                <a:cs typeface="+mn-cs"/>
              </a:rPr>
              <a:t>ได้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โดยมี</a:t>
            </a:r>
            <a:r>
              <a:rPr lang="en-US" sz="1200" b="0" i="0" kern="1200" dirty="0">
                <a:solidFill>
                  <a:schemeClr val="tx1"/>
                </a:solidFill>
                <a:effectLst/>
                <a:latin typeface="+mn-lt"/>
                <a:ea typeface="+mn-ea"/>
                <a:cs typeface="+mn-cs"/>
              </a:rPr>
              <a:t> 2 </a:t>
            </a:r>
            <a:r>
              <a:rPr lang="en-US" sz="1200" b="0" i="0" kern="1200" dirty="0" err="1">
                <a:solidFill>
                  <a:schemeClr val="tx1"/>
                </a:solidFill>
                <a:effectLst/>
                <a:latin typeface="+mn-lt"/>
                <a:ea typeface="+mn-ea"/>
                <a:cs typeface="+mn-cs"/>
              </a:rPr>
              <a:t>รูปแบบหลัก</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คือ</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Pub/Sub</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Streams</a:t>
            </a:r>
            <a:endParaRPr lang="th-TH" sz="1200" b="1"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Pub/Sub</a:t>
            </a:r>
          </a:p>
          <a:p>
            <a:pPr fontAlgn="t"/>
            <a:r>
              <a:rPr lang="en-US" sz="1200" b="0" i="0" kern="1200" dirty="0" err="1">
                <a:solidFill>
                  <a:schemeClr val="tx1"/>
                </a:solidFill>
                <a:effectLst/>
                <a:latin typeface="+mn-lt"/>
                <a:ea typeface="+mn-ea"/>
                <a:cs typeface="+mn-cs"/>
              </a:rPr>
              <a:t>เหมาะกับการ</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กระจายข้อความแบบ</a:t>
            </a:r>
            <a:r>
              <a:rPr lang="en-US" sz="1200" b="1" i="0" kern="1200" dirty="0">
                <a:solidFill>
                  <a:schemeClr val="tx1"/>
                </a:solidFill>
                <a:effectLst/>
                <a:latin typeface="+mn-lt"/>
                <a:ea typeface="+mn-ea"/>
                <a:cs typeface="+mn-cs"/>
              </a:rPr>
              <a:t> Real-time</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Publisher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ส่งข้อความออกมา</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Subscriber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ที่กำลังติดตามอยู่จะได้รับข้อความทันที</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เป็นแนวคิดแบบ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Broadcast / Fire-and-forget</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เหมาะกับ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Notification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หรือเหตุการณ์ที่ต้องแจ้งทันที</a:t>
            </a: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เปรียบเหมือน</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ประกาศผ่านลำโพง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ใครกำลังฟังอยู่ก็ได้ยิน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แต่ข้อความไม่ได้ถูกเก็บไว้เป็นคิวถาวร</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Streams</a:t>
            </a:r>
          </a:p>
          <a:p>
            <a:pPr fontAlgn="t"/>
            <a:r>
              <a:rPr lang="en-US" sz="1200" b="0" i="0" kern="1200" dirty="0" err="1">
                <a:solidFill>
                  <a:schemeClr val="tx1"/>
                </a:solidFill>
                <a:effectLst/>
                <a:latin typeface="+mn-lt"/>
                <a:ea typeface="+mn-ea"/>
                <a:cs typeface="+mn-cs"/>
              </a:rPr>
              <a:t>เหมาะกับงานที่ต้องการ</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เก็บข้อความไว้และนำไปประมวลผล</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ข้อความถูกเก็บไว้เป็น</a:t>
            </a:r>
            <a:r>
              <a:rPr lang="en-US" sz="1200" b="0" i="0" kern="1200" dirty="0">
                <a:solidFill>
                  <a:schemeClr val="tx1"/>
                </a:solidFill>
                <a:effectLst/>
                <a:latin typeface="+mn-lt"/>
                <a:ea typeface="+mn-ea"/>
                <a:cs typeface="+mn-cs"/>
              </a:rPr>
              <a:t> Queue</a:t>
            </a:r>
          </a:p>
          <a:p>
            <a:pPr lvl="0" fontAlgn="t"/>
            <a:r>
              <a:rPr lang="en-US" sz="1200" b="0" i="0" kern="1200" dirty="0" err="1">
                <a:solidFill>
                  <a:schemeClr val="tx1"/>
                </a:solidFill>
                <a:effectLst/>
                <a:latin typeface="+mn-lt"/>
                <a:ea typeface="+mn-ea"/>
                <a:cs typeface="+mn-cs"/>
              </a:rPr>
              <a:t>เหมาะกับงานที่ต้องมีการประสานผู้รับหรือ</a:t>
            </a:r>
            <a:r>
              <a:rPr lang="en-US" sz="1200" b="0" i="0" kern="1200" dirty="0">
                <a:solidFill>
                  <a:schemeClr val="tx1"/>
                </a:solidFill>
                <a:effectLst/>
                <a:latin typeface="+mn-lt"/>
                <a:ea typeface="+mn-ea"/>
                <a:cs typeface="+mn-cs"/>
              </a:rPr>
              <a:t> Consumer</a:t>
            </a:r>
          </a:p>
          <a:p>
            <a:pPr lvl="0" fontAlgn="t"/>
            <a:r>
              <a:rPr lang="en-US" sz="1200" b="0" i="0" kern="1200" dirty="0" err="1">
                <a:solidFill>
                  <a:schemeClr val="tx1"/>
                </a:solidFill>
                <a:effectLst/>
                <a:latin typeface="+mn-lt"/>
                <a:ea typeface="+mn-ea"/>
                <a:cs typeface="+mn-cs"/>
              </a:rPr>
              <a:t>ใช้สร้าง</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Processing Pipeline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สำหรับงานที่ต้องประมวลผลต่อ</a:t>
            </a: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เปรียบเหมือน</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กล่องรับงาน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ข้อความหรืองานถูกเก็บไว้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เพื่อให้ผู้รับมาหยิบไปดำเนินการ</a:t>
            </a:r>
            <a:endParaRPr lang="en-US" sz="1200" b="0" i="0" kern="1200" dirty="0">
              <a:solidFill>
                <a:schemeClr val="tx1"/>
              </a:solidFill>
              <a:effectLst/>
              <a:latin typeface="+mn-lt"/>
              <a:ea typeface="+mn-ea"/>
              <a:cs typeface="+mn-cs"/>
            </a:endParaRPr>
          </a:p>
        </p:txBody>
      </p:sp>
      <p:sp>
        <p:nvSpPr>
          <p:cNvPr id="1017232983"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EF9690-F434-6C3D-1486-B2EDE16BD272}"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115</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95776389" name="Slide Image Placeholder 1"/>
          <p:cNvSpPr>
            <a:spLocks noGrp="1" noRot="1" noChangeAspect="1"/>
          </p:cNvSpPr>
          <p:nvPr>
            <p:ph type="sldImg"/>
          </p:nvPr>
        </p:nvSpPr>
        <p:spPr bwMode="auto">
          <a:xfrm>
            <a:off x="217488" y="812800"/>
            <a:ext cx="7124700" cy="4008438"/>
          </a:xfrm>
        </p:spPr>
      </p:sp>
      <p:sp>
        <p:nvSpPr>
          <p:cNvPr id="324089937" name="Notes Placeholder 2"/>
          <p:cNvSpPr>
            <a:spLocks noGrp="1"/>
          </p:cNvSpPr>
          <p:nvPr>
            <p:ph type="body" idx="1"/>
          </p:nvPr>
        </p:nvSpPr>
        <p:spPr bwMode="auto"/>
        <p:txBody>
          <a:bodyPr/>
          <a:lstStyle/>
          <a:p>
            <a:pPr fontAlgn="t"/>
            <a:r>
              <a:rPr lang="en-US" sz="1200" b="1" i="0" kern="1200" dirty="0">
                <a:solidFill>
                  <a:schemeClr val="tx1"/>
                </a:solidFill>
                <a:effectLst/>
                <a:latin typeface="+mn-lt"/>
                <a:ea typeface="+mn-ea"/>
                <a:cs typeface="+mn-cs"/>
              </a:rPr>
              <a:t>Redis Pub/Sub</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สำหรับ</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ส่งเหตุการณ์หรือข้อความแบบ</a:t>
            </a:r>
            <a:r>
              <a:rPr lang="en-US" sz="1200" b="1" i="0" kern="1200" dirty="0">
                <a:solidFill>
                  <a:schemeClr val="tx1"/>
                </a:solidFill>
                <a:effectLst/>
                <a:latin typeface="+mn-lt"/>
                <a:ea typeface="+mn-ea"/>
                <a:cs typeface="+mn-cs"/>
              </a:rPr>
              <a:t> Real-time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จากระบบหนึ่งไปยังหลายระบบที่กำลังรอฟังอยู่</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Pub/Sub </a:t>
            </a:r>
            <a:r>
              <a:rPr lang="en-US" sz="1200" b="1" i="0" kern="1200" dirty="0" err="1">
                <a:solidFill>
                  <a:schemeClr val="tx1"/>
                </a:solidFill>
                <a:effectLst/>
                <a:latin typeface="+mn-lt"/>
                <a:ea typeface="+mn-ea"/>
                <a:cs typeface="+mn-cs"/>
              </a:rPr>
              <a:t>ทำงานอย่างไร</a:t>
            </a:r>
            <a:r>
              <a:rPr lang="en-US" sz="1200" b="1" i="0" kern="1200" dirty="0">
                <a:solidFill>
                  <a:schemeClr val="tx1"/>
                </a:solidFill>
                <a:effectLst/>
                <a:latin typeface="+mn-lt"/>
                <a:ea typeface="+mn-ea"/>
                <a:cs typeface="+mn-cs"/>
              </a:rPr>
              <a:t>?</a:t>
            </a:r>
          </a:p>
          <a:p>
            <a:pPr lvl="0" fontAlgn="t"/>
            <a:r>
              <a:rPr lang="en-US" sz="1200" b="1" i="0" kern="1200" dirty="0">
                <a:solidFill>
                  <a:schemeClr val="tx1"/>
                </a:solidFill>
                <a:effectLst/>
                <a:latin typeface="+mn-lt"/>
                <a:ea typeface="+mn-ea"/>
                <a:cs typeface="+mn-cs"/>
              </a:rPr>
              <a:t>Publisher</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ผู้ส่งข้อความ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โดยส่งไปยัง</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Channel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ที่กำหนด</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Subscriber</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ผู้รับที่สมัครฟัง</a:t>
            </a:r>
            <a:r>
              <a:rPr lang="en-US" sz="1200" b="0" i="0" kern="1200" dirty="0">
                <a:solidFill>
                  <a:schemeClr val="tx1"/>
                </a:solidFill>
                <a:effectLst/>
                <a:latin typeface="+mn-lt"/>
                <a:ea typeface="+mn-ea"/>
                <a:cs typeface="+mn-cs"/>
              </a:rPr>
              <a:t> Channel </a:t>
            </a:r>
            <a:r>
              <a:rPr lang="en-US" sz="1200" b="0" i="0" kern="1200" dirty="0" err="1">
                <a:solidFill>
                  <a:schemeClr val="tx1"/>
                </a:solidFill>
                <a:effectLst/>
                <a:latin typeface="+mn-lt"/>
                <a:ea typeface="+mn-ea"/>
                <a:cs typeface="+mn-cs"/>
              </a:rPr>
              <a:t>นั้น</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เมื่อ</a:t>
            </a:r>
            <a:r>
              <a:rPr lang="en-US" sz="1200" b="0" i="0" kern="1200" dirty="0">
                <a:solidFill>
                  <a:schemeClr val="tx1"/>
                </a:solidFill>
                <a:effectLst/>
                <a:latin typeface="+mn-lt"/>
                <a:ea typeface="+mn-ea"/>
                <a:cs typeface="+mn-cs"/>
              </a:rPr>
              <a:t> Publisher </a:t>
            </a:r>
            <a:r>
              <a:rPr lang="en-US" sz="1200" b="0" i="0" kern="1200" dirty="0" err="1">
                <a:solidFill>
                  <a:schemeClr val="tx1"/>
                </a:solidFill>
                <a:effectLst/>
                <a:latin typeface="+mn-lt"/>
                <a:ea typeface="+mn-ea"/>
                <a:cs typeface="+mn-cs"/>
              </a:rPr>
              <a:t>ส่งข้อความ</a:t>
            </a:r>
            <a:r>
              <a:rPr lang="en-US" sz="1200" b="0" i="0" kern="1200" dirty="0">
                <a:solidFill>
                  <a:schemeClr val="tx1"/>
                </a:solidFill>
                <a:effectLst/>
                <a:latin typeface="+mn-lt"/>
                <a:ea typeface="+mn-ea"/>
                <a:cs typeface="+mn-cs"/>
              </a:rPr>
              <a:t> → Subscriber </a:t>
            </a:r>
            <a:r>
              <a:rPr lang="en-US" sz="1200" b="0" i="0" kern="1200" dirty="0" err="1">
                <a:solidFill>
                  <a:schemeClr val="tx1"/>
                </a:solidFill>
                <a:effectLst/>
                <a:latin typeface="+mn-lt"/>
                <a:ea typeface="+mn-ea"/>
                <a:cs typeface="+mn-cs"/>
              </a:rPr>
              <a:t>ที่กำลังฟังอยู่จะได้รับข้อความทันที</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เป็นแบบ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Fire-and-forget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คือ</a:t>
            </a:r>
            <a:r>
              <a:rPr lang="en-US" sz="1200" b="0" i="0" kern="1200" dirty="0">
                <a:solidFill>
                  <a:schemeClr val="tx1"/>
                </a:solidFill>
                <a:effectLst/>
                <a:latin typeface="+mn-lt"/>
                <a:ea typeface="+mn-ea"/>
                <a:cs typeface="+mn-cs"/>
              </a:rPr>
              <a:t> Redis </a:t>
            </a:r>
            <a:r>
              <a:rPr lang="en-US" sz="1200" b="1" i="0" kern="1200" dirty="0" err="1">
                <a:solidFill>
                  <a:schemeClr val="tx1"/>
                </a:solidFill>
                <a:effectLst/>
                <a:latin typeface="+mn-lt"/>
                <a:ea typeface="+mn-ea"/>
                <a:cs typeface="+mn-cs"/>
              </a:rPr>
              <a:t>ไม่ได้เก็บข้อความไว้รอ</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และไม่มีการยืนยันว่าผู้รับได้รับข้อความแล้ว</a:t>
            </a:r>
            <a:endParaRPr lang="th-TH" sz="1200" b="0" i="0" kern="1200" dirty="0">
              <a:solidFill>
                <a:schemeClr val="tx1"/>
              </a:solidFill>
              <a:effectLst/>
              <a:latin typeface="+mn-lt"/>
              <a:ea typeface="+mn-ea"/>
              <a:cs typeface="+mn-cs"/>
            </a:endParaRPr>
          </a:p>
          <a:p>
            <a:pPr lvl="0" fontAlgn="t"/>
            <a:endParaRPr lang="th-TH"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เปรียบเหมือน</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สถานีวิทยุ</a:t>
            </a: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 Publisher = </a:t>
            </a:r>
            <a:r>
              <a:rPr lang="en-US" sz="1200" b="0" i="0" kern="1200" dirty="0" err="1">
                <a:solidFill>
                  <a:schemeClr val="tx1"/>
                </a:solidFill>
                <a:effectLst/>
                <a:latin typeface="+mn-lt"/>
                <a:ea typeface="+mn-ea"/>
                <a:cs typeface="+mn-cs"/>
              </a:rPr>
              <a:t>สถานีวิทยุ</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Subscriber = </a:t>
            </a:r>
            <a:r>
              <a:rPr lang="en-US" sz="1200" b="0" i="0" kern="1200" dirty="0" err="1">
                <a:solidFill>
                  <a:schemeClr val="tx1"/>
                </a:solidFill>
                <a:effectLst/>
                <a:latin typeface="+mn-lt"/>
                <a:ea typeface="+mn-ea"/>
                <a:cs typeface="+mn-cs"/>
              </a:rPr>
              <a:t>คนที่เปิดฟังคลื่นนั้น</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ถ้าเปิดฟังอยู่</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ได้ยินข้อความ</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ถ้ายังไม่ได้เปิดฟังตอนประกาศ</a:t>
            </a:r>
            <a:r>
              <a:rPr lang="en-US" sz="1200" b="0"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ข้อความนั้นจะพลาดไป</a:t>
            </a:r>
            <a:endParaRPr lang="en-US" sz="1200" b="0" i="0" kern="1200" dirty="0">
              <a:solidFill>
                <a:schemeClr val="tx1"/>
              </a:solidFill>
              <a:effectLst/>
              <a:latin typeface="+mn-lt"/>
              <a:ea typeface="+mn-ea"/>
              <a:cs typeface="+mn-cs"/>
            </a:endParaRPr>
          </a:p>
          <a:p>
            <a:pPr lvl="0" fontAlgn="t"/>
            <a:endParaRPr lang="th-TH"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เหมาะกับงานอะไร</a:t>
            </a:r>
            <a:r>
              <a:rPr lang="en-US" sz="1200" b="1" i="0" kern="1200" dirty="0">
                <a:solidFill>
                  <a:schemeClr val="tx1"/>
                </a:solidFill>
                <a:effectLst/>
                <a:latin typeface="+mn-lt"/>
                <a:ea typeface="+mn-ea"/>
                <a:cs typeface="+mn-cs"/>
              </a:rPr>
              <a:t>?</a:t>
            </a:r>
          </a:p>
          <a:p>
            <a:pPr lvl="0" fontAlgn="t"/>
            <a:r>
              <a:rPr lang="en-US" sz="1200" b="1" i="0" kern="1200" dirty="0" err="1">
                <a:solidFill>
                  <a:schemeClr val="tx1"/>
                </a:solidFill>
                <a:effectLst/>
                <a:latin typeface="+mn-lt"/>
                <a:ea typeface="+mn-ea"/>
                <a:cs typeface="+mn-cs"/>
              </a:rPr>
              <a:t>แจ้งเตือนแบบ</a:t>
            </a:r>
            <a:r>
              <a:rPr lang="en-US" sz="1200" b="1" i="0" kern="1200" dirty="0">
                <a:solidFill>
                  <a:schemeClr val="tx1"/>
                </a:solidFill>
                <a:effectLst/>
                <a:latin typeface="+mn-lt"/>
                <a:ea typeface="+mn-ea"/>
                <a:cs typeface="+mn-cs"/>
              </a:rPr>
              <a:t> Real-time</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แจ้งหลายระบบให้</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ล้างหรืออัปเดต</a:t>
            </a:r>
            <a:r>
              <a:rPr lang="en-US" sz="1200" b="1" i="0" kern="1200" dirty="0">
                <a:solidFill>
                  <a:schemeClr val="tx1"/>
                </a:solidFill>
                <a:effectLst/>
                <a:latin typeface="+mn-lt"/>
                <a:ea typeface="+mn-ea"/>
                <a:cs typeface="+mn-cs"/>
              </a:rPr>
              <a:t> Cache </a:t>
            </a:r>
            <a:r>
              <a:rPr lang="en-US" sz="1200" b="1" i="0" kern="1200" dirty="0" err="1">
                <a:solidFill>
                  <a:schemeClr val="tx1"/>
                </a:solidFill>
                <a:effectLst/>
                <a:latin typeface="+mn-lt"/>
                <a:ea typeface="+mn-ea"/>
                <a:cs typeface="+mn-cs"/>
              </a:rPr>
              <a:t>พร้อมกัน</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แจ้งการเปลี่ยน</a:t>
            </a:r>
            <a:r>
              <a:rPr lang="en-US" sz="1200" b="0" i="0" kern="1200" dirty="0">
                <a:solidFill>
                  <a:schemeClr val="tx1"/>
                </a:solidFill>
                <a:effectLst/>
                <a:latin typeface="+mn-lt"/>
                <a:ea typeface="+mn-ea"/>
                <a:cs typeface="+mn-cs"/>
              </a:rPr>
              <a:t> Configuration</a:t>
            </a:r>
          </a:p>
          <a:p>
            <a:pPr lvl="0" fontAlgn="t"/>
            <a:r>
              <a:rPr lang="en-US" sz="1200" b="0" i="0" kern="1200" dirty="0" err="1">
                <a:solidFill>
                  <a:schemeClr val="tx1"/>
                </a:solidFill>
                <a:effectLst/>
                <a:latin typeface="+mn-lt"/>
                <a:ea typeface="+mn-ea"/>
                <a:cs typeface="+mn-cs"/>
              </a:rPr>
              <a:t>ส่ง</a:t>
            </a:r>
            <a:r>
              <a:rPr lang="en-US" sz="1200" b="0" i="0" kern="1200" dirty="0">
                <a:solidFill>
                  <a:schemeClr val="tx1"/>
                </a:solidFill>
                <a:effectLst/>
                <a:latin typeface="+mn-lt"/>
                <a:ea typeface="+mn-ea"/>
                <a:cs typeface="+mn-cs"/>
              </a:rPr>
              <a:t> Event </a:t>
            </a:r>
            <a:r>
              <a:rPr lang="en-US" sz="1200" b="0" i="0" kern="1200" dirty="0" err="1">
                <a:solidFill>
                  <a:schemeClr val="tx1"/>
                </a:solidFill>
                <a:effectLst/>
                <a:latin typeface="+mn-lt"/>
                <a:ea typeface="+mn-ea"/>
                <a:cs typeface="+mn-cs"/>
              </a:rPr>
              <a:t>ระหว่าง</a:t>
            </a:r>
            <a:r>
              <a:rPr lang="en-US" sz="1200" b="0" i="0" kern="1200" dirty="0">
                <a:solidFill>
                  <a:schemeClr val="tx1"/>
                </a:solidFill>
                <a:effectLst/>
                <a:latin typeface="+mn-lt"/>
                <a:ea typeface="+mn-ea"/>
                <a:cs typeface="+mn-cs"/>
              </a:rPr>
              <a:t> Service </a:t>
            </a:r>
            <a:r>
              <a:rPr lang="en-US" sz="1200" b="0" i="0" kern="1200" dirty="0" err="1">
                <a:solidFill>
                  <a:schemeClr val="tx1"/>
                </a:solidFill>
                <a:effectLst/>
                <a:latin typeface="+mn-lt"/>
                <a:ea typeface="+mn-ea"/>
                <a:cs typeface="+mn-cs"/>
              </a:rPr>
              <a:t>ต่าง</a:t>
            </a:r>
            <a:r>
              <a:rPr lang="en-US" sz="1200" b="0" i="0" kern="1200" dirty="0">
                <a:solidFill>
                  <a:schemeClr val="tx1"/>
                </a:solidFill>
                <a:effectLst/>
                <a:latin typeface="+mn-lt"/>
                <a:ea typeface="+mn-ea"/>
                <a:cs typeface="+mn-cs"/>
              </a:rPr>
              <a:t> ๆ </a:t>
            </a:r>
            <a:r>
              <a:rPr lang="en-US" sz="1200" b="0" i="0" kern="1200" dirty="0" err="1">
                <a:solidFill>
                  <a:schemeClr val="tx1"/>
                </a:solidFill>
                <a:effectLst/>
                <a:latin typeface="+mn-lt"/>
                <a:ea typeface="+mn-ea"/>
                <a:cs typeface="+mn-cs"/>
              </a:rPr>
              <a:t>ที่ไม่จำเป็นต้องรอการตอบกลับ</a:t>
            </a:r>
            <a:endParaRPr lang="en-US" sz="1200" b="0" i="0" kern="1200" dirty="0">
              <a:solidFill>
                <a:schemeClr val="tx1"/>
              </a:solidFill>
              <a:effectLst/>
              <a:latin typeface="+mn-lt"/>
              <a:ea typeface="+mn-ea"/>
              <a:cs typeface="+mn-cs"/>
            </a:endParaRPr>
          </a:p>
          <a:p>
            <a:pPr lvl="0" fontAlgn="t"/>
            <a:endParaRPr lang="th-TH" sz="1200" b="0" i="0" kern="1200" dirty="0">
              <a:solidFill>
                <a:schemeClr val="tx1"/>
              </a:solidFill>
              <a:effectLst/>
              <a:latin typeface="+mn-lt"/>
              <a:ea typeface="+mn-ea"/>
              <a:cs typeface="+mn-cs"/>
            </a:endParaRPr>
          </a:p>
          <a:p>
            <a:pPr lvl="0" fontAlgn="t"/>
            <a:endParaRPr lang="th-TH"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p:txBody>
      </p:sp>
      <p:sp>
        <p:nvSpPr>
          <p:cNvPr id="1311321942"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116</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12581823" name="Slide Image Placeholder 1"/>
          <p:cNvSpPr>
            <a:spLocks noGrp="1" noRot="1" noChangeAspect="1"/>
          </p:cNvSpPr>
          <p:nvPr>
            <p:ph type="sldImg"/>
          </p:nvPr>
        </p:nvSpPr>
        <p:spPr bwMode="auto">
          <a:xfrm>
            <a:off x="217488" y="812800"/>
            <a:ext cx="7124700" cy="4008438"/>
          </a:xfrm>
        </p:spPr>
      </p:sp>
      <p:sp>
        <p:nvSpPr>
          <p:cNvPr id="903732415" name="Notes Placeholder 2"/>
          <p:cNvSpPr>
            <a:spLocks noGrp="1"/>
          </p:cNvSpPr>
          <p:nvPr>
            <p:ph type="body" idx="1"/>
          </p:nvPr>
        </p:nvSpPr>
        <p:spPr bwMode="auto"/>
        <p:txBody>
          <a:bodyPr/>
          <a:lstStyle/>
          <a:p>
            <a:pPr fontAlgn="t"/>
            <a:r>
              <a:rPr lang="en-US" sz="1200" b="1" i="0" kern="1200" dirty="0">
                <a:solidFill>
                  <a:schemeClr val="tx1"/>
                </a:solidFill>
                <a:effectLst/>
                <a:latin typeface="+mn-lt"/>
                <a:ea typeface="+mn-ea"/>
                <a:cs typeface="+mn-cs"/>
              </a:rPr>
              <a:t>Redis Streams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ซึ่งใช้</a:t>
            </a:r>
            <a:r>
              <a:rPr lang="en-US" sz="1200" b="0" i="0" kern="1200" dirty="0">
                <a:solidFill>
                  <a:schemeClr val="tx1"/>
                </a:solidFill>
                <a:effectLst/>
                <a:latin typeface="+mn-lt"/>
                <a:ea typeface="+mn-ea"/>
                <a:cs typeface="+mn-cs"/>
              </a:rPr>
              <a:t> Redis </a:t>
            </a:r>
            <a:r>
              <a:rPr lang="en-US" sz="1200" b="0" i="0" kern="1200" dirty="0" err="1">
                <a:solidFill>
                  <a:schemeClr val="tx1"/>
                </a:solidFill>
                <a:effectLst/>
                <a:latin typeface="+mn-lt"/>
                <a:ea typeface="+mn-ea"/>
                <a:cs typeface="+mn-cs"/>
              </a:rPr>
              <a:t>เป็น</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คิวงาน</a:t>
            </a:r>
            <a:r>
              <a:rPr lang="en-US" sz="1200" b="1" i="0" kern="1200" dirty="0">
                <a:solidFill>
                  <a:schemeClr val="tx1"/>
                </a:solidFill>
                <a:effectLst/>
                <a:latin typeface="+mn-lt"/>
                <a:ea typeface="+mn-ea"/>
                <a:cs typeface="+mn-cs"/>
              </a:rPr>
              <a:t> (Task Queue)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เพื่อเก็บงานไว้รอให้ระบบหรือ</a:t>
            </a:r>
            <a:r>
              <a:rPr lang="en-US" sz="1200" b="0" i="0" kern="1200" dirty="0">
                <a:solidFill>
                  <a:schemeClr val="tx1"/>
                </a:solidFill>
                <a:effectLst/>
                <a:latin typeface="+mn-lt"/>
                <a:ea typeface="+mn-ea"/>
                <a:cs typeface="+mn-cs"/>
              </a:rPr>
              <a:t> Worker </a:t>
            </a:r>
            <a:r>
              <a:rPr lang="en-US" sz="1200" b="0" i="0" kern="1200" dirty="0" err="1">
                <a:solidFill>
                  <a:schemeClr val="tx1"/>
                </a:solidFill>
                <a:effectLst/>
                <a:latin typeface="+mn-lt"/>
                <a:ea typeface="+mn-ea"/>
                <a:cs typeface="+mn-cs"/>
              </a:rPr>
              <a:t>นำไปประมวลผล</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โดยงานจะไม่หายทันทีเหมือน</a:t>
            </a:r>
            <a:r>
              <a:rPr lang="en-US" sz="1200" b="0" i="0" kern="1200" dirty="0">
                <a:solidFill>
                  <a:schemeClr val="tx1"/>
                </a:solidFill>
                <a:effectLst/>
                <a:latin typeface="+mn-lt"/>
                <a:ea typeface="+mn-ea"/>
                <a:cs typeface="+mn-cs"/>
              </a:rPr>
              <a:t> Pub/Sub</a:t>
            </a:r>
          </a:p>
          <a:p>
            <a:pPr fontAlgn="t"/>
            <a:r>
              <a:rPr lang="en-US" sz="1200" b="1" i="0" kern="1200" dirty="0" err="1">
                <a:solidFill>
                  <a:schemeClr val="tx1"/>
                </a:solidFill>
                <a:effectLst/>
                <a:latin typeface="+mn-lt"/>
                <a:ea typeface="+mn-ea"/>
                <a:cs typeface="+mn-cs"/>
              </a:rPr>
              <a:t>ทำงานแบบง่าย</a:t>
            </a:r>
            <a:r>
              <a:rPr lang="en-US" sz="1200" b="1" i="0" kern="1200" dirty="0">
                <a:solidFill>
                  <a:schemeClr val="tx1"/>
                </a:solidFill>
                <a:effectLst/>
                <a:latin typeface="+mn-lt"/>
                <a:ea typeface="+mn-ea"/>
                <a:cs typeface="+mn-cs"/>
              </a:rPr>
              <a:t> ๆ</a:t>
            </a:r>
            <a:endParaRPr lang="th-TH" sz="1200" b="1"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lvl="0" fontAlgn="t"/>
            <a:r>
              <a:rPr lang="en-US" sz="1200" b="1" i="0" kern="1200" dirty="0" err="1">
                <a:solidFill>
                  <a:schemeClr val="tx1"/>
                </a:solidFill>
                <a:effectLst/>
                <a:latin typeface="+mn-lt"/>
                <a:ea typeface="+mn-ea"/>
                <a:cs typeface="+mn-cs"/>
              </a:rPr>
              <a:t>พิ่มงานเข้า</a:t>
            </a:r>
            <a:r>
              <a:rPr lang="en-US" sz="1200" b="1" i="0" kern="1200" dirty="0">
                <a:solidFill>
                  <a:schemeClr val="tx1"/>
                </a:solidFill>
                <a:effectLst/>
                <a:latin typeface="+mn-lt"/>
                <a:ea typeface="+mn-ea"/>
                <a:cs typeface="+mn-cs"/>
              </a:rPr>
              <a:t> Queue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ด้วย</a:t>
            </a:r>
            <a:r>
              <a:rPr lang="en-US" sz="1200" b="0" i="0" kern="1200" dirty="0">
                <a:solidFill>
                  <a:schemeClr val="tx1"/>
                </a:solidFill>
                <a:effectLst/>
                <a:latin typeface="+mn-lt"/>
                <a:ea typeface="+mn-ea"/>
                <a:cs typeface="+mn-cs"/>
              </a:rPr>
              <a:t> XADD</a:t>
            </a:r>
          </a:p>
          <a:p>
            <a:pPr lvl="0" fontAlgn="t"/>
            <a:r>
              <a:rPr lang="en-US" sz="1200" b="1" i="0" kern="1200" dirty="0">
                <a:solidFill>
                  <a:schemeClr val="tx1"/>
                </a:solidFill>
                <a:effectLst/>
                <a:latin typeface="+mn-lt"/>
                <a:ea typeface="+mn-ea"/>
                <a:cs typeface="+mn-cs"/>
              </a:rPr>
              <a:t>Worker </a:t>
            </a:r>
            <a:r>
              <a:rPr lang="en-US" sz="1200" b="1" i="0" kern="1200" dirty="0" err="1">
                <a:solidFill>
                  <a:schemeClr val="tx1"/>
                </a:solidFill>
                <a:effectLst/>
                <a:latin typeface="+mn-lt"/>
                <a:ea typeface="+mn-ea"/>
                <a:cs typeface="+mn-cs"/>
              </a:rPr>
              <a:t>รับงานไปทำ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ผ่าน</a:t>
            </a:r>
            <a:r>
              <a:rPr lang="en-US" sz="1200" b="0" i="0" kern="1200" dirty="0">
                <a:solidFill>
                  <a:schemeClr val="tx1"/>
                </a:solidFill>
                <a:effectLst/>
                <a:latin typeface="+mn-lt"/>
                <a:ea typeface="+mn-ea"/>
                <a:cs typeface="+mn-cs"/>
              </a:rPr>
              <a:t> Consumer Group </a:t>
            </a:r>
            <a:r>
              <a:rPr lang="en-US" sz="1200" b="0" i="0" kern="1200" dirty="0" err="1">
                <a:solidFill>
                  <a:schemeClr val="tx1"/>
                </a:solidFill>
                <a:effectLst/>
                <a:latin typeface="+mn-lt"/>
                <a:ea typeface="+mn-ea"/>
                <a:cs typeface="+mn-cs"/>
              </a:rPr>
              <a:t>โดยใช้</a:t>
            </a:r>
            <a:r>
              <a:rPr lang="en-US" sz="1200" b="0" i="0" kern="1200" dirty="0">
                <a:solidFill>
                  <a:schemeClr val="tx1"/>
                </a:solidFill>
                <a:effectLst/>
                <a:latin typeface="+mn-lt"/>
                <a:ea typeface="+mn-ea"/>
                <a:cs typeface="+mn-cs"/>
              </a:rPr>
              <a:t> XREADGROUP</a:t>
            </a:r>
          </a:p>
          <a:p>
            <a:pPr lvl="0" fontAlgn="t"/>
            <a:r>
              <a:rPr lang="en-US" sz="1200" b="0" i="0" kern="1200" dirty="0" err="1">
                <a:solidFill>
                  <a:schemeClr val="tx1"/>
                </a:solidFill>
                <a:effectLst/>
                <a:latin typeface="+mn-lt"/>
                <a:ea typeface="+mn-ea"/>
                <a:cs typeface="+mn-cs"/>
              </a:rPr>
              <a:t>เมื่องานสำเร็จ</a:t>
            </a:r>
            <a:r>
              <a:rPr lang="en-US" sz="1200" b="0" i="0" kern="1200" dirty="0">
                <a:solidFill>
                  <a:schemeClr val="tx1"/>
                </a:solidFill>
                <a:effectLst/>
                <a:latin typeface="+mn-lt"/>
                <a:ea typeface="+mn-ea"/>
                <a:cs typeface="+mn-cs"/>
              </a:rPr>
              <a:t> Worker </a:t>
            </a:r>
            <a:r>
              <a:rPr lang="en-US" sz="1200" b="0" i="0" kern="1200" dirty="0" err="1">
                <a:solidFill>
                  <a:schemeClr val="tx1"/>
                </a:solidFill>
                <a:effectLst/>
                <a:latin typeface="+mn-lt"/>
                <a:ea typeface="+mn-ea"/>
                <a:cs typeface="+mn-cs"/>
              </a:rPr>
              <a:t>ยืนยันว่าเสร็จแล้วด้วย</a:t>
            </a:r>
            <a:r>
              <a:rPr lang="en-US" sz="1200" b="0" i="0" kern="1200" dirty="0">
                <a:solidFill>
                  <a:schemeClr val="tx1"/>
                </a:solidFill>
                <a:effectLst/>
                <a:latin typeface="+mn-lt"/>
                <a:ea typeface="+mn-ea"/>
                <a:cs typeface="+mn-cs"/>
              </a:rPr>
              <a:t> XACK</a:t>
            </a:r>
          </a:p>
          <a:p>
            <a:pPr lvl="0" fontAlgn="t"/>
            <a:r>
              <a:rPr lang="en-US" sz="1200" b="0" i="0" kern="1200" dirty="0" err="1">
                <a:solidFill>
                  <a:schemeClr val="tx1"/>
                </a:solidFill>
                <a:effectLst/>
                <a:latin typeface="+mn-lt"/>
                <a:ea typeface="+mn-ea"/>
                <a:cs typeface="+mn-cs"/>
              </a:rPr>
              <a:t>ถ้างานค้างหรือ</a:t>
            </a:r>
            <a:r>
              <a:rPr lang="en-US" sz="1200" b="0" i="0" kern="1200" dirty="0">
                <a:solidFill>
                  <a:schemeClr val="tx1"/>
                </a:solidFill>
                <a:effectLst/>
                <a:latin typeface="+mn-lt"/>
                <a:ea typeface="+mn-ea"/>
                <a:cs typeface="+mn-cs"/>
              </a:rPr>
              <a:t> Worker </a:t>
            </a:r>
            <a:r>
              <a:rPr lang="en-US" sz="1200" b="0" i="0" kern="1200" dirty="0" err="1">
                <a:solidFill>
                  <a:schemeClr val="tx1"/>
                </a:solidFill>
                <a:effectLst/>
                <a:latin typeface="+mn-lt"/>
                <a:ea typeface="+mn-ea"/>
                <a:cs typeface="+mn-cs"/>
              </a:rPr>
              <a:t>ทำไม่สำเร็จ</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งานยังอยู่ในสถานะ</a:t>
            </a:r>
            <a:r>
              <a:rPr lang="en-US" sz="1200" b="0" i="0" kern="1200" dirty="0">
                <a:solidFill>
                  <a:schemeClr val="tx1"/>
                </a:solidFill>
                <a:effectLst/>
                <a:latin typeface="+mn-lt"/>
                <a:ea typeface="+mn-ea"/>
                <a:cs typeface="+mn-cs"/>
              </a:rPr>
              <a:t> Pending </a:t>
            </a:r>
            <a:r>
              <a:rPr lang="en-US" sz="1200" b="0" i="0" kern="1200" dirty="0" err="1">
                <a:solidFill>
                  <a:schemeClr val="tx1"/>
                </a:solidFill>
                <a:effectLst/>
                <a:latin typeface="+mn-lt"/>
                <a:ea typeface="+mn-ea"/>
                <a:cs typeface="+mn-cs"/>
              </a:rPr>
              <a:t>และสามารถนำกลับมาจัดการใหม่ได้ผ่าน</a:t>
            </a:r>
            <a:r>
              <a:rPr lang="en-US" sz="1200" b="0" i="0" kern="1200" dirty="0">
                <a:solidFill>
                  <a:schemeClr val="tx1"/>
                </a:solidFill>
                <a:effectLst/>
                <a:latin typeface="+mn-lt"/>
                <a:ea typeface="+mn-ea"/>
                <a:cs typeface="+mn-cs"/>
              </a:rPr>
              <a:t> XPENDING / XCLAIM</a:t>
            </a:r>
          </a:p>
          <a:p>
            <a:pPr lvl="0" fontAlgn="t"/>
            <a:r>
              <a:rPr lang="en-US" sz="1200" b="0" i="0" kern="1200" dirty="0" err="1">
                <a:solidFill>
                  <a:schemeClr val="tx1"/>
                </a:solidFill>
                <a:effectLst/>
                <a:latin typeface="+mn-lt"/>
                <a:ea typeface="+mn-ea"/>
                <a:cs typeface="+mn-cs"/>
              </a:rPr>
              <a:t>มีประวัติข้อความ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ช่วยตรวจสอบปัญหาและนำงานกลับมาประมวลผลซ้ำได้</a:t>
            </a:r>
            <a:endParaRPr lang="th-TH" sz="1200" b="0" i="0" kern="1200" dirty="0">
              <a:solidFill>
                <a:schemeClr val="tx1"/>
              </a:solidFill>
              <a:effectLst/>
              <a:latin typeface="+mn-lt"/>
              <a:ea typeface="+mn-ea"/>
              <a:cs typeface="+mn-cs"/>
            </a:endParaRPr>
          </a:p>
          <a:p>
            <a:pPr lvl="0" fontAlgn="t"/>
            <a:endParaRPr lang="th-TH"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คิดว่า</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Redis Streams = </a:t>
            </a:r>
            <a:r>
              <a:rPr lang="en-US" sz="1200" b="1" i="0" kern="1200" dirty="0" err="1">
                <a:solidFill>
                  <a:schemeClr val="tx1"/>
                </a:solidFill>
                <a:effectLst/>
                <a:latin typeface="+mn-lt"/>
                <a:ea typeface="+mn-ea"/>
                <a:cs typeface="+mn-cs"/>
              </a:rPr>
              <a:t>กล่องงานของทีม</a:t>
            </a:r>
            <a:endParaRPr lang="th-TH"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มีงานใหม่</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ใส่กล่อง</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Worker → </a:t>
            </a:r>
            <a:r>
              <a:rPr lang="en-US" sz="1200" b="0" i="0" kern="1200" dirty="0" err="1">
                <a:solidFill>
                  <a:schemeClr val="tx1"/>
                </a:solidFill>
                <a:effectLst/>
                <a:latin typeface="+mn-lt"/>
                <a:ea typeface="+mn-ea"/>
                <a:cs typeface="+mn-cs"/>
              </a:rPr>
              <a:t>หยิบงานไปทำ</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ทำเสร็จ</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แจ้งว่าเสร็จ</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ทำไม่เสร็จ</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งานยังค้างอยู่</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ไม่หายไป</a:t>
            </a:r>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p:txBody>
      </p:sp>
      <p:sp>
        <p:nvSpPr>
          <p:cNvPr id="854072957"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117</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17797039" name="Slide Image Placeholder 1"/>
          <p:cNvSpPr>
            <a:spLocks noGrp="1" noRot="1" noChangeAspect="1"/>
          </p:cNvSpPr>
          <p:nvPr>
            <p:ph type="sldImg"/>
          </p:nvPr>
        </p:nvSpPr>
        <p:spPr bwMode="auto">
          <a:xfrm>
            <a:off x="217488" y="812800"/>
            <a:ext cx="7124700" cy="4008438"/>
          </a:xfrm>
        </p:spPr>
      </p:sp>
      <p:sp>
        <p:nvSpPr>
          <p:cNvPr id="2109017096" name="Notes Placeholder 2"/>
          <p:cNvSpPr>
            <a:spLocks noGrp="1"/>
          </p:cNvSpPr>
          <p:nvPr>
            <p:ph type="body" idx="1"/>
          </p:nvPr>
        </p:nvSpPr>
        <p:spPr bwMode="auto"/>
        <p:txBody>
          <a:bodyPr/>
          <a:lstStyle/>
          <a:p>
            <a:pPr fontAlgn="t"/>
            <a:r>
              <a:rPr lang="en-US" sz="1200" b="1" i="0" kern="1200" dirty="0">
                <a:solidFill>
                  <a:schemeClr val="tx1"/>
                </a:solidFill>
                <a:effectLst/>
                <a:latin typeface="+mn-lt"/>
                <a:ea typeface="+mn-ea"/>
                <a:cs typeface="+mn-cs"/>
              </a:rPr>
              <a:t>Pub/Sub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Redis Streams </a:t>
            </a:r>
            <a:r>
              <a:rPr lang="en-US" sz="1200" b="1" i="0" kern="1200" dirty="0" err="1">
                <a:solidFill>
                  <a:schemeClr val="tx1"/>
                </a:solidFill>
                <a:effectLst/>
                <a:latin typeface="+mn-lt"/>
                <a:ea typeface="+mn-ea"/>
                <a:cs typeface="+mn-cs"/>
              </a:rPr>
              <a:t>ต่างกันที่วิธีส่งงานให้ผู้รับ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และควรเลือกตามลักษณะงาน</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 Pub/Sub = “</a:t>
            </a:r>
            <a:r>
              <a:rPr lang="en-US" sz="1200" b="1" i="0" kern="1200" dirty="0" err="1">
                <a:solidFill>
                  <a:schemeClr val="tx1"/>
                </a:solidFill>
                <a:effectLst/>
                <a:latin typeface="+mn-lt"/>
                <a:ea typeface="+mn-ea"/>
                <a:cs typeface="+mn-cs"/>
              </a:rPr>
              <a:t>ประกาศให้ทุกคน</a:t>
            </a:r>
            <a:r>
              <a:rPr lang="en-US" sz="1200" b="1" i="0" kern="1200" dirty="0">
                <a:solidFill>
                  <a:schemeClr val="tx1"/>
                </a:solidFill>
                <a:effectLst/>
                <a:latin typeface="+mn-lt"/>
                <a:ea typeface="+mn-ea"/>
                <a:cs typeface="+mn-cs"/>
              </a:rPr>
              <a:t>”</a:t>
            </a:r>
          </a:p>
          <a:p>
            <a:pPr lvl="0" fontAlgn="t"/>
            <a:r>
              <a:rPr lang="en-US" sz="1200" b="0" i="0" kern="1200" dirty="0" err="1">
                <a:solidFill>
                  <a:schemeClr val="tx1"/>
                </a:solidFill>
                <a:effectLst/>
                <a:latin typeface="+mn-lt"/>
                <a:ea typeface="+mn-ea"/>
                <a:cs typeface="+mn-cs"/>
              </a:rPr>
              <a:t>ข้อความหนึ่งถูกส่งให้</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Subscriber </a:t>
            </a:r>
            <a:r>
              <a:rPr lang="en-US" sz="1200" b="1" i="0" kern="1200" dirty="0" err="1">
                <a:solidFill>
                  <a:schemeClr val="tx1"/>
                </a:solidFill>
                <a:effectLst/>
                <a:latin typeface="+mn-lt"/>
                <a:ea typeface="+mn-ea"/>
                <a:cs typeface="+mn-cs"/>
              </a:rPr>
              <a:t>ทุกคนที่กำลังฟังอยู่</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ไม่มีการยืนยันว่าผู้รับได้รับข้อความแล้ว</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เหมาะกับ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Notification, </a:t>
            </a:r>
            <a:r>
              <a:rPr lang="en-US" sz="1200" b="1" i="0" kern="1200" dirty="0" err="1">
                <a:solidFill>
                  <a:schemeClr val="tx1"/>
                </a:solidFill>
                <a:effectLst/>
                <a:latin typeface="+mn-lt"/>
                <a:ea typeface="+mn-ea"/>
                <a:cs typeface="+mn-cs"/>
              </a:rPr>
              <a:t>การแจ้งล้าง</a:t>
            </a:r>
            <a:r>
              <a:rPr lang="en-US" sz="1200" b="1" i="0" kern="1200" dirty="0">
                <a:solidFill>
                  <a:schemeClr val="tx1"/>
                </a:solidFill>
                <a:effectLst/>
                <a:latin typeface="+mn-lt"/>
                <a:ea typeface="+mn-ea"/>
                <a:cs typeface="+mn-cs"/>
              </a:rPr>
              <a:t> Cache </a:t>
            </a:r>
            <a:r>
              <a:rPr lang="en-US" sz="1200" b="1" i="0" kern="1200" dirty="0" err="1">
                <a:solidFill>
                  <a:schemeClr val="tx1"/>
                </a:solidFill>
                <a:effectLst/>
                <a:latin typeface="+mn-lt"/>
                <a:ea typeface="+mn-ea"/>
                <a:cs typeface="+mn-cs"/>
              </a:rPr>
              <a:t>และการแจ้ง</a:t>
            </a:r>
            <a:r>
              <a:rPr lang="en-US" sz="1200" b="1" i="0" kern="1200" dirty="0">
                <a:solidFill>
                  <a:schemeClr val="tx1"/>
                </a:solidFill>
                <a:effectLst/>
                <a:latin typeface="+mn-lt"/>
                <a:ea typeface="+mn-ea"/>
                <a:cs typeface="+mn-cs"/>
              </a:rPr>
              <a:t> Configuration </a:t>
            </a:r>
            <a:r>
              <a:rPr lang="en-US" sz="1200" b="1" i="0" kern="1200" dirty="0" err="1">
                <a:solidFill>
                  <a:schemeClr val="tx1"/>
                </a:solidFill>
                <a:effectLst/>
                <a:latin typeface="+mn-lt"/>
                <a:ea typeface="+mn-ea"/>
                <a:cs typeface="+mn-cs"/>
              </a:rPr>
              <a:t>เปลี่ยน</a:t>
            </a:r>
            <a:endParaRPr lang="th-TH" sz="1200" b="1"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เหมือน</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ประกาศผ่านลำโพง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ทุกคนที่กำลังฟังจะได้ยินพร้อมกัน</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 Streams = “</a:t>
            </a:r>
            <a:r>
              <a:rPr lang="en-US" sz="1200" b="1" i="0" kern="1200" dirty="0" err="1">
                <a:solidFill>
                  <a:schemeClr val="tx1"/>
                </a:solidFill>
                <a:effectLst/>
                <a:latin typeface="+mn-lt"/>
                <a:ea typeface="+mn-ea"/>
                <a:cs typeface="+mn-cs"/>
              </a:rPr>
              <a:t>แบ่งงานให้คนทำ</a:t>
            </a:r>
            <a:r>
              <a:rPr lang="en-US" sz="1200" b="1" i="0" kern="1200" dirty="0">
                <a:solidFill>
                  <a:schemeClr val="tx1"/>
                </a:solidFill>
                <a:effectLst/>
                <a:latin typeface="+mn-lt"/>
                <a:ea typeface="+mn-ea"/>
                <a:cs typeface="+mn-cs"/>
              </a:rPr>
              <a:t>”</a:t>
            </a:r>
          </a:p>
          <a:p>
            <a:pPr lvl="0" fontAlgn="t"/>
            <a:r>
              <a:rPr lang="en-US" sz="1200" b="0" i="0" kern="1200" dirty="0" err="1">
                <a:solidFill>
                  <a:schemeClr val="tx1"/>
                </a:solidFill>
                <a:effectLst/>
                <a:latin typeface="+mn-lt"/>
                <a:ea typeface="+mn-ea"/>
                <a:cs typeface="+mn-cs"/>
              </a:rPr>
              <a:t>ข้อความหรืองานหนึ่งรายการถูกส่งให้</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Consumer </a:t>
            </a:r>
            <a:r>
              <a:rPr lang="en-US" sz="1200" b="1" i="0" kern="1200" dirty="0" err="1">
                <a:solidFill>
                  <a:schemeClr val="tx1"/>
                </a:solidFill>
                <a:effectLst/>
                <a:latin typeface="+mn-lt"/>
                <a:ea typeface="+mn-ea"/>
                <a:cs typeface="+mn-cs"/>
              </a:rPr>
              <a:t>หนึ่งตัวในกลุ่ม</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มีการยืนยันเมื่องานเสร็จ</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Acknowledgment</a:t>
            </a:r>
            <a:r>
              <a:rPr lang="en-US" sz="1200" b="0" i="0" kern="1200" dirty="0">
                <a:solidFill>
                  <a:schemeClr val="tx1"/>
                </a:solidFill>
                <a:effectLst/>
                <a:latin typeface="+mn-lt"/>
                <a:ea typeface="+mn-ea"/>
                <a:cs typeface="+mn-cs"/>
              </a:rPr>
              <a:t>)</a:t>
            </a:r>
          </a:p>
          <a:p>
            <a:pPr lvl="0" fontAlgn="t"/>
            <a:r>
              <a:rPr lang="en-US" sz="1200" b="0" i="0" kern="1200" dirty="0" err="1">
                <a:solidFill>
                  <a:schemeClr val="tx1"/>
                </a:solidFill>
                <a:effectLst/>
                <a:latin typeface="+mn-lt"/>
                <a:ea typeface="+mn-ea"/>
                <a:cs typeface="+mn-cs"/>
              </a:rPr>
              <a:t>รองรับการ</a:t>
            </a:r>
            <a:r>
              <a:rPr lang="en-US" sz="1200" b="0" i="0" kern="1200" dirty="0">
                <a:solidFill>
                  <a:schemeClr val="tx1"/>
                </a:solidFill>
                <a:effectLst/>
                <a:latin typeface="+mn-lt"/>
                <a:ea typeface="+mn-ea"/>
                <a:cs typeface="+mn-cs"/>
              </a:rPr>
              <a:t> Retry </a:t>
            </a:r>
            <a:r>
              <a:rPr lang="en-US" sz="1200" b="0" i="0" kern="1200" dirty="0" err="1">
                <a:solidFill>
                  <a:schemeClr val="tx1"/>
                </a:solidFill>
                <a:effectLst/>
                <a:latin typeface="+mn-lt"/>
                <a:ea typeface="+mn-ea"/>
                <a:cs typeface="+mn-cs"/>
              </a:rPr>
              <a:t>และจัดการกรณีงานล้มเหลว</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เหมาะกับ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Task Queue, Processing Pipeline </a:t>
            </a:r>
            <a:r>
              <a:rPr lang="en-US" sz="1200" b="1" i="0" kern="1200" dirty="0" err="1">
                <a:solidFill>
                  <a:schemeClr val="tx1"/>
                </a:solidFill>
                <a:effectLst/>
                <a:latin typeface="+mn-lt"/>
                <a:ea typeface="+mn-ea"/>
                <a:cs typeface="+mn-cs"/>
              </a:rPr>
              <a:t>และการกระจายงาน</a:t>
            </a: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เหมือน</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ทีมรับงาน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งานแต่ละชิ้นถูกแจกให้สมาชิกคนหนึ่งรับผิดชอบ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ไม่จำเป็นต้องให้ทุกคนทำงานเดียวกัน</a:t>
            </a:r>
            <a:endParaRPr lang="en-US" sz="1200" b="0" i="0" kern="1200" dirty="0">
              <a:solidFill>
                <a:schemeClr val="tx1"/>
              </a:solidFill>
              <a:effectLst/>
              <a:latin typeface="+mn-lt"/>
              <a:ea typeface="+mn-ea"/>
              <a:cs typeface="+mn-cs"/>
            </a:endParaRPr>
          </a:p>
        </p:txBody>
      </p:sp>
      <p:sp>
        <p:nvSpPr>
          <p:cNvPr id="1632303271"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85B264-E53A-7301-379E-73E6A5CA84A9}"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118</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25589831" name="Slide Image Placeholder 1"/>
          <p:cNvSpPr>
            <a:spLocks noGrp="1" noRot="1" noChangeAspect="1"/>
          </p:cNvSpPr>
          <p:nvPr>
            <p:ph type="sldImg"/>
          </p:nvPr>
        </p:nvSpPr>
        <p:spPr bwMode="auto">
          <a:xfrm>
            <a:off x="217488" y="812800"/>
            <a:ext cx="7124700" cy="4008438"/>
          </a:xfrm>
        </p:spPr>
      </p:sp>
      <p:sp>
        <p:nvSpPr>
          <p:cNvPr id="1051661175" name="Notes Placeholder 2"/>
          <p:cNvSpPr>
            <a:spLocks noGrp="1"/>
          </p:cNvSpPr>
          <p:nvPr>
            <p:ph type="body" idx="1"/>
          </p:nvPr>
        </p:nvSpPr>
        <p:spPr bwMode="auto"/>
        <p:txBody>
          <a:bodyPr/>
          <a:lstStyle/>
          <a:p>
            <a:pPr>
              <a:lnSpc>
                <a:spcPct val="90000"/>
              </a:lnSpc>
              <a:spcAft>
                <a:spcPts val="332"/>
              </a:spcAft>
              <a:defRPr/>
            </a:pPr>
            <a:r>
              <a:rPr lang="en-US"/>
              <a:t>This exercise requires an Azure subscription, which should be provided by the lab hoster supporting your delivery of this course.</a:t>
            </a:r>
            <a:endParaRPr lang="en-US">
              <a:solidFill>
                <a:srgbClr val="444444"/>
              </a:solidFill>
            </a:endParaRPr>
          </a:p>
          <a:p>
            <a:pPr>
              <a:lnSpc>
                <a:spcPct val="90000"/>
              </a:lnSpc>
              <a:spcAft>
                <a:spcPts val="332"/>
              </a:spcAft>
              <a:defRPr/>
            </a:pPr>
            <a:r>
              <a:rPr lang="en-US"/>
              <a:t>If you are not able to provide students with Azure subscriptions, you can demonstrate the lab using your own subscription (if you have one available).</a:t>
            </a:r>
            <a:endParaRPr/>
          </a:p>
        </p:txBody>
      </p:sp>
      <p:sp>
        <p:nvSpPr>
          <p:cNvPr id="1432999294" name="Header Placeholder 3"/>
          <p:cNvSpPr>
            <a:spLocks noGrp="1"/>
          </p:cNvSpPr>
          <p:nvPr>
            <p:ph type="hdr" sz="quarter"/>
          </p:nvPr>
        </p:nvSpPr>
        <p:spPr bwMode="auto"/>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1911231775" name="Footer Placeholder 4"/>
          <p:cNvSpPr>
            <a:spLocks noGrp="1"/>
          </p:cNvSpPr>
          <p:nvPr>
            <p:ph type="ftr" sz="quarter" idx="4"/>
          </p:nvPr>
        </p:nvSpPr>
        <p:spPr bwMode="auto"/>
        <p:txBody>
          <a:bodyPr/>
          <a:lstStyle/>
          <a:p>
            <a:pPr marL="0" marR="0" lvl="0" indent="0" algn="l" defTabSz="914098" rtl="0" eaLnBrk="1" fontAlgn="auto" latinLnBrk="0" hangingPunct="1">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a:ea typeface="Segoe UI"/>
                <a:cs typeface="Segoe UI"/>
              </a:rPr>
              <a:t>© Microsoft Corporation. All rights reserved. MICROSOFT MAKES NO WARRANTIES, EXPRESS, IMPLIED OR STATUTORY, AS TO THE INFORMATION IN THIS PRESENTATION.</a:t>
            </a:r>
            <a:endParaRPr kumimoji="0" sz="1200" b="0" i="0" u="none" strike="noStrike" kern="0" cap="none" spc="0" normalizeH="0" baseline="0" noProof="0">
              <a:ln>
                <a:noFill/>
              </a:ln>
              <a:solidFill>
                <a:prstClr val="black"/>
              </a:solidFill>
              <a:effectLst/>
              <a:uLnTx/>
              <a:uFillTx/>
              <a:latin typeface="Aptos"/>
              <a:cs typeface="Arial"/>
            </a:endParaRPr>
          </a:p>
        </p:txBody>
      </p:sp>
      <p:sp>
        <p:nvSpPr>
          <p:cNvPr id="1105267995" name="Date Placeholder 5"/>
          <p:cNvSpPr>
            <a:spLocks noGrp="1"/>
          </p:cNvSpPr>
          <p:nvPr>
            <p:ph type="dt" idx="1"/>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FD8069-D363-B1FD-C85A-30544EF19ECA}" type="datetime8">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10/27/2026 8:46 AM</a:t>
            </a:fld>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1502584677" name="Slide Number Placeholder 6"/>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32D111-37E3-EE75-0870-1F0A4C533A8B}"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119</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18955372" name="Slide Image Placeholder 1"/>
          <p:cNvSpPr>
            <a:spLocks noGrp="1" noRot="1" noChangeAspect="1"/>
          </p:cNvSpPr>
          <p:nvPr>
            <p:ph type="sldImg"/>
          </p:nvPr>
        </p:nvSpPr>
        <p:spPr bwMode="auto">
          <a:xfrm>
            <a:off x="217488" y="812800"/>
            <a:ext cx="7124700" cy="4008438"/>
          </a:xfrm>
        </p:spPr>
      </p:sp>
      <p:sp>
        <p:nvSpPr>
          <p:cNvPr id="732772904" name="Notes Placeholder 2"/>
          <p:cNvSpPr>
            <a:spLocks noGrp="1"/>
          </p:cNvSpPr>
          <p:nvPr>
            <p:ph type="body" idx="1"/>
          </p:nvPr>
        </p:nvSpPr>
        <p:spPr bwMode="auto"/>
        <p:txBody>
          <a:bodyPr/>
          <a:lstStyle/>
          <a:p>
            <a:pPr>
              <a:defRPr/>
            </a:pPr>
            <a:r>
              <a:rPr lang="en-US"/>
              <a:t>Link to module: </a:t>
            </a:r>
            <a:r>
              <a:rPr lang="en-US" u="sng">
                <a:solidFill>
                  <a:schemeClr val="hlink"/>
                </a:solidFill>
                <a:hlinkClick r:id="rId3"/>
              </a:rPr>
              <a:t>https://learn.microsoft.com/training/modules/implement-vector-storage-azure-managed-redis/</a:t>
            </a:r>
            <a:endParaRPr lang="en-US"/>
          </a:p>
          <a:p>
            <a:pPr>
              <a:defRPr/>
            </a:pPr>
            <a:endParaRPr lang="en-US"/>
          </a:p>
        </p:txBody>
      </p:sp>
      <p:sp>
        <p:nvSpPr>
          <p:cNvPr id="75169378"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120</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71743861" name="Slide Image Placeholder 1"/>
          <p:cNvSpPr>
            <a:spLocks noGrp="1" noRot="1" noChangeAspect="1"/>
          </p:cNvSpPr>
          <p:nvPr>
            <p:ph type="sldImg"/>
          </p:nvPr>
        </p:nvSpPr>
        <p:spPr bwMode="auto">
          <a:xfrm>
            <a:off x="217488" y="812800"/>
            <a:ext cx="7124700" cy="4008438"/>
          </a:xfrm>
        </p:spPr>
      </p:sp>
      <p:sp>
        <p:nvSpPr>
          <p:cNvPr id="915422912"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การเก็บและค้นหา</a:t>
            </a:r>
            <a:r>
              <a:rPr lang="en-US" sz="1200" b="1" i="0" kern="1200" dirty="0">
                <a:solidFill>
                  <a:schemeClr val="tx1"/>
                </a:solidFill>
                <a:effectLst/>
                <a:latin typeface="+mn-lt"/>
                <a:ea typeface="+mn-ea"/>
                <a:cs typeface="+mn-cs"/>
              </a:rPr>
              <a:t> Vector Data </a:t>
            </a:r>
            <a:r>
              <a:rPr lang="en-US" sz="1200" b="1" i="0" kern="1200" dirty="0" err="1">
                <a:solidFill>
                  <a:schemeClr val="tx1"/>
                </a:solidFill>
                <a:effectLst/>
                <a:latin typeface="+mn-lt"/>
                <a:ea typeface="+mn-ea"/>
                <a:cs typeface="+mn-cs"/>
              </a:rPr>
              <a:t>ใน</a:t>
            </a:r>
            <a:r>
              <a:rPr lang="en-US" sz="1200" b="1" i="0" kern="1200" dirty="0">
                <a:solidFill>
                  <a:schemeClr val="tx1"/>
                </a:solidFill>
                <a:effectLst/>
                <a:latin typeface="+mn-lt"/>
                <a:ea typeface="+mn-ea"/>
                <a:cs typeface="+mn-cs"/>
              </a:rPr>
              <a:t> Redis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ซึ่งเป็นเทคนิคสำคัญสำหรับงาน</a:t>
            </a:r>
            <a:r>
              <a:rPr lang="en-US" sz="1200" b="0" i="0" kern="1200" dirty="0">
                <a:solidFill>
                  <a:schemeClr val="tx1"/>
                </a:solidFill>
                <a:effectLst/>
                <a:latin typeface="+mn-lt"/>
                <a:ea typeface="+mn-ea"/>
                <a:cs typeface="+mn-cs"/>
              </a:rPr>
              <a:t> AI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การค้นหาข้อมูลที่มี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ความหมายคล้ายกัน</a:t>
            </a:r>
            <a:r>
              <a:rPr lang="en-US" sz="1200" b="0" i="0" kern="1200" dirty="0">
                <a:solidFill>
                  <a:schemeClr val="tx1"/>
                </a:solidFill>
                <a:effectLst/>
                <a:latin typeface="+mn-lt"/>
                <a:ea typeface="+mn-ea"/>
                <a:cs typeface="+mn-cs"/>
              </a:rPr>
              <a:t>”</a:t>
            </a:r>
            <a:endParaRPr lang="th-TH"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Vector / Embedding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คือการแปลงข้อความหรือข้อมูลให้เป็น</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ชุดตัวเลข</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เพื่อให้คอมพิวเตอร์สามารถนำมาเปรียบเทียบความคล้ายกันได้</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ขั้นตอนหลักมี</a:t>
            </a:r>
            <a:r>
              <a:rPr lang="en-US" sz="1200" b="0" i="0" kern="1200" dirty="0">
                <a:solidFill>
                  <a:schemeClr val="tx1"/>
                </a:solidFill>
                <a:effectLst/>
                <a:latin typeface="+mn-lt"/>
                <a:ea typeface="+mn-ea"/>
                <a:cs typeface="+mn-cs"/>
              </a:rPr>
              <a:t> 2 </a:t>
            </a:r>
            <a:r>
              <a:rPr lang="en-US" sz="1200" b="0" i="0" kern="1200" dirty="0" err="1">
                <a:solidFill>
                  <a:schemeClr val="tx1"/>
                </a:solidFill>
                <a:effectLst/>
                <a:latin typeface="+mn-lt"/>
                <a:ea typeface="+mn-ea"/>
                <a:cs typeface="+mn-cs"/>
              </a:rPr>
              <a:t>ส่วน</a:t>
            </a:r>
            <a:r>
              <a:rPr lang="en-US" sz="1200" b="0" i="0" kern="1200" dirty="0">
                <a:solidFill>
                  <a:schemeClr val="tx1"/>
                </a:solidFill>
                <a:effectLst/>
                <a:latin typeface="+mn-lt"/>
                <a:ea typeface="+mn-ea"/>
                <a:cs typeface="+mn-cs"/>
              </a:rPr>
              <a:t>:</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lvl="0" fontAlgn="t"/>
            <a:r>
              <a:rPr lang="en-US" sz="1200" b="1" i="0" kern="1200" dirty="0" err="1">
                <a:solidFill>
                  <a:schemeClr val="tx1"/>
                </a:solidFill>
                <a:effectLst/>
                <a:latin typeface="+mn-lt"/>
                <a:ea typeface="+mn-ea"/>
                <a:cs typeface="+mn-cs"/>
              </a:rPr>
              <a:t>สร้าง</a:t>
            </a:r>
            <a:r>
              <a:rPr lang="en-US" sz="1200" b="1" i="0" kern="1200" dirty="0">
                <a:solidFill>
                  <a:schemeClr val="tx1"/>
                </a:solidFill>
                <a:effectLst/>
                <a:latin typeface="+mn-lt"/>
                <a:ea typeface="+mn-ea"/>
                <a:cs typeface="+mn-cs"/>
              </a:rPr>
              <a:t> Vector Index</a:t>
            </a:r>
            <a:endParaRPr lang="en-US" sz="1200" b="0" i="0" kern="1200" dirty="0">
              <a:solidFill>
                <a:schemeClr val="tx1"/>
              </a:solidFill>
              <a:effectLst/>
              <a:latin typeface="+mn-lt"/>
              <a:ea typeface="+mn-ea"/>
              <a:cs typeface="+mn-cs"/>
            </a:endParaRPr>
          </a:p>
          <a:p>
            <a:pPr lvl="1" fontAlgn="t"/>
            <a:r>
              <a:rPr lang="en-US" sz="1200" b="0" i="0" kern="1200" dirty="0" err="1">
                <a:solidFill>
                  <a:schemeClr val="tx1"/>
                </a:solidFill>
                <a:effectLst/>
                <a:latin typeface="+mn-lt"/>
                <a:ea typeface="+mn-ea"/>
                <a:cs typeface="+mn-cs"/>
              </a:rPr>
              <a:t>กำหนดว่าจะเก็บข้อมูลอะไร</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title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embedding</a:t>
            </a:r>
          </a:p>
          <a:p>
            <a:pPr lvl="1" fontAlgn="t"/>
            <a:r>
              <a:rPr lang="en-US" sz="1200" b="0" i="0" kern="1200" dirty="0" err="1">
                <a:solidFill>
                  <a:schemeClr val="tx1"/>
                </a:solidFill>
                <a:effectLst/>
                <a:latin typeface="+mn-lt"/>
                <a:ea typeface="+mn-ea"/>
                <a:cs typeface="+mn-cs"/>
              </a:rPr>
              <a:t>กำหนดขนาด</a:t>
            </a:r>
            <a:r>
              <a:rPr lang="en-US" sz="1200" b="0" i="0" kern="1200" dirty="0">
                <a:solidFill>
                  <a:schemeClr val="tx1"/>
                </a:solidFill>
                <a:effectLst/>
                <a:latin typeface="+mn-lt"/>
                <a:ea typeface="+mn-ea"/>
                <a:cs typeface="+mn-cs"/>
              </a:rPr>
              <a:t> Vector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ในตัวอย่างคือ</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1,536 dimensions</a:t>
            </a:r>
            <a:endParaRPr lang="en-US" sz="1200" b="0" i="0" kern="1200" dirty="0">
              <a:solidFill>
                <a:schemeClr val="tx1"/>
              </a:solidFill>
              <a:effectLst/>
              <a:latin typeface="+mn-lt"/>
              <a:ea typeface="+mn-ea"/>
              <a:cs typeface="+mn-cs"/>
            </a:endParaRPr>
          </a:p>
          <a:p>
            <a:pPr lvl="1" fontAlgn="t"/>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Cosine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เป็นวิธีวัดว่าข้อมูลสองชุดมีความคล้ายกันแค่ไหน</a:t>
            </a:r>
            <a:endParaRPr lang="en-US" sz="1200" b="0" i="0" kern="1200" dirty="0">
              <a:solidFill>
                <a:schemeClr val="tx1"/>
              </a:solidFill>
              <a:effectLst/>
              <a:latin typeface="+mn-lt"/>
              <a:ea typeface="+mn-ea"/>
              <a:cs typeface="+mn-cs"/>
            </a:endParaRPr>
          </a:p>
          <a:p>
            <a:pPr lvl="1" fontAlgn="t"/>
            <a:r>
              <a:rPr lang="en-US" sz="1200" b="0" i="0" kern="1200" dirty="0" err="1">
                <a:solidFill>
                  <a:schemeClr val="tx1"/>
                </a:solidFill>
                <a:effectLst/>
                <a:latin typeface="+mn-lt"/>
                <a:ea typeface="+mn-ea"/>
                <a:cs typeface="+mn-cs"/>
              </a:rPr>
              <a:t>ตัวอย่างใช้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HNSW</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เป็นอัลกอริทึมสำหรับช่วยค้นหา</a:t>
            </a:r>
            <a:r>
              <a:rPr lang="en-US" sz="1200" b="0" i="0" kern="1200" dirty="0">
                <a:solidFill>
                  <a:schemeClr val="tx1"/>
                </a:solidFill>
                <a:effectLst/>
                <a:latin typeface="+mn-lt"/>
                <a:ea typeface="+mn-ea"/>
                <a:cs typeface="+mn-cs"/>
              </a:rPr>
              <a:t> Vector </a:t>
            </a:r>
            <a:r>
              <a:rPr lang="en-US" sz="1200" b="0" i="0" kern="1200" dirty="0" err="1">
                <a:solidFill>
                  <a:schemeClr val="tx1"/>
                </a:solidFill>
                <a:effectLst/>
                <a:latin typeface="+mn-lt"/>
                <a:ea typeface="+mn-ea"/>
                <a:cs typeface="+mn-cs"/>
              </a:rPr>
              <a:t>ที่ใกล้เคียงกัน</a:t>
            </a:r>
            <a:endParaRPr lang="th-TH" sz="1200" b="0" i="0" kern="1200" dirty="0">
              <a:solidFill>
                <a:schemeClr val="tx1"/>
              </a:solidFill>
              <a:effectLst/>
              <a:latin typeface="+mn-lt"/>
              <a:ea typeface="+mn-ea"/>
              <a:cs typeface="+mn-cs"/>
            </a:endParaRPr>
          </a:p>
          <a:p>
            <a:pPr lvl="1" fontAlgn="t"/>
            <a:endParaRPr lang="en-US" sz="1200" b="0" i="0" kern="1200" dirty="0">
              <a:solidFill>
                <a:schemeClr val="tx1"/>
              </a:solidFill>
              <a:effectLst/>
              <a:latin typeface="+mn-lt"/>
              <a:ea typeface="+mn-ea"/>
              <a:cs typeface="+mn-cs"/>
            </a:endParaRPr>
          </a:p>
          <a:p>
            <a:pPr lvl="0" fontAlgn="t"/>
            <a:r>
              <a:rPr lang="en-US" sz="1200" b="1" i="0" kern="1200" dirty="0" err="1">
                <a:solidFill>
                  <a:schemeClr val="tx1"/>
                </a:solidFill>
                <a:effectLst/>
                <a:latin typeface="+mn-lt"/>
                <a:ea typeface="+mn-ea"/>
                <a:cs typeface="+mn-cs"/>
              </a:rPr>
              <a:t>นำ</a:t>
            </a:r>
            <a:r>
              <a:rPr lang="en-US" sz="1200" b="1" i="0" kern="1200" dirty="0">
                <a:solidFill>
                  <a:schemeClr val="tx1"/>
                </a:solidFill>
                <a:effectLst/>
                <a:latin typeface="+mn-lt"/>
                <a:ea typeface="+mn-ea"/>
                <a:cs typeface="+mn-cs"/>
              </a:rPr>
              <a:t> Vector </a:t>
            </a:r>
            <a:r>
              <a:rPr lang="en-US" sz="1200" b="1" i="0" kern="1200" dirty="0" err="1">
                <a:solidFill>
                  <a:schemeClr val="tx1"/>
                </a:solidFill>
                <a:effectLst/>
                <a:latin typeface="+mn-lt"/>
                <a:ea typeface="+mn-ea"/>
                <a:cs typeface="+mn-cs"/>
              </a:rPr>
              <a:t>เข้า</a:t>
            </a:r>
            <a:r>
              <a:rPr lang="en-US" sz="1200" b="1" i="0" kern="1200" dirty="0">
                <a:solidFill>
                  <a:schemeClr val="tx1"/>
                </a:solidFill>
                <a:effectLst/>
                <a:latin typeface="+mn-lt"/>
                <a:ea typeface="+mn-ea"/>
                <a:cs typeface="+mn-cs"/>
              </a:rPr>
              <a:t> Redis</a:t>
            </a:r>
            <a:endParaRPr lang="en-US" sz="1200" b="0" i="0" kern="1200" dirty="0">
              <a:solidFill>
                <a:schemeClr val="tx1"/>
              </a:solidFill>
              <a:effectLst/>
              <a:latin typeface="+mn-lt"/>
              <a:ea typeface="+mn-ea"/>
              <a:cs typeface="+mn-cs"/>
            </a:endParaRPr>
          </a:p>
          <a:p>
            <a:pPr lvl="1" fontAlgn="t"/>
            <a:r>
              <a:rPr lang="en-US" sz="1200" b="0" i="0" kern="1200" dirty="0" err="1">
                <a:solidFill>
                  <a:schemeClr val="tx1"/>
                </a:solidFill>
                <a:effectLst/>
                <a:latin typeface="+mn-lt"/>
                <a:ea typeface="+mn-ea"/>
                <a:cs typeface="+mn-cs"/>
              </a:rPr>
              <a:t>แปลง</a:t>
            </a:r>
            <a:r>
              <a:rPr lang="en-US" sz="1200" b="0" i="0" kern="1200" dirty="0">
                <a:solidFill>
                  <a:schemeClr val="tx1"/>
                </a:solidFill>
                <a:effectLst/>
                <a:latin typeface="+mn-lt"/>
                <a:ea typeface="+mn-ea"/>
                <a:cs typeface="+mn-cs"/>
              </a:rPr>
              <a:t> Embedding </a:t>
            </a:r>
            <a:r>
              <a:rPr lang="en-US" sz="1200" b="0" i="0" kern="1200" dirty="0" err="1">
                <a:solidFill>
                  <a:schemeClr val="tx1"/>
                </a:solidFill>
                <a:effectLst/>
                <a:latin typeface="+mn-lt"/>
                <a:ea typeface="+mn-ea"/>
                <a:cs typeface="+mn-cs"/>
              </a:rPr>
              <a:t>ให้อยู่ในรูปแบบที่</a:t>
            </a:r>
            <a:r>
              <a:rPr lang="en-US" sz="1200" b="0" i="0" kern="1200" dirty="0">
                <a:solidFill>
                  <a:schemeClr val="tx1"/>
                </a:solidFill>
                <a:effectLst/>
                <a:latin typeface="+mn-lt"/>
                <a:ea typeface="+mn-ea"/>
                <a:cs typeface="+mn-cs"/>
              </a:rPr>
              <a:t> Redis </a:t>
            </a:r>
            <a:r>
              <a:rPr lang="en-US" sz="1200" b="0" i="0" kern="1200" dirty="0" err="1">
                <a:solidFill>
                  <a:schemeClr val="tx1"/>
                </a:solidFill>
                <a:effectLst/>
                <a:latin typeface="+mn-lt"/>
                <a:ea typeface="+mn-ea"/>
                <a:cs typeface="+mn-cs"/>
              </a:rPr>
              <a:t>จัดเก็บได้</a:t>
            </a:r>
            <a:endParaRPr lang="en-US" sz="1200" b="0" i="0" kern="1200" dirty="0">
              <a:solidFill>
                <a:schemeClr val="tx1"/>
              </a:solidFill>
              <a:effectLst/>
              <a:latin typeface="+mn-lt"/>
              <a:ea typeface="+mn-ea"/>
              <a:cs typeface="+mn-cs"/>
            </a:endParaRPr>
          </a:p>
          <a:p>
            <a:pPr lvl="1" fontAlgn="t"/>
            <a:r>
              <a:rPr lang="en-US" sz="1200" b="0" i="0" kern="1200" dirty="0" err="1">
                <a:solidFill>
                  <a:schemeClr val="tx1"/>
                </a:solidFill>
                <a:effectLst/>
                <a:latin typeface="+mn-lt"/>
                <a:ea typeface="+mn-ea"/>
                <a:cs typeface="+mn-cs"/>
              </a:rPr>
              <a:t>หากมีข้อมูลจำนวนมาก</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สามารถส่งเข้า</a:t>
            </a:r>
            <a:r>
              <a:rPr lang="en-US" sz="1200" b="0" i="0" kern="1200" dirty="0">
                <a:solidFill>
                  <a:schemeClr val="tx1"/>
                </a:solidFill>
                <a:effectLst/>
                <a:latin typeface="+mn-lt"/>
                <a:ea typeface="+mn-ea"/>
                <a:cs typeface="+mn-cs"/>
              </a:rPr>
              <a:t> Redis </a:t>
            </a:r>
            <a:r>
              <a:rPr lang="en-US" sz="1200" b="0" i="0" kern="1200" dirty="0" err="1">
                <a:solidFill>
                  <a:schemeClr val="tx1"/>
                </a:solidFill>
                <a:effectLst/>
                <a:latin typeface="+mn-lt"/>
                <a:ea typeface="+mn-ea"/>
                <a:cs typeface="+mn-cs"/>
              </a:rPr>
              <a:t>แบบ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Pipeline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เพื่อเพิ่มประสิทธิภาพ</a:t>
            </a:r>
            <a:endParaRPr lang="en-US"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สมมติเรามีข้อความ</a:t>
            </a:r>
            <a:r>
              <a:rPr lang="en-US" sz="1200" b="0" i="0" kern="1200" dirty="0">
                <a:solidFill>
                  <a:schemeClr val="tx1"/>
                </a:solidFill>
                <a:effectLst/>
                <a:latin typeface="+mn-lt"/>
                <a:ea typeface="+mn-ea"/>
                <a:cs typeface="+mn-cs"/>
              </a:rPr>
              <a:t>:</a:t>
            </a:r>
          </a:p>
          <a:p>
            <a:pPr fontAlgn="t"/>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วิธีลดค่าใช้จ่ายธุรกิจ</a:t>
            </a:r>
            <a:r>
              <a:rPr lang="en-US" sz="1200" b="0"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แนวทางประหยัดต้นทุนบริษัท</a:t>
            </a:r>
            <a:r>
              <a:rPr lang="en-US" sz="1200" b="0" i="0" kern="1200" dirty="0">
                <a:solidFill>
                  <a:schemeClr val="tx1"/>
                </a:solidFill>
                <a:effectLst/>
                <a:latin typeface="+mn-lt"/>
                <a:ea typeface="+mn-ea"/>
                <a:cs typeface="+mn-cs"/>
              </a:rPr>
              <a:t>”</a:t>
            </a:r>
          </a:p>
          <a:p>
            <a:pPr fontAlgn="t"/>
            <a:r>
              <a:rPr lang="en-US" sz="1200" b="0" i="0" kern="1200" dirty="0" err="1">
                <a:solidFill>
                  <a:schemeClr val="tx1"/>
                </a:solidFill>
                <a:effectLst/>
                <a:latin typeface="+mn-lt"/>
                <a:ea typeface="+mn-ea"/>
                <a:cs typeface="+mn-cs"/>
              </a:rPr>
              <a:t>แม้คำที่ใช้ไม่เหมือนกันทั้งหมด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แต่เมื่อแปลงเป็น</a:t>
            </a:r>
            <a:r>
              <a:rPr lang="en-US" sz="1200" b="0" i="0" kern="1200" dirty="0">
                <a:solidFill>
                  <a:schemeClr val="tx1"/>
                </a:solidFill>
                <a:effectLst/>
                <a:latin typeface="+mn-lt"/>
                <a:ea typeface="+mn-ea"/>
                <a:cs typeface="+mn-cs"/>
              </a:rPr>
              <a:t> Vector </a:t>
            </a:r>
            <a:r>
              <a:rPr lang="en-US" sz="1200" b="0" i="0" kern="1200" dirty="0" err="1">
                <a:solidFill>
                  <a:schemeClr val="tx1"/>
                </a:solidFill>
                <a:effectLst/>
                <a:latin typeface="+mn-lt"/>
                <a:ea typeface="+mn-ea"/>
                <a:cs typeface="+mn-cs"/>
              </a:rPr>
              <a:t>แล้ว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ระบบ</a:t>
            </a:r>
            <a:r>
              <a:rPr lang="en-US" sz="1200" b="0" i="0" kern="1200" dirty="0">
                <a:solidFill>
                  <a:schemeClr val="tx1"/>
                </a:solidFill>
                <a:effectLst/>
                <a:latin typeface="+mn-lt"/>
                <a:ea typeface="+mn-ea"/>
                <a:cs typeface="+mn-cs"/>
              </a:rPr>
              <a:t> AI </a:t>
            </a:r>
            <a:r>
              <a:rPr lang="en-US" sz="1200" b="0" i="0" kern="1200" dirty="0" err="1">
                <a:solidFill>
                  <a:schemeClr val="tx1"/>
                </a:solidFill>
                <a:effectLst/>
                <a:latin typeface="+mn-lt"/>
                <a:ea typeface="+mn-ea"/>
                <a:cs typeface="+mn-cs"/>
              </a:rPr>
              <a:t>สามารถใช้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Vector Search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เพื่อหาว่าสองข้อความนี้มีความหมายใกล้เคียงกัน</a:t>
            </a:r>
            <a:endParaRPr lang="en-US"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Embedding = </a:t>
            </a:r>
            <a:r>
              <a:rPr lang="en-US" sz="1200" b="1" i="0" kern="1200" dirty="0" err="1">
                <a:solidFill>
                  <a:schemeClr val="tx1"/>
                </a:solidFill>
                <a:effectLst/>
                <a:latin typeface="+mn-lt"/>
                <a:ea typeface="+mn-ea"/>
                <a:cs typeface="+mn-cs"/>
              </a:rPr>
              <a:t>แปลงความหมาย</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ตัวเลข</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Vector Index = </a:t>
            </a:r>
            <a:r>
              <a:rPr lang="en-US" sz="1200" b="1" i="0" kern="1200" dirty="0" err="1">
                <a:solidFill>
                  <a:schemeClr val="tx1"/>
                </a:solidFill>
                <a:effectLst/>
                <a:latin typeface="+mn-lt"/>
                <a:ea typeface="+mn-ea"/>
                <a:cs typeface="+mn-cs"/>
              </a:rPr>
              <a:t>จัดระเบียบตัวเลขเพื่อให้ค้นหาเร็ว</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Vector Search = </a:t>
            </a:r>
            <a:r>
              <a:rPr lang="en-US" sz="1200" b="1" i="0" kern="1200" dirty="0" err="1">
                <a:solidFill>
                  <a:schemeClr val="tx1"/>
                </a:solidFill>
                <a:effectLst/>
                <a:latin typeface="+mn-lt"/>
                <a:ea typeface="+mn-ea"/>
                <a:cs typeface="+mn-cs"/>
              </a:rPr>
              <a:t>ค้นหาข้อมูลที่มีความหมายใกล้เคียงกัน</a:t>
            </a:r>
            <a:endParaRPr lang="en-US"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Redis </a:t>
            </a:r>
            <a:r>
              <a:rPr lang="en-US" sz="1200" b="0" i="0" kern="1200" dirty="0" err="1">
                <a:solidFill>
                  <a:schemeClr val="tx1"/>
                </a:solidFill>
                <a:effectLst/>
                <a:latin typeface="+mn-lt"/>
                <a:ea typeface="+mn-ea"/>
                <a:cs typeface="+mn-cs"/>
              </a:rPr>
              <a:t>สามารถเก็บและทำดัชนี</a:t>
            </a:r>
            <a:r>
              <a:rPr lang="en-US" sz="1200" b="0" i="0" kern="1200" dirty="0">
                <a:solidFill>
                  <a:schemeClr val="tx1"/>
                </a:solidFill>
                <a:effectLst/>
                <a:latin typeface="+mn-lt"/>
                <a:ea typeface="+mn-ea"/>
                <a:cs typeface="+mn-cs"/>
              </a:rPr>
              <a:t> Vector </a:t>
            </a:r>
            <a:r>
              <a:rPr lang="en-US" sz="1200" b="0" i="0" kern="1200" dirty="0" err="1">
                <a:solidFill>
                  <a:schemeClr val="tx1"/>
                </a:solidFill>
                <a:effectLst/>
                <a:latin typeface="+mn-lt"/>
                <a:ea typeface="+mn-ea"/>
                <a:cs typeface="+mn-cs"/>
              </a:rPr>
              <a:t>เพื่อช่วยให้ระบบ</a:t>
            </a:r>
            <a:r>
              <a:rPr lang="en-US" sz="1200" b="0" i="0" kern="1200" dirty="0">
                <a:solidFill>
                  <a:schemeClr val="tx1"/>
                </a:solidFill>
                <a:effectLst/>
                <a:latin typeface="+mn-lt"/>
                <a:ea typeface="+mn-ea"/>
                <a:cs typeface="+mn-cs"/>
              </a:rPr>
              <a:t> AI </a:t>
            </a:r>
            <a:r>
              <a:rPr lang="en-US" sz="1200" b="1" i="0" kern="1200" dirty="0" err="1">
                <a:solidFill>
                  <a:schemeClr val="tx1"/>
                </a:solidFill>
                <a:effectLst/>
                <a:latin typeface="+mn-lt"/>
                <a:ea typeface="+mn-ea"/>
                <a:cs typeface="+mn-cs"/>
              </a:rPr>
              <a:t>ค้นหาข้อมูลจากความคล้ายคลึงของความหมาย</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ไม่ได้จำกัดแค่การค้นหาคำที่ตรงกัน</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p:txBody>
      </p:sp>
      <p:sp>
        <p:nvSpPr>
          <p:cNvPr id="1099935821"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BC796B-60B1-EC1A-87B6-BA28E3526489}"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121</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12691480" name="Slide Image Placeholder 1"/>
          <p:cNvSpPr>
            <a:spLocks noGrp="1" noRot="1" noChangeAspect="1"/>
          </p:cNvSpPr>
          <p:nvPr>
            <p:ph type="sldImg"/>
          </p:nvPr>
        </p:nvSpPr>
        <p:spPr bwMode="auto">
          <a:xfrm>
            <a:off x="217488" y="812800"/>
            <a:ext cx="7124700" cy="4008438"/>
          </a:xfrm>
        </p:spPr>
      </p:sp>
      <p:sp>
        <p:nvSpPr>
          <p:cNvPr id="1008067096"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วิธีค้นหาข้อมูล</a:t>
            </a:r>
            <a:r>
              <a:rPr lang="en-US" sz="1200" b="1" i="0" kern="1200" dirty="0">
                <a:solidFill>
                  <a:schemeClr val="tx1"/>
                </a:solidFill>
                <a:effectLst/>
                <a:latin typeface="+mn-lt"/>
                <a:ea typeface="+mn-ea"/>
                <a:cs typeface="+mn-cs"/>
              </a:rPr>
              <a:t> Vector </a:t>
            </a:r>
            <a:r>
              <a:rPr lang="en-US" sz="1200" b="1" i="0" kern="1200" dirty="0" err="1">
                <a:solidFill>
                  <a:schemeClr val="tx1"/>
                </a:solidFill>
                <a:effectLst/>
                <a:latin typeface="+mn-lt"/>
                <a:ea typeface="+mn-ea"/>
                <a:cs typeface="+mn-cs"/>
              </a:rPr>
              <a:t>ใน</a:t>
            </a:r>
            <a:r>
              <a:rPr lang="en-US" sz="1200" b="1" i="0" kern="1200" dirty="0">
                <a:solidFill>
                  <a:schemeClr val="tx1"/>
                </a:solidFill>
                <a:effectLst/>
                <a:latin typeface="+mn-lt"/>
                <a:ea typeface="+mn-ea"/>
                <a:cs typeface="+mn-cs"/>
              </a:rPr>
              <a:t> Redis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หลังจากสร้าง</a:t>
            </a:r>
            <a:r>
              <a:rPr lang="en-US" sz="1200" b="0" i="0" kern="1200" dirty="0">
                <a:solidFill>
                  <a:schemeClr val="tx1"/>
                </a:solidFill>
                <a:effectLst/>
                <a:latin typeface="+mn-lt"/>
                <a:ea typeface="+mn-ea"/>
                <a:cs typeface="+mn-cs"/>
              </a:rPr>
              <a:t> Vector Index </a:t>
            </a:r>
            <a:r>
              <a:rPr lang="en-US" sz="1200" b="0" i="0" kern="1200" dirty="0" err="1">
                <a:solidFill>
                  <a:schemeClr val="tx1"/>
                </a:solidFill>
                <a:effectLst/>
                <a:latin typeface="+mn-lt"/>
                <a:ea typeface="+mn-ea"/>
                <a:cs typeface="+mn-cs"/>
              </a:rPr>
              <a:t>และนำ</a:t>
            </a:r>
            <a:r>
              <a:rPr lang="en-US" sz="1200" b="0" i="0" kern="1200" dirty="0">
                <a:solidFill>
                  <a:schemeClr val="tx1"/>
                </a:solidFill>
                <a:effectLst/>
                <a:latin typeface="+mn-lt"/>
                <a:ea typeface="+mn-ea"/>
                <a:cs typeface="+mn-cs"/>
              </a:rPr>
              <a:t> Embedding </a:t>
            </a:r>
            <a:r>
              <a:rPr lang="en-US" sz="1200" b="0" i="0" kern="1200" dirty="0" err="1">
                <a:solidFill>
                  <a:schemeClr val="tx1"/>
                </a:solidFill>
                <a:effectLst/>
                <a:latin typeface="+mn-lt"/>
                <a:ea typeface="+mn-ea"/>
                <a:cs typeface="+mn-cs"/>
              </a:rPr>
              <a:t>เข้าไปแล้ว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โดยมีการค้นหาหลัก</a:t>
            </a:r>
            <a:r>
              <a:rPr lang="en-US" sz="1200" b="0" i="0" kern="1200" dirty="0">
                <a:solidFill>
                  <a:schemeClr val="tx1"/>
                </a:solidFill>
                <a:effectLst/>
                <a:latin typeface="+mn-lt"/>
                <a:ea typeface="+mn-ea"/>
                <a:cs typeface="+mn-cs"/>
              </a:rPr>
              <a:t> ๆ 3 </a:t>
            </a:r>
            <a:r>
              <a:rPr lang="en-US" sz="1200" b="0" i="0" kern="1200" dirty="0" err="1">
                <a:solidFill>
                  <a:schemeClr val="tx1"/>
                </a:solidFill>
                <a:effectLst/>
                <a:latin typeface="+mn-lt"/>
                <a:ea typeface="+mn-ea"/>
                <a:cs typeface="+mn-cs"/>
              </a:rPr>
              <a:t>แบบ</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รูปแบบการค้นหา</a:t>
            </a:r>
            <a:endParaRPr lang="th-TH" sz="1200" b="1"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KNN (K-Nearest Neighbors)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หา</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ข้อมูลที่คล้ายที่สุดจำนวนที่กำหนด</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หาเอกสาร</a:t>
            </a:r>
            <a:r>
              <a:rPr lang="en-US" sz="1200" b="0" i="0" kern="1200" dirty="0">
                <a:solidFill>
                  <a:schemeClr val="tx1"/>
                </a:solidFill>
                <a:effectLst/>
                <a:latin typeface="+mn-lt"/>
                <a:ea typeface="+mn-ea"/>
                <a:cs typeface="+mn-cs"/>
              </a:rPr>
              <a:t> 5 </a:t>
            </a:r>
            <a:r>
              <a:rPr lang="en-US" sz="1200" b="0" i="0" kern="1200" dirty="0" err="1">
                <a:solidFill>
                  <a:schemeClr val="tx1"/>
                </a:solidFill>
                <a:effectLst/>
                <a:latin typeface="+mn-lt"/>
                <a:ea typeface="+mn-ea"/>
                <a:cs typeface="+mn-cs"/>
              </a:rPr>
              <a:t>รายการที่มีความหมายใกล้เคียงกับคำถามนี้มากที่สุด</a:t>
            </a:r>
            <a:r>
              <a:rPr lang="en-US" sz="1200" b="0" i="0" kern="1200" dirty="0">
                <a:solidFill>
                  <a:schemeClr val="tx1"/>
                </a:solidFill>
                <a:effectLst/>
                <a:latin typeface="+mn-lt"/>
                <a:ea typeface="+mn-ea"/>
                <a:cs typeface="+mn-cs"/>
              </a:rPr>
              <a:t>”</a:t>
            </a:r>
            <a:endParaRPr lang="th-TH"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Hybrid Search</a:t>
            </a:r>
            <a:r>
              <a:rPr lang="en-US" sz="1200" b="0"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กรองข้อมูลก่อน</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แล้วค่อยค้นหาความคล้าย</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เลือกเฉพาะเอกสารหมวด</a:t>
            </a:r>
            <a:r>
              <a:rPr lang="en-US" sz="1200" b="0" i="0" kern="1200" dirty="0">
                <a:solidFill>
                  <a:schemeClr val="tx1"/>
                </a:solidFill>
                <a:effectLst/>
                <a:latin typeface="+mn-lt"/>
                <a:ea typeface="+mn-ea"/>
                <a:cs typeface="+mn-cs"/>
              </a:rPr>
              <a:t> docs </a:t>
            </a:r>
            <a:r>
              <a:rPr lang="en-US" sz="1200" b="0" i="0" kern="1200" dirty="0" err="1">
                <a:solidFill>
                  <a:schemeClr val="tx1"/>
                </a:solidFill>
                <a:effectLst/>
                <a:latin typeface="+mn-lt"/>
                <a:ea typeface="+mn-ea"/>
                <a:cs typeface="+mn-cs"/>
              </a:rPr>
              <a:t>แล้วหา</a:t>
            </a:r>
            <a:r>
              <a:rPr lang="en-US" sz="1200" b="0" i="0" kern="1200" dirty="0">
                <a:solidFill>
                  <a:schemeClr val="tx1"/>
                </a:solidFill>
                <a:effectLst/>
                <a:latin typeface="+mn-lt"/>
                <a:ea typeface="+mn-ea"/>
                <a:cs typeface="+mn-cs"/>
              </a:rPr>
              <a:t> 3 </a:t>
            </a:r>
            <a:r>
              <a:rPr lang="en-US" sz="1200" b="0" i="0" kern="1200" dirty="0" err="1">
                <a:solidFill>
                  <a:schemeClr val="tx1"/>
                </a:solidFill>
                <a:effectLst/>
                <a:latin typeface="+mn-lt"/>
                <a:ea typeface="+mn-ea"/>
                <a:cs typeface="+mn-cs"/>
              </a:rPr>
              <a:t>รายการที่ความหมายใกล้เคียงที่สุด</a:t>
            </a:r>
            <a:endParaRPr lang="th-TH"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Range Search</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หาข้อมูลทั้งหมดที่มี</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ระดับความใกล้เคียงอยู่ในเกณฑ์ที่กำหนด</a:t>
            </a:r>
            <a:endParaRPr lang="th-TH" sz="1200" b="1"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สิ่งสำคัญที่ต้องระวัง</a:t>
            </a:r>
            <a:endParaRPr lang="en-US" sz="1200" b="1"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จำนวน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Dimensions</a:t>
            </a:r>
            <a:r>
              <a:rPr lang="en-US" sz="1200" b="0" i="0" kern="1200" dirty="0">
                <a:solidFill>
                  <a:schemeClr val="tx1"/>
                </a:solidFill>
                <a:effectLst/>
                <a:latin typeface="+mn-lt"/>
                <a:ea typeface="+mn-ea"/>
                <a:cs typeface="+mn-cs"/>
              </a:rPr>
              <a:t> ของ Vector </a:t>
            </a:r>
            <a:r>
              <a:rPr lang="en-US" sz="1200" b="0" i="0" kern="1200" dirty="0" err="1">
                <a:solidFill>
                  <a:schemeClr val="tx1"/>
                </a:solidFill>
                <a:effectLst/>
                <a:latin typeface="+mn-lt"/>
                <a:ea typeface="+mn-ea"/>
                <a:cs typeface="+mn-cs"/>
              </a:rPr>
              <a:t>ที่ใช้ค้นหา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ต้องตรงกับ</a:t>
            </a:r>
            <a:r>
              <a:rPr lang="en-US" sz="1200" b="0" i="0" kern="1200" dirty="0">
                <a:solidFill>
                  <a:schemeClr val="tx1"/>
                </a:solidFill>
                <a:effectLst/>
                <a:latin typeface="+mn-lt"/>
                <a:ea typeface="+mn-ea"/>
                <a:cs typeface="+mn-cs"/>
              </a:rPr>
              <a:t> Vector Index</a:t>
            </a:r>
          </a:p>
          <a:p>
            <a:pPr lvl="0" fontAlgn="t"/>
            <a:r>
              <a:rPr lang="en-US" sz="1200" b="0" i="0" kern="1200" dirty="0" err="1">
                <a:solidFill>
                  <a:schemeClr val="tx1"/>
                </a:solidFill>
                <a:effectLst/>
                <a:latin typeface="+mn-lt"/>
                <a:ea typeface="+mn-ea"/>
                <a:cs typeface="+mn-cs"/>
              </a:rPr>
              <a:t>ในตัวอย่างนี้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Distance Score </a:t>
            </a:r>
            <a:r>
              <a:rPr lang="en-US" sz="1200" b="1" i="0" kern="1200" dirty="0" err="1">
                <a:solidFill>
                  <a:schemeClr val="tx1"/>
                </a:solidFill>
                <a:effectLst/>
                <a:latin typeface="+mn-lt"/>
                <a:ea typeface="+mn-ea"/>
                <a:cs typeface="+mn-cs"/>
              </a:rPr>
              <a:t>ยิ่งต่ำ</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ยิ่งคล้ายกันมาก</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Vector Query </a:t>
            </a:r>
            <a:r>
              <a:rPr lang="en-US" sz="1200" b="0" i="0" kern="1200" dirty="0" err="1">
                <a:solidFill>
                  <a:schemeClr val="tx1"/>
                </a:solidFill>
                <a:effectLst/>
                <a:latin typeface="+mn-lt"/>
                <a:ea typeface="+mn-ea"/>
                <a:cs typeface="+mn-cs"/>
              </a:rPr>
              <a:t>ต้องใช้</a:t>
            </a:r>
            <a:r>
              <a:rPr lang="en-US" sz="1200" b="0" i="0" kern="1200" dirty="0">
                <a:solidFill>
                  <a:schemeClr val="tx1"/>
                </a:solidFill>
                <a:effectLst/>
                <a:latin typeface="+mn-lt"/>
                <a:ea typeface="+mn-ea"/>
                <a:cs typeface="+mn-cs"/>
              </a:rPr>
              <a:t> dialect(2) </a:t>
            </a:r>
            <a:r>
              <a:rPr lang="en-US" sz="1200" b="0" i="0" kern="1200" dirty="0" err="1">
                <a:solidFill>
                  <a:schemeClr val="tx1"/>
                </a:solidFill>
                <a:effectLst/>
                <a:latin typeface="+mn-lt"/>
                <a:ea typeface="+mn-ea"/>
                <a:cs typeface="+mn-cs"/>
              </a:rPr>
              <a:t>ตามตัวอย่าง</a:t>
            </a:r>
            <a:endParaRPr lang="en-US" sz="1200" b="0" i="0" kern="1200" dirty="0">
              <a:solidFill>
                <a:schemeClr val="tx1"/>
              </a:solidFill>
              <a:effectLst/>
              <a:latin typeface="+mn-lt"/>
              <a:ea typeface="+mn-ea"/>
              <a:cs typeface="+mn-cs"/>
            </a:endParaRPr>
          </a:p>
        </p:txBody>
      </p:sp>
      <p:sp>
        <p:nvSpPr>
          <p:cNvPr id="669356083"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122</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1851465" name="Slide Image Placeholder 1"/>
          <p:cNvSpPr>
            <a:spLocks noGrp="1" noRot="1" noChangeAspect="1"/>
          </p:cNvSpPr>
          <p:nvPr>
            <p:ph type="sldImg"/>
          </p:nvPr>
        </p:nvSpPr>
        <p:spPr bwMode="auto">
          <a:xfrm>
            <a:off x="217488" y="812800"/>
            <a:ext cx="7124700" cy="4008438"/>
          </a:xfrm>
        </p:spPr>
      </p:sp>
      <p:sp>
        <p:nvSpPr>
          <p:cNvPr id="1836162195" name="Notes Placeholder 2"/>
          <p:cNvSpPr>
            <a:spLocks noGrp="1"/>
          </p:cNvSpPr>
          <p:nvPr>
            <p:ph type="body" idx="1"/>
          </p:nvPr>
        </p:nvSpPr>
        <p:spPr bwMode="auto"/>
        <p:txBody>
          <a:bodyPr/>
          <a:lstStyle/>
          <a:p>
            <a:pPr fontAlgn="t"/>
            <a:r>
              <a:rPr lang="en-US" sz="1200" b="0" i="0" kern="1200" dirty="0" err="1">
                <a:solidFill>
                  <a:schemeClr val="tx1"/>
                </a:solidFill>
                <a:effectLst/>
                <a:latin typeface="+mn-lt"/>
                <a:ea typeface="+mn-ea"/>
                <a:cs typeface="+mn-cs"/>
              </a:rPr>
              <a:t>เมื่อเก็บ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Vector/Embedding </a:t>
            </a:r>
            <a:r>
              <a:rPr lang="en-US" sz="1200" b="1" i="0" kern="1200" dirty="0" err="1">
                <a:solidFill>
                  <a:schemeClr val="tx1"/>
                </a:solidFill>
                <a:effectLst/>
                <a:latin typeface="+mn-lt"/>
                <a:ea typeface="+mn-ea"/>
                <a:cs typeface="+mn-cs"/>
              </a:rPr>
              <a:t>ใน</a:t>
            </a:r>
            <a:r>
              <a:rPr lang="en-US" sz="1200" b="1" i="0" kern="1200" dirty="0">
                <a:solidFill>
                  <a:schemeClr val="tx1"/>
                </a:solidFill>
                <a:effectLst/>
                <a:latin typeface="+mn-lt"/>
                <a:ea typeface="+mn-ea"/>
                <a:cs typeface="+mn-cs"/>
              </a:rPr>
              <a:t> Redis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สามารถเลือกรูปแบบการจัดเก็บหลัก</a:t>
            </a:r>
            <a:r>
              <a:rPr lang="en-US" sz="1200" b="0" i="0" kern="1200" dirty="0">
                <a:solidFill>
                  <a:schemeClr val="tx1"/>
                </a:solidFill>
                <a:effectLst/>
                <a:latin typeface="+mn-lt"/>
                <a:ea typeface="+mn-ea"/>
                <a:cs typeface="+mn-cs"/>
              </a:rPr>
              <a:t> ๆ </a:t>
            </a:r>
            <a:r>
              <a:rPr lang="en-US" sz="1200" b="0" i="0" kern="1200" dirty="0" err="1">
                <a:solidFill>
                  <a:schemeClr val="tx1"/>
                </a:solidFill>
                <a:effectLst/>
                <a:latin typeface="+mn-lt"/>
                <a:ea typeface="+mn-ea"/>
                <a:cs typeface="+mn-cs"/>
              </a:rPr>
              <a:t>ได้</a:t>
            </a:r>
            <a:r>
              <a:rPr lang="en-US" sz="1200" b="0" i="0" kern="1200" dirty="0">
                <a:solidFill>
                  <a:schemeClr val="tx1"/>
                </a:solidFill>
                <a:effectLst/>
                <a:latin typeface="+mn-lt"/>
                <a:ea typeface="+mn-ea"/>
                <a:cs typeface="+mn-cs"/>
              </a:rPr>
              <a:t> 2 </a:t>
            </a:r>
            <a:r>
              <a:rPr lang="en-US" sz="1200" b="0" i="0" kern="1200" dirty="0" err="1">
                <a:solidFill>
                  <a:schemeClr val="tx1"/>
                </a:solidFill>
                <a:effectLst/>
                <a:latin typeface="+mn-lt"/>
                <a:ea typeface="+mn-ea"/>
                <a:cs typeface="+mn-cs"/>
              </a:rPr>
              <a:t>แบบ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คือ</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Hash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JSON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โดยเลือกตามความซับซ้อนของข้อมูล</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Hash → </a:t>
            </a:r>
            <a:r>
              <a:rPr lang="en-US" sz="1200" b="1" i="0" kern="1200" dirty="0" err="1">
                <a:solidFill>
                  <a:schemeClr val="tx1"/>
                </a:solidFill>
                <a:effectLst/>
                <a:latin typeface="+mn-lt"/>
                <a:ea typeface="+mn-ea"/>
                <a:cs typeface="+mn-cs"/>
              </a:rPr>
              <a:t>เน้นง่าย</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เร็ว</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และประหยัดหน่วยความจำ</a:t>
            </a:r>
            <a:endParaRPr lang="en-US" sz="1200" b="1"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เก็บข้อมูลเป็นคู่</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Field : Value</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Vector </a:t>
            </a:r>
            <a:r>
              <a:rPr lang="en-US" sz="1200" b="0" i="0" kern="1200" dirty="0" err="1">
                <a:solidFill>
                  <a:schemeClr val="tx1"/>
                </a:solidFill>
                <a:effectLst/>
                <a:latin typeface="+mn-lt"/>
                <a:ea typeface="+mn-ea"/>
                <a:cs typeface="+mn-cs"/>
              </a:rPr>
              <a:t>ถูกเก็บในรูปแบบ</a:t>
            </a:r>
            <a:r>
              <a:rPr lang="en-US" sz="1200" b="0" i="0" kern="1200" dirty="0">
                <a:solidFill>
                  <a:schemeClr val="tx1"/>
                </a:solidFill>
                <a:effectLst/>
                <a:latin typeface="+mn-lt"/>
                <a:ea typeface="+mn-ea"/>
                <a:cs typeface="+mn-cs"/>
              </a:rPr>
              <a:t> Binary</a:t>
            </a:r>
          </a:p>
          <a:p>
            <a:pPr lvl="0" fontAlgn="t"/>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Memory </a:t>
            </a:r>
            <a:r>
              <a:rPr lang="en-US" sz="1200" b="0" i="0" kern="1200" dirty="0" err="1">
                <a:solidFill>
                  <a:schemeClr val="tx1"/>
                </a:solidFill>
                <a:effectLst/>
                <a:latin typeface="+mn-lt"/>
                <a:ea typeface="+mn-ea"/>
                <a:cs typeface="+mn-cs"/>
              </a:rPr>
              <a:t>น้อยกว่าและค้นหาได้เร็วกว่า</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เหมาะกับข้อมูลประกอบหรือ</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Metadata </a:t>
            </a:r>
            <a:r>
              <a:rPr lang="en-US" sz="1200" b="1" i="0" kern="1200" dirty="0" err="1">
                <a:solidFill>
                  <a:schemeClr val="tx1"/>
                </a:solidFill>
                <a:effectLst/>
                <a:latin typeface="+mn-lt"/>
                <a:ea typeface="+mn-ea"/>
                <a:cs typeface="+mn-cs"/>
              </a:rPr>
              <a:t>ที่ไม่ซับซ้อน</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ตัวอย่าง</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สินค้า</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ชื่อ</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ราคา</a:t>
            </a:r>
            <a:r>
              <a:rPr lang="en-US" sz="1200" b="1" i="0" kern="1200" dirty="0">
                <a:solidFill>
                  <a:schemeClr val="tx1"/>
                </a:solidFill>
                <a:effectLst/>
                <a:latin typeface="+mn-lt"/>
                <a:ea typeface="+mn-ea"/>
                <a:cs typeface="+mn-cs"/>
              </a:rPr>
              <a:t> / Embedding</a:t>
            </a:r>
            <a:endParaRPr lang="th-TH" sz="1200" b="1"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JSON → </a:t>
            </a:r>
            <a:r>
              <a:rPr lang="en-US" sz="1200" b="1" i="0" kern="1200" dirty="0" err="1">
                <a:solidFill>
                  <a:schemeClr val="tx1"/>
                </a:solidFill>
                <a:effectLst/>
                <a:latin typeface="+mn-lt"/>
                <a:ea typeface="+mn-ea"/>
                <a:cs typeface="+mn-cs"/>
              </a:rPr>
              <a:t>เหมาะกับข้อมูลที่ซับซ้อน</a:t>
            </a:r>
            <a:endParaRPr lang="en-US" sz="1200" b="1"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รองรับข้อมูลแบบ</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ซ้อนหลายระดับ</a:t>
            </a:r>
            <a:r>
              <a:rPr lang="en-US" sz="1200" b="1" i="0" kern="1200" dirty="0">
                <a:solidFill>
                  <a:schemeClr val="tx1"/>
                </a:solidFill>
                <a:effectLst/>
                <a:latin typeface="+mn-lt"/>
                <a:ea typeface="+mn-ea"/>
                <a:cs typeface="+mn-cs"/>
              </a:rPr>
              <a:t> (Nested)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Array</a:t>
            </a:r>
          </a:p>
          <a:p>
            <a:pPr lvl="0" fontAlgn="t"/>
            <a:r>
              <a:rPr lang="en-US" sz="1200" b="0" i="0" kern="1200" dirty="0">
                <a:solidFill>
                  <a:schemeClr val="tx1"/>
                </a:solidFill>
                <a:effectLst/>
                <a:latin typeface="+mn-lt"/>
                <a:ea typeface="+mn-ea"/>
                <a:cs typeface="+mn-cs"/>
              </a:rPr>
              <a:t>Vector </a:t>
            </a:r>
            <a:r>
              <a:rPr lang="en-US" sz="1200" b="0" i="0" kern="1200" dirty="0" err="1">
                <a:solidFill>
                  <a:schemeClr val="tx1"/>
                </a:solidFill>
                <a:effectLst/>
                <a:latin typeface="+mn-lt"/>
                <a:ea typeface="+mn-ea"/>
                <a:cs typeface="+mn-cs"/>
              </a:rPr>
              <a:t>สามารถเก็บเป็นชุดตัวเลข</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เหมาะกับข้อมูลที่มีโครงสร้างหลายชั้น</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ตัวอย่าง</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สินค้า</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ชื่อ</a:t>
            </a:r>
            <a:r>
              <a:rPr lang="en-US" sz="1200" b="1" i="0" kern="1200" dirty="0">
                <a:solidFill>
                  <a:schemeClr val="tx1"/>
                </a:solidFill>
                <a:effectLst/>
                <a:latin typeface="+mn-lt"/>
                <a:ea typeface="+mn-ea"/>
                <a:cs typeface="+mn-cs"/>
              </a:rPr>
              <a:t> / Embedding / </a:t>
            </a:r>
            <a:r>
              <a:rPr lang="en-US" sz="1200" b="1" i="0" kern="1200" dirty="0" err="1">
                <a:solidFill>
                  <a:schemeClr val="tx1"/>
                </a:solidFill>
                <a:effectLst/>
                <a:latin typeface="+mn-lt"/>
                <a:ea typeface="+mn-ea"/>
                <a:cs typeface="+mn-cs"/>
              </a:rPr>
              <a:t>คุณสมบัติ</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สี</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ขนาด</a:t>
            </a:r>
            <a:r>
              <a:rPr lang="th-TH" sz="1200" b="1" i="0" kern="1200" dirty="0">
                <a:solidFill>
                  <a:schemeClr val="tx1"/>
                </a:solidFill>
                <a:effectLst/>
                <a:latin typeface="+mn-lt"/>
                <a:ea typeface="+mn-ea"/>
                <a:cs typeface="+mn-cs"/>
              </a:rPr>
              <a:t>  </a:t>
            </a:r>
          </a:p>
          <a:p>
            <a:pPr fontAlgn="t"/>
            <a:endParaRPr lang="th-TH" sz="1200" b="1"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Hash = </a:t>
            </a:r>
            <a:r>
              <a:rPr lang="en-US" sz="1200" b="1" i="0" kern="1200" dirty="0" err="1">
                <a:solidFill>
                  <a:schemeClr val="tx1"/>
                </a:solidFill>
                <a:effectLst/>
                <a:latin typeface="+mn-lt"/>
                <a:ea typeface="+mn-ea"/>
                <a:cs typeface="+mn-cs"/>
              </a:rPr>
              <a:t>ตารางธรรมดา</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โครงสร้างเรียบง่าย</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เน้นประสิทธิภาพ</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JSON = </a:t>
            </a:r>
            <a:r>
              <a:rPr lang="en-US" sz="1200" b="1" i="0" kern="1200" dirty="0" err="1">
                <a:solidFill>
                  <a:schemeClr val="tx1"/>
                </a:solidFill>
                <a:effectLst/>
                <a:latin typeface="+mn-lt"/>
                <a:ea typeface="+mn-ea"/>
                <a:cs typeface="+mn-cs"/>
              </a:rPr>
              <a:t>แฟ้มข้อมูลที่มีหัวข้อและหัวข้อย่อย</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ยืดหยุ่นกว่า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เหมาะกับข้อมูลซับซ้อน</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p:txBody>
      </p:sp>
      <p:sp>
        <p:nvSpPr>
          <p:cNvPr id="1608039025"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59E423-A47E-586E-FBF1-2B304E084B05}"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123</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84939694" name="Slide Image Placeholder 1"/>
          <p:cNvSpPr>
            <a:spLocks noGrp="1" noRot="1" noChangeAspect="1"/>
          </p:cNvSpPr>
          <p:nvPr>
            <p:ph type="sldImg"/>
          </p:nvPr>
        </p:nvSpPr>
        <p:spPr bwMode="auto">
          <a:xfrm>
            <a:off x="217488" y="812800"/>
            <a:ext cx="7124700" cy="4008438"/>
          </a:xfrm>
        </p:spPr>
      </p:sp>
      <p:sp>
        <p:nvSpPr>
          <p:cNvPr id="2025822391" name="Notes Placeholder 2"/>
          <p:cNvSpPr>
            <a:spLocks noGrp="1"/>
          </p:cNvSpPr>
          <p:nvPr>
            <p:ph type="body" idx="1"/>
          </p:nvPr>
        </p:nvSpPr>
        <p:spPr bwMode="auto"/>
        <p:txBody>
          <a:bodyPr/>
          <a:lstStyle/>
          <a:p>
            <a:pPr>
              <a:lnSpc>
                <a:spcPct val="90000"/>
              </a:lnSpc>
              <a:spcAft>
                <a:spcPts val="332"/>
              </a:spcAft>
              <a:defRPr/>
            </a:pPr>
            <a:r>
              <a:rPr lang="en-US"/>
              <a:t>This exercise requires an Azure subscription, which should be provided by the lab hoster supporting your delivery of this course.</a:t>
            </a:r>
            <a:endParaRPr lang="en-US">
              <a:solidFill>
                <a:srgbClr val="444444"/>
              </a:solidFill>
            </a:endParaRPr>
          </a:p>
          <a:p>
            <a:pPr>
              <a:lnSpc>
                <a:spcPct val="90000"/>
              </a:lnSpc>
              <a:spcAft>
                <a:spcPts val="332"/>
              </a:spcAft>
              <a:defRPr/>
            </a:pPr>
            <a:r>
              <a:rPr lang="en-US"/>
              <a:t>If you are not able to provide students with Azure subscriptions, you can demonstrate the lab using your own subscription (if you have one available).</a:t>
            </a:r>
            <a:endParaRPr/>
          </a:p>
        </p:txBody>
      </p:sp>
      <p:sp>
        <p:nvSpPr>
          <p:cNvPr id="1687151797" name="Header Placeholder 3"/>
          <p:cNvSpPr>
            <a:spLocks noGrp="1"/>
          </p:cNvSpPr>
          <p:nvPr>
            <p:ph type="hdr" sz="quarter"/>
          </p:nvPr>
        </p:nvSpPr>
        <p:spPr bwMode="auto"/>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1976319045" name="Footer Placeholder 4"/>
          <p:cNvSpPr>
            <a:spLocks noGrp="1"/>
          </p:cNvSpPr>
          <p:nvPr>
            <p:ph type="ftr" sz="quarter" idx="4"/>
          </p:nvPr>
        </p:nvSpPr>
        <p:spPr bwMode="auto"/>
        <p:txBody>
          <a:bodyPr/>
          <a:lstStyle/>
          <a:p>
            <a:pPr marL="0" marR="0" lvl="0" indent="0" algn="l" defTabSz="914098" rtl="0" eaLnBrk="1" fontAlgn="auto" latinLnBrk="0" hangingPunct="1">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a:ea typeface="Segoe UI"/>
                <a:cs typeface="Segoe UI"/>
              </a:rPr>
              <a:t>© Microsoft Corporation. All rights reserved. MICROSOFT MAKES NO WARRANTIES, EXPRESS, IMPLIED OR STATUTORY, AS TO THE INFORMATION IN THIS PRESENTATION.</a:t>
            </a:r>
            <a:endParaRPr kumimoji="0" sz="1200" b="0" i="0" u="none" strike="noStrike" kern="0" cap="none" spc="0" normalizeH="0" baseline="0" noProof="0">
              <a:ln>
                <a:noFill/>
              </a:ln>
              <a:solidFill>
                <a:prstClr val="black"/>
              </a:solidFill>
              <a:effectLst/>
              <a:uLnTx/>
              <a:uFillTx/>
              <a:latin typeface="Aptos"/>
              <a:cs typeface="Arial"/>
            </a:endParaRPr>
          </a:p>
        </p:txBody>
      </p:sp>
      <p:sp>
        <p:nvSpPr>
          <p:cNvPr id="1493330970" name="Date Placeholder 5"/>
          <p:cNvSpPr>
            <a:spLocks noGrp="1"/>
          </p:cNvSpPr>
          <p:nvPr>
            <p:ph type="dt" idx="1"/>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FD8069-D363-B1FD-C85A-30544EF19ECA}" type="datetime8">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10/27/2026 8:46 AM</a:t>
            </a:fld>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410577838" name="Slide Number Placeholder 6"/>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32D111-37E3-EE75-0870-1F0A4C533A8B}"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124</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44108219" name="Slide Image Placeholder 1"/>
          <p:cNvSpPr>
            <a:spLocks noGrp="1" noRot="1" noChangeAspect="1"/>
          </p:cNvSpPr>
          <p:nvPr>
            <p:ph type="sldImg"/>
          </p:nvPr>
        </p:nvSpPr>
        <p:spPr bwMode="auto">
          <a:xfrm>
            <a:off x="217488" y="812800"/>
            <a:ext cx="7124700" cy="4008438"/>
          </a:xfrm>
        </p:spPr>
      </p:sp>
      <p:sp>
        <p:nvSpPr>
          <p:cNvPr id="998661012" name="Notes Placeholder 2"/>
          <p:cNvSpPr>
            <a:spLocks noGrp="1"/>
          </p:cNvSpPr>
          <p:nvPr>
            <p:ph type="body" idx="1"/>
          </p:nvPr>
        </p:nvSpPr>
        <p:spPr bwMode="auto"/>
        <p:txBody>
          <a:bodyPr/>
          <a:lstStyle/>
          <a:p>
            <a:pPr marL="0" marR="0" lvl="0" indent="0" algn="l" defTabSz="914400" rtl="0">
              <a:lnSpc>
                <a:spcPct val="100000"/>
              </a:lnSpc>
              <a:spcBef>
                <a:spcPts val="0"/>
              </a:spcBef>
              <a:spcAft>
                <a:spcPts val="0"/>
              </a:spcAft>
              <a:buClrTx/>
              <a:buSzTx/>
              <a:buFontTx/>
              <a:buNone/>
              <a:defRPr/>
            </a:pPr>
            <a:r>
              <a:rPr lang="en-US" b="0"/>
              <a:t>These Learn modules are part of the </a:t>
            </a:r>
            <a:r>
              <a:rPr lang="en-US" sz="1200" b="0" i="0" u="none" strike="noStrike" cap="none" spc="0">
                <a:solidFill>
                  <a:schemeClr val="tx1"/>
                </a:solidFill>
                <a:latin typeface="Aptos"/>
                <a:ea typeface="Aptos"/>
                <a:cs typeface="Aptos"/>
              </a:rPr>
              <a:t>Integrate Backend Services for AI Solutions</a:t>
            </a:r>
            <a:r>
              <a:rPr lang="en-US"/>
              <a:t> learning path:</a:t>
            </a:r>
            <a:r>
              <a:rPr lang="en-US" b="0" i="0">
                <a:solidFill>
                  <a:srgbClr val="171717"/>
                </a:solidFill>
                <a:latin typeface="Segoe UI"/>
              </a:rPr>
              <a:t> (</a:t>
            </a:r>
            <a:r>
              <a:rPr lang="en-US" sz="1200" b="0" i="0" u="sng" strike="noStrike" cap="none" spc="0">
                <a:solidFill>
                  <a:schemeClr val="hlink"/>
                </a:solidFill>
                <a:latin typeface="Aptos"/>
                <a:ea typeface="Aptos"/>
                <a:cs typeface="Aptos"/>
                <a:hlinkClick r:id="rId3"/>
              </a:rPr>
              <a:t>https://learn.microsoft.com/training/paths/integrate-backend-services-ai-solutions/</a:t>
            </a:r>
            <a:endParaRPr/>
          </a:p>
          <a:p>
            <a:pPr>
              <a:defRPr/>
            </a:pPr>
            <a:endParaRPr lang="en-US"/>
          </a:p>
        </p:txBody>
      </p:sp>
      <p:sp>
        <p:nvSpPr>
          <p:cNvPr id="1499904805"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125</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06274052" name="Slide Image Placeholder 1"/>
          <p:cNvSpPr>
            <a:spLocks noGrp="1" noRot="1" noChangeAspect="1"/>
          </p:cNvSpPr>
          <p:nvPr>
            <p:ph type="sldImg"/>
          </p:nvPr>
        </p:nvSpPr>
        <p:spPr bwMode="auto">
          <a:xfrm>
            <a:off x="217488" y="812800"/>
            <a:ext cx="7124700" cy="4008438"/>
          </a:xfrm>
        </p:spPr>
      </p:sp>
      <p:sp>
        <p:nvSpPr>
          <p:cNvPr id="678967204" name="Notes Placeholder 2"/>
          <p:cNvSpPr>
            <a:spLocks noGrp="1"/>
          </p:cNvSpPr>
          <p:nvPr>
            <p:ph type="body" idx="1"/>
          </p:nvPr>
        </p:nvSpPr>
        <p:spPr bwMode="auto"/>
        <p:txBody>
          <a:bodyPr/>
          <a:lstStyle/>
          <a:p>
            <a:pPr marL="0" lvl="0" indent="0">
              <a:buNone/>
              <a:defRPr/>
            </a:pPr>
            <a:r>
              <a:rPr lang="en-US" sz="1200" b="0" i="0" u="none" strike="noStrike" cap="none" spc="0">
                <a:solidFill>
                  <a:schemeClr val="tx1"/>
                </a:solidFill>
                <a:latin typeface="+mn-lt"/>
                <a:ea typeface="+mn-ea"/>
                <a:cs typeface="+mn-cs"/>
              </a:rPr>
              <a:t>Module on Microsoft Learn: </a:t>
            </a:r>
            <a:r>
              <a:rPr lang="en-US" sz="1200" b="0" i="0" u="sng" strike="noStrike" cap="none" spc="0">
                <a:solidFill>
                  <a:schemeClr val="tx1"/>
                </a:solidFill>
                <a:latin typeface="Aptos"/>
                <a:ea typeface="Arial"/>
                <a:cs typeface="Arial"/>
                <a:hlinkClick r:id="rId3"/>
              </a:rPr>
              <a:t>https://learn.microsoft.com/training/modules/queue-process-operations-service-bus/</a:t>
            </a:r>
            <a:endParaRPr sz="1200"/>
          </a:p>
          <a:p>
            <a:pPr marL="0" lvl="0" indent="0">
              <a:buNone/>
              <a:defRPr/>
            </a:pPr>
            <a:endParaRPr sz="1200"/>
          </a:p>
          <a:p>
            <a:pPr>
              <a:defRPr/>
            </a:pPr>
            <a:r>
              <a:rPr lang="en-US" sz="1200" b="0" i="0" u="none" strike="noStrike" cap="none" spc="0">
                <a:solidFill>
                  <a:schemeClr val="tx1"/>
                </a:solidFill>
                <a:latin typeface="+mn-lt"/>
                <a:ea typeface="+mn-ea"/>
                <a:cs typeface="+mn-cs"/>
              </a:rPr>
              <a:t>This module covers Azure Service Bus as a messaging layer for AI applications. Students learn how to decouple components, choose between queues and topics, structure messages for inference workloads, and process messages reliably with dead-letter handling.</a:t>
            </a:r>
            <a:endParaRPr/>
          </a:p>
        </p:txBody>
      </p:sp>
      <p:sp>
        <p:nvSpPr>
          <p:cNvPr id="1128142835"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126</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51614134" name="Slide Image Placeholder 1"/>
          <p:cNvSpPr>
            <a:spLocks noGrp="1" noRot="1" noChangeAspect="1"/>
          </p:cNvSpPr>
          <p:nvPr>
            <p:ph type="sldImg"/>
          </p:nvPr>
        </p:nvSpPr>
        <p:spPr bwMode="auto">
          <a:xfrm>
            <a:off x="217488" y="812800"/>
            <a:ext cx="7124700" cy="4008438"/>
          </a:xfrm>
        </p:spPr>
      </p:sp>
      <p:sp>
        <p:nvSpPr>
          <p:cNvPr id="356923465" name="Notes Placeholder 2"/>
          <p:cNvSpPr>
            <a:spLocks noGrp="1"/>
          </p:cNvSpPr>
          <p:nvPr>
            <p:ph type="body" idx="1"/>
          </p:nvPr>
        </p:nvSpPr>
        <p:spPr bwMode="auto"/>
        <p:txBody>
          <a:bodyPr/>
          <a:lstStyle/>
          <a:p>
            <a:pPr fontAlgn="t"/>
            <a:r>
              <a:rPr lang="en-US" sz="1200" b="1" i="0" kern="1200" dirty="0">
                <a:solidFill>
                  <a:schemeClr val="tx1"/>
                </a:solidFill>
                <a:effectLst/>
                <a:latin typeface="+mn-lt"/>
                <a:ea typeface="+mn-ea"/>
                <a:cs typeface="+mn-cs"/>
              </a:rPr>
              <a:t>Azure Service Bus </a:t>
            </a:r>
            <a:r>
              <a:rPr lang="en-US" sz="1200" b="1" i="0" kern="1200" dirty="0" err="1">
                <a:solidFill>
                  <a:schemeClr val="tx1"/>
                </a:solidFill>
                <a:effectLst/>
                <a:latin typeface="+mn-lt"/>
                <a:ea typeface="+mn-ea"/>
                <a:cs typeface="+mn-cs"/>
              </a:rPr>
              <a:t>ช่วยรับงานหรือข้อความจากระบบต่าง</a:t>
            </a:r>
            <a:r>
              <a:rPr lang="en-US" sz="1200" b="1" i="0" kern="1200" dirty="0">
                <a:solidFill>
                  <a:schemeClr val="tx1"/>
                </a:solidFill>
                <a:effectLst/>
                <a:latin typeface="+mn-lt"/>
                <a:ea typeface="+mn-ea"/>
                <a:cs typeface="+mn-cs"/>
              </a:rPr>
              <a:t> ๆ </a:t>
            </a:r>
            <a:r>
              <a:rPr lang="en-US" sz="1200" b="1" i="0" kern="1200" dirty="0" err="1">
                <a:solidFill>
                  <a:schemeClr val="tx1"/>
                </a:solidFill>
                <a:effectLst/>
                <a:latin typeface="+mn-lt"/>
                <a:ea typeface="+mn-ea"/>
                <a:cs typeface="+mn-cs"/>
              </a:rPr>
              <a:t>แล้วพักไว้ใน</a:t>
            </a:r>
            <a:r>
              <a:rPr lang="en-US" sz="1200" b="1" i="0" kern="1200" dirty="0">
                <a:solidFill>
                  <a:schemeClr val="tx1"/>
                </a:solidFill>
                <a:effectLst/>
                <a:latin typeface="+mn-lt"/>
                <a:ea typeface="+mn-ea"/>
                <a:cs typeface="+mn-cs"/>
              </a:rPr>
              <a:t> Queue </a:t>
            </a:r>
            <a:r>
              <a:rPr lang="en-US" sz="1200" b="1" i="0" kern="1200" dirty="0" err="1">
                <a:solidFill>
                  <a:schemeClr val="tx1"/>
                </a:solidFill>
                <a:effectLst/>
                <a:latin typeface="+mn-lt"/>
                <a:ea typeface="+mn-ea"/>
                <a:cs typeface="+mn-cs"/>
              </a:rPr>
              <a:t>เพื่อให้ระบบ</a:t>
            </a:r>
            <a:r>
              <a:rPr lang="en-US" sz="1200" b="1" i="0" kern="1200" dirty="0">
                <a:solidFill>
                  <a:schemeClr val="tx1"/>
                </a:solidFill>
                <a:effectLst/>
                <a:latin typeface="+mn-lt"/>
                <a:ea typeface="+mn-ea"/>
                <a:cs typeface="+mn-cs"/>
              </a:rPr>
              <a:t> AI </a:t>
            </a:r>
            <a:r>
              <a:rPr lang="en-US" sz="1200" b="1" i="0" kern="1200" dirty="0" err="1">
                <a:solidFill>
                  <a:schemeClr val="tx1"/>
                </a:solidFill>
                <a:effectLst/>
                <a:latin typeface="+mn-lt"/>
                <a:ea typeface="+mn-ea"/>
                <a:cs typeface="+mn-cs"/>
              </a:rPr>
              <a:t>ค่อย</a:t>
            </a:r>
            <a:r>
              <a:rPr lang="en-US" sz="1200" b="1" i="0" kern="1200" dirty="0">
                <a:solidFill>
                  <a:schemeClr val="tx1"/>
                </a:solidFill>
                <a:effectLst/>
                <a:latin typeface="+mn-lt"/>
                <a:ea typeface="+mn-ea"/>
                <a:cs typeface="+mn-cs"/>
              </a:rPr>
              <a:t> ๆ </a:t>
            </a:r>
            <a:r>
              <a:rPr lang="en-US" sz="1200" b="1" i="0" kern="1200" dirty="0" err="1">
                <a:solidFill>
                  <a:schemeClr val="tx1"/>
                </a:solidFill>
                <a:effectLst/>
                <a:latin typeface="+mn-lt"/>
                <a:ea typeface="+mn-ea"/>
                <a:cs typeface="+mn-cs"/>
              </a:rPr>
              <a:t>ประมวลผล</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เหมาะกับงาน</a:t>
            </a:r>
            <a:r>
              <a:rPr lang="en-US" sz="1200" b="0" i="0" kern="1200" dirty="0">
                <a:solidFill>
                  <a:schemeClr val="tx1"/>
                </a:solidFill>
                <a:effectLst/>
                <a:latin typeface="+mn-lt"/>
                <a:ea typeface="+mn-ea"/>
                <a:cs typeface="+mn-cs"/>
              </a:rPr>
              <a:t> AI </a:t>
            </a:r>
            <a:r>
              <a:rPr lang="en-US" sz="1200" b="0" i="0" kern="1200" dirty="0" err="1">
                <a:solidFill>
                  <a:schemeClr val="tx1"/>
                </a:solidFill>
                <a:effectLst/>
                <a:latin typeface="+mn-lt"/>
                <a:ea typeface="+mn-ea"/>
                <a:cs typeface="+mn-cs"/>
              </a:rPr>
              <a:t>ที่ระยะเวลาประมวลผลแต่ละครั้งไม่แน่นอน</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หลักการง่าย</a:t>
            </a:r>
            <a:r>
              <a:rPr lang="en-US" sz="1200" b="1" i="0" kern="1200" dirty="0">
                <a:solidFill>
                  <a:schemeClr val="tx1"/>
                </a:solidFill>
                <a:effectLst/>
                <a:latin typeface="+mn-lt"/>
                <a:ea typeface="+mn-ea"/>
                <a:cs typeface="+mn-cs"/>
              </a:rPr>
              <a:t> ๆ</a:t>
            </a:r>
            <a:endParaRPr lang="th-TH" sz="1200" b="1"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ลำดับการทำงานคือ</a:t>
            </a:r>
            <a:r>
              <a:rPr lang="en-US" sz="1200" b="0" i="0" kern="1200" dirty="0">
                <a:solidFill>
                  <a:schemeClr val="tx1"/>
                </a:solidFill>
                <a:effectLst/>
                <a:latin typeface="+mn-lt"/>
                <a:ea typeface="+mn-ea"/>
                <a:cs typeface="+mn-cs"/>
              </a:rPr>
              <a:t>:</a:t>
            </a:r>
          </a:p>
          <a:p>
            <a:pPr fontAlgn="t"/>
            <a:r>
              <a:rPr lang="en-US" sz="1200" b="1" i="0" kern="1200" dirty="0">
                <a:solidFill>
                  <a:schemeClr val="tx1"/>
                </a:solidFill>
                <a:effectLst/>
                <a:latin typeface="+mn-lt"/>
                <a:ea typeface="+mn-ea"/>
                <a:cs typeface="+mn-cs"/>
              </a:rPr>
              <a:t>Producers → Queue → Workers</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Producers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ระบบต้นทาง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API </a:t>
            </a:r>
            <a:r>
              <a:rPr lang="en-US" sz="1200" b="0" i="0" kern="1200" dirty="0" err="1">
                <a:solidFill>
                  <a:schemeClr val="tx1"/>
                </a:solidFill>
                <a:effectLst/>
                <a:latin typeface="+mn-lt"/>
                <a:ea typeface="+mn-ea"/>
                <a:cs typeface="+mn-cs"/>
              </a:rPr>
              <a:t>ส่งงานเข้ามา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ซึ่งอาจมาเร็วหรือช้าไม่แน่นอน</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Queue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เป็นพื้นที่</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พักงานไว้ชั่วคราว</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Workers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ค่อย</a:t>
            </a:r>
            <a:r>
              <a:rPr lang="en-US" sz="1200" b="0" i="0" kern="1200" dirty="0">
                <a:solidFill>
                  <a:schemeClr val="tx1"/>
                </a:solidFill>
                <a:effectLst/>
                <a:latin typeface="+mn-lt"/>
                <a:ea typeface="+mn-ea"/>
                <a:cs typeface="+mn-cs"/>
              </a:rPr>
              <a:t> ๆ </a:t>
            </a:r>
            <a:r>
              <a:rPr lang="en-US" sz="1200" b="0" i="0" kern="1200" dirty="0" err="1">
                <a:solidFill>
                  <a:schemeClr val="tx1"/>
                </a:solidFill>
                <a:effectLst/>
                <a:latin typeface="+mn-lt"/>
                <a:ea typeface="+mn-ea"/>
                <a:cs typeface="+mn-cs"/>
              </a:rPr>
              <a:t>หยิบงานจาก</a:t>
            </a:r>
            <a:r>
              <a:rPr lang="en-US" sz="1200" b="0" i="0" kern="1200" dirty="0">
                <a:solidFill>
                  <a:schemeClr val="tx1"/>
                </a:solidFill>
                <a:effectLst/>
                <a:latin typeface="+mn-lt"/>
                <a:ea typeface="+mn-ea"/>
                <a:cs typeface="+mn-cs"/>
              </a:rPr>
              <a:t> Queue </a:t>
            </a:r>
            <a:r>
              <a:rPr lang="en-US" sz="1200" b="0" i="0" kern="1200" dirty="0" err="1">
                <a:solidFill>
                  <a:schemeClr val="tx1"/>
                </a:solidFill>
                <a:effectLst/>
                <a:latin typeface="+mn-lt"/>
                <a:ea typeface="+mn-ea"/>
                <a:cs typeface="+mn-cs"/>
              </a:rPr>
              <a:t>ไปประมวลผลในอัตราที่สม่ำเสมอ</a:t>
            </a:r>
            <a:endParaRPr lang="th-TH"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ทำไมจึงมีประโยชน์กับ</a:t>
            </a:r>
            <a:r>
              <a:rPr lang="en-US" sz="1200" b="1" i="0" kern="1200" dirty="0">
                <a:solidFill>
                  <a:schemeClr val="tx1"/>
                </a:solidFill>
                <a:effectLst/>
                <a:latin typeface="+mn-lt"/>
                <a:ea typeface="+mn-ea"/>
                <a:cs typeface="+mn-cs"/>
              </a:rPr>
              <a:t> AI?</a:t>
            </a:r>
            <a:endParaRPr lang="th-TH" sz="1200" b="1"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a:t>
            </a:r>
            <a:r>
              <a:rPr lang="en-US" sz="1200" b="1" i="0" kern="1200" dirty="0" err="1">
                <a:solidFill>
                  <a:schemeClr val="tx1"/>
                </a:solidFill>
                <a:effectLst/>
                <a:latin typeface="+mn-lt"/>
                <a:ea typeface="+mn-ea"/>
                <a:cs typeface="+mn-cs"/>
              </a:rPr>
              <a:t>รองรับช่วงที่งานเข้ามาพร้อมกันเยอะ</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Queue </a:t>
            </a:r>
            <a:r>
              <a:rPr lang="en-US" sz="1200" b="0" i="0" kern="1200" dirty="0" err="1">
                <a:solidFill>
                  <a:schemeClr val="tx1"/>
                </a:solidFill>
                <a:effectLst/>
                <a:latin typeface="+mn-lt"/>
                <a:ea typeface="+mn-ea"/>
                <a:cs typeface="+mn-cs"/>
              </a:rPr>
              <a:t>ช่วยรับงานไว้ก่อน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ไม่จำเป็นต้องบังคับให้</a:t>
            </a:r>
            <a:r>
              <a:rPr lang="en-US" sz="1200" b="0" i="0" kern="1200" dirty="0">
                <a:solidFill>
                  <a:schemeClr val="tx1"/>
                </a:solidFill>
                <a:effectLst/>
                <a:latin typeface="+mn-lt"/>
                <a:ea typeface="+mn-ea"/>
                <a:cs typeface="+mn-cs"/>
              </a:rPr>
              <a:t> AI </a:t>
            </a:r>
            <a:r>
              <a:rPr lang="en-US" sz="1200" b="0" i="0" kern="1200" dirty="0" err="1">
                <a:solidFill>
                  <a:schemeClr val="tx1"/>
                </a:solidFill>
                <a:effectLst/>
                <a:latin typeface="+mn-lt"/>
                <a:ea typeface="+mn-ea"/>
                <a:cs typeface="+mn-cs"/>
              </a:rPr>
              <a:t>ประมวลผลทุกงานทันที</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a:t>
            </a:r>
            <a:r>
              <a:rPr lang="en-US" sz="1200" b="1" i="0" kern="1200" dirty="0" err="1">
                <a:solidFill>
                  <a:schemeClr val="tx1"/>
                </a:solidFill>
                <a:effectLst/>
                <a:latin typeface="+mn-lt"/>
                <a:ea typeface="+mn-ea"/>
                <a:cs typeface="+mn-cs"/>
              </a:rPr>
              <a:t>แยกระบบส่งงานออกจากระบบประมวลผล</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Producer </a:t>
            </a:r>
            <a:r>
              <a:rPr lang="en-US" sz="1200" b="0" i="0" kern="1200" dirty="0" err="1">
                <a:solidFill>
                  <a:schemeClr val="tx1"/>
                </a:solidFill>
                <a:effectLst/>
                <a:latin typeface="+mn-lt"/>
                <a:ea typeface="+mn-ea"/>
                <a:cs typeface="+mn-cs"/>
              </a:rPr>
              <a:t>ไม่จำเป็นต้องรอให้</a:t>
            </a:r>
            <a:r>
              <a:rPr lang="en-US" sz="1200" b="0" i="0" kern="1200" dirty="0">
                <a:solidFill>
                  <a:schemeClr val="tx1"/>
                </a:solidFill>
                <a:effectLst/>
                <a:latin typeface="+mn-lt"/>
                <a:ea typeface="+mn-ea"/>
                <a:cs typeface="+mn-cs"/>
              </a:rPr>
              <a:t> AI Worker </a:t>
            </a:r>
            <a:r>
              <a:rPr lang="en-US" sz="1200" b="0" i="0" kern="1200" dirty="0" err="1">
                <a:solidFill>
                  <a:schemeClr val="tx1"/>
                </a:solidFill>
                <a:effectLst/>
                <a:latin typeface="+mn-lt"/>
                <a:ea typeface="+mn-ea"/>
                <a:cs typeface="+mn-cs"/>
              </a:rPr>
              <a:t>ทำงานเสร็จก่อน</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3. </a:t>
            </a:r>
            <a:r>
              <a:rPr lang="en-US" sz="1200" b="1" i="0" kern="1200" dirty="0" err="1">
                <a:solidFill>
                  <a:schemeClr val="tx1"/>
                </a:solidFill>
                <a:effectLst/>
                <a:latin typeface="+mn-lt"/>
                <a:ea typeface="+mn-ea"/>
                <a:cs typeface="+mn-cs"/>
              </a:rPr>
              <a:t>ใช้</a:t>
            </a:r>
            <a:r>
              <a:rPr lang="en-US" sz="1200" b="1" i="0" kern="1200" dirty="0">
                <a:solidFill>
                  <a:schemeClr val="tx1"/>
                </a:solidFill>
                <a:effectLst/>
                <a:latin typeface="+mn-lt"/>
                <a:ea typeface="+mn-ea"/>
                <a:cs typeface="+mn-cs"/>
              </a:rPr>
              <a:t> Worker </a:t>
            </a:r>
            <a:r>
              <a:rPr lang="en-US" sz="1200" b="1" i="0" kern="1200" dirty="0" err="1">
                <a:solidFill>
                  <a:schemeClr val="tx1"/>
                </a:solidFill>
                <a:effectLst/>
                <a:latin typeface="+mn-lt"/>
                <a:ea typeface="+mn-ea"/>
                <a:cs typeface="+mn-cs"/>
              </a:rPr>
              <a:t>หลายตัวช่วยกันประมวลผล</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หลาย</a:t>
            </a:r>
            <a:r>
              <a:rPr lang="en-US" sz="1200" b="0" i="0" kern="1200" dirty="0">
                <a:solidFill>
                  <a:schemeClr val="tx1"/>
                </a:solidFill>
                <a:effectLst/>
                <a:latin typeface="+mn-lt"/>
                <a:ea typeface="+mn-ea"/>
                <a:cs typeface="+mn-cs"/>
              </a:rPr>
              <a:t> Worker </a:t>
            </a:r>
            <a:r>
              <a:rPr lang="en-US" sz="1200" b="0" i="0" kern="1200" dirty="0" err="1">
                <a:solidFill>
                  <a:schemeClr val="tx1"/>
                </a:solidFill>
                <a:effectLst/>
                <a:latin typeface="+mn-lt"/>
                <a:ea typeface="+mn-ea"/>
                <a:cs typeface="+mn-cs"/>
              </a:rPr>
              <a:t>สามารถรับงานจาก</a:t>
            </a:r>
            <a:r>
              <a:rPr lang="en-US" sz="1200" b="0" i="0" kern="1200" dirty="0">
                <a:solidFill>
                  <a:schemeClr val="tx1"/>
                </a:solidFill>
                <a:effectLst/>
                <a:latin typeface="+mn-lt"/>
                <a:ea typeface="+mn-ea"/>
                <a:cs typeface="+mn-cs"/>
              </a:rPr>
              <a:t> Queue </a:t>
            </a:r>
            <a:r>
              <a:rPr lang="en-US" sz="1200" b="0" i="0" kern="1200" dirty="0" err="1">
                <a:solidFill>
                  <a:schemeClr val="tx1"/>
                </a:solidFill>
                <a:effectLst/>
                <a:latin typeface="+mn-lt"/>
                <a:ea typeface="+mn-ea"/>
                <a:cs typeface="+mn-cs"/>
              </a:rPr>
              <a:t>เดียวกันเพื่อช่วยกระจายภาระ</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4. </a:t>
            </a:r>
            <a:r>
              <a:rPr lang="en-US" sz="1200" b="1" i="0" kern="1200" dirty="0" err="1">
                <a:solidFill>
                  <a:schemeClr val="tx1"/>
                </a:solidFill>
                <a:effectLst/>
                <a:latin typeface="+mn-lt"/>
                <a:ea typeface="+mn-ea"/>
                <a:cs typeface="+mn-cs"/>
              </a:rPr>
              <a:t>ต้นทางและปลายทางไม่จำเป็นต้องพร้อมพร้อมกัน</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Producer </a:t>
            </a:r>
            <a:r>
              <a:rPr lang="en-US" sz="1200" b="0" i="0" kern="1200" dirty="0" err="1">
                <a:solidFill>
                  <a:schemeClr val="tx1"/>
                </a:solidFill>
                <a:effectLst/>
                <a:latin typeface="+mn-lt"/>
                <a:ea typeface="+mn-ea"/>
                <a:cs typeface="+mn-cs"/>
              </a:rPr>
              <a:t>สามารถส่งงานเข้า</a:t>
            </a:r>
            <a:r>
              <a:rPr lang="en-US" sz="1200" b="0" i="0" kern="1200" dirty="0">
                <a:solidFill>
                  <a:schemeClr val="tx1"/>
                </a:solidFill>
                <a:effectLst/>
                <a:latin typeface="+mn-lt"/>
                <a:ea typeface="+mn-ea"/>
                <a:cs typeface="+mn-cs"/>
              </a:rPr>
              <a:t> Queue </a:t>
            </a:r>
            <a:r>
              <a:rPr lang="en-US" sz="1200" b="0" i="0" kern="1200" dirty="0" err="1">
                <a:solidFill>
                  <a:schemeClr val="tx1"/>
                </a:solidFill>
                <a:effectLst/>
                <a:latin typeface="+mn-lt"/>
                <a:ea typeface="+mn-ea"/>
                <a:cs typeface="+mn-cs"/>
              </a:rPr>
              <a:t>ไว้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แล้ว</a:t>
            </a:r>
            <a:r>
              <a:rPr lang="en-US" sz="1200" b="0" i="0" kern="1200" dirty="0">
                <a:solidFill>
                  <a:schemeClr val="tx1"/>
                </a:solidFill>
                <a:effectLst/>
                <a:latin typeface="+mn-lt"/>
                <a:ea typeface="+mn-ea"/>
                <a:cs typeface="+mn-cs"/>
              </a:rPr>
              <a:t> Worker </a:t>
            </a:r>
            <a:r>
              <a:rPr lang="en-US" sz="1200" b="0" i="0" kern="1200" dirty="0" err="1">
                <a:solidFill>
                  <a:schemeClr val="tx1"/>
                </a:solidFill>
                <a:effectLst/>
                <a:latin typeface="+mn-lt"/>
                <a:ea typeface="+mn-ea"/>
                <a:cs typeface="+mn-cs"/>
              </a:rPr>
              <a:t>มารับไปทำภายหลังได้</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เปรียบเทียบง่าย</a:t>
            </a:r>
            <a:r>
              <a:rPr lang="en-US" sz="1200" b="1" i="0" kern="1200" dirty="0">
                <a:solidFill>
                  <a:schemeClr val="tx1"/>
                </a:solidFill>
                <a:effectLst/>
                <a:latin typeface="+mn-lt"/>
                <a:ea typeface="+mn-ea"/>
                <a:cs typeface="+mn-cs"/>
              </a:rPr>
              <a:t> ๆ</a:t>
            </a:r>
            <a:endParaRPr lang="th-TH" sz="1200" b="1"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เหมือน</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ร้านอาหาร</a:t>
            </a: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Producer = </a:t>
            </a:r>
            <a:r>
              <a:rPr lang="en-US" sz="1200" b="0" i="0" kern="1200" dirty="0" err="1">
                <a:solidFill>
                  <a:schemeClr val="tx1"/>
                </a:solidFill>
                <a:effectLst/>
                <a:latin typeface="+mn-lt"/>
                <a:ea typeface="+mn-ea"/>
                <a:cs typeface="+mn-cs"/>
              </a:rPr>
              <a:t>ลูกค้าสั่งอาหาร</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Queue = </a:t>
            </a:r>
            <a:r>
              <a:rPr lang="en-US" sz="1200" b="0" i="0" kern="1200" dirty="0" err="1">
                <a:solidFill>
                  <a:schemeClr val="tx1"/>
                </a:solidFill>
                <a:effectLst/>
                <a:latin typeface="+mn-lt"/>
                <a:ea typeface="+mn-ea"/>
                <a:cs typeface="+mn-cs"/>
              </a:rPr>
              <a:t>ใบออเดอร์ที่รอทำ</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Workers = </a:t>
            </a:r>
            <a:r>
              <a:rPr lang="en-US" sz="1200" b="0" i="0" kern="1200" dirty="0" err="1">
                <a:solidFill>
                  <a:schemeClr val="tx1"/>
                </a:solidFill>
                <a:effectLst/>
                <a:latin typeface="+mn-lt"/>
                <a:ea typeface="+mn-ea"/>
                <a:cs typeface="+mn-cs"/>
              </a:rPr>
              <a:t>ทีมครัวที่ค่อย</a:t>
            </a:r>
            <a:r>
              <a:rPr lang="en-US" sz="1200" b="0" i="0" kern="1200" dirty="0">
                <a:solidFill>
                  <a:schemeClr val="tx1"/>
                </a:solidFill>
                <a:effectLst/>
                <a:latin typeface="+mn-lt"/>
                <a:ea typeface="+mn-ea"/>
                <a:cs typeface="+mn-cs"/>
              </a:rPr>
              <a:t> ๆ </a:t>
            </a:r>
            <a:r>
              <a:rPr lang="en-US" sz="1200" b="0" i="0" kern="1200" dirty="0" err="1">
                <a:solidFill>
                  <a:schemeClr val="tx1"/>
                </a:solidFill>
                <a:effectLst/>
                <a:latin typeface="+mn-lt"/>
                <a:ea typeface="+mn-ea"/>
                <a:cs typeface="+mn-cs"/>
              </a:rPr>
              <a:t>หยิบออเดอร์ไปทำ</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ถึงลูกค้าจะสั่งเข้ามาพร้อมกันจำนวนมาก</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ออเดอร์ก็</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พักอยู่ในคิว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และทีมครัวสามารถค่อย</a:t>
            </a:r>
            <a:r>
              <a:rPr lang="en-US" sz="1200" b="0" i="0" kern="1200" dirty="0">
                <a:solidFill>
                  <a:schemeClr val="tx1"/>
                </a:solidFill>
                <a:effectLst/>
                <a:latin typeface="+mn-lt"/>
                <a:ea typeface="+mn-ea"/>
                <a:cs typeface="+mn-cs"/>
              </a:rPr>
              <a:t> ๆ </a:t>
            </a:r>
            <a:r>
              <a:rPr lang="en-US" sz="1200" b="0" i="0" kern="1200" dirty="0" err="1">
                <a:solidFill>
                  <a:schemeClr val="tx1"/>
                </a:solidFill>
                <a:effectLst/>
                <a:latin typeface="+mn-lt"/>
                <a:ea typeface="+mn-ea"/>
                <a:cs typeface="+mn-cs"/>
              </a:rPr>
              <a:t>จัดการตามกำลัง</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Azure Service Bus Queue </a:t>
            </a:r>
            <a:r>
              <a:rPr lang="en-US" sz="1200" b="1" i="0" kern="1200" dirty="0" err="1">
                <a:solidFill>
                  <a:schemeClr val="tx1"/>
                </a:solidFill>
                <a:effectLst/>
                <a:latin typeface="+mn-lt"/>
                <a:ea typeface="+mn-ea"/>
                <a:cs typeface="+mn-cs"/>
              </a:rPr>
              <a:t>ทำหน้าที่เป็น</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ตัวกลางพักงาน</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ระหว่างระบบที่ส่งงานกับระบบ</a:t>
            </a:r>
            <a:r>
              <a:rPr lang="en-US" sz="1200" b="1" i="0" kern="1200" dirty="0">
                <a:solidFill>
                  <a:schemeClr val="tx1"/>
                </a:solidFill>
                <a:effectLst/>
                <a:latin typeface="+mn-lt"/>
                <a:ea typeface="+mn-ea"/>
                <a:cs typeface="+mn-cs"/>
              </a:rPr>
              <a:t> AI </a:t>
            </a:r>
            <a:r>
              <a:rPr lang="en-US" sz="1200" b="1" i="0" kern="1200" dirty="0" err="1">
                <a:solidFill>
                  <a:schemeClr val="tx1"/>
                </a:solidFill>
                <a:effectLst/>
                <a:latin typeface="+mn-lt"/>
                <a:ea typeface="+mn-ea"/>
                <a:cs typeface="+mn-cs"/>
              </a:rPr>
              <a:t>ที่ประมวลผล</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ช่วยรองรับงานที่เข้ามาไม่สม่ำเสมอและลดการผูกติดกันของสองระบบ</a:t>
            </a:r>
            <a:endParaRPr lang="en-US" sz="1200" b="0" i="0" kern="1200" dirty="0">
              <a:solidFill>
                <a:schemeClr val="tx1"/>
              </a:solidFill>
              <a:effectLst/>
              <a:latin typeface="+mn-lt"/>
              <a:ea typeface="+mn-ea"/>
              <a:cs typeface="+mn-cs"/>
            </a:endParaRPr>
          </a:p>
        </p:txBody>
      </p:sp>
      <p:sp>
        <p:nvSpPr>
          <p:cNvPr id="1837755115"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127</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31741731" name="Slide Image Placeholder 1"/>
          <p:cNvSpPr>
            <a:spLocks noGrp="1" noRot="1" noChangeAspect="1"/>
          </p:cNvSpPr>
          <p:nvPr>
            <p:ph type="sldImg"/>
          </p:nvPr>
        </p:nvSpPr>
        <p:spPr bwMode="auto">
          <a:xfrm>
            <a:off x="217488" y="812800"/>
            <a:ext cx="7124700" cy="4008438"/>
          </a:xfrm>
        </p:spPr>
      </p:sp>
      <p:sp>
        <p:nvSpPr>
          <p:cNvPr id="831043083"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ความแตกต่างระหว่าง</a:t>
            </a:r>
            <a:r>
              <a:rPr lang="en-US" sz="1200" b="1" i="0" kern="1200" dirty="0">
                <a:solidFill>
                  <a:schemeClr val="tx1"/>
                </a:solidFill>
                <a:effectLst/>
                <a:latin typeface="+mn-lt"/>
                <a:ea typeface="+mn-ea"/>
                <a:cs typeface="+mn-cs"/>
              </a:rPr>
              <a:t> Queue </a:t>
            </a:r>
            <a:r>
              <a:rPr lang="en-US" sz="1200" b="1" i="0" kern="1200" dirty="0" err="1">
                <a:solidFill>
                  <a:schemeClr val="tx1"/>
                </a:solidFill>
                <a:effectLst/>
                <a:latin typeface="+mn-lt"/>
                <a:ea typeface="+mn-ea"/>
                <a:cs typeface="+mn-cs"/>
              </a:rPr>
              <a:t>กับ</a:t>
            </a:r>
            <a:r>
              <a:rPr lang="en-US" sz="1200" b="1" i="0" kern="1200" dirty="0">
                <a:solidFill>
                  <a:schemeClr val="tx1"/>
                </a:solidFill>
                <a:effectLst/>
                <a:latin typeface="+mn-lt"/>
                <a:ea typeface="+mn-ea"/>
                <a:cs typeface="+mn-cs"/>
              </a:rPr>
              <a:t> Topic </a:t>
            </a:r>
            <a:r>
              <a:rPr lang="en-US" sz="1200" b="1" i="0" kern="1200" dirty="0" err="1">
                <a:solidFill>
                  <a:schemeClr val="tx1"/>
                </a:solidFill>
                <a:effectLst/>
                <a:latin typeface="+mn-lt"/>
                <a:ea typeface="+mn-ea"/>
                <a:cs typeface="+mn-cs"/>
              </a:rPr>
              <a:t>ใน</a:t>
            </a:r>
            <a:r>
              <a:rPr lang="en-US" sz="1200" b="1" i="0" kern="1200" dirty="0">
                <a:solidFill>
                  <a:schemeClr val="tx1"/>
                </a:solidFill>
                <a:effectLst/>
                <a:latin typeface="+mn-lt"/>
                <a:ea typeface="+mn-ea"/>
                <a:cs typeface="+mn-cs"/>
              </a:rPr>
              <a:t> Azure Service Bus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ว่าควรเลือกใช้แบบไหนในการส่งข้อความ</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Queue = 1 </a:t>
            </a:r>
            <a:r>
              <a:rPr lang="en-US" sz="1200" b="1" i="0" kern="1200" dirty="0" err="1">
                <a:solidFill>
                  <a:schemeClr val="tx1"/>
                </a:solidFill>
                <a:effectLst/>
                <a:latin typeface="+mn-lt"/>
                <a:ea typeface="+mn-ea"/>
                <a:cs typeface="+mn-cs"/>
              </a:rPr>
              <a:t>งาน</a:t>
            </a:r>
            <a:r>
              <a:rPr lang="en-US" sz="1200" b="1" i="0" kern="1200" dirty="0">
                <a:solidFill>
                  <a:schemeClr val="tx1"/>
                </a:solidFill>
                <a:effectLst/>
                <a:latin typeface="+mn-lt"/>
                <a:ea typeface="+mn-ea"/>
                <a:cs typeface="+mn-cs"/>
              </a:rPr>
              <a:t> → 1 </a:t>
            </a:r>
            <a:r>
              <a:rPr lang="en-US" sz="1200" b="1" i="0" kern="1200" dirty="0" err="1">
                <a:solidFill>
                  <a:schemeClr val="tx1"/>
                </a:solidFill>
                <a:effectLst/>
                <a:latin typeface="+mn-lt"/>
                <a:ea typeface="+mn-ea"/>
                <a:cs typeface="+mn-cs"/>
              </a:rPr>
              <a:t>ผู้รับ</a:t>
            </a:r>
            <a:endParaRPr lang="en-US" sz="1200" b="1"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ข้อความหนึ่งจะถูกส่งให้</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Consumer </a:t>
            </a:r>
            <a:r>
              <a:rPr lang="en-US" sz="1200" b="1" i="0" kern="1200" dirty="0" err="1">
                <a:solidFill>
                  <a:schemeClr val="tx1"/>
                </a:solidFill>
                <a:effectLst/>
                <a:latin typeface="+mn-lt"/>
                <a:ea typeface="+mn-ea"/>
                <a:cs typeface="+mn-cs"/>
              </a:rPr>
              <a:t>เพียงหนึ่งตัว</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ถ้ามี</a:t>
            </a:r>
            <a:r>
              <a:rPr lang="en-US" sz="1200" b="0" i="0" kern="1200" dirty="0">
                <a:solidFill>
                  <a:schemeClr val="tx1"/>
                </a:solidFill>
                <a:effectLst/>
                <a:latin typeface="+mn-lt"/>
                <a:ea typeface="+mn-ea"/>
                <a:cs typeface="+mn-cs"/>
              </a:rPr>
              <a:t> Worker </a:t>
            </a:r>
            <a:r>
              <a:rPr lang="en-US" sz="1200" b="0" i="0" kern="1200" dirty="0" err="1">
                <a:solidFill>
                  <a:schemeClr val="tx1"/>
                </a:solidFill>
                <a:effectLst/>
                <a:latin typeface="+mn-lt"/>
                <a:ea typeface="+mn-ea"/>
                <a:cs typeface="+mn-cs"/>
              </a:rPr>
              <a:t>หลายตัว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จะช่วยกันแบ่งงานจาก</a:t>
            </a:r>
            <a:r>
              <a:rPr lang="en-US" sz="1200" b="0" i="0" kern="1200" dirty="0">
                <a:solidFill>
                  <a:schemeClr val="tx1"/>
                </a:solidFill>
                <a:effectLst/>
                <a:latin typeface="+mn-lt"/>
                <a:ea typeface="+mn-ea"/>
                <a:cs typeface="+mn-cs"/>
              </a:rPr>
              <a:t> Queue </a:t>
            </a:r>
            <a:r>
              <a:rPr lang="en-US" sz="1200" b="0" i="0" kern="1200" dirty="0" err="1">
                <a:solidFill>
                  <a:schemeClr val="tx1"/>
                </a:solidFill>
                <a:effectLst/>
                <a:latin typeface="+mn-lt"/>
                <a:ea typeface="+mn-ea"/>
                <a:cs typeface="+mn-cs"/>
              </a:rPr>
              <a:t>เดียวกัน</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รองรับการจัดลำดับแบบ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FIFO </a:t>
            </a:r>
            <a:r>
              <a:rPr lang="en-US" sz="1200" b="1" i="0" kern="1200" dirty="0" err="1">
                <a:solidFill>
                  <a:schemeClr val="tx1"/>
                </a:solidFill>
                <a:effectLst/>
                <a:latin typeface="+mn-lt"/>
                <a:ea typeface="+mn-ea"/>
                <a:cs typeface="+mn-cs"/>
              </a:rPr>
              <a:t>ภายใน</a:t>
            </a:r>
            <a:r>
              <a:rPr lang="en-US" sz="1200" b="1" i="0" kern="1200" dirty="0">
                <a:solidFill>
                  <a:schemeClr val="tx1"/>
                </a:solidFill>
                <a:effectLst/>
                <a:latin typeface="+mn-lt"/>
                <a:ea typeface="+mn-ea"/>
                <a:cs typeface="+mn-cs"/>
              </a:rPr>
              <a:t> Session Group</a:t>
            </a:r>
            <a:endParaRPr lang="th-TH" sz="1200" b="1"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เหมือน</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คิวงานของทีม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งานหนึ่งชิ้นให้สมาชิกหนึ่งคนรับไปทำ</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Topic = 1 </a:t>
            </a:r>
            <a:r>
              <a:rPr lang="en-US" sz="1200" b="1" i="0" kern="1200" dirty="0" err="1">
                <a:solidFill>
                  <a:schemeClr val="tx1"/>
                </a:solidFill>
                <a:effectLst/>
                <a:latin typeface="+mn-lt"/>
                <a:ea typeface="+mn-ea"/>
                <a:cs typeface="+mn-cs"/>
              </a:rPr>
              <a:t>ข้อความ</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หลายผู้รับ</a:t>
            </a:r>
            <a:endParaRPr lang="en-US" sz="1200" b="1"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ข้อความหนึ่งถูก</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คัดลอกไปยังทุก</a:t>
            </a:r>
            <a:r>
              <a:rPr lang="en-US" sz="1200" b="1" i="0" kern="1200" dirty="0">
                <a:solidFill>
                  <a:schemeClr val="tx1"/>
                </a:solidFill>
                <a:effectLst/>
                <a:latin typeface="+mn-lt"/>
                <a:ea typeface="+mn-ea"/>
                <a:cs typeface="+mn-cs"/>
              </a:rPr>
              <a:t> Subscription</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แต่ละ</a:t>
            </a:r>
            <a:r>
              <a:rPr lang="en-US" sz="1200" b="0" i="0" kern="1200" dirty="0">
                <a:solidFill>
                  <a:schemeClr val="tx1"/>
                </a:solidFill>
                <a:effectLst/>
                <a:latin typeface="+mn-lt"/>
                <a:ea typeface="+mn-ea"/>
                <a:cs typeface="+mn-cs"/>
              </a:rPr>
              <a:t> Subscription </a:t>
            </a:r>
            <a:r>
              <a:rPr lang="en-US" sz="1200" b="0" i="0" kern="1200" dirty="0" err="1">
                <a:solidFill>
                  <a:schemeClr val="tx1"/>
                </a:solidFill>
                <a:effectLst/>
                <a:latin typeface="+mn-lt"/>
                <a:ea typeface="+mn-ea"/>
                <a:cs typeface="+mn-cs"/>
              </a:rPr>
              <a:t>ทำงานเหมือน</a:t>
            </a:r>
            <a:r>
              <a:rPr lang="en-US" sz="1200" b="0" i="0" kern="1200" dirty="0">
                <a:solidFill>
                  <a:schemeClr val="tx1"/>
                </a:solidFill>
                <a:effectLst/>
                <a:latin typeface="+mn-lt"/>
                <a:ea typeface="+mn-ea"/>
                <a:cs typeface="+mn-cs"/>
              </a:rPr>
              <a:t> Queue </a:t>
            </a:r>
            <a:r>
              <a:rPr lang="en-US" sz="1200" b="0" i="0" kern="1200" dirty="0" err="1">
                <a:solidFill>
                  <a:schemeClr val="tx1"/>
                </a:solidFill>
                <a:effectLst/>
                <a:latin typeface="+mn-lt"/>
                <a:ea typeface="+mn-ea"/>
                <a:cs typeface="+mn-cs"/>
              </a:rPr>
              <a:t>ของตัวเอง</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สามารถเพิ่ม</a:t>
            </a:r>
            <a:r>
              <a:rPr lang="en-US" sz="1200" b="0" i="0" kern="1200" dirty="0">
                <a:solidFill>
                  <a:schemeClr val="tx1"/>
                </a:solidFill>
                <a:effectLst/>
                <a:latin typeface="+mn-lt"/>
                <a:ea typeface="+mn-ea"/>
                <a:cs typeface="+mn-cs"/>
              </a:rPr>
              <a:t> Subscriber </a:t>
            </a:r>
            <a:r>
              <a:rPr lang="en-US" sz="1200" b="0" i="0" kern="1200" dirty="0" err="1">
                <a:solidFill>
                  <a:schemeClr val="tx1"/>
                </a:solidFill>
                <a:effectLst/>
                <a:latin typeface="+mn-lt"/>
                <a:ea typeface="+mn-ea"/>
                <a:cs typeface="+mn-cs"/>
              </a:rPr>
              <a:t>ใหม่ได้โดยไม่ต้องแก้</a:t>
            </a:r>
            <a:r>
              <a:rPr lang="en-US" sz="1200" b="0" i="0" kern="1200" dirty="0">
                <a:solidFill>
                  <a:schemeClr val="tx1"/>
                </a:solidFill>
                <a:effectLst/>
                <a:latin typeface="+mn-lt"/>
                <a:ea typeface="+mn-ea"/>
                <a:cs typeface="+mn-cs"/>
              </a:rPr>
              <a:t> Producer</a:t>
            </a:r>
            <a:endParaRPr lang="th-TH"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เหมือน</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ประกาศข่าว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ครั้งเดียว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แต่หลายทีมสามารถรับสำเนาข่าวนั้นไปใช้ต่อได้</a:t>
            </a:r>
            <a:endParaRPr lang="en-US" sz="1200" b="0" i="0" kern="1200" dirty="0">
              <a:solidFill>
                <a:schemeClr val="tx1"/>
              </a:solidFill>
              <a:effectLst/>
              <a:latin typeface="+mn-lt"/>
              <a:ea typeface="+mn-ea"/>
              <a:cs typeface="+mn-cs"/>
            </a:endParaRPr>
          </a:p>
        </p:txBody>
      </p:sp>
      <p:sp>
        <p:nvSpPr>
          <p:cNvPr id="1365402490"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128</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13225538" name="Slide Image Placeholder 1"/>
          <p:cNvSpPr>
            <a:spLocks noGrp="1" noRot="1" noChangeAspect="1"/>
          </p:cNvSpPr>
          <p:nvPr>
            <p:ph type="sldImg"/>
          </p:nvPr>
        </p:nvSpPr>
        <p:spPr bwMode="auto">
          <a:xfrm>
            <a:off x="217488" y="812800"/>
            <a:ext cx="7124700" cy="4008438"/>
          </a:xfrm>
        </p:spPr>
      </p:sp>
      <p:sp>
        <p:nvSpPr>
          <p:cNvPr id="1699668399"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วิธีออกแบบข้อความ</a:t>
            </a:r>
            <a:r>
              <a:rPr lang="en-US" sz="1200" b="1" i="0" kern="1200" dirty="0">
                <a:solidFill>
                  <a:schemeClr val="tx1"/>
                </a:solidFill>
                <a:effectLst/>
                <a:latin typeface="+mn-lt"/>
                <a:ea typeface="+mn-ea"/>
                <a:cs typeface="+mn-cs"/>
              </a:rPr>
              <a:t> (Message) </a:t>
            </a:r>
            <a:r>
              <a:rPr lang="en-US" sz="1200" b="1" i="0" kern="1200" dirty="0" err="1">
                <a:solidFill>
                  <a:schemeClr val="tx1"/>
                </a:solidFill>
                <a:effectLst/>
                <a:latin typeface="+mn-lt"/>
                <a:ea typeface="+mn-ea"/>
                <a:cs typeface="+mn-cs"/>
              </a:rPr>
              <a:t>สำหรับส่งงาน</a:t>
            </a:r>
            <a:r>
              <a:rPr lang="en-US" sz="1200" b="1" i="0" kern="1200" dirty="0">
                <a:solidFill>
                  <a:schemeClr val="tx1"/>
                </a:solidFill>
                <a:effectLst/>
                <a:latin typeface="+mn-lt"/>
                <a:ea typeface="+mn-ea"/>
                <a:cs typeface="+mn-cs"/>
              </a:rPr>
              <a:t> AI </a:t>
            </a:r>
            <a:r>
              <a:rPr lang="en-US" sz="1200" b="1" i="0" kern="1200" dirty="0" err="1">
                <a:solidFill>
                  <a:schemeClr val="tx1"/>
                </a:solidFill>
                <a:effectLst/>
                <a:latin typeface="+mn-lt"/>
                <a:ea typeface="+mn-ea"/>
                <a:cs typeface="+mn-cs"/>
              </a:rPr>
              <a:t>ผ่าน</a:t>
            </a:r>
            <a:r>
              <a:rPr lang="en-US" sz="1200" b="1" i="0" kern="1200" dirty="0">
                <a:solidFill>
                  <a:schemeClr val="tx1"/>
                </a:solidFill>
                <a:effectLst/>
                <a:latin typeface="+mn-lt"/>
                <a:ea typeface="+mn-ea"/>
                <a:cs typeface="+mn-cs"/>
              </a:rPr>
              <a:t> Azure Service Bus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เพื่อให้ระบบรู้ว่า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ต้องทำอะไร</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และสามารถติดตามงานได้ตั้งแต่ต้นจนจบ</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Message </a:t>
            </a:r>
            <a:r>
              <a:rPr lang="en-US" sz="1200" b="1" i="0" kern="1200" dirty="0" err="1">
                <a:solidFill>
                  <a:schemeClr val="tx1"/>
                </a:solidFill>
                <a:effectLst/>
                <a:latin typeface="+mn-lt"/>
                <a:ea typeface="+mn-ea"/>
                <a:cs typeface="+mn-cs"/>
              </a:rPr>
              <a:t>ประกอบด้วยอะไร</a:t>
            </a:r>
            <a:r>
              <a:rPr lang="en-US" sz="1200" b="1" i="0" kern="1200" dirty="0">
                <a:solidFill>
                  <a:schemeClr val="tx1"/>
                </a:solidFill>
                <a:effectLst/>
                <a:latin typeface="+mn-lt"/>
                <a:ea typeface="+mn-ea"/>
                <a:cs typeface="+mn-cs"/>
              </a:rPr>
              <a:t>?</a:t>
            </a:r>
            <a:endParaRPr lang="th-TH" sz="1200" b="1"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Body = </a:t>
            </a:r>
            <a:r>
              <a:rPr lang="en-US" sz="1200" b="1" i="0" kern="1200" dirty="0" err="1">
                <a:solidFill>
                  <a:schemeClr val="tx1"/>
                </a:solidFill>
                <a:effectLst/>
                <a:latin typeface="+mn-lt"/>
                <a:ea typeface="+mn-ea"/>
                <a:cs typeface="+mn-cs"/>
              </a:rPr>
              <a:t>เนื้องาน</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เก็บข้อมูลที่ต้องส่ง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Prompt, Model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Parameter</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นิยมใช้รูปแบบ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JSON</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ตัวอย่างแนวคิด</a:t>
            </a:r>
            <a:r>
              <a:rPr lang="en-US" sz="1200" b="0"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Prompt: Extract parties... + Model: gpt-4o + Temperature: 0.1</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Application Properties = </a:t>
            </a:r>
            <a:r>
              <a:rPr lang="en-US" sz="1200" b="1" i="0" kern="1200" dirty="0" err="1">
                <a:solidFill>
                  <a:schemeClr val="tx1"/>
                </a:solidFill>
                <a:effectLst/>
                <a:latin typeface="+mn-lt"/>
                <a:ea typeface="+mn-ea"/>
                <a:cs typeface="+mn-cs"/>
              </a:rPr>
              <a:t>ข้อมูลกำกับงาน</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ใช้สำหรับจัดประเภท</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กรอง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หรือส่งงานไปยังปลายทางที่เหมาะสม</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model_name</a:t>
            </a:r>
            <a:r>
              <a:rPr lang="en-US" sz="1200" b="0" i="0" kern="1200" dirty="0">
                <a:solidFill>
                  <a:schemeClr val="tx1"/>
                </a:solidFill>
                <a:effectLst/>
                <a:latin typeface="+mn-lt"/>
                <a:ea typeface="+mn-ea"/>
                <a:cs typeface="+mn-cs"/>
              </a:rPr>
              <a:t>, priority</a:t>
            </a:r>
            <a:endParaRPr lang="th-TH"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3. System Properties = </a:t>
            </a:r>
            <a:r>
              <a:rPr lang="en-US" sz="1200" b="1" i="0" kern="1200" dirty="0" err="1">
                <a:solidFill>
                  <a:schemeClr val="tx1"/>
                </a:solidFill>
                <a:effectLst/>
                <a:latin typeface="+mn-lt"/>
                <a:ea typeface="+mn-ea"/>
                <a:cs typeface="+mn-cs"/>
              </a:rPr>
              <a:t>ข้อมูลสำหรับติดตามและควบคุม</a:t>
            </a:r>
            <a:r>
              <a:rPr lang="en-US" sz="1200" b="1" i="0" kern="1200" dirty="0">
                <a:solidFill>
                  <a:schemeClr val="tx1"/>
                </a:solidFill>
                <a:effectLst/>
                <a:latin typeface="+mn-lt"/>
                <a:ea typeface="+mn-ea"/>
                <a:cs typeface="+mn-cs"/>
              </a:rPr>
              <a:t> Message</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message_id</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รหัสเฉพาะของข้อความ</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correlation_id</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รหัสสำหรับติดตามงานเดียวกันตลอด</a:t>
            </a:r>
            <a:r>
              <a:rPr lang="en-US" sz="1200" b="0" i="0" kern="1200" dirty="0">
                <a:solidFill>
                  <a:schemeClr val="tx1"/>
                </a:solidFill>
                <a:effectLst/>
                <a:latin typeface="+mn-lt"/>
                <a:ea typeface="+mn-ea"/>
                <a:cs typeface="+mn-cs"/>
              </a:rPr>
              <a:t> Pipeline</a:t>
            </a:r>
          </a:p>
          <a:p>
            <a:pPr lvl="0" fontAlgn="t"/>
            <a:r>
              <a:rPr lang="en-US" sz="1200" b="0" i="0" kern="1200" dirty="0" err="1">
                <a:solidFill>
                  <a:schemeClr val="tx1"/>
                </a:solidFill>
                <a:effectLst/>
                <a:latin typeface="+mn-lt"/>
                <a:ea typeface="+mn-ea"/>
                <a:cs typeface="+mn-cs"/>
              </a:rPr>
              <a:t>content_type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ระบุรูปแบบข้อมูล</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JSON</a:t>
            </a:r>
          </a:p>
          <a:p>
            <a:pPr lvl="0" fontAlgn="t"/>
            <a:r>
              <a:rPr lang="en-US" sz="1200" b="0" i="0" kern="1200" dirty="0" err="1">
                <a:solidFill>
                  <a:schemeClr val="tx1"/>
                </a:solidFill>
                <a:effectLst/>
                <a:latin typeface="+mn-lt"/>
                <a:ea typeface="+mn-ea"/>
                <a:cs typeface="+mn-cs"/>
              </a:rPr>
              <a:t>time_to_live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กำหนดอายุของข้อความ</a:t>
            </a:r>
            <a:endParaRPr lang="th-TH"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ทำไม</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correlation_id</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message_id</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สำคัญ</a:t>
            </a:r>
            <a:r>
              <a:rPr lang="en-US" sz="1200" b="1" i="0" kern="1200" dirty="0">
                <a:solidFill>
                  <a:schemeClr val="tx1"/>
                </a:solidFill>
                <a:effectLst/>
                <a:latin typeface="+mn-lt"/>
                <a:ea typeface="+mn-ea"/>
                <a:cs typeface="+mn-cs"/>
              </a:rPr>
              <a:t>?</a:t>
            </a:r>
            <a:endParaRPr lang="th-TH" sz="1200" b="1"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correlation_id</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รหัสติดตาม</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งาน</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ตั้งแต่ต้นจนจบ</a:t>
            </a:r>
            <a:br>
              <a:rPr lang="en-US" sz="1200" b="0" i="0" kern="1200" dirty="0">
                <a:solidFill>
                  <a:schemeClr val="tx1"/>
                </a:solidFill>
                <a:effectLst/>
                <a:latin typeface="+mn-lt"/>
                <a:ea typeface="+mn-ea"/>
                <a:cs typeface="+mn-cs"/>
              </a:rPr>
            </a:br>
            <a:r>
              <a:rPr lang="en-US" sz="1200" b="1" i="0" kern="1200" dirty="0" err="1">
                <a:solidFill>
                  <a:schemeClr val="tx1"/>
                </a:solidFill>
                <a:effectLst/>
                <a:latin typeface="+mn-lt"/>
                <a:ea typeface="+mn-ea"/>
                <a:cs typeface="+mn-cs"/>
              </a:rPr>
              <a:t>message_id</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รหัสประจำ</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ข้อความ</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ช่วยในการตรวจจับข้อความซ้ำ</a:t>
            </a:r>
            <a:endParaRPr lang="th-TH" sz="1200" b="1"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เปรียบเทียบ</a:t>
            </a:r>
            <a:r>
              <a:rPr lang="en-US" sz="1200" b="0" i="0" kern="1200" dirty="0" err="1">
                <a:solidFill>
                  <a:schemeClr val="tx1"/>
                </a:solidFill>
                <a:effectLst/>
                <a:latin typeface="+mn-lt"/>
                <a:ea typeface="+mn-ea"/>
                <a:cs typeface="+mn-cs"/>
              </a:rPr>
              <a:t>เหมือน</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พัสดุ</a:t>
            </a:r>
            <a:endParaRPr lang="th-TH" sz="1200" b="1"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Body</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ของที่อยู่ในกล่อง</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Application Properties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ป้ายประเภท</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ความสำคัญบนกล่อง</a:t>
            </a:r>
            <a:endParaRPr lang="en-US" sz="1200" b="0" i="0" kern="1200" dirty="0">
              <a:solidFill>
                <a:schemeClr val="tx1"/>
              </a:solidFill>
              <a:effectLst/>
              <a:latin typeface="+mn-lt"/>
              <a:ea typeface="+mn-ea"/>
              <a:cs typeface="+mn-cs"/>
            </a:endParaRPr>
          </a:p>
          <a:p>
            <a:pPr lvl="0" fontAlgn="t"/>
            <a:r>
              <a:rPr lang="en-US" sz="1200" b="1" i="0" kern="1200" dirty="0" err="1">
                <a:solidFill>
                  <a:schemeClr val="tx1"/>
                </a:solidFill>
                <a:effectLst/>
                <a:latin typeface="+mn-lt"/>
                <a:ea typeface="+mn-ea"/>
                <a:cs typeface="+mn-cs"/>
              </a:rPr>
              <a:t>message_id</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เลขพัสดุ</a:t>
            </a:r>
            <a:endParaRPr lang="en-US" sz="1200" b="0" i="0" kern="1200" dirty="0">
              <a:solidFill>
                <a:schemeClr val="tx1"/>
              </a:solidFill>
              <a:effectLst/>
              <a:latin typeface="+mn-lt"/>
              <a:ea typeface="+mn-ea"/>
              <a:cs typeface="+mn-cs"/>
            </a:endParaRPr>
          </a:p>
          <a:p>
            <a:pPr lvl="0" fontAlgn="t"/>
            <a:r>
              <a:rPr lang="en-US" sz="1200" b="1" i="0" kern="1200" dirty="0" err="1">
                <a:solidFill>
                  <a:schemeClr val="tx1"/>
                </a:solidFill>
                <a:effectLst/>
                <a:latin typeface="+mn-lt"/>
                <a:ea typeface="+mn-ea"/>
                <a:cs typeface="+mn-cs"/>
              </a:rPr>
              <a:t>correlation_id</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เลขอ้างอิงที่เชื่อมพัสดุหลายขั้นตอนของงานเดียวกัน</a:t>
            </a:r>
            <a:endParaRPr lang="en-US" sz="1200" b="0" i="0" kern="1200" dirty="0">
              <a:solidFill>
                <a:schemeClr val="tx1"/>
              </a:solidFill>
              <a:effectLst/>
              <a:latin typeface="+mn-lt"/>
              <a:ea typeface="+mn-ea"/>
              <a:cs typeface="+mn-cs"/>
            </a:endParaRPr>
          </a:p>
        </p:txBody>
      </p:sp>
      <p:sp>
        <p:nvSpPr>
          <p:cNvPr id="252633938"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85B264-E53A-7301-379E-73E6A5CA84A9}"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129</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88289708" name="Slide Image Placeholder 1"/>
          <p:cNvSpPr>
            <a:spLocks noGrp="1" noRot="1" noChangeAspect="1"/>
          </p:cNvSpPr>
          <p:nvPr>
            <p:ph type="sldImg"/>
          </p:nvPr>
        </p:nvSpPr>
        <p:spPr bwMode="auto">
          <a:xfrm>
            <a:off x="217488" y="812800"/>
            <a:ext cx="7124700" cy="4008438"/>
          </a:xfrm>
        </p:spPr>
      </p:sp>
      <p:sp>
        <p:nvSpPr>
          <p:cNvPr id="974271919"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วิธีส่งข้อมูลขนาดใหญ่ผ่าน</a:t>
            </a:r>
            <a:r>
              <a:rPr lang="en-US" sz="1200" b="1" i="0" kern="1200" dirty="0">
                <a:solidFill>
                  <a:schemeClr val="tx1"/>
                </a:solidFill>
                <a:effectLst/>
                <a:latin typeface="+mn-lt"/>
                <a:ea typeface="+mn-ea"/>
                <a:cs typeface="+mn-cs"/>
              </a:rPr>
              <a:t> Azure Service Bus </a:t>
            </a:r>
            <a:r>
              <a:rPr lang="en-US" sz="1200" b="1" i="0" kern="1200" dirty="0" err="1">
                <a:solidFill>
                  <a:schemeClr val="tx1"/>
                </a:solidFill>
                <a:effectLst/>
                <a:latin typeface="+mn-lt"/>
                <a:ea typeface="+mn-ea"/>
                <a:cs typeface="+mn-cs"/>
              </a:rPr>
              <a:t>อย่างมีประสิทธิภาพ</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โดยไม่จำเป็นต้องใส่ข้อมูลทั้งหมดไว้ใน</a:t>
            </a:r>
            <a:r>
              <a:rPr lang="en-US" sz="1200" b="0" i="0" kern="1200" dirty="0">
                <a:solidFill>
                  <a:schemeClr val="tx1"/>
                </a:solidFill>
                <a:effectLst/>
                <a:latin typeface="+mn-lt"/>
                <a:ea typeface="+mn-ea"/>
                <a:cs typeface="+mn-cs"/>
              </a:rPr>
              <a:t> Message</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แนวคิด</a:t>
            </a:r>
            <a:r>
              <a:rPr lang="en-US" sz="1200" b="1" i="0" kern="1200" dirty="0">
                <a:solidFill>
                  <a:schemeClr val="tx1"/>
                </a:solidFill>
                <a:effectLst/>
                <a:latin typeface="+mn-lt"/>
                <a:ea typeface="+mn-ea"/>
                <a:cs typeface="+mn-cs"/>
              </a:rPr>
              <a:t> Claim-check Pattern</a:t>
            </a:r>
            <a:endParaRPr lang="th-TH" sz="1200" b="1"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ถ้าข้อมูลมีขนาดใหญ่</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เอกสารหรือไฟล์</a:t>
            </a:r>
            <a:r>
              <a:rPr lang="en-US" sz="1200" b="0" i="0" kern="1200" dirty="0">
                <a:solidFill>
                  <a:schemeClr val="tx1"/>
                </a:solidFill>
                <a:effectLst/>
                <a:latin typeface="+mn-lt"/>
                <a:ea typeface="+mn-ea"/>
                <a:cs typeface="+mn-cs"/>
              </a:rPr>
              <a:t>:</a:t>
            </a:r>
          </a:p>
          <a:p>
            <a:pPr lvl="0" fontAlgn="t"/>
            <a:r>
              <a:rPr lang="en-US" sz="1200" b="1" i="0" kern="1200" dirty="0">
                <a:solidFill>
                  <a:schemeClr val="tx1"/>
                </a:solidFill>
                <a:effectLst/>
                <a:latin typeface="+mn-lt"/>
                <a:ea typeface="+mn-ea"/>
                <a:cs typeface="+mn-cs"/>
              </a:rPr>
              <a:t>Producer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นำข้อมูลจริงไปเก็บใน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Blob Storage</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ส่งผ่าน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Service Bus </a:t>
            </a:r>
            <a:r>
              <a:rPr lang="en-US" sz="1200" b="1" i="0" kern="1200" dirty="0" err="1">
                <a:solidFill>
                  <a:schemeClr val="tx1"/>
                </a:solidFill>
                <a:effectLst/>
                <a:latin typeface="+mn-lt"/>
                <a:ea typeface="+mn-ea"/>
                <a:cs typeface="+mn-cs"/>
              </a:rPr>
              <a:t>เฉพาะ</a:t>
            </a:r>
            <a:r>
              <a:rPr lang="en-US" sz="1200" b="1" i="0" kern="1200" dirty="0">
                <a:solidFill>
                  <a:schemeClr val="tx1"/>
                </a:solidFill>
                <a:effectLst/>
                <a:latin typeface="+mn-lt"/>
                <a:ea typeface="+mn-ea"/>
                <a:cs typeface="+mn-cs"/>
              </a:rPr>
              <a:t> URI/</a:t>
            </a:r>
            <a:r>
              <a:rPr lang="en-US" sz="1200" b="1" i="0" kern="1200" dirty="0" err="1">
                <a:solidFill>
                  <a:schemeClr val="tx1"/>
                </a:solidFill>
                <a:effectLst/>
                <a:latin typeface="+mn-lt"/>
                <a:ea typeface="+mn-ea"/>
                <a:cs typeface="+mn-cs"/>
              </a:rPr>
              <a:t>ตำแหน่งของไฟล์</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Consumer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รับ</a:t>
            </a:r>
            <a:r>
              <a:rPr lang="en-US" sz="1200" b="0" i="0" kern="1200" dirty="0">
                <a:solidFill>
                  <a:schemeClr val="tx1"/>
                </a:solidFill>
                <a:effectLst/>
                <a:latin typeface="+mn-lt"/>
                <a:ea typeface="+mn-ea"/>
                <a:cs typeface="+mn-cs"/>
              </a:rPr>
              <a:t> Message </a:t>
            </a:r>
            <a:r>
              <a:rPr lang="en-US" sz="1200" b="0" i="0" kern="1200" dirty="0" err="1">
                <a:solidFill>
                  <a:schemeClr val="tx1"/>
                </a:solidFill>
                <a:effectLst/>
                <a:latin typeface="+mn-lt"/>
                <a:ea typeface="+mn-ea"/>
                <a:cs typeface="+mn-cs"/>
              </a:rPr>
              <a:t>แล้วใช้ตำแหน่งนั้นไปดึงข้อมูลจริงจาก</a:t>
            </a:r>
            <a:r>
              <a:rPr lang="en-US" sz="1200" b="0" i="0" kern="1200" dirty="0">
                <a:solidFill>
                  <a:schemeClr val="tx1"/>
                </a:solidFill>
                <a:effectLst/>
                <a:latin typeface="+mn-lt"/>
                <a:ea typeface="+mn-ea"/>
                <a:cs typeface="+mn-cs"/>
              </a:rPr>
              <a:t> Blob Storage</a:t>
            </a:r>
            <a:endParaRPr lang="th-TH"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เปรียบง่าย</a:t>
            </a:r>
            <a:r>
              <a:rPr lang="en-US" sz="1200" b="0" i="0" kern="1200" dirty="0">
                <a:solidFill>
                  <a:schemeClr val="tx1"/>
                </a:solidFill>
                <a:effectLst/>
                <a:latin typeface="+mn-lt"/>
                <a:ea typeface="+mn-ea"/>
                <a:cs typeface="+mn-cs"/>
              </a:rPr>
              <a:t> ๆ </a:t>
            </a:r>
            <a:r>
              <a:rPr lang="en-US" sz="1200" b="0" i="0" kern="1200" dirty="0" err="1">
                <a:solidFill>
                  <a:schemeClr val="tx1"/>
                </a:solidFill>
                <a:effectLst/>
                <a:latin typeface="+mn-lt"/>
                <a:ea typeface="+mn-ea"/>
                <a:cs typeface="+mn-cs"/>
              </a:rPr>
              <a:t>เหมือน</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ฝากกระเป๋าใบใหญ่ไว้ที่ห้องรับฝาก</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แล้วส่งแค่หมายเลขรับฝากให้ผู้รับ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แทนการส่งกระเป๋าไปพร้อมข้อความ</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TTL </a:t>
            </a:r>
            <a:r>
              <a:rPr lang="en-US" sz="1200" b="1" i="0" kern="1200" dirty="0" err="1">
                <a:solidFill>
                  <a:schemeClr val="tx1"/>
                </a:solidFill>
                <a:effectLst/>
                <a:latin typeface="+mn-lt"/>
                <a:ea typeface="+mn-ea"/>
                <a:cs typeface="+mn-cs"/>
              </a:rPr>
              <a:t>และการส่งเป็นชุด</a:t>
            </a:r>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Time-to-Live (TTL)</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กำหนดอายุของ</a:t>
            </a:r>
            <a:r>
              <a:rPr lang="en-US" sz="1200" b="0" i="0" kern="1200" dirty="0">
                <a:solidFill>
                  <a:schemeClr val="tx1"/>
                </a:solidFill>
                <a:effectLst/>
                <a:latin typeface="+mn-lt"/>
                <a:ea typeface="+mn-ea"/>
                <a:cs typeface="+mn-cs"/>
              </a:rPr>
              <a:t> Message </a:t>
            </a:r>
            <a:r>
              <a:rPr lang="en-US" sz="1200" b="0" i="0" kern="1200" dirty="0" err="1">
                <a:solidFill>
                  <a:schemeClr val="tx1"/>
                </a:solidFill>
                <a:effectLst/>
                <a:latin typeface="+mn-lt"/>
                <a:ea typeface="+mn-ea"/>
                <a:cs typeface="+mn-cs"/>
              </a:rPr>
              <a:t>เพื่อให้งานที่เก่าเกินไปหมดอายุ</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ไม่ถูกนำไปประมวลผลโดยไม่จำเป็น</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Message Batching</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รวมหลาย</a:t>
            </a:r>
            <a:r>
              <a:rPr lang="en-US" sz="1200" b="0" i="0" kern="1200" dirty="0">
                <a:solidFill>
                  <a:schemeClr val="tx1"/>
                </a:solidFill>
                <a:effectLst/>
                <a:latin typeface="+mn-lt"/>
                <a:ea typeface="+mn-ea"/>
                <a:cs typeface="+mn-cs"/>
              </a:rPr>
              <a:t> Message </a:t>
            </a:r>
            <a:r>
              <a:rPr lang="en-US" sz="1200" b="0" i="0" kern="1200" dirty="0" err="1">
                <a:solidFill>
                  <a:schemeClr val="tx1"/>
                </a:solidFill>
                <a:effectLst/>
                <a:latin typeface="+mn-lt"/>
                <a:ea typeface="+mn-ea"/>
                <a:cs typeface="+mn-cs"/>
              </a:rPr>
              <a:t>แล้วส่งในครั้งเดียว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เพื่อลดจำนวนครั้งในการส่ง</a:t>
            </a:r>
            <a:endParaRPr lang="en-US" sz="1200" b="0" i="0" kern="1200" dirty="0">
              <a:solidFill>
                <a:schemeClr val="tx1"/>
              </a:solidFill>
              <a:effectLst/>
              <a:latin typeface="+mn-lt"/>
              <a:ea typeface="+mn-ea"/>
              <a:cs typeface="+mn-cs"/>
            </a:endParaRPr>
          </a:p>
          <a:p>
            <a:pPr fontAlgn="t"/>
            <a:endParaRPr lang="th-TH" sz="1200" b="1"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ข้อมูลใหญ่</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เก็บใน</a:t>
            </a:r>
            <a:r>
              <a:rPr lang="en-US" sz="1200" b="1" i="0" kern="1200" dirty="0">
                <a:solidFill>
                  <a:schemeClr val="tx1"/>
                </a:solidFill>
                <a:effectLst/>
                <a:latin typeface="+mn-lt"/>
                <a:ea typeface="+mn-ea"/>
                <a:cs typeface="+mn-cs"/>
              </a:rPr>
              <a:t> Blob Storage</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Service Bus → </a:t>
            </a:r>
            <a:r>
              <a:rPr lang="en-US" sz="1200" b="1" i="0" kern="1200" dirty="0" err="1">
                <a:solidFill>
                  <a:schemeClr val="tx1"/>
                </a:solidFill>
                <a:effectLst/>
                <a:latin typeface="+mn-lt"/>
                <a:ea typeface="+mn-ea"/>
                <a:cs typeface="+mn-cs"/>
              </a:rPr>
              <a:t>ส่งแค่ตำแหน่งข้อมูล</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TTL → </a:t>
            </a:r>
            <a:r>
              <a:rPr lang="en-US" sz="1200" b="1" i="0" kern="1200" dirty="0" err="1">
                <a:solidFill>
                  <a:schemeClr val="tx1"/>
                </a:solidFill>
                <a:effectLst/>
                <a:latin typeface="+mn-lt"/>
                <a:ea typeface="+mn-ea"/>
                <a:cs typeface="+mn-cs"/>
              </a:rPr>
              <a:t>ป้องกันงานเก่าค้าง</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Batch → </a:t>
            </a:r>
            <a:r>
              <a:rPr lang="en-US" sz="1200" b="1" i="0" kern="1200" dirty="0" err="1">
                <a:solidFill>
                  <a:schemeClr val="tx1"/>
                </a:solidFill>
                <a:effectLst/>
                <a:latin typeface="+mn-lt"/>
                <a:ea typeface="+mn-ea"/>
                <a:cs typeface="+mn-cs"/>
              </a:rPr>
              <a:t>รวมหลายข้อความแล้วส่งพร้อมกัน</a:t>
            </a:r>
            <a:endParaRPr lang="th-TH" sz="1200" b="1" i="0" kern="1200" dirty="0">
              <a:solidFill>
                <a:schemeClr val="tx1"/>
              </a:solidFill>
              <a:effectLst/>
              <a:latin typeface="+mn-lt"/>
              <a:ea typeface="+mn-ea"/>
              <a:cs typeface="+mn-cs"/>
            </a:endParaRPr>
          </a:p>
          <a:p>
            <a:pPr fontAlgn="t"/>
            <a:endParaRPr lang="th-TH" sz="1200" b="1"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แนวคิดคือให้</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Service Bus </a:t>
            </a:r>
            <a:r>
              <a:rPr lang="en-US" sz="1200" b="1" i="0" kern="1200" dirty="0" err="1">
                <a:solidFill>
                  <a:schemeClr val="tx1"/>
                </a:solidFill>
                <a:effectLst/>
                <a:latin typeface="+mn-lt"/>
                <a:ea typeface="+mn-ea"/>
                <a:cs typeface="+mn-cs"/>
              </a:rPr>
              <a:t>ทำหน้าที่ส่งข้อความและตัวอ้างอิง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ส่วนข้อมูลขนาดใหญ่เก็บไว้ใน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Blob Storage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ทำให้การส่งงาน</a:t>
            </a:r>
            <a:r>
              <a:rPr lang="en-US" sz="1200" b="0" i="0" kern="1200" dirty="0">
                <a:solidFill>
                  <a:schemeClr val="tx1"/>
                </a:solidFill>
                <a:effectLst/>
                <a:latin typeface="+mn-lt"/>
                <a:ea typeface="+mn-ea"/>
                <a:cs typeface="+mn-cs"/>
              </a:rPr>
              <a:t> AI </a:t>
            </a:r>
            <a:r>
              <a:rPr lang="en-US" sz="1200" b="0" i="0" kern="1200" dirty="0" err="1">
                <a:solidFill>
                  <a:schemeClr val="tx1"/>
                </a:solidFill>
                <a:effectLst/>
                <a:latin typeface="+mn-lt"/>
                <a:ea typeface="+mn-ea"/>
                <a:cs typeface="+mn-cs"/>
              </a:rPr>
              <a:t>จัดการได้ง่ายขึ้นและไม่ต้องแบกข้อมูลขนาดใหญ่ไว้ใน</a:t>
            </a:r>
            <a:r>
              <a:rPr lang="en-US" sz="1200" b="0" i="0" kern="1200" dirty="0">
                <a:solidFill>
                  <a:schemeClr val="tx1"/>
                </a:solidFill>
                <a:effectLst/>
                <a:latin typeface="+mn-lt"/>
                <a:ea typeface="+mn-ea"/>
                <a:cs typeface="+mn-cs"/>
              </a:rPr>
              <a:t> Message </a:t>
            </a:r>
          </a:p>
          <a:p>
            <a:pPr fontAlgn="t"/>
            <a:endParaRPr lang="en-US" sz="1200" b="0" i="0" kern="1200" dirty="0">
              <a:solidFill>
                <a:schemeClr val="tx1"/>
              </a:solidFill>
              <a:effectLst/>
              <a:latin typeface="+mn-lt"/>
              <a:ea typeface="+mn-ea"/>
              <a:cs typeface="+mn-cs"/>
            </a:endParaRPr>
          </a:p>
        </p:txBody>
      </p:sp>
      <p:sp>
        <p:nvSpPr>
          <p:cNvPr id="1018577137"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083503-C3B6-8BB4-FAED-F5CF27F2E3C3}"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130</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8880594" name="Slide Image Placeholder 1"/>
          <p:cNvSpPr>
            <a:spLocks noGrp="1" noRot="1" noChangeAspect="1"/>
          </p:cNvSpPr>
          <p:nvPr>
            <p:ph type="sldImg"/>
          </p:nvPr>
        </p:nvSpPr>
        <p:spPr bwMode="auto">
          <a:xfrm>
            <a:off x="217488" y="812800"/>
            <a:ext cx="7124700" cy="4008438"/>
          </a:xfrm>
        </p:spPr>
      </p:sp>
      <p:sp>
        <p:nvSpPr>
          <p:cNvPr id="948033323"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วิธีรับและจัดการ</a:t>
            </a:r>
            <a:r>
              <a:rPr lang="en-US" sz="1200" b="1" i="0" kern="1200" dirty="0">
                <a:solidFill>
                  <a:schemeClr val="tx1"/>
                </a:solidFill>
                <a:effectLst/>
                <a:latin typeface="+mn-lt"/>
                <a:ea typeface="+mn-ea"/>
                <a:cs typeface="+mn-cs"/>
              </a:rPr>
              <a:t> Message </a:t>
            </a:r>
            <a:r>
              <a:rPr lang="en-US" sz="1200" b="1" i="0" kern="1200" dirty="0" err="1">
                <a:solidFill>
                  <a:schemeClr val="tx1"/>
                </a:solidFill>
                <a:effectLst/>
                <a:latin typeface="+mn-lt"/>
                <a:ea typeface="+mn-ea"/>
                <a:cs typeface="+mn-cs"/>
              </a:rPr>
              <a:t>จาก</a:t>
            </a:r>
            <a:r>
              <a:rPr lang="en-US" sz="1200" b="1" i="0" kern="1200" dirty="0">
                <a:solidFill>
                  <a:schemeClr val="tx1"/>
                </a:solidFill>
                <a:effectLst/>
                <a:latin typeface="+mn-lt"/>
                <a:ea typeface="+mn-ea"/>
                <a:cs typeface="+mn-cs"/>
              </a:rPr>
              <a:t> Azure Service Bus </a:t>
            </a:r>
            <a:r>
              <a:rPr lang="en-US" sz="1200" b="1" i="0" kern="1200" dirty="0" err="1">
                <a:solidFill>
                  <a:schemeClr val="tx1"/>
                </a:solidFill>
                <a:effectLst/>
                <a:latin typeface="+mn-lt"/>
                <a:ea typeface="+mn-ea"/>
                <a:cs typeface="+mn-cs"/>
              </a:rPr>
              <a:t>ให้ไม่สูญหายง่าย</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โดยเฉพาะเมื่อระบบ</a:t>
            </a:r>
            <a:r>
              <a:rPr lang="en-US" sz="1200" b="0" i="0" kern="1200" dirty="0">
                <a:solidFill>
                  <a:schemeClr val="tx1"/>
                </a:solidFill>
                <a:effectLst/>
                <a:latin typeface="+mn-lt"/>
                <a:ea typeface="+mn-ea"/>
                <a:cs typeface="+mn-cs"/>
              </a:rPr>
              <a:t> AI </a:t>
            </a:r>
            <a:r>
              <a:rPr lang="en-US" sz="1200" b="0" i="0" kern="1200" dirty="0" err="1">
                <a:solidFill>
                  <a:schemeClr val="tx1"/>
                </a:solidFill>
                <a:effectLst/>
                <a:latin typeface="+mn-lt"/>
                <a:ea typeface="+mn-ea"/>
                <a:cs typeface="+mn-cs"/>
              </a:rPr>
              <a:t>ประมวลผลงานแล้วอาจสำเร็จหรือล้มเหลว</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วิธีรับ</a:t>
            </a:r>
            <a:r>
              <a:rPr lang="en-US" sz="1200" b="1" i="0" kern="1200" dirty="0">
                <a:solidFill>
                  <a:schemeClr val="tx1"/>
                </a:solidFill>
                <a:effectLst/>
                <a:latin typeface="+mn-lt"/>
                <a:ea typeface="+mn-ea"/>
                <a:cs typeface="+mn-cs"/>
              </a:rPr>
              <a:t> Message </a:t>
            </a:r>
            <a:r>
              <a:rPr lang="en-US" sz="1200" b="1" i="0" kern="1200" dirty="0" err="1">
                <a:solidFill>
                  <a:schemeClr val="tx1"/>
                </a:solidFill>
                <a:effectLst/>
                <a:latin typeface="+mn-lt"/>
                <a:ea typeface="+mn-ea"/>
                <a:cs typeface="+mn-cs"/>
              </a:rPr>
              <a:t>มี</a:t>
            </a:r>
            <a:r>
              <a:rPr lang="en-US" sz="1200" b="1" i="0" kern="1200" dirty="0">
                <a:solidFill>
                  <a:schemeClr val="tx1"/>
                </a:solidFill>
                <a:effectLst/>
                <a:latin typeface="+mn-lt"/>
                <a:ea typeface="+mn-ea"/>
                <a:cs typeface="+mn-cs"/>
              </a:rPr>
              <a:t> 2 </a:t>
            </a:r>
            <a:r>
              <a:rPr lang="en-US" sz="1200" b="1" i="0" kern="1200" dirty="0" err="1">
                <a:solidFill>
                  <a:schemeClr val="tx1"/>
                </a:solidFill>
                <a:effectLst/>
                <a:latin typeface="+mn-lt"/>
                <a:ea typeface="+mn-ea"/>
                <a:cs typeface="+mn-cs"/>
              </a:rPr>
              <a:t>แบบ</a:t>
            </a:r>
            <a:endParaRPr lang="th-TH" sz="1200" b="1"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Receive-and-delete</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รับ</a:t>
            </a:r>
            <a:r>
              <a:rPr lang="en-US" sz="1200" b="0" i="0" kern="1200" dirty="0">
                <a:solidFill>
                  <a:schemeClr val="tx1"/>
                </a:solidFill>
                <a:effectLst/>
                <a:latin typeface="+mn-lt"/>
                <a:ea typeface="+mn-ea"/>
                <a:cs typeface="+mn-cs"/>
              </a:rPr>
              <a:t> Message </a:t>
            </a:r>
            <a:r>
              <a:rPr lang="en-US" sz="1200" b="0" i="0" kern="1200" dirty="0" err="1">
                <a:solidFill>
                  <a:schemeClr val="tx1"/>
                </a:solidFill>
                <a:effectLst/>
                <a:latin typeface="+mn-lt"/>
                <a:ea typeface="+mn-ea"/>
                <a:cs typeface="+mn-cs"/>
              </a:rPr>
              <a:t>แล้ว</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ลบออกจาก</a:t>
            </a:r>
            <a:r>
              <a:rPr lang="en-US" sz="1200" b="1" i="0" kern="1200" dirty="0">
                <a:solidFill>
                  <a:schemeClr val="tx1"/>
                </a:solidFill>
                <a:effectLst/>
                <a:latin typeface="+mn-lt"/>
                <a:ea typeface="+mn-ea"/>
                <a:cs typeface="+mn-cs"/>
              </a:rPr>
              <a:t> Queue </a:t>
            </a:r>
            <a:r>
              <a:rPr lang="en-US" sz="1200" b="1" i="0" kern="1200" dirty="0" err="1">
                <a:solidFill>
                  <a:schemeClr val="tx1"/>
                </a:solidFill>
                <a:effectLst/>
                <a:latin typeface="+mn-lt"/>
                <a:ea typeface="+mn-ea"/>
                <a:cs typeface="+mn-cs"/>
              </a:rPr>
              <a:t>ทันที</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ทำงานเร็ว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แต่ถ้าระบบล้มเหลวหลังรับ</a:t>
            </a:r>
            <a:r>
              <a:rPr lang="en-US" sz="1200" b="0" i="0" kern="1200" dirty="0">
                <a:solidFill>
                  <a:schemeClr val="tx1"/>
                </a:solidFill>
                <a:effectLst/>
                <a:latin typeface="+mn-lt"/>
                <a:ea typeface="+mn-ea"/>
                <a:cs typeface="+mn-cs"/>
              </a:rPr>
              <a:t> Message </a:t>
            </a:r>
            <a:r>
              <a:rPr lang="en-US" sz="1200" b="0" i="0" kern="1200" dirty="0" err="1">
                <a:solidFill>
                  <a:schemeClr val="tx1"/>
                </a:solidFill>
                <a:effectLst/>
                <a:latin typeface="+mn-lt"/>
                <a:ea typeface="+mn-ea"/>
                <a:cs typeface="+mn-cs"/>
              </a:rPr>
              <a:t>งานนั้นอาจไม่ได้ถูกประมวลผลสำเร็จ</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Peek-lock</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รับ</a:t>
            </a:r>
            <a:r>
              <a:rPr lang="en-US" sz="1200" b="0" i="0" kern="1200" dirty="0">
                <a:solidFill>
                  <a:schemeClr val="tx1"/>
                </a:solidFill>
                <a:effectLst/>
                <a:latin typeface="+mn-lt"/>
                <a:ea typeface="+mn-ea"/>
                <a:cs typeface="+mn-cs"/>
              </a:rPr>
              <a:t> Message </a:t>
            </a:r>
            <a:r>
              <a:rPr lang="en-US" sz="1200" b="0" i="0" kern="1200" dirty="0" err="1">
                <a:solidFill>
                  <a:schemeClr val="tx1"/>
                </a:solidFill>
                <a:effectLst/>
                <a:latin typeface="+mn-lt"/>
                <a:ea typeface="+mn-ea"/>
                <a:cs typeface="+mn-cs"/>
              </a:rPr>
              <a:t>แล้ว</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ล็อกไว้ก่อน</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ยังไม่ลบ</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เมื่อประมวลผลเสร็จ</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จึงบอก</a:t>
            </a:r>
            <a:r>
              <a:rPr lang="en-US" sz="1200" b="0" i="0" kern="1200" dirty="0">
                <a:solidFill>
                  <a:schemeClr val="tx1"/>
                </a:solidFill>
                <a:effectLst/>
                <a:latin typeface="+mn-lt"/>
                <a:ea typeface="+mn-ea"/>
                <a:cs typeface="+mn-cs"/>
              </a:rPr>
              <a:t> Service Bus </a:t>
            </a:r>
            <a:r>
              <a:rPr lang="en-US" sz="1200" b="0" i="0" kern="1200" dirty="0" err="1">
                <a:solidFill>
                  <a:schemeClr val="tx1"/>
                </a:solidFill>
                <a:effectLst/>
                <a:latin typeface="+mn-lt"/>
                <a:ea typeface="+mn-ea"/>
                <a:cs typeface="+mn-cs"/>
              </a:rPr>
              <a:t>ว่าจะจัดการ</a:t>
            </a:r>
            <a:r>
              <a:rPr lang="en-US" sz="1200" b="0" i="0" kern="1200" dirty="0">
                <a:solidFill>
                  <a:schemeClr val="tx1"/>
                </a:solidFill>
                <a:effectLst/>
                <a:latin typeface="+mn-lt"/>
                <a:ea typeface="+mn-ea"/>
                <a:cs typeface="+mn-cs"/>
              </a:rPr>
              <a:t> Message </a:t>
            </a:r>
            <a:r>
              <a:rPr lang="en-US" sz="1200" b="0" i="0" kern="1200" dirty="0" err="1">
                <a:solidFill>
                  <a:schemeClr val="tx1"/>
                </a:solidFill>
                <a:effectLst/>
                <a:latin typeface="+mn-lt"/>
                <a:ea typeface="+mn-ea"/>
                <a:cs typeface="+mn-cs"/>
              </a:rPr>
              <a:t>อย่างไร</a:t>
            </a:r>
            <a:endParaRPr lang="th-TH"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โหมด</a:t>
            </a:r>
            <a:r>
              <a:rPr lang="en-US" sz="1200" b="0" i="0" kern="1200" dirty="0">
                <a:solidFill>
                  <a:schemeClr val="tx1"/>
                </a:solidFill>
                <a:effectLst/>
                <a:latin typeface="+mn-lt"/>
                <a:ea typeface="+mn-ea"/>
                <a:cs typeface="+mn-cs"/>
              </a:rPr>
              <a:t> Default </a:t>
            </a:r>
            <a:r>
              <a:rPr lang="en-US" sz="1200" b="0" i="0" kern="1200" dirty="0" err="1">
                <a:solidFill>
                  <a:schemeClr val="tx1"/>
                </a:solidFill>
                <a:effectLst/>
                <a:latin typeface="+mn-lt"/>
                <a:ea typeface="+mn-ea"/>
                <a:cs typeface="+mn-cs"/>
              </a:rPr>
              <a:t>และรองรับแนวคิด</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At-least-once delivery</a:t>
            </a:r>
            <a:endParaRPr lang="th-TH" sz="1200" b="1"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หลังประมวลผลแล้วทำอะไรได้บ้าง</a:t>
            </a:r>
            <a:r>
              <a:rPr lang="en-US" sz="1200" b="1" i="0" kern="1200" dirty="0">
                <a:solidFill>
                  <a:schemeClr val="tx1"/>
                </a:solidFill>
                <a:effectLst/>
                <a:latin typeface="+mn-lt"/>
                <a:ea typeface="+mn-ea"/>
                <a:cs typeface="+mn-cs"/>
              </a:rPr>
              <a:t>?</a:t>
            </a:r>
          </a:p>
          <a:p>
            <a:pPr lvl="0" fontAlgn="t"/>
            <a:r>
              <a:rPr lang="en-US" sz="1200" b="1" i="0" kern="1200" dirty="0">
                <a:solidFill>
                  <a:schemeClr val="tx1"/>
                </a:solidFill>
                <a:effectLst/>
                <a:latin typeface="+mn-lt"/>
                <a:ea typeface="+mn-ea"/>
                <a:cs typeface="+mn-cs"/>
              </a:rPr>
              <a:t>Complete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ทำงานสำเร็จ</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ลบ</a:t>
            </a:r>
            <a:r>
              <a:rPr lang="en-US" sz="1200" b="0" i="0" kern="1200" dirty="0">
                <a:solidFill>
                  <a:schemeClr val="tx1"/>
                </a:solidFill>
                <a:effectLst/>
                <a:latin typeface="+mn-lt"/>
                <a:ea typeface="+mn-ea"/>
                <a:cs typeface="+mn-cs"/>
              </a:rPr>
              <a:t> Message </a:t>
            </a:r>
            <a:r>
              <a:rPr lang="en-US" sz="1200" b="0" i="0" kern="1200" dirty="0" err="1">
                <a:solidFill>
                  <a:schemeClr val="tx1"/>
                </a:solidFill>
                <a:effectLst/>
                <a:latin typeface="+mn-lt"/>
                <a:ea typeface="+mn-ea"/>
                <a:cs typeface="+mn-cs"/>
              </a:rPr>
              <a:t>ออกจาก</a:t>
            </a:r>
            <a:r>
              <a:rPr lang="en-US" sz="1200" b="0" i="0" kern="1200" dirty="0">
                <a:solidFill>
                  <a:schemeClr val="tx1"/>
                </a:solidFill>
                <a:effectLst/>
                <a:latin typeface="+mn-lt"/>
                <a:ea typeface="+mn-ea"/>
                <a:cs typeface="+mn-cs"/>
              </a:rPr>
              <a:t> Queue</a:t>
            </a:r>
          </a:p>
          <a:p>
            <a:pPr lvl="0" fontAlgn="t"/>
            <a:r>
              <a:rPr lang="en-US" sz="1200" b="1" i="0" kern="1200" dirty="0">
                <a:solidFill>
                  <a:schemeClr val="tx1"/>
                </a:solidFill>
                <a:effectLst/>
                <a:latin typeface="+mn-lt"/>
                <a:ea typeface="+mn-ea"/>
                <a:cs typeface="+mn-cs"/>
              </a:rPr>
              <a:t>Abandon</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เกิดปัญหาชั่วคราว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ปลดล็อกเพื่อให้รับ</a:t>
            </a:r>
            <a:r>
              <a:rPr lang="en-US" sz="1200" b="0" i="0" kern="1200" dirty="0">
                <a:solidFill>
                  <a:schemeClr val="tx1"/>
                </a:solidFill>
                <a:effectLst/>
                <a:latin typeface="+mn-lt"/>
                <a:ea typeface="+mn-ea"/>
                <a:cs typeface="+mn-cs"/>
              </a:rPr>
              <a:t> Message </a:t>
            </a:r>
            <a:r>
              <a:rPr lang="en-US" sz="1200" b="0" i="0" kern="1200" dirty="0" err="1">
                <a:solidFill>
                  <a:schemeClr val="tx1"/>
                </a:solidFill>
                <a:effectLst/>
                <a:latin typeface="+mn-lt"/>
                <a:ea typeface="+mn-ea"/>
                <a:cs typeface="+mn-cs"/>
              </a:rPr>
              <a:t>ไปประมวลผลใหม่ได้</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Dead-letter</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งานมีปัญหาถาวร</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ย้ายไป</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Dead-Letter Queue (DLQ)</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พร้อมระบุสาเหตุ</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Defer</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ยังไม่ต้องทำตอนนี้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เก็บ</a:t>
            </a:r>
            <a:r>
              <a:rPr lang="en-US" sz="1200" b="0" i="0" kern="1200" dirty="0">
                <a:solidFill>
                  <a:schemeClr val="tx1"/>
                </a:solidFill>
                <a:effectLst/>
                <a:latin typeface="+mn-lt"/>
                <a:ea typeface="+mn-ea"/>
                <a:cs typeface="+mn-cs"/>
              </a:rPr>
              <a:t> Message </a:t>
            </a:r>
            <a:r>
              <a:rPr lang="en-US" sz="1200" b="0" i="0" kern="1200" dirty="0" err="1">
                <a:solidFill>
                  <a:schemeClr val="tx1"/>
                </a:solidFill>
                <a:effectLst/>
                <a:latin typeface="+mn-lt"/>
                <a:ea typeface="+mn-ea"/>
                <a:cs typeface="+mn-cs"/>
              </a:rPr>
              <a:t>ไว้เพื่อเรียกกลับมาภายหลัง</a:t>
            </a:r>
            <a:endParaRPr lang="th-TH"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Peek-lock </a:t>
            </a:r>
            <a:r>
              <a:rPr lang="en-US" sz="1200" b="1" i="0" kern="1200" dirty="0" err="1">
                <a:solidFill>
                  <a:schemeClr val="tx1"/>
                </a:solidFill>
                <a:effectLst/>
                <a:latin typeface="+mn-lt"/>
                <a:ea typeface="+mn-ea"/>
                <a:cs typeface="+mn-cs"/>
              </a:rPr>
              <a:t>ช่วยให้ระบบรับงานอย่างปลอดภัยกว่า</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เพราะ</a:t>
            </a:r>
            <a:r>
              <a:rPr lang="en-US" sz="1200" b="1" i="0" kern="1200" dirty="0">
                <a:solidFill>
                  <a:schemeClr val="tx1"/>
                </a:solidFill>
                <a:effectLst/>
                <a:latin typeface="+mn-lt"/>
                <a:ea typeface="+mn-ea"/>
                <a:cs typeface="+mn-cs"/>
              </a:rPr>
              <a:t> Message </a:t>
            </a:r>
            <a:r>
              <a:rPr lang="en-US" sz="1200" b="1" i="0" kern="1200" dirty="0" err="1">
                <a:solidFill>
                  <a:schemeClr val="tx1"/>
                </a:solidFill>
                <a:effectLst/>
                <a:latin typeface="+mn-lt"/>
                <a:ea typeface="+mn-ea"/>
                <a:cs typeface="+mn-cs"/>
              </a:rPr>
              <a:t>จะไม่ถูกลบทันที</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แต่จะถูกลบเมื่อระบบยืนยันว่าประมวลผลสำเร็จแล้ว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ทำให้เหมาะกับงาน</a:t>
            </a:r>
            <a:r>
              <a:rPr lang="en-US" sz="1200" b="0" i="0" kern="1200" dirty="0">
                <a:solidFill>
                  <a:schemeClr val="tx1"/>
                </a:solidFill>
                <a:effectLst/>
                <a:latin typeface="+mn-lt"/>
                <a:ea typeface="+mn-ea"/>
                <a:cs typeface="+mn-cs"/>
              </a:rPr>
              <a:t> AI </a:t>
            </a:r>
            <a:r>
              <a:rPr lang="en-US" sz="1200" b="0" i="0" kern="1200" dirty="0" err="1">
                <a:solidFill>
                  <a:schemeClr val="tx1"/>
                </a:solidFill>
                <a:effectLst/>
                <a:latin typeface="+mn-lt"/>
                <a:ea typeface="+mn-ea"/>
                <a:cs typeface="+mn-cs"/>
              </a:rPr>
              <a:t>ที่ต้องการความน่าเชื่อถือในการประมวลผล</a:t>
            </a:r>
            <a:endParaRPr lang="en-US" sz="1200" b="0" i="0" kern="1200" dirty="0">
              <a:solidFill>
                <a:schemeClr val="tx1"/>
              </a:solidFill>
              <a:effectLst/>
              <a:latin typeface="+mn-lt"/>
              <a:ea typeface="+mn-ea"/>
              <a:cs typeface="+mn-cs"/>
            </a:endParaRPr>
          </a:p>
        </p:txBody>
      </p:sp>
      <p:sp>
        <p:nvSpPr>
          <p:cNvPr id="1781815733"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683FDB-8977-EA15-B698-1B3ECC84ED97}"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131</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17424192" name="Slide Image Placeholder 1"/>
          <p:cNvSpPr>
            <a:spLocks noGrp="1" noRot="1" noChangeAspect="1"/>
          </p:cNvSpPr>
          <p:nvPr>
            <p:ph type="sldImg"/>
          </p:nvPr>
        </p:nvSpPr>
        <p:spPr bwMode="auto">
          <a:xfrm>
            <a:off x="217488" y="812800"/>
            <a:ext cx="7124700" cy="4008438"/>
          </a:xfrm>
        </p:spPr>
      </p:sp>
      <p:sp>
        <p:nvSpPr>
          <p:cNvPr id="496350171"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วิธีจัดการ</a:t>
            </a:r>
            <a:r>
              <a:rPr lang="en-US" sz="1200" b="1" i="0" kern="1200" dirty="0">
                <a:solidFill>
                  <a:schemeClr val="tx1"/>
                </a:solidFill>
                <a:effectLst/>
                <a:latin typeface="+mn-lt"/>
                <a:ea typeface="+mn-ea"/>
                <a:cs typeface="+mn-cs"/>
              </a:rPr>
              <a:t> Message </a:t>
            </a:r>
            <a:r>
              <a:rPr lang="en-US" sz="1200" b="1" i="0" kern="1200" dirty="0" err="1">
                <a:solidFill>
                  <a:schemeClr val="tx1"/>
                </a:solidFill>
                <a:effectLst/>
                <a:latin typeface="+mn-lt"/>
                <a:ea typeface="+mn-ea"/>
                <a:cs typeface="+mn-cs"/>
              </a:rPr>
              <a:t>ที่ประมวลผลไม่สำเร็จใน</a:t>
            </a:r>
            <a:r>
              <a:rPr lang="en-US" sz="1200" b="1" i="0" kern="1200" dirty="0">
                <a:solidFill>
                  <a:schemeClr val="tx1"/>
                </a:solidFill>
                <a:effectLst/>
                <a:latin typeface="+mn-lt"/>
                <a:ea typeface="+mn-ea"/>
                <a:cs typeface="+mn-cs"/>
              </a:rPr>
              <a:t> Azure Service Bus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เพื่อไม่ให้งานเสียหายหรือวนซ้ำจนกระทบระบบ</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Dead-Letter Queue (DLQ) </a:t>
            </a:r>
            <a:r>
              <a:rPr lang="en-US" sz="1200" b="1" i="0" kern="1200" dirty="0" err="1">
                <a:solidFill>
                  <a:schemeClr val="tx1"/>
                </a:solidFill>
                <a:effectLst/>
                <a:latin typeface="+mn-lt"/>
                <a:ea typeface="+mn-ea"/>
                <a:cs typeface="+mn-cs"/>
              </a:rPr>
              <a:t>คืออะไร</a:t>
            </a:r>
            <a:r>
              <a:rPr lang="en-US" sz="1200" b="1" i="0" kern="1200" dirty="0">
                <a:solidFill>
                  <a:schemeClr val="tx1"/>
                </a:solidFill>
                <a:effectLst/>
                <a:latin typeface="+mn-lt"/>
                <a:ea typeface="+mn-ea"/>
                <a:cs typeface="+mn-cs"/>
              </a:rPr>
              <a:t>?</a:t>
            </a:r>
          </a:p>
          <a:p>
            <a:pPr fontAlgn="t"/>
            <a:r>
              <a:rPr lang="en-US" sz="1200" b="0" i="0" kern="1200" dirty="0">
                <a:solidFill>
                  <a:schemeClr val="tx1"/>
                </a:solidFill>
                <a:effectLst/>
                <a:latin typeface="+mn-lt"/>
                <a:ea typeface="+mn-ea"/>
                <a:cs typeface="+mn-cs"/>
              </a:rPr>
              <a:t>DLQ </a:t>
            </a:r>
            <a:r>
              <a:rPr lang="en-US" sz="1200" b="0" i="0" kern="1200" dirty="0" err="1">
                <a:solidFill>
                  <a:schemeClr val="tx1"/>
                </a:solidFill>
                <a:effectLst/>
                <a:latin typeface="+mn-lt"/>
                <a:ea typeface="+mn-ea"/>
                <a:cs typeface="+mn-cs"/>
              </a:rPr>
              <a:t>เปรียบเหมือน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t>
            </a:r>
            <a:r>
              <a:rPr lang="en-US" sz="1200" b="1" i="0" kern="1200" dirty="0" err="1">
                <a:solidFill>
                  <a:schemeClr val="tx1"/>
                </a:solidFill>
                <a:effectLst/>
                <a:latin typeface="+mn-lt"/>
                <a:ea typeface="+mn-ea"/>
                <a:cs typeface="+mn-cs"/>
              </a:rPr>
              <a:t>กล่องพักงานที่มีปัญหา</a:t>
            </a:r>
            <a:r>
              <a:rPr lang="en-US" sz="1200" b="1" i="0"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Message </a:t>
            </a:r>
            <a:r>
              <a:rPr lang="en-US" sz="1200" b="0" i="0" kern="1200" dirty="0" err="1">
                <a:solidFill>
                  <a:schemeClr val="tx1"/>
                </a:solidFill>
                <a:effectLst/>
                <a:latin typeface="+mn-lt"/>
                <a:ea typeface="+mn-ea"/>
                <a:cs typeface="+mn-cs"/>
              </a:rPr>
              <a:t>จะถูกย้ายมา</a:t>
            </a:r>
            <a:r>
              <a:rPr lang="en-US" sz="1200" b="0" i="0" kern="1200" dirty="0">
                <a:solidFill>
                  <a:schemeClr val="tx1"/>
                </a:solidFill>
                <a:effectLst/>
                <a:latin typeface="+mn-lt"/>
                <a:ea typeface="+mn-ea"/>
                <a:cs typeface="+mn-cs"/>
              </a:rPr>
              <a:t> DLQ </a:t>
            </a:r>
            <a:r>
              <a:rPr lang="en-US" sz="1200" b="0" i="0" kern="1200" dirty="0" err="1">
                <a:solidFill>
                  <a:schemeClr val="tx1"/>
                </a:solidFill>
                <a:effectLst/>
                <a:latin typeface="+mn-lt"/>
                <a:ea typeface="+mn-ea"/>
                <a:cs typeface="+mn-cs"/>
              </a:rPr>
              <a:t>เมื่อ</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Message </a:t>
            </a:r>
            <a:r>
              <a:rPr lang="en-US" sz="1200" b="1" i="0" kern="1200" dirty="0" err="1">
                <a:solidFill>
                  <a:schemeClr val="tx1"/>
                </a:solidFill>
                <a:effectLst/>
                <a:latin typeface="+mn-lt"/>
                <a:ea typeface="+mn-ea"/>
                <a:cs typeface="+mn-cs"/>
              </a:rPr>
              <a:t>หมดอายุ</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ถูกส่งให้ประมวลผลซ้ำจนเกินจำนวนครั้งที่กำหนด</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ระบบระบุให้ย้ายมา</a:t>
            </a:r>
            <a:r>
              <a:rPr lang="en-US" sz="1200" b="0" i="0" kern="1200" dirty="0">
                <a:solidFill>
                  <a:schemeClr val="tx1"/>
                </a:solidFill>
                <a:effectLst/>
                <a:latin typeface="+mn-lt"/>
                <a:ea typeface="+mn-ea"/>
                <a:cs typeface="+mn-cs"/>
              </a:rPr>
              <a:t> DLQ </a:t>
            </a:r>
            <a:r>
              <a:rPr lang="en-US" sz="1200" b="0" i="0" kern="1200" dirty="0" err="1">
                <a:solidFill>
                  <a:schemeClr val="tx1"/>
                </a:solidFill>
                <a:effectLst/>
                <a:latin typeface="+mn-lt"/>
                <a:ea typeface="+mn-ea"/>
                <a:cs typeface="+mn-cs"/>
              </a:rPr>
              <a:t>โดยตรง</a:t>
            </a: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Message </a:t>
            </a:r>
            <a:r>
              <a:rPr lang="en-US" sz="1200" b="0" i="0" kern="1200" dirty="0" err="1">
                <a:solidFill>
                  <a:schemeClr val="tx1"/>
                </a:solidFill>
                <a:effectLst/>
                <a:latin typeface="+mn-lt"/>
                <a:ea typeface="+mn-ea"/>
                <a:cs typeface="+mn-cs"/>
              </a:rPr>
              <a:t>จะเก็บข้อมูลอย่าง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dead_letter_reason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dead_letter_error_description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เพื่อช่วยตรวจสอบสาเหตุของปัญหา</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Lock Management </a:t>
            </a:r>
            <a:r>
              <a:rPr lang="en-US" sz="1200" b="1" i="0" kern="1200" dirty="0" err="1">
                <a:solidFill>
                  <a:schemeClr val="tx1"/>
                </a:solidFill>
                <a:effectLst/>
                <a:latin typeface="+mn-lt"/>
                <a:ea typeface="+mn-ea"/>
                <a:cs typeface="+mn-cs"/>
              </a:rPr>
              <a:t>คืออะไร</a:t>
            </a:r>
            <a:r>
              <a:rPr lang="en-US" sz="1200" b="1" i="0" kern="1200" dirty="0">
                <a:solidFill>
                  <a:schemeClr val="tx1"/>
                </a:solidFill>
                <a:effectLst/>
                <a:latin typeface="+mn-lt"/>
                <a:ea typeface="+mn-ea"/>
                <a:cs typeface="+mn-cs"/>
              </a:rPr>
              <a:t>?</a:t>
            </a:r>
          </a:p>
          <a:p>
            <a:pPr fontAlgn="t"/>
            <a:r>
              <a:rPr lang="en-US" sz="1200" b="0" i="0" kern="1200" dirty="0" err="1">
                <a:solidFill>
                  <a:schemeClr val="tx1"/>
                </a:solidFill>
                <a:effectLst/>
                <a:latin typeface="+mn-lt"/>
                <a:ea typeface="+mn-ea"/>
                <a:cs typeface="+mn-cs"/>
              </a:rPr>
              <a:t>เมื่อ</a:t>
            </a:r>
            <a:r>
              <a:rPr lang="en-US" sz="1200" b="0" i="0" kern="1200" dirty="0">
                <a:solidFill>
                  <a:schemeClr val="tx1"/>
                </a:solidFill>
                <a:effectLst/>
                <a:latin typeface="+mn-lt"/>
                <a:ea typeface="+mn-ea"/>
                <a:cs typeface="+mn-cs"/>
              </a:rPr>
              <a:t> Worker </a:t>
            </a:r>
            <a:r>
              <a:rPr lang="en-US" sz="1200" b="0" i="0" kern="1200" dirty="0" err="1">
                <a:solidFill>
                  <a:schemeClr val="tx1"/>
                </a:solidFill>
                <a:effectLst/>
                <a:latin typeface="+mn-lt"/>
                <a:ea typeface="+mn-ea"/>
                <a:cs typeface="+mn-cs"/>
              </a:rPr>
              <a:t>รับ</a:t>
            </a:r>
            <a:r>
              <a:rPr lang="en-US" sz="1200" b="0" i="0" kern="1200" dirty="0">
                <a:solidFill>
                  <a:schemeClr val="tx1"/>
                </a:solidFill>
                <a:effectLst/>
                <a:latin typeface="+mn-lt"/>
                <a:ea typeface="+mn-ea"/>
                <a:cs typeface="+mn-cs"/>
              </a:rPr>
              <a:t> Message </a:t>
            </a:r>
            <a:r>
              <a:rPr lang="en-US" sz="1200" b="0" i="0" kern="1200" dirty="0" err="1">
                <a:solidFill>
                  <a:schemeClr val="tx1"/>
                </a:solidFill>
                <a:effectLst/>
                <a:latin typeface="+mn-lt"/>
                <a:ea typeface="+mn-ea"/>
                <a:cs typeface="+mn-cs"/>
              </a:rPr>
              <a:t>ไปทำ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ระบบจะ</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ล็อก</a:t>
            </a:r>
            <a:r>
              <a:rPr lang="en-US" sz="1200" b="1" i="0" kern="1200" dirty="0">
                <a:solidFill>
                  <a:schemeClr val="tx1"/>
                </a:solidFill>
                <a:effectLst/>
                <a:latin typeface="+mn-lt"/>
                <a:ea typeface="+mn-ea"/>
                <a:cs typeface="+mn-cs"/>
              </a:rPr>
              <a:t> Message </a:t>
            </a:r>
            <a:r>
              <a:rPr lang="en-US" sz="1200" b="1" i="0" kern="1200" dirty="0" err="1">
                <a:solidFill>
                  <a:schemeClr val="tx1"/>
                </a:solidFill>
                <a:effectLst/>
                <a:latin typeface="+mn-lt"/>
                <a:ea typeface="+mn-ea"/>
                <a:cs typeface="+mn-cs"/>
              </a:rPr>
              <a:t>ชั่วคราว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เพื่อป้องกัน</a:t>
            </a:r>
            <a:r>
              <a:rPr lang="en-US" sz="1200" b="0" i="0" kern="1200" dirty="0">
                <a:solidFill>
                  <a:schemeClr val="tx1"/>
                </a:solidFill>
                <a:effectLst/>
                <a:latin typeface="+mn-lt"/>
                <a:ea typeface="+mn-ea"/>
                <a:cs typeface="+mn-cs"/>
              </a:rPr>
              <a:t> Consumer </a:t>
            </a:r>
            <a:r>
              <a:rPr lang="en-US" sz="1200" b="0" i="0" kern="1200" dirty="0" err="1">
                <a:solidFill>
                  <a:schemeClr val="tx1"/>
                </a:solidFill>
                <a:effectLst/>
                <a:latin typeface="+mn-lt"/>
                <a:ea typeface="+mn-ea"/>
                <a:cs typeface="+mn-cs"/>
              </a:rPr>
              <a:t>ตัวอื่นมารับงานเดียวกันในช่วงนั้น</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สไลด์ระบุ</a:t>
            </a:r>
            <a:r>
              <a:rPr lang="en-US" sz="1200" b="0" i="0" kern="1200" dirty="0">
                <a:solidFill>
                  <a:schemeClr val="tx1"/>
                </a:solidFill>
                <a:effectLst/>
                <a:latin typeface="+mn-lt"/>
                <a:ea typeface="+mn-ea"/>
                <a:cs typeface="+mn-cs"/>
              </a:rPr>
              <a:t> Default Lock </a:t>
            </a:r>
            <a:r>
              <a:rPr lang="en-US" sz="1200" b="1" i="0" kern="1200" dirty="0">
                <a:solidFill>
                  <a:schemeClr val="tx1"/>
                </a:solidFill>
                <a:effectLst/>
                <a:latin typeface="+mn-lt"/>
                <a:ea typeface="+mn-ea"/>
                <a:cs typeface="+mn-cs"/>
              </a:rPr>
              <a:t>1 </a:t>
            </a:r>
            <a:r>
              <a:rPr lang="en-US" sz="1200" b="1" i="0" kern="1200" dirty="0" err="1">
                <a:solidFill>
                  <a:schemeClr val="tx1"/>
                </a:solidFill>
                <a:effectLst/>
                <a:latin typeface="+mn-lt"/>
                <a:ea typeface="+mn-ea"/>
                <a:cs typeface="+mn-cs"/>
              </a:rPr>
              <a:t>นาที</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สูงสุด</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5 </a:t>
            </a:r>
            <a:r>
              <a:rPr lang="en-US" sz="1200" b="1" i="0" kern="1200" dirty="0" err="1">
                <a:solidFill>
                  <a:schemeClr val="tx1"/>
                </a:solidFill>
                <a:effectLst/>
                <a:latin typeface="+mn-lt"/>
                <a:ea typeface="+mn-ea"/>
                <a:cs typeface="+mn-cs"/>
              </a:rPr>
              <a:t>นาที</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ถ้างาน</a:t>
            </a:r>
            <a:r>
              <a:rPr lang="en-US" sz="1200" b="0" i="0" kern="1200" dirty="0">
                <a:solidFill>
                  <a:schemeClr val="tx1"/>
                </a:solidFill>
                <a:effectLst/>
                <a:latin typeface="+mn-lt"/>
                <a:ea typeface="+mn-ea"/>
                <a:cs typeface="+mn-cs"/>
              </a:rPr>
              <a:t> AI </a:t>
            </a:r>
            <a:r>
              <a:rPr lang="en-US" sz="1200" b="0" i="0" kern="1200" dirty="0" err="1">
                <a:solidFill>
                  <a:schemeClr val="tx1"/>
                </a:solidFill>
                <a:effectLst/>
                <a:latin typeface="+mn-lt"/>
                <a:ea typeface="+mn-ea"/>
                <a:cs typeface="+mn-cs"/>
              </a:rPr>
              <a:t>ใช้เวลานาน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สามารถใช้</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AutoLockRenewer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เพื่อช่วยต่ออายุ</a:t>
            </a:r>
            <a:r>
              <a:rPr lang="en-US" sz="1200" b="0" i="0" kern="1200" dirty="0">
                <a:solidFill>
                  <a:schemeClr val="tx1"/>
                </a:solidFill>
                <a:effectLst/>
                <a:latin typeface="+mn-lt"/>
                <a:ea typeface="+mn-ea"/>
                <a:cs typeface="+mn-cs"/>
              </a:rPr>
              <a:t> Lock</a:t>
            </a:r>
          </a:p>
          <a:p>
            <a:pPr lvl="0" fontAlgn="t"/>
            <a:r>
              <a:rPr lang="en-US" sz="1200" b="0" i="0" kern="1200" dirty="0" err="1">
                <a:solidFill>
                  <a:schemeClr val="tx1"/>
                </a:solidFill>
                <a:effectLst/>
                <a:latin typeface="+mn-lt"/>
                <a:ea typeface="+mn-ea"/>
                <a:cs typeface="+mn-cs"/>
              </a:rPr>
              <a:t>งานที่ใช้เวลานานมาก</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สามารถออกแบบเป็น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Two-phase processing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เพื่อลดปัญหาการจัดการ</a:t>
            </a:r>
            <a:r>
              <a:rPr lang="en-US" sz="1200" b="0" i="0" kern="1200" dirty="0">
                <a:solidFill>
                  <a:schemeClr val="tx1"/>
                </a:solidFill>
                <a:effectLst/>
                <a:latin typeface="+mn-lt"/>
                <a:ea typeface="+mn-ea"/>
                <a:cs typeface="+mn-cs"/>
              </a:rPr>
              <a:t> Lock</a:t>
            </a:r>
            <a:endParaRPr lang="th-TH"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Lock = </a:t>
            </a:r>
            <a:r>
              <a:rPr lang="en-US" sz="1200" b="1" i="0" kern="1200" dirty="0" err="1">
                <a:solidFill>
                  <a:schemeClr val="tx1"/>
                </a:solidFill>
                <a:effectLst/>
                <a:latin typeface="+mn-lt"/>
                <a:ea typeface="+mn-ea"/>
                <a:cs typeface="+mn-cs"/>
              </a:rPr>
              <a:t>ติดป้ายว่า</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งานนี้กำลังมีคนทำ</a:t>
            </a:r>
            <a:r>
              <a:rPr lang="en-US" sz="1200" b="1"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DLQ = </a:t>
            </a:r>
            <a:r>
              <a:rPr lang="en-US" sz="1200" b="1" i="0" kern="1200" dirty="0" err="1">
                <a:solidFill>
                  <a:schemeClr val="tx1"/>
                </a:solidFill>
                <a:effectLst/>
                <a:latin typeface="+mn-lt"/>
                <a:ea typeface="+mn-ea"/>
                <a:cs typeface="+mn-cs"/>
              </a:rPr>
              <a:t>กล่องแยกงานที่มีปัญหาไว้ตรวจสอบ</a:t>
            </a:r>
            <a:endParaRPr lang="en-US" sz="1200" b="0" i="0" kern="1200" dirty="0">
              <a:solidFill>
                <a:schemeClr val="tx1"/>
              </a:solidFill>
              <a:effectLst/>
              <a:latin typeface="+mn-lt"/>
              <a:ea typeface="+mn-ea"/>
              <a:cs typeface="+mn-cs"/>
            </a:endParaRPr>
          </a:p>
        </p:txBody>
      </p:sp>
      <p:sp>
        <p:nvSpPr>
          <p:cNvPr id="803639222"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1EA299-B78D-BCE6-D155-FFC41DD87604}"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132</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99072509" name="Slide Image Placeholder 1"/>
          <p:cNvSpPr>
            <a:spLocks noGrp="1" noRot="1" noChangeAspect="1"/>
          </p:cNvSpPr>
          <p:nvPr>
            <p:ph type="sldImg"/>
          </p:nvPr>
        </p:nvSpPr>
        <p:spPr bwMode="auto">
          <a:xfrm>
            <a:off x="217488" y="812800"/>
            <a:ext cx="7124700" cy="4008438"/>
          </a:xfrm>
        </p:spPr>
      </p:sp>
      <p:sp>
        <p:nvSpPr>
          <p:cNvPr id="28975223" name="Notes Placeholder 2"/>
          <p:cNvSpPr>
            <a:spLocks noGrp="1"/>
          </p:cNvSpPr>
          <p:nvPr>
            <p:ph type="body" idx="1"/>
          </p:nvPr>
        </p:nvSpPr>
        <p:spPr bwMode="auto"/>
        <p:txBody>
          <a:bodyPr/>
          <a:lstStyle/>
          <a:p>
            <a:pPr>
              <a:lnSpc>
                <a:spcPct val="90000"/>
              </a:lnSpc>
              <a:spcAft>
                <a:spcPts val="332"/>
              </a:spcAft>
              <a:defRPr/>
            </a:pPr>
            <a:r>
              <a:rPr lang="en-US"/>
              <a:t>This exercise requires an Azure subscription, which should be provided by the lab hoster supporting your delivery of this course.</a:t>
            </a:r>
            <a:endParaRPr lang="en-US">
              <a:solidFill>
                <a:srgbClr val="444444"/>
              </a:solidFill>
            </a:endParaRPr>
          </a:p>
          <a:p>
            <a:pPr>
              <a:lnSpc>
                <a:spcPct val="90000"/>
              </a:lnSpc>
              <a:spcAft>
                <a:spcPts val="332"/>
              </a:spcAft>
              <a:defRPr/>
            </a:pPr>
            <a:r>
              <a:rPr lang="en-US"/>
              <a:t>If you are not able to provide students with Azure subscriptions, you can demonstrate the lab using your own subscription (if you have one available).</a:t>
            </a:r>
            <a:endParaRPr/>
          </a:p>
        </p:txBody>
      </p:sp>
      <p:sp>
        <p:nvSpPr>
          <p:cNvPr id="1799733589" name="Header Placeholder 3"/>
          <p:cNvSpPr>
            <a:spLocks noGrp="1"/>
          </p:cNvSpPr>
          <p:nvPr>
            <p:ph type="hdr" sz="quarter"/>
          </p:nvPr>
        </p:nvSpPr>
        <p:spPr bwMode="auto"/>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849253850" name="Footer Placeholder 4"/>
          <p:cNvSpPr>
            <a:spLocks noGrp="1"/>
          </p:cNvSpPr>
          <p:nvPr>
            <p:ph type="ftr" sz="quarter" idx="4"/>
          </p:nvPr>
        </p:nvSpPr>
        <p:spPr bwMode="auto"/>
        <p:txBody>
          <a:bodyPr/>
          <a:lstStyle/>
          <a:p>
            <a:pPr marL="0" marR="0" lvl="0" indent="0" algn="l" defTabSz="914098" rtl="0" eaLnBrk="1" fontAlgn="auto" latinLnBrk="0" hangingPunct="1">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a:ea typeface="Segoe UI"/>
                <a:cs typeface="Segoe UI"/>
              </a:rPr>
              <a:t>© Microsoft Corporation. All rights reserved. MICROSOFT MAKES NO WARRANTIES, EXPRESS, IMPLIED OR STATUTORY, AS TO THE INFORMATION IN THIS PRESENTATION.</a:t>
            </a:r>
            <a:endParaRPr kumimoji="0" sz="1200" b="0" i="0" u="none" strike="noStrike" kern="0" cap="none" spc="0" normalizeH="0" baseline="0" noProof="0">
              <a:ln>
                <a:noFill/>
              </a:ln>
              <a:solidFill>
                <a:prstClr val="black"/>
              </a:solidFill>
              <a:effectLst/>
              <a:uLnTx/>
              <a:uFillTx/>
              <a:latin typeface="Aptos"/>
              <a:cs typeface="Arial"/>
            </a:endParaRPr>
          </a:p>
        </p:txBody>
      </p:sp>
      <p:sp>
        <p:nvSpPr>
          <p:cNvPr id="813649036" name="Date Placeholder 5"/>
          <p:cNvSpPr>
            <a:spLocks noGrp="1"/>
          </p:cNvSpPr>
          <p:nvPr>
            <p:ph type="dt" idx="1"/>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FD8069-D363-B1FD-C85A-30544EF19ECA}" type="datetime8">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10/27/2026 8:46 AM</a:t>
            </a:fld>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1983179104" name="Slide Number Placeholder 6"/>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32D111-37E3-EE75-0870-1F0A4C533A8B}"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133</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67750944" name="Slide Image Placeholder 1"/>
          <p:cNvSpPr>
            <a:spLocks noGrp="1" noRot="1" noChangeAspect="1"/>
          </p:cNvSpPr>
          <p:nvPr>
            <p:ph type="sldImg"/>
          </p:nvPr>
        </p:nvSpPr>
        <p:spPr bwMode="auto">
          <a:xfrm>
            <a:off x="217488" y="812800"/>
            <a:ext cx="7124700" cy="4008438"/>
          </a:xfrm>
        </p:spPr>
      </p:sp>
      <p:sp>
        <p:nvSpPr>
          <p:cNvPr id="407369709"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mn-lt"/>
                <a:ea typeface="+mn-ea"/>
                <a:cs typeface="+mn-cs"/>
              </a:rPr>
              <a:t>This module covers </a:t>
            </a:r>
            <a:r>
              <a:rPr lang="en-US" sz="1200" b="0" i="0" u="none" strike="noStrike" cap="none" spc="0">
                <a:solidFill>
                  <a:schemeClr val="tx1"/>
                </a:solidFill>
                <a:latin typeface="Aptos"/>
                <a:ea typeface="Aptos"/>
                <a:cs typeface="Aptos"/>
              </a:rPr>
              <a:t>Event-driven patterns for triggering AI pipelines and reacting to system events</a:t>
            </a:r>
            <a:endParaRPr lang="en-US"/>
          </a:p>
          <a:p>
            <a:pPr>
              <a:defRPr/>
            </a:pPr>
            <a:endParaRPr/>
          </a:p>
          <a:p>
            <a:pPr>
              <a:defRPr/>
            </a:pPr>
            <a:r>
              <a:rPr lang="en-US"/>
              <a:t>Link to module: </a:t>
            </a:r>
            <a:r>
              <a:rPr lang="en-US" u="sng">
                <a:solidFill>
                  <a:schemeClr val="hlink"/>
                </a:solidFill>
                <a:hlinkClick r:id="rId3"/>
              </a:rPr>
              <a:t>https://learn.microsoft.com/training/modules/event-driven-workflows-event-grid/</a:t>
            </a:r>
            <a:endParaRPr/>
          </a:p>
          <a:p>
            <a:pPr>
              <a:defRPr/>
            </a:pPr>
            <a:endParaRPr lang="en-US"/>
          </a:p>
        </p:txBody>
      </p:sp>
      <p:sp>
        <p:nvSpPr>
          <p:cNvPr id="1634365812"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134</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524015" name="Slide Image Placeholder 1"/>
          <p:cNvSpPr>
            <a:spLocks noGrp="1" noRot="1" noChangeAspect="1"/>
          </p:cNvSpPr>
          <p:nvPr>
            <p:ph type="sldImg"/>
          </p:nvPr>
        </p:nvSpPr>
        <p:spPr bwMode="auto">
          <a:xfrm>
            <a:off x="217488" y="812800"/>
            <a:ext cx="7124700" cy="4008438"/>
          </a:xfrm>
        </p:spPr>
      </p:sp>
      <p:sp>
        <p:nvSpPr>
          <p:cNvPr id="1133013283" name="Notes Placeholder 2"/>
          <p:cNvSpPr>
            <a:spLocks noGrp="1"/>
          </p:cNvSpPr>
          <p:nvPr>
            <p:ph type="body" idx="1"/>
          </p:nvPr>
        </p:nvSpPr>
        <p:spPr bwMode="auto"/>
        <p:txBody>
          <a:bodyPr/>
          <a:lstStyle/>
          <a:p>
            <a:pPr fontAlgn="t"/>
            <a:r>
              <a:rPr lang="en-US" sz="1200" b="1" i="0" kern="1200" dirty="0">
                <a:solidFill>
                  <a:schemeClr val="tx1"/>
                </a:solidFill>
                <a:effectLst/>
                <a:latin typeface="+mn-lt"/>
                <a:ea typeface="+mn-ea"/>
                <a:cs typeface="+mn-cs"/>
              </a:rPr>
              <a:t>Azure Event Grid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ซึ่งเป็นบริการที่ช่วยให้ระบบต่าง</a:t>
            </a:r>
            <a:r>
              <a:rPr lang="en-US" sz="1200" b="0" i="0" kern="1200" dirty="0">
                <a:solidFill>
                  <a:schemeClr val="tx1"/>
                </a:solidFill>
                <a:effectLst/>
                <a:latin typeface="+mn-lt"/>
                <a:ea typeface="+mn-ea"/>
                <a:cs typeface="+mn-cs"/>
              </a:rPr>
              <a:t> ๆ </a:t>
            </a:r>
            <a:r>
              <a:rPr lang="en-US" sz="1200" b="1" i="0" kern="1200" dirty="0" err="1">
                <a:solidFill>
                  <a:schemeClr val="tx1"/>
                </a:solidFill>
                <a:effectLst/>
                <a:latin typeface="+mn-lt"/>
                <a:ea typeface="+mn-ea"/>
                <a:cs typeface="+mn-cs"/>
              </a:rPr>
              <a:t>ตอบสนองอัตโนมัติเมื่อมีเหตุการณ์เกิดขึ้น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เหมาะกับระบบ</a:t>
            </a:r>
            <a:r>
              <a:rPr lang="en-US" sz="1200" b="0" i="0" kern="1200" dirty="0">
                <a:solidFill>
                  <a:schemeClr val="tx1"/>
                </a:solidFill>
                <a:effectLst/>
                <a:latin typeface="+mn-lt"/>
                <a:ea typeface="+mn-ea"/>
                <a:cs typeface="+mn-cs"/>
              </a:rPr>
              <a:t> AI </a:t>
            </a:r>
            <a:r>
              <a:rPr lang="en-US" sz="1200" b="0" i="0" kern="1200" dirty="0" err="1">
                <a:solidFill>
                  <a:schemeClr val="tx1"/>
                </a:solidFill>
                <a:effectLst/>
                <a:latin typeface="+mn-lt"/>
                <a:ea typeface="+mn-ea"/>
                <a:cs typeface="+mn-cs"/>
              </a:rPr>
              <a:t>ที่มีหลายขั้นตอน</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โครงสร้างหลักคือ</a:t>
            </a:r>
            <a:r>
              <a:rPr lang="en-US" sz="1200" b="0" i="0" kern="1200" dirty="0">
                <a:solidFill>
                  <a:schemeClr val="tx1"/>
                </a:solidFill>
                <a:effectLst/>
                <a:latin typeface="+mn-lt"/>
                <a:ea typeface="+mn-ea"/>
                <a:cs typeface="+mn-cs"/>
              </a:rPr>
              <a:t>:</a:t>
            </a:r>
          </a:p>
          <a:p>
            <a:pPr fontAlgn="t"/>
            <a:r>
              <a:rPr lang="en-US" sz="1200" b="1" i="0" kern="1200" dirty="0">
                <a:solidFill>
                  <a:schemeClr val="tx1"/>
                </a:solidFill>
                <a:effectLst/>
                <a:latin typeface="+mn-lt"/>
                <a:ea typeface="+mn-ea"/>
                <a:cs typeface="+mn-cs"/>
              </a:rPr>
              <a:t>Event → Topic → Subscription → Handler</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Event</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เหตุการณ์ที่เกิดขึ้น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สถานะบางอย่างเปลี่ยน</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Topic</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จุดกลางที่รับ</a:t>
            </a:r>
            <a:r>
              <a:rPr lang="en-US" sz="1200" b="0" i="0" kern="1200" dirty="0">
                <a:solidFill>
                  <a:schemeClr val="tx1"/>
                </a:solidFill>
                <a:effectLst/>
                <a:latin typeface="+mn-lt"/>
                <a:ea typeface="+mn-ea"/>
                <a:cs typeface="+mn-cs"/>
              </a:rPr>
              <a:t> Event</a:t>
            </a:r>
          </a:p>
          <a:p>
            <a:pPr lvl="0" fontAlgn="t"/>
            <a:r>
              <a:rPr lang="en-US" sz="1200" b="1" i="0" kern="1200" dirty="0">
                <a:solidFill>
                  <a:schemeClr val="tx1"/>
                </a:solidFill>
                <a:effectLst/>
                <a:latin typeface="+mn-lt"/>
                <a:ea typeface="+mn-ea"/>
                <a:cs typeface="+mn-cs"/>
              </a:rPr>
              <a:t>Subscription</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กรองและกำหนดว่า</a:t>
            </a:r>
            <a:r>
              <a:rPr lang="en-US" sz="1200" b="0" i="0" kern="1200" dirty="0">
                <a:solidFill>
                  <a:schemeClr val="tx1"/>
                </a:solidFill>
                <a:effectLst/>
                <a:latin typeface="+mn-lt"/>
                <a:ea typeface="+mn-ea"/>
                <a:cs typeface="+mn-cs"/>
              </a:rPr>
              <a:t> Event </a:t>
            </a:r>
            <a:r>
              <a:rPr lang="en-US" sz="1200" b="0" i="0" kern="1200" dirty="0" err="1">
                <a:solidFill>
                  <a:schemeClr val="tx1"/>
                </a:solidFill>
                <a:effectLst/>
                <a:latin typeface="+mn-lt"/>
                <a:ea typeface="+mn-ea"/>
                <a:cs typeface="+mn-cs"/>
              </a:rPr>
              <a:t>ควรถูกส่งไปที่ใด</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Handler</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ระบบที่รับ</a:t>
            </a:r>
            <a:r>
              <a:rPr lang="en-US" sz="1200" b="0" i="0" kern="1200" dirty="0">
                <a:solidFill>
                  <a:schemeClr val="tx1"/>
                </a:solidFill>
                <a:effectLst/>
                <a:latin typeface="+mn-lt"/>
                <a:ea typeface="+mn-ea"/>
                <a:cs typeface="+mn-cs"/>
              </a:rPr>
              <a:t> Event </a:t>
            </a:r>
            <a:r>
              <a:rPr lang="en-US" sz="1200" b="0" i="0" kern="1200" dirty="0" err="1">
                <a:solidFill>
                  <a:schemeClr val="tx1"/>
                </a:solidFill>
                <a:effectLst/>
                <a:latin typeface="+mn-lt"/>
                <a:ea typeface="+mn-ea"/>
                <a:cs typeface="+mn-cs"/>
              </a:rPr>
              <a:t>ไปทำงานต่อ</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Function, Webhook, Service Bus </a:t>
            </a:r>
            <a:r>
              <a:rPr lang="en-US" sz="1200" b="1" i="0" kern="1200" dirty="0" err="1">
                <a:solidFill>
                  <a:schemeClr val="tx1"/>
                </a:solidFill>
                <a:effectLst/>
                <a:latin typeface="+mn-lt"/>
                <a:ea typeface="+mn-ea"/>
                <a:cs typeface="+mn-cs"/>
              </a:rPr>
              <a:t>หรือ</a:t>
            </a:r>
            <a:r>
              <a:rPr lang="en-US" sz="1200" b="1" i="0" kern="1200" dirty="0">
                <a:solidFill>
                  <a:schemeClr val="tx1"/>
                </a:solidFill>
                <a:effectLst/>
                <a:latin typeface="+mn-lt"/>
                <a:ea typeface="+mn-ea"/>
                <a:cs typeface="+mn-cs"/>
              </a:rPr>
              <a:t> Queue</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หนึ่ง</a:t>
            </a:r>
            <a:r>
              <a:rPr lang="en-US" sz="1200" b="0" i="0" kern="1200" dirty="0">
                <a:solidFill>
                  <a:schemeClr val="tx1"/>
                </a:solidFill>
                <a:effectLst/>
                <a:latin typeface="+mn-lt"/>
                <a:ea typeface="+mn-ea"/>
                <a:cs typeface="+mn-cs"/>
              </a:rPr>
              <a:t> Topic </a:t>
            </a:r>
            <a:r>
              <a:rPr lang="en-US" sz="1200" b="0" i="0" kern="1200" dirty="0" err="1">
                <a:solidFill>
                  <a:schemeClr val="tx1"/>
                </a:solidFill>
                <a:effectLst/>
                <a:latin typeface="+mn-lt"/>
                <a:ea typeface="+mn-ea"/>
                <a:cs typeface="+mn-cs"/>
              </a:rPr>
              <a:t>สามารถกระจาย</a:t>
            </a:r>
            <a:r>
              <a:rPr lang="en-US" sz="1200" b="0" i="0" kern="1200" dirty="0">
                <a:solidFill>
                  <a:schemeClr val="tx1"/>
                </a:solidFill>
                <a:effectLst/>
                <a:latin typeface="+mn-lt"/>
                <a:ea typeface="+mn-ea"/>
                <a:cs typeface="+mn-cs"/>
              </a:rPr>
              <a:t> Event </a:t>
            </a:r>
            <a:r>
              <a:rPr lang="en-US" sz="1200" b="0" i="0" kern="1200" dirty="0" err="1">
                <a:solidFill>
                  <a:schemeClr val="tx1"/>
                </a:solidFill>
                <a:effectLst/>
                <a:latin typeface="+mn-lt"/>
                <a:ea typeface="+mn-ea"/>
                <a:cs typeface="+mn-cs"/>
              </a:rPr>
              <a:t>ไปยัง</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หลาย</a:t>
            </a:r>
            <a:r>
              <a:rPr lang="en-US" sz="1200" b="1" i="0" kern="1200" dirty="0">
                <a:solidFill>
                  <a:schemeClr val="tx1"/>
                </a:solidFill>
                <a:effectLst/>
                <a:latin typeface="+mn-lt"/>
                <a:ea typeface="+mn-ea"/>
                <a:cs typeface="+mn-cs"/>
              </a:rPr>
              <a:t> Subscription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และแต่ละ</a:t>
            </a:r>
            <a:r>
              <a:rPr lang="en-US" sz="1200" b="0" i="0" kern="1200" dirty="0">
                <a:solidFill>
                  <a:schemeClr val="tx1"/>
                </a:solidFill>
                <a:effectLst/>
                <a:latin typeface="+mn-lt"/>
                <a:ea typeface="+mn-ea"/>
                <a:cs typeface="+mn-cs"/>
              </a:rPr>
              <a:t> Subscription </a:t>
            </a:r>
            <a:r>
              <a:rPr lang="en-US" sz="1200" b="0" i="0" kern="1200" dirty="0" err="1">
                <a:solidFill>
                  <a:schemeClr val="tx1"/>
                </a:solidFill>
                <a:effectLst/>
                <a:latin typeface="+mn-lt"/>
                <a:ea typeface="+mn-ea"/>
                <a:cs typeface="+mn-cs"/>
              </a:rPr>
              <a:t>ส่งต่อไปยังระบบที่แตกต่างกันได้</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ทำไมเหมาะกับระบบ</a:t>
            </a:r>
            <a:r>
              <a:rPr lang="en-US" sz="1200" b="1" i="0" kern="1200" dirty="0">
                <a:solidFill>
                  <a:schemeClr val="tx1"/>
                </a:solidFill>
                <a:effectLst/>
                <a:latin typeface="+mn-lt"/>
                <a:ea typeface="+mn-ea"/>
                <a:cs typeface="+mn-cs"/>
              </a:rPr>
              <a:t> AI?</a:t>
            </a:r>
          </a:p>
          <a:p>
            <a:pPr lvl="0" fontAlgn="t"/>
            <a:r>
              <a:rPr lang="en-US" sz="1200" b="0" i="0" kern="1200" dirty="0" err="1">
                <a:solidFill>
                  <a:schemeClr val="tx1"/>
                </a:solidFill>
                <a:effectLst/>
                <a:latin typeface="+mn-lt"/>
                <a:ea typeface="+mn-ea"/>
                <a:cs typeface="+mn-cs"/>
              </a:rPr>
              <a:t>ระบบสามารถ</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ตอบสนองตาม</a:t>
            </a:r>
            <a:r>
              <a:rPr lang="en-US" sz="1200" b="1" i="0" kern="1200" dirty="0">
                <a:solidFill>
                  <a:schemeClr val="tx1"/>
                </a:solidFill>
                <a:effectLst/>
                <a:latin typeface="+mn-lt"/>
                <a:ea typeface="+mn-ea"/>
                <a:cs typeface="+mn-cs"/>
              </a:rPr>
              <a:t> Event </a:t>
            </a:r>
            <a:r>
              <a:rPr lang="en-US" sz="1200" b="1" i="0" kern="1200" dirty="0" err="1">
                <a:solidFill>
                  <a:schemeClr val="tx1"/>
                </a:solidFill>
                <a:effectLst/>
                <a:latin typeface="+mn-lt"/>
                <a:ea typeface="+mn-ea"/>
                <a:cs typeface="+mn-cs"/>
              </a:rPr>
              <a:t>ได้ทันที</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แทนการคอยถามซ้ำ</a:t>
            </a:r>
            <a:r>
              <a:rPr lang="en-US" sz="1200" b="0" i="0" kern="1200" dirty="0">
                <a:solidFill>
                  <a:schemeClr val="tx1"/>
                </a:solidFill>
                <a:effectLst/>
                <a:latin typeface="+mn-lt"/>
                <a:ea typeface="+mn-ea"/>
                <a:cs typeface="+mn-cs"/>
              </a:rPr>
              <a:t> ๆ </a:t>
            </a:r>
            <a:r>
              <a:rPr lang="en-US" sz="1200" b="0" i="0" kern="1200" dirty="0" err="1">
                <a:solidFill>
                  <a:schemeClr val="tx1"/>
                </a:solidFill>
                <a:effectLst/>
                <a:latin typeface="+mn-lt"/>
                <a:ea typeface="+mn-ea"/>
                <a:cs typeface="+mn-cs"/>
              </a:rPr>
              <a:t>ว่า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มีอะไรเกิดขึ้นหรือยัง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Polling</a:t>
            </a:r>
          </a:p>
          <a:p>
            <a:pPr lvl="0" fontAlgn="t"/>
            <a:r>
              <a:rPr lang="en-US" sz="1200" b="0" i="0" kern="1200" dirty="0" err="1">
                <a:solidFill>
                  <a:schemeClr val="tx1"/>
                </a:solidFill>
                <a:effectLst/>
                <a:latin typeface="+mn-lt"/>
                <a:ea typeface="+mn-ea"/>
                <a:cs typeface="+mn-cs"/>
              </a:rPr>
              <a:t>แต่ละขั้นตอนของ</a:t>
            </a:r>
            <a:r>
              <a:rPr lang="en-US" sz="1200" b="0" i="0" kern="1200" dirty="0">
                <a:solidFill>
                  <a:schemeClr val="tx1"/>
                </a:solidFill>
                <a:effectLst/>
                <a:latin typeface="+mn-lt"/>
                <a:ea typeface="+mn-ea"/>
                <a:cs typeface="+mn-cs"/>
              </a:rPr>
              <a:t> AI Pipeline </a:t>
            </a:r>
            <a:r>
              <a:rPr lang="en-US" sz="1200" b="0" i="0" kern="1200" dirty="0" err="1">
                <a:solidFill>
                  <a:schemeClr val="tx1"/>
                </a:solidFill>
                <a:effectLst/>
                <a:latin typeface="+mn-lt"/>
                <a:ea typeface="+mn-ea"/>
                <a:cs typeface="+mn-cs"/>
              </a:rPr>
              <a:t>สามารถ</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ทำงานและขยายระบบแยกกัน</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ปัญหาในขั้นตอนหนึ่งสามารถถูกแยกออกจากขั้นตอนอื่นได้ง่ายขึ้น</a:t>
            </a:r>
            <a:endParaRPr lang="th-TH" sz="1200" b="0" i="0" kern="1200" dirty="0">
              <a:solidFill>
                <a:schemeClr val="tx1"/>
              </a:solidFill>
              <a:effectLst/>
              <a:latin typeface="+mn-lt"/>
              <a:ea typeface="+mn-ea"/>
              <a:cs typeface="+mn-cs"/>
            </a:endParaRPr>
          </a:p>
          <a:p>
            <a:pPr lvl="0" fontAlgn="t"/>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Azure Event Grid </a:t>
            </a:r>
            <a:r>
              <a:rPr lang="en-US" sz="1200" b="0" i="0" kern="1200" dirty="0" err="1">
                <a:solidFill>
                  <a:schemeClr val="tx1"/>
                </a:solidFill>
                <a:effectLst/>
                <a:latin typeface="+mn-lt"/>
                <a:ea typeface="+mn-ea"/>
                <a:cs typeface="+mn-cs"/>
              </a:rPr>
              <a:t>เหมาะกับการสร้างระบบแบบ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Event-driven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ที่เมื่อมีเหตุการณ์เกิดขึ้น</a:t>
            </a:r>
            <a:r>
              <a:rPr lang="en-US" sz="1200" b="0" i="0" kern="1200" dirty="0">
                <a:solidFill>
                  <a:schemeClr val="tx1"/>
                </a:solidFill>
                <a:effectLst/>
                <a:latin typeface="+mn-lt"/>
                <a:ea typeface="+mn-ea"/>
                <a:cs typeface="+mn-cs"/>
              </a:rPr>
              <a:t> ระบบสามารถกระจายการแจ้งเตือนไปยังหลายปลายทางเพื่อเริ่มทำงานต่อได้โดยอัตโนมัติ</a:t>
            </a:r>
          </a:p>
          <a:p>
            <a:pPr lvl="0" fontAlgn="t"/>
            <a:endParaRPr lang="th-TH"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p:txBody>
      </p:sp>
      <p:sp>
        <p:nvSpPr>
          <p:cNvPr id="504337620"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28E26C-F9C7-A99A-F8D9-A2B511D66EC9}"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135</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60229538" name="Slide Image Placeholder 1"/>
          <p:cNvSpPr>
            <a:spLocks noGrp="1" noRot="1" noChangeAspect="1"/>
          </p:cNvSpPr>
          <p:nvPr>
            <p:ph type="sldImg"/>
          </p:nvPr>
        </p:nvSpPr>
        <p:spPr bwMode="auto">
          <a:xfrm>
            <a:off x="217488" y="812800"/>
            <a:ext cx="7124700" cy="4008438"/>
          </a:xfrm>
        </p:spPr>
      </p:sp>
      <p:sp>
        <p:nvSpPr>
          <p:cNvPr id="542822551"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รูปแบบมาตรฐานของ</a:t>
            </a:r>
            <a:r>
              <a:rPr lang="en-US" sz="1200" b="1" i="0" kern="1200" dirty="0">
                <a:solidFill>
                  <a:schemeClr val="tx1"/>
                </a:solidFill>
                <a:effectLst/>
                <a:latin typeface="+mn-lt"/>
                <a:ea typeface="+mn-ea"/>
                <a:cs typeface="+mn-cs"/>
              </a:rPr>
              <a:t> Event </a:t>
            </a:r>
            <a:r>
              <a:rPr lang="en-US" sz="1200" b="1" i="0" kern="1200" dirty="0" err="1">
                <a:solidFill>
                  <a:schemeClr val="tx1"/>
                </a:solidFill>
                <a:effectLst/>
                <a:latin typeface="+mn-lt"/>
                <a:ea typeface="+mn-ea"/>
                <a:cs typeface="+mn-cs"/>
              </a:rPr>
              <a:t>ใน</a:t>
            </a:r>
            <a:r>
              <a:rPr lang="en-US" sz="1200" b="1" i="0" kern="1200" dirty="0">
                <a:solidFill>
                  <a:schemeClr val="tx1"/>
                </a:solidFill>
                <a:effectLst/>
                <a:latin typeface="+mn-lt"/>
                <a:ea typeface="+mn-ea"/>
                <a:cs typeface="+mn-cs"/>
              </a:rPr>
              <a:t> Azure Event Grid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และวิธีกรอง</a:t>
            </a:r>
            <a:r>
              <a:rPr lang="en-US" sz="1200" b="0" i="0" kern="1200" dirty="0">
                <a:solidFill>
                  <a:schemeClr val="tx1"/>
                </a:solidFill>
                <a:effectLst/>
                <a:latin typeface="+mn-lt"/>
                <a:ea typeface="+mn-ea"/>
                <a:cs typeface="+mn-cs"/>
              </a:rPr>
              <a:t> Event </a:t>
            </a:r>
            <a:r>
              <a:rPr lang="en-US" sz="1200" b="0" i="0" kern="1200" dirty="0" err="1">
                <a:solidFill>
                  <a:schemeClr val="tx1"/>
                </a:solidFill>
                <a:effectLst/>
                <a:latin typeface="+mn-lt"/>
                <a:ea typeface="+mn-ea"/>
                <a:cs typeface="+mn-cs"/>
              </a:rPr>
              <a:t>เพื่อส่งไปยังระบบที่เกี่ยวข้อง</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CloudEvents</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คืออะไร</a:t>
            </a:r>
            <a:r>
              <a:rPr lang="en-US" sz="1200" b="1" i="0" kern="1200" dirty="0">
                <a:solidFill>
                  <a:schemeClr val="tx1"/>
                </a:solidFill>
                <a:effectLst/>
                <a:latin typeface="+mn-lt"/>
                <a:ea typeface="+mn-ea"/>
                <a:cs typeface="+mn-cs"/>
              </a:rPr>
              <a:t>?</a:t>
            </a:r>
          </a:p>
          <a:p>
            <a:pPr fontAlgn="t"/>
            <a:r>
              <a:rPr lang="en-US" sz="1200" b="1" i="0" kern="1200" dirty="0" err="1">
                <a:solidFill>
                  <a:schemeClr val="tx1"/>
                </a:solidFill>
                <a:effectLst/>
                <a:latin typeface="+mn-lt"/>
                <a:ea typeface="+mn-ea"/>
                <a:cs typeface="+mn-cs"/>
              </a:rPr>
              <a:t>CloudEvents</a:t>
            </a:r>
            <a:r>
              <a:rPr lang="en-US" sz="1200" b="1" i="0" kern="1200" dirty="0">
                <a:solidFill>
                  <a:schemeClr val="tx1"/>
                </a:solidFill>
                <a:effectLst/>
                <a:latin typeface="+mn-lt"/>
                <a:ea typeface="+mn-ea"/>
                <a:cs typeface="+mn-cs"/>
              </a:rPr>
              <a:t> v1.0</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คือรูปแบบมาตรฐานในการจัดโครงสร้าง</a:t>
            </a:r>
            <a:r>
              <a:rPr lang="en-US" sz="1200" b="0" i="0" kern="1200" dirty="0">
                <a:solidFill>
                  <a:schemeClr val="tx1"/>
                </a:solidFill>
                <a:effectLst/>
                <a:latin typeface="+mn-lt"/>
                <a:ea typeface="+mn-ea"/>
                <a:cs typeface="+mn-cs"/>
              </a:rPr>
              <a:t> Event </a:t>
            </a:r>
            <a:r>
              <a:rPr lang="en-US" sz="1200" b="0" i="0" kern="1200" dirty="0" err="1">
                <a:solidFill>
                  <a:schemeClr val="tx1"/>
                </a:solidFill>
                <a:effectLst/>
                <a:latin typeface="+mn-lt"/>
                <a:ea typeface="+mn-ea"/>
                <a:cs typeface="+mn-cs"/>
              </a:rPr>
              <a:t>ให้ระบบต่าง</a:t>
            </a:r>
            <a:r>
              <a:rPr lang="en-US" sz="1200" b="0" i="0" kern="1200" dirty="0">
                <a:solidFill>
                  <a:schemeClr val="tx1"/>
                </a:solidFill>
                <a:effectLst/>
                <a:latin typeface="+mn-lt"/>
                <a:ea typeface="+mn-ea"/>
                <a:cs typeface="+mn-cs"/>
              </a:rPr>
              <a:t> ๆ </a:t>
            </a:r>
            <a:r>
              <a:rPr lang="en-US" sz="1200" b="0" i="0" kern="1200" dirty="0" err="1">
                <a:solidFill>
                  <a:schemeClr val="tx1"/>
                </a:solidFill>
                <a:effectLst/>
                <a:latin typeface="+mn-lt"/>
                <a:ea typeface="+mn-ea"/>
                <a:cs typeface="+mn-cs"/>
              </a:rPr>
              <a:t>เข้าใจตรงกัน</a:t>
            </a: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Event </a:t>
            </a:r>
            <a:r>
              <a:rPr lang="en-US" sz="1200" b="0" i="0" kern="1200" dirty="0" err="1">
                <a:solidFill>
                  <a:schemeClr val="tx1"/>
                </a:solidFill>
                <a:effectLst/>
                <a:latin typeface="+mn-lt"/>
                <a:ea typeface="+mn-ea"/>
                <a:cs typeface="+mn-cs"/>
              </a:rPr>
              <a:t>หนึ่งรายการจะมีข้อมูลสำคัญ</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type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เกิดเหตุการณ์อะไร</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AI </a:t>
            </a:r>
            <a:r>
              <a:rPr lang="en-US" sz="1200" b="0" i="0" kern="1200" dirty="0" err="1">
                <a:solidFill>
                  <a:schemeClr val="tx1"/>
                </a:solidFill>
                <a:effectLst/>
                <a:latin typeface="+mn-lt"/>
                <a:ea typeface="+mn-ea"/>
                <a:cs typeface="+mn-cs"/>
              </a:rPr>
              <a:t>ประมวลผลเสร็จ</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source</a:t>
            </a:r>
            <a:r>
              <a:rPr lang="en-US" sz="1200" b="0" i="0" kern="1200" dirty="0">
                <a:solidFill>
                  <a:schemeClr val="tx1"/>
                </a:solidFill>
                <a:effectLst/>
                <a:latin typeface="+mn-lt"/>
                <a:ea typeface="+mn-ea"/>
                <a:cs typeface="+mn-cs"/>
              </a:rPr>
              <a:t> → Event </a:t>
            </a:r>
            <a:r>
              <a:rPr lang="en-US" sz="1200" b="0" i="0" kern="1200" dirty="0" err="1">
                <a:solidFill>
                  <a:schemeClr val="tx1"/>
                </a:solidFill>
                <a:effectLst/>
                <a:latin typeface="+mn-lt"/>
                <a:ea typeface="+mn-ea"/>
                <a:cs typeface="+mn-cs"/>
              </a:rPr>
              <a:t>มาจากระบบใด</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id</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รหัสเฉพาะของ</a:t>
            </a:r>
            <a:r>
              <a:rPr lang="en-US" sz="1200" b="0" i="0" kern="1200" dirty="0">
                <a:solidFill>
                  <a:schemeClr val="tx1"/>
                </a:solidFill>
                <a:effectLst/>
                <a:latin typeface="+mn-lt"/>
                <a:ea typeface="+mn-ea"/>
                <a:cs typeface="+mn-cs"/>
              </a:rPr>
              <a:t> Event</a:t>
            </a:r>
          </a:p>
          <a:p>
            <a:pPr lvl="0" fontAlgn="t"/>
            <a:r>
              <a:rPr lang="en-US" sz="1200" b="1" i="0" kern="1200" dirty="0">
                <a:solidFill>
                  <a:schemeClr val="tx1"/>
                </a:solidFill>
                <a:effectLst/>
                <a:latin typeface="+mn-lt"/>
                <a:ea typeface="+mn-ea"/>
                <a:cs typeface="+mn-cs"/>
              </a:rPr>
              <a:t>subject</a:t>
            </a:r>
            <a:r>
              <a:rPr lang="en-US" sz="1200" b="0" i="0" kern="1200" dirty="0">
                <a:solidFill>
                  <a:schemeClr val="tx1"/>
                </a:solidFill>
                <a:effectLst/>
                <a:latin typeface="+mn-lt"/>
                <a:ea typeface="+mn-ea"/>
                <a:cs typeface="+mn-cs"/>
              </a:rPr>
              <a:t> → Event </a:t>
            </a:r>
            <a:r>
              <a:rPr lang="en-US" sz="1200" b="0" i="0" kern="1200" dirty="0" err="1">
                <a:solidFill>
                  <a:schemeClr val="tx1"/>
                </a:solidFill>
                <a:effectLst/>
                <a:latin typeface="+mn-lt"/>
                <a:ea typeface="+mn-ea"/>
                <a:cs typeface="+mn-cs"/>
              </a:rPr>
              <a:t>เกี่ยวข้องกับอะไร</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data</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รายละเอียดของเหตุการณ์</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Model </a:t>
            </a:r>
            <a:r>
              <a:rPr lang="en-US" sz="1200" b="0" i="0" kern="1200" dirty="0" err="1">
                <a:solidFill>
                  <a:schemeClr val="tx1"/>
                </a:solidFill>
                <a:effectLst/>
                <a:latin typeface="+mn-lt"/>
                <a:ea typeface="+mn-ea"/>
                <a:cs typeface="+mn-cs"/>
              </a:rPr>
              <a:t>ที่ใช้</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ตำแหน่งผลลัพธ์</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และสถานะ</a:t>
            </a:r>
            <a:endParaRPr lang="th-TH"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สามารถกรอง</a:t>
            </a:r>
            <a:r>
              <a:rPr lang="en-US" sz="1200" b="1" i="0" kern="1200" dirty="0">
                <a:solidFill>
                  <a:schemeClr val="tx1"/>
                </a:solidFill>
                <a:effectLst/>
                <a:latin typeface="+mn-lt"/>
                <a:ea typeface="+mn-ea"/>
                <a:cs typeface="+mn-cs"/>
              </a:rPr>
              <a:t> Event </a:t>
            </a:r>
            <a:r>
              <a:rPr lang="en-US" sz="1200" b="1" i="0" kern="1200" dirty="0" err="1">
                <a:solidFill>
                  <a:schemeClr val="tx1"/>
                </a:solidFill>
                <a:effectLst/>
                <a:latin typeface="+mn-lt"/>
                <a:ea typeface="+mn-ea"/>
                <a:cs typeface="+mn-cs"/>
              </a:rPr>
              <a:t>ได้</a:t>
            </a:r>
            <a:endParaRPr lang="en-US" sz="1200" b="1"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Azure Event Grid </a:t>
            </a:r>
            <a:r>
              <a:rPr lang="en-US" sz="1200" b="0" i="0" kern="1200" dirty="0" err="1">
                <a:solidFill>
                  <a:schemeClr val="tx1"/>
                </a:solidFill>
                <a:effectLst/>
                <a:latin typeface="+mn-lt"/>
                <a:ea typeface="+mn-ea"/>
                <a:cs typeface="+mn-cs"/>
              </a:rPr>
              <a:t>สามารถเลือกส่งเฉพาะ</a:t>
            </a:r>
            <a:r>
              <a:rPr lang="en-US" sz="1200" b="0" i="0" kern="1200" dirty="0">
                <a:solidFill>
                  <a:schemeClr val="tx1"/>
                </a:solidFill>
                <a:effectLst/>
                <a:latin typeface="+mn-lt"/>
                <a:ea typeface="+mn-ea"/>
                <a:cs typeface="+mn-cs"/>
              </a:rPr>
              <a:t> Event </a:t>
            </a:r>
            <a:r>
              <a:rPr lang="en-US" sz="1200" b="0" i="0" kern="1200" dirty="0" err="1">
                <a:solidFill>
                  <a:schemeClr val="tx1"/>
                </a:solidFill>
                <a:effectLst/>
                <a:latin typeface="+mn-lt"/>
                <a:ea typeface="+mn-ea"/>
                <a:cs typeface="+mn-cs"/>
              </a:rPr>
              <a:t>ที่ต้องการ</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Type filtering</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กรองตามประเภท</a:t>
            </a:r>
            <a:r>
              <a:rPr lang="en-US" sz="1200" b="0" i="0" kern="1200" dirty="0">
                <a:solidFill>
                  <a:schemeClr val="tx1"/>
                </a:solidFill>
                <a:effectLst/>
                <a:latin typeface="+mn-lt"/>
                <a:ea typeface="+mn-ea"/>
                <a:cs typeface="+mn-cs"/>
              </a:rPr>
              <a:t> Event</a:t>
            </a:r>
          </a:p>
          <a:p>
            <a:pPr lvl="0" fontAlgn="t"/>
            <a:r>
              <a:rPr lang="en-US" sz="1200" b="1" i="0" kern="1200" dirty="0">
                <a:solidFill>
                  <a:schemeClr val="tx1"/>
                </a:solidFill>
                <a:effectLst/>
                <a:latin typeface="+mn-lt"/>
                <a:ea typeface="+mn-ea"/>
                <a:cs typeface="+mn-cs"/>
              </a:rPr>
              <a:t>Subject filtering</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กรองตามเส้นทางหรือหัวข้อ</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Advanced filtering</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กรองจากข้อมูลภายใน</a:t>
            </a:r>
            <a:r>
              <a:rPr lang="en-US" sz="1200" b="0" i="0" kern="1200" dirty="0">
                <a:solidFill>
                  <a:schemeClr val="tx1"/>
                </a:solidFill>
                <a:effectLst/>
                <a:latin typeface="+mn-lt"/>
                <a:ea typeface="+mn-ea"/>
                <a:cs typeface="+mn-cs"/>
              </a:rPr>
              <a:t> data</a:t>
            </a:r>
            <a:endParaRPr lang="th-TH" sz="1200" b="0" i="0" kern="1200" dirty="0">
              <a:solidFill>
                <a:schemeClr val="tx1"/>
              </a:solidFill>
              <a:effectLst/>
              <a:latin typeface="+mn-lt"/>
              <a:ea typeface="+mn-ea"/>
              <a:cs typeface="+mn-cs"/>
            </a:endParaRPr>
          </a:p>
          <a:p>
            <a:pPr lvl="0" fontAlgn="t"/>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Event = “</a:t>
            </a:r>
            <a:r>
              <a:rPr lang="en-US" sz="1200" b="1" i="0" kern="1200" dirty="0" err="1">
                <a:solidFill>
                  <a:schemeClr val="tx1"/>
                </a:solidFill>
                <a:effectLst/>
                <a:latin typeface="+mn-lt"/>
                <a:ea typeface="+mn-ea"/>
                <a:cs typeface="+mn-cs"/>
              </a:rPr>
              <a:t>มีอะไรเกิดขึ้น</a:t>
            </a:r>
            <a:r>
              <a:rPr lang="en-US" sz="1200" b="1"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Schema = “</a:t>
            </a:r>
            <a:r>
              <a:rPr lang="en-US" sz="1200" b="1" i="0" kern="1200" dirty="0" err="1">
                <a:solidFill>
                  <a:schemeClr val="tx1"/>
                </a:solidFill>
                <a:effectLst/>
                <a:latin typeface="+mn-lt"/>
                <a:ea typeface="+mn-ea"/>
                <a:cs typeface="+mn-cs"/>
              </a:rPr>
              <a:t>จัดข้อมูลของเหตุการณ์ให้อยู่ในรูปแบบมาตรฐาน</a:t>
            </a:r>
            <a:r>
              <a:rPr lang="en-US" sz="1200" b="1"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Filter = “</a:t>
            </a:r>
            <a:r>
              <a:rPr lang="en-US" sz="1200" b="1" i="0" kern="1200" dirty="0" err="1">
                <a:solidFill>
                  <a:schemeClr val="tx1"/>
                </a:solidFill>
                <a:effectLst/>
                <a:latin typeface="+mn-lt"/>
                <a:ea typeface="+mn-ea"/>
                <a:cs typeface="+mn-cs"/>
              </a:rPr>
              <a:t>เลือกว่าจะส่งเหตุการณ์ไหนไปให้ใคร</a:t>
            </a:r>
            <a:r>
              <a:rPr lang="en-US" sz="1200" b="1" i="0"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pPr lvl="0" fontAlgn="t"/>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CloudEvents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ช่วยให้</a:t>
            </a:r>
            <a:r>
              <a:rPr lang="en-US" sz="1200" b="0" i="0" kern="1200" dirty="0">
                <a:solidFill>
                  <a:schemeClr val="tx1"/>
                </a:solidFill>
                <a:effectLst/>
                <a:latin typeface="+mn-lt"/>
                <a:ea typeface="+mn-ea"/>
                <a:cs typeface="+mn-cs"/>
              </a:rPr>
              <a:t> Event </a:t>
            </a:r>
            <a:r>
              <a:rPr lang="en-US" sz="1200" b="0" i="0" kern="1200" dirty="0" err="1">
                <a:solidFill>
                  <a:schemeClr val="tx1"/>
                </a:solidFill>
                <a:effectLst/>
                <a:latin typeface="+mn-lt"/>
                <a:ea typeface="+mn-ea"/>
                <a:cs typeface="+mn-cs"/>
              </a:rPr>
              <a:t>มีโครงสร้างมาตรฐาน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ส่วน</a:t>
            </a:r>
            <a:r>
              <a:rPr lang="en-US" sz="1200" b="0" i="0" kern="1200" dirty="0">
                <a:solidFill>
                  <a:schemeClr val="tx1"/>
                </a:solidFill>
                <a:effectLst/>
                <a:latin typeface="+mn-lt"/>
                <a:ea typeface="+mn-ea"/>
                <a:cs typeface="+mn-cs"/>
              </a:rPr>
              <a:t> Filtering </a:t>
            </a:r>
            <a:r>
              <a:rPr lang="en-US" sz="1200" b="0" i="0" kern="1200" dirty="0" err="1">
                <a:solidFill>
                  <a:schemeClr val="tx1"/>
                </a:solidFill>
                <a:effectLst/>
                <a:latin typeface="+mn-lt"/>
                <a:ea typeface="+mn-ea"/>
                <a:cs typeface="+mn-cs"/>
              </a:rPr>
              <a:t>ช่วยให้</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Azure Event Grid </a:t>
            </a:r>
            <a:r>
              <a:rPr lang="en-US" sz="1200" b="1" i="0" kern="1200" dirty="0" err="1">
                <a:solidFill>
                  <a:schemeClr val="tx1"/>
                </a:solidFill>
                <a:effectLst/>
                <a:latin typeface="+mn-lt"/>
                <a:ea typeface="+mn-ea"/>
                <a:cs typeface="+mn-cs"/>
              </a:rPr>
              <a:t>ส่งเฉพาะเหตุการณ์ที่ตรงเงื่อนไขไปยังระบบที่ต้องจัดการต่อ</a:t>
            </a:r>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p:txBody>
      </p:sp>
      <p:sp>
        <p:nvSpPr>
          <p:cNvPr id="2079219549"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1C9CAB2-F6D1-5DF8-53D6-33F8B28B7A84}"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136</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29868446" name="Slide Image Placeholder 1"/>
          <p:cNvSpPr>
            <a:spLocks noGrp="1" noRot="1" noChangeAspect="1"/>
          </p:cNvSpPr>
          <p:nvPr>
            <p:ph type="sldImg"/>
          </p:nvPr>
        </p:nvSpPr>
        <p:spPr bwMode="auto">
          <a:xfrm>
            <a:off x="217488" y="812800"/>
            <a:ext cx="7124700" cy="4008438"/>
          </a:xfrm>
        </p:spPr>
      </p:sp>
      <p:sp>
        <p:nvSpPr>
          <p:cNvPr id="2141326678" name="Notes Placeholder 2"/>
          <p:cNvSpPr>
            <a:spLocks noGrp="1"/>
          </p:cNvSpPr>
          <p:nvPr>
            <p:ph type="body" idx="1"/>
          </p:nvPr>
        </p:nvSpPr>
        <p:spPr bwMode="auto"/>
        <p:txBody>
          <a:bodyPr/>
          <a:lstStyle/>
          <a:p>
            <a:pPr fontAlgn="t"/>
            <a:r>
              <a:rPr lang="en-US" sz="1200" b="1" i="0" kern="1200" dirty="0">
                <a:solidFill>
                  <a:schemeClr val="tx1"/>
                </a:solidFill>
                <a:effectLst/>
                <a:latin typeface="+mn-lt"/>
                <a:ea typeface="+mn-ea"/>
                <a:cs typeface="+mn-cs"/>
              </a:rPr>
              <a:t>Azure Event Grid </a:t>
            </a:r>
            <a:r>
              <a:rPr lang="en-US" sz="1200" b="1" i="0" kern="1200" dirty="0" err="1">
                <a:solidFill>
                  <a:schemeClr val="tx1"/>
                </a:solidFill>
                <a:effectLst/>
                <a:latin typeface="+mn-lt"/>
                <a:ea typeface="+mn-ea"/>
                <a:cs typeface="+mn-cs"/>
              </a:rPr>
              <a:t>มีระบบ</a:t>
            </a:r>
            <a:r>
              <a:rPr lang="en-US" sz="1200" b="1" i="0" kern="1200" dirty="0">
                <a:solidFill>
                  <a:schemeClr val="tx1"/>
                </a:solidFill>
                <a:effectLst/>
                <a:latin typeface="+mn-lt"/>
                <a:ea typeface="+mn-ea"/>
                <a:cs typeface="+mn-cs"/>
              </a:rPr>
              <a:t> Retry </a:t>
            </a:r>
            <a:r>
              <a:rPr lang="en-US" sz="1200" b="1" i="0" kern="1200" dirty="0" err="1">
                <a:solidFill>
                  <a:schemeClr val="tx1"/>
                </a:solidFill>
                <a:effectLst/>
                <a:latin typeface="+mn-lt"/>
                <a:ea typeface="+mn-ea"/>
                <a:cs typeface="+mn-cs"/>
              </a:rPr>
              <a:t>เพื่อช่วยให้</a:t>
            </a:r>
            <a:r>
              <a:rPr lang="en-US" sz="1200" b="1" i="0" kern="1200" dirty="0">
                <a:solidFill>
                  <a:schemeClr val="tx1"/>
                </a:solidFill>
                <a:effectLst/>
                <a:latin typeface="+mn-lt"/>
                <a:ea typeface="+mn-ea"/>
                <a:cs typeface="+mn-cs"/>
              </a:rPr>
              <a:t> Event </a:t>
            </a:r>
            <a:r>
              <a:rPr lang="en-US" sz="1200" b="1" i="0" kern="1200" dirty="0" err="1">
                <a:solidFill>
                  <a:schemeClr val="tx1"/>
                </a:solidFill>
                <a:effectLst/>
                <a:latin typeface="+mn-lt"/>
                <a:ea typeface="+mn-ea"/>
                <a:cs typeface="+mn-cs"/>
              </a:rPr>
              <a:t>ไม่หายเมื่อส่งไปยังปลายทางไม่สำเร็จ</a:t>
            </a:r>
            <a:endParaRPr lang="th-TH" sz="1200" b="1"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ทำงานอย่างไร</a:t>
            </a:r>
            <a:r>
              <a:rPr lang="en-US" sz="1200" b="1" i="0" kern="1200" dirty="0">
                <a:solidFill>
                  <a:schemeClr val="tx1"/>
                </a:solidFill>
                <a:effectLst/>
                <a:latin typeface="+mn-lt"/>
                <a:ea typeface="+mn-ea"/>
                <a:cs typeface="+mn-cs"/>
              </a:rPr>
              <a:t>?</a:t>
            </a:r>
          </a:p>
          <a:p>
            <a:pPr lvl="0" fontAlgn="t"/>
            <a:r>
              <a:rPr lang="en-US" sz="1200" b="1" i="0" kern="1200" dirty="0" err="1">
                <a:solidFill>
                  <a:schemeClr val="tx1"/>
                </a:solidFill>
                <a:effectLst/>
                <a:latin typeface="+mn-lt"/>
                <a:ea typeface="+mn-ea"/>
                <a:cs typeface="+mn-cs"/>
              </a:rPr>
              <a:t>ส่ง</a:t>
            </a:r>
            <a:r>
              <a:rPr lang="en-US" sz="1200" b="1" i="0" kern="1200" dirty="0">
                <a:solidFill>
                  <a:schemeClr val="tx1"/>
                </a:solidFill>
                <a:effectLst/>
                <a:latin typeface="+mn-lt"/>
                <a:ea typeface="+mn-ea"/>
                <a:cs typeface="+mn-cs"/>
              </a:rPr>
              <a:t> Event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ไปยังระบบปลายทาง</a:t>
            </a:r>
            <a:endParaRPr lang="en-US" sz="1200" b="0" i="0" kern="1200" dirty="0">
              <a:solidFill>
                <a:schemeClr val="tx1"/>
              </a:solidFill>
              <a:effectLst/>
              <a:latin typeface="+mn-lt"/>
              <a:ea typeface="+mn-ea"/>
              <a:cs typeface="+mn-cs"/>
            </a:endParaRPr>
          </a:p>
          <a:p>
            <a:pPr lvl="0" fontAlgn="t"/>
            <a:r>
              <a:rPr lang="en-US" sz="1200" b="1" i="0" kern="1200" dirty="0" err="1">
                <a:solidFill>
                  <a:schemeClr val="tx1"/>
                </a:solidFill>
                <a:effectLst/>
                <a:latin typeface="+mn-lt"/>
                <a:ea typeface="+mn-ea"/>
                <a:cs typeface="+mn-cs"/>
              </a:rPr>
              <a:t>ตรวจผลตอบกลับ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หากได้</a:t>
            </a:r>
            <a:r>
              <a:rPr lang="en-US" sz="1200" b="0" i="0" kern="1200" dirty="0">
                <a:solidFill>
                  <a:schemeClr val="tx1"/>
                </a:solidFill>
                <a:effectLst/>
                <a:latin typeface="+mn-lt"/>
                <a:ea typeface="+mn-ea"/>
                <a:cs typeface="+mn-cs"/>
              </a:rPr>
              <a:t> HTTP 200–204 </a:t>
            </a:r>
            <a:r>
              <a:rPr lang="en-US" sz="1200" b="0" i="0" kern="1200" dirty="0" err="1">
                <a:solidFill>
                  <a:schemeClr val="tx1"/>
                </a:solidFill>
                <a:effectLst/>
                <a:latin typeface="+mn-lt"/>
                <a:ea typeface="+mn-ea"/>
                <a:cs typeface="+mn-cs"/>
              </a:rPr>
              <a:t>ภายใน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30 </a:t>
            </a:r>
            <a:r>
              <a:rPr lang="en-US" sz="1200" b="1" i="0" kern="1200" dirty="0" err="1">
                <a:solidFill>
                  <a:schemeClr val="tx1"/>
                </a:solidFill>
                <a:effectLst/>
                <a:latin typeface="+mn-lt"/>
                <a:ea typeface="+mn-ea"/>
                <a:cs typeface="+mn-cs"/>
              </a:rPr>
              <a:t>วินาที</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ถือว่าสำเร็จ</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ถ้าไม่สำเร็จ</a:t>
            </a:r>
            <a:r>
              <a:rPr lang="en-US" sz="1200" b="0" i="0" kern="1200" dirty="0">
                <a:solidFill>
                  <a:schemeClr val="tx1"/>
                </a:solidFill>
                <a:effectLst/>
                <a:latin typeface="+mn-lt"/>
                <a:ea typeface="+mn-ea"/>
                <a:cs typeface="+mn-cs"/>
              </a:rPr>
              <a:t> → </a:t>
            </a:r>
            <a:r>
              <a:rPr lang="en-US" sz="1200" b="1" i="0" kern="1200" dirty="0">
                <a:solidFill>
                  <a:schemeClr val="tx1"/>
                </a:solidFill>
                <a:effectLst/>
                <a:latin typeface="+mn-lt"/>
                <a:ea typeface="+mn-ea"/>
                <a:cs typeface="+mn-cs"/>
              </a:rPr>
              <a:t>Retry</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การ</a:t>
            </a:r>
            <a:r>
              <a:rPr lang="en-US" sz="1200" b="0" i="0" kern="1200" dirty="0">
                <a:solidFill>
                  <a:schemeClr val="tx1"/>
                </a:solidFill>
                <a:effectLst/>
                <a:latin typeface="+mn-lt"/>
                <a:ea typeface="+mn-ea"/>
                <a:cs typeface="+mn-cs"/>
              </a:rPr>
              <a:t> Retry </a:t>
            </a:r>
            <a:r>
              <a:rPr lang="en-US" sz="1200" b="0" i="0" kern="1200" dirty="0" err="1">
                <a:solidFill>
                  <a:schemeClr val="tx1"/>
                </a:solidFill>
                <a:effectLst/>
                <a:latin typeface="+mn-lt"/>
                <a:ea typeface="+mn-ea"/>
                <a:cs typeface="+mn-cs"/>
              </a:rPr>
              <a:t>จะเว้นระยะเพิ่มขึ้นเรื่อย</a:t>
            </a:r>
            <a:r>
              <a:rPr lang="en-US" sz="1200" b="0" i="0" kern="1200" dirty="0">
                <a:solidFill>
                  <a:schemeClr val="tx1"/>
                </a:solidFill>
                <a:effectLst/>
                <a:latin typeface="+mn-lt"/>
                <a:ea typeface="+mn-ea"/>
                <a:cs typeface="+mn-cs"/>
              </a:rPr>
              <a:t> ๆ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10 </a:t>
            </a:r>
            <a:r>
              <a:rPr lang="en-US" sz="1200" b="1" i="0" kern="1200" dirty="0" err="1">
                <a:solidFill>
                  <a:schemeClr val="tx1"/>
                </a:solidFill>
                <a:effectLst/>
                <a:latin typeface="+mn-lt"/>
                <a:ea typeface="+mn-ea"/>
                <a:cs typeface="+mn-cs"/>
              </a:rPr>
              <a:t>วินาที</a:t>
            </a:r>
            <a:r>
              <a:rPr lang="en-US" sz="1200" b="1" i="0" kern="1200" dirty="0">
                <a:solidFill>
                  <a:schemeClr val="tx1"/>
                </a:solidFill>
                <a:effectLst/>
                <a:latin typeface="+mn-lt"/>
                <a:ea typeface="+mn-ea"/>
                <a:cs typeface="+mn-cs"/>
              </a:rPr>
              <a:t> → 30 </a:t>
            </a:r>
            <a:r>
              <a:rPr lang="en-US" sz="1200" b="1" i="0" kern="1200" dirty="0" err="1">
                <a:solidFill>
                  <a:schemeClr val="tx1"/>
                </a:solidFill>
                <a:effectLst/>
                <a:latin typeface="+mn-lt"/>
                <a:ea typeface="+mn-ea"/>
                <a:cs typeface="+mn-cs"/>
              </a:rPr>
              <a:t>วินาที</a:t>
            </a:r>
            <a:r>
              <a:rPr lang="en-US" sz="1200" b="1" i="0" kern="1200" dirty="0">
                <a:solidFill>
                  <a:schemeClr val="tx1"/>
                </a:solidFill>
                <a:effectLst/>
                <a:latin typeface="+mn-lt"/>
                <a:ea typeface="+mn-ea"/>
                <a:cs typeface="+mn-cs"/>
              </a:rPr>
              <a:t> → 1 </a:t>
            </a:r>
            <a:r>
              <a:rPr lang="en-US" sz="1200" b="1" i="0" kern="1200" dirty="0" err="1">
                <a:solidFill>
                  <a:schemeClr val="tx1"/>
                </a:solidFill>
                <a:effectLst/>
                <a:latin typeface="+mn-lt"/>
                <a:ea typeface="+mn-ea"/>
                <a:cs typeface="+mn-cs"/>
              </a:rPr>
              <a:t>นาที</a:t>
            </a:r>
            <a:r>
              <a:rPr lang="en-US" sz="1200" b="1" i="0" kern="1200" dirty="0">
                <a:solidFill>
                  <a:schemeClr val="tx1"/>
                </a:solidFill>
                <a:effectLst/>
                <a:latin typeface="+mn-lt"/>
                <a:ea typeface="+mn-ea"/>
                <a:cs typeface="+mn-cs"/>
              </a:rPr>
              <a:t> → ... </a:t>
            </a:r>
            <a:r>
              <a:rPr lang="en-US" sz="1200" b="1" i="0" kern="1200" dirty="0" err="1">
                <a:solidFill>
                  <a:schemeClr val="tx1"/>
                </a:solidFill>
                <a:effectLst/>
                <a:latin typeface="+mn-lt"/>
                <a:ea typeface="+mn-ea"/>
                <a:cs typeface="+mn-cs"/>
              </a:rPr>
              <a:t>สูงสุด</a:t>
            </a:r>
            <a:r>
              <a:rPr lang="en-US" sz="1200" b="1" i="0" kern="1200" dirty="0">
                <a:solidFill>
                  <a:schemeClr val="tx1"/>
                </a:solidFill>
                <a:effectLst/>
                <a:latin typeface="+mn-lt"/>
                <a:ea typeface="+mn-ea"/>
                <a:cs typeface="+mn-cs"/>
              </a:rPr>
              <a:t> 24 </a:t>
            </a:r>
            <a:r>
              <a:rPr lang="en-US" sz="1200" b="1" i="0" kern="1200" dirty="0" err="1">
                <a:solidFill>
                  <a:schemeClr val="tx1"/>
                </a:solidFill>
                <a:effectLst/>
                <a:latin typeface="+mn-lt"/>
                <a:ea typeface="+mn-ea"/>
                <a:cs typeface="+mn-cs"/>
              </a:rPr>
              <a:t>ชั่วโมง</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ถ้า</a:t>
            </a:r>
            <a:r>
              <a:rPr lang="en-US" sz="1200" b="0" i="0" kern="1200" dirty="0">
                <a:solidFill>
                  <a:schemeClr val="tx1"/>
                </a:solidFill>
                <a:effectLst/>
                <a:latin typeface="+mn-lt"/>
                <a:ea typeface="+mn-ea"/>
                <a:cs typeface="+mn-cs"/>
              </a:rPr>
              <a:t> Retry </a:t>
            </a:r>
            <a:r>
              <a:rPr lang="en-US" sz="1200" b="0" i="0" kern="1200" dirty="0" err="1">
                <a:solidFill>
                  <a:schemeClr val="tx1"/>
                </a:solidFill>
                <a:effectLst/>
                <a:latin typeface="+mn-lt"/>
                <a:ea typeface="+mn-ea"/>
                <a:cs typeface="+mn-cs"/>
              </a:rPr>
              <a:t>ถึงจำนวนสูงสุด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Event </a:t>
            </a:r>
            <a:r>
              <a:rPr lang="en-US" sz="1200" b="0" i="0" kern="1200" dirty="0" err="1">
                <a:solidFill>
                  <a:schemeClr val="tx1"/>
                </a:solidFill>
                <a:effectLst/>
                <a:latin typeface="+mn-lt"/>
                <a:ea typeface="+mn-ea"/>
                <a:cs typeface="+mn-cs"/>
              </a:rPr>
              <a:t>หมดอายุ</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TTL</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สามารถส่ง</a:t>
            </a:r>
            <a:r>
              <a:rPr lang="en-US" sz="1200" b="0" i="0" kern="1200" dirty="0">
                <a:solidFill>
                  <a:schemeClr val="tx1"/>
                </a:solidFill>
                <a:effectLst/>
                <a:latin typeface="+mn-lt"/>
                <a:ea typeface="+mn-ea"/>
                <a:cs typeface="+mn-cs"/>
              </a:rPr>
              <a:t> Event </a:t>
            </a:r>
            <a:r>
              <a:rPr lang="en-US" sz="1200" b="0" i="0" kern="1200" dirty="0" err="1">
                <a:solidFill>
                  <a:schemeClr val="tx1"/>
                </a:solidFill>
                <a:effectLst/>
                <a:latin typeface="+mn-lt"/>
                <a:ea typeface="+mn-ea"/>
                <a:cs typeface="+mn-cs"/>
              </a:rPr>
              <a:t>ไปเก็บใน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Dead-letter </a:t>
            </a:r>
            <a:r>
              <a:rPr lang="en-US" sz="1200" b="1" i="0" kern="1200" dirty="0" err="1">
                <a:solidFill>
                  <a:schemeClr val="tx1"/>
                </a:solidFill>
                <a:effectLst/>
                <a:latin typeface="+mn-lt"/>
                <a:ea typeface="+mn-ea"/>
                <a:cs typeface="+mn-cs"/>
              </a:rPr>
              <a:t>บน</a:t>
            </a:r>
            <a:r>
              <a:rPr lang="en-US" sz="1200" b="1" i="0" kern="1200" dirty="0">
                <a:solidFill>
                  <a:schemeClr val="tx1"/>
                </a:solidFill>
                <a:effectLst/>
                <a:latin typeface="+mn-lt"/>
                <a:ea typeface="+mn-ea"/>
                <a:cs typeface="+mn-cs"/>
              </a:rPr>
              <a:t> Blob Storage</a:t>
            </a:r>
            <a:endParaRPr lang="th-TH" sz="1200" b="1"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สิ่งที่กำหนดได้</a:t>
            </a:r>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Max Attempts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จำนวนครั้งที่ให้ลองส่งใหม่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ตั้งแต่</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1–30 </a:t>
            </a:r>
            <a:r>
              <a:rPr lang="en-US" sz="1200" b="1" i="0" kern="1200" dirty="0" err="1">
                <a:solidFill>
                  <a:schemeClr val="tx1"/>
                </a:solidFill>
                <a:effectLst/>
                <a:latin typeface="+mn-lt"/>
                <a:ea typeface="+mn-ea"/>
                <a:cs typeface="+mn-cs"/>
              </a:rPr>
              <a:t>ครั้ง</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Event TTL</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อายุของ</a:t>
            </a:r>
            <a:r>
              <a:rPr lang="en-US" sz="1200" b="0" i="0" kern="1200" dirty="0">
                <a:solidFill>
                  <a:schemeClr val="tx1"/>
                </a:solidFill>
                <a:effectLst/>
                <a:latin typeface="+mn-lt"/>
                <a:ea typeface="+mn-ea"/>
                <a:cs typeface="+mn-cs"/>
              </a:rPr>
              <a:t> Event </a:t>
            </a:r>
            <a:r>
              <a:rPr lang="en-US" sz="1200" b="0" i="0" kern="1200" dirty="0" err="1">
                <a:solidFill>
                  <a:schemeClr val="tx1"/>
                </a:solidFill>
                <a:effectLst/>
                <a:latin typeface="+mn-lt"/>
                <a:ea typeface="+mn-ea"/>
                <a:cs typeface="+mn-cs"/>
              </a:rPr>
              <a:t>ตั้งแต่</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1–1,440 </a:t>
            </a:r>
            <a:r>
              <a:rPr lang="en-US" sz="1200" b="1" i="0" kern="1200" dirty="0" err="1">
                <a:solidFill>
                  <a:schemeClr val="tx1"/>
                </a:solidFill>
                <a:effectLst/>
                <a:latin typeface="+mn-lt"/>
                <a:ea typeface="+mn-ea"/>
                <a:cs typeface="+mn-cs"/>
              </a:rPr>
              <a:t>นาที</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Dead-letter</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เก็บ</a:t>
            </a:r>
            <a:r>
              <a:rPr lang="en-US" sz="1200" b="0" i="0" kern="1200" dirty="0">
                <a:solidFill>
                  <a:schemeClr val="tx1"/>
                </a:solidFill>
                <a:effectLst/>
                <a:latin typeface="+mn-lt"/>
                <a:ea typeface="+mn-ea"/>
                <a:cs typeface="+mn-cs"/>
              </a:rPr>
              <a:t> Event </a:t>
            </a:r>
            <a:r>
              <a:rPr lang="en-US" sz="1200" b="0" i="0" kern="1200" dirty="0" err="1">
                <a:solidFill>
                  <a:schemeClr val="tx1"/>
                </a:solidFill>
                <a:effectLst/>
                <a:latin typeface="+mn-lt"/>
                <a:ea typeface="+mn-ea"/>
                <a:cs typeface="+mn-cs"/>
              </a:rPr>
              <a:t>ที่ส่งไม่สำเร็จไว้ใน</a:t>
            </a:r>
            <a:r>
              <a:rPr lang="en-US" sz="1200" b="0" i="0" kern="1200" dirty="0">
                <a:solidFill>
                  <a:schemeClr val="tx1"/>
                </a:solidFill>
                <a:effectLst/>
                <a:latin typeface="+mn-lt"/>
                <a:ea typeface="+mn-ea"/>
                <a:cs typeface="+mn-cs"/>
              </a:rPr>
              <a:t> Blob Storage</a:t>
            </a:r>
          </a:p>
          <a:p>
            <a:pPr lvl="0" fontAlgn="t"/>
            <a:r>
              <a:rPr lang="en-US" sz="1200" b="1" i="0" kern="1200" dirty="0">
                <a:solidFill>
                  <a:schemeClr val="tx1"/>
                </a:solidFill>
                <a:effectLst/>
                <a:latin typeface="+mn-lt"/>
                <a:ea typeface="+mn-ea"/>
                <a:cs typeface="+mn-cs"/>
              </a:rPr>
              <a:t>Batching</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รวมหลาย</a:t>
            </a:r>
            <a:r>
              <a:rPr lang="en-US" sz="1200" b="0" i="0" kern="1200" dirty="0">
                <a:solidFill>
                  <a:schemeClr val="tx1"/>
                </a:solidFill>
                <a:effectLst/>
                <a:latin typeface="+mn-lt"/>
                <a:ea typeface="+mn-ea"/>
                <a:cs typeface="+mn-cs"/>
              </a:rPr>
              <a:t> Event </a:t>
            </a:r>
            <a:r>
              <a:rPr lang="en-US" sz="1200" b="0" i="0" kern="1200" dirty="0" err="1">
                <a:solidFill>
                  <a:schemeClr val="tx1"/>
                </a:solidFill>
                <a:effectLst/>
                <a:latin typeface="+mn-lt"/>
                <a:ea typeface="+mn-ea"/>
                <a:cs typeface="+mn-cs"/>
              </a:rPr>
              <a:t>ส่งพร้อมกันสำหรับงานที่มีปริมาณสูง</a:t>
            </a:r>
            <a:endParaRPr lang="th-TH" sz="1200" b="0" i="0" kern="1200" dirty="0">
              <a:solidFill>
                <a:schemeClr val="tx1"/>
              </a:solidFill>
              <a:effectLst/>
              <a:latin typeface="+mn-lt"/>
              <a:ea typeface="+mn-ea"/>
              <a:cs typeface="+mn-cs"/>
            </a:endParaRPr>
          </a:p>
          <a:p>
            <a:pPr lvl="0" fontAlgn="t"/>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แนวคิดคือ</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t>
            </a:r>
            <a:r>
              <a:rPr lang="en-US" sz="1200" b="1" i="0" kern="1200" dirty="0" err="1">
                <a:solidFill>
                  <a:schemeClr val="tx1"/>
                </a:solidFill>
                <a:effectLst/>
                <a:latin typeface="+mn-lt"/>
                <a:ea typeface="+mn-ea"/>
                <a:cs typeface="+mn-cs"/>
              </a:rPr>
              <a:t>ส่ง</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ตรวจผล</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ไม่สำเร็จก็</a:t>
            </a:r>
            <a:r>
              <a:rPr lang="en-US" sz="1200" b="1" i="0" kern="1200" dirty="0">
                <a:solidFill>
                  <a:schemeClr val="tx1"/>
                </a:solidFill>
                <a:effectLst/>
                <a:latin typeface="+mn-lt"/>
                <a:ea typeface="+mn-ea"/>
                <a:cs typeface="+mn-cs"/>
              </a:rPr>
              <a:t> Retry → </a:t>
            </a:r>
            <a:r>
              <a:rPr lang="en-US" sz="1200" b="1" i="0" kern="1200" dirty="0" err="1">
                <a:solidFill>
                  <a:schemeClr val="tx1"/>
                </a:solidFill>
                <a:effectLst/>
                <a:latin typeface="+mn-lt"/>
                <a:ea typeface="+mn-ea"/>
                <a:cs typeface="+mn-cs"/>
              </a:rPr>
              <a:t>เกินจำนวนครั้งหรือหมดอายุจึง</a:t>
            </a:r>
            <a:r>
              <a:rPr lang="en-US" sz="1200" b="1" i="0" kern="1200" dirty="0">
                <a:solidFill>
                  <a:schemeClr val="tx1"/>
                </a:solidFill>
                <a:effectLst/>
                <a:latin typeface="+mn-lt"/>
                <a:ea typeface="+mn-ea"/>
                <a:cs typeface="+mn-cs"/>
              </a:rPr>
              <a:t> Dead-letter”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เพื่อให้การส่ง</a:t>
            </a:r>
            <a:r>
              <a:rPr lang="en-US" sz="1200" b="0" i="0" kern="1200" dirty="0">
                <a:solidFill>
                  <a:schemeClr val="tx1"/>
                </a:solidFill>
                <a:effectLst/>
                <a:latin typeface="+mn-lt"/>
                <a:ea typeface="+mn-ea"/>
                <a:cs typeface="+mn-cs"/>
              </a:rPr>
              <a:t> Event </a:t>
            </a:r>
            <a:r>
              <a:rPr lang="en-US" sz="1200" b="0" i="0" kern="1200" dirty="0" err="1">
                <a:solidFill>
                  <a:schemeClr val="tx1"/>
                </a:solidFill>
                <a:effectLst/>
                <a:latin typeface="+mn-lt"/>
                <a:ea typeface="+mn-ea"/>
                <a:cs typeface="+mn-cs"/>
              </a:rPr>
              <a:t>มีความน่าเชื่อถือมากขึ้น</a:t>
            </a:r>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p:txBody>
      </p:sp>
      <p:sp>
        <p:nvSpPr>
          <p:cNvPr id="606970579"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5725CAB-E4F3-6D0E-0C48-729327C3C83C}"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137</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79539816" name="Slide Image Placeholder 1"/>
          <p:cNvSpPr>
            <a:spLocks noGrp="1" noRot="1" noChangeAspect="1"/>
          </p:cNvSpPr>
          <p:nvPr>
            <p:ph type="sldImg"/>
          </p:nvPr>
        </p:nvSpPr>
        <p:spPr bwMode="auto">
          <a:xfrm>
            <a:off x="217488" y="812800"/>
            <a:ext cx="7124700" cy="4008438"/>
          </a:xfrm>
        </p:spPr>
      </p:sp>
      <p:sp>
        <p:nvSpPr>
          <p:cNvPr id="836246092"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วิธีให้แอป</a:t>
            </a:r>
            <a:r>
              <a:rPr lang="en-US" sz="1200" b="1" i="0" kern="1200" dirty="0">
                <a:solidFill>
                  <a:schemeClr val="tx1"/>
                </a:solidFill>
                <a:effectLst/>
                <a:latin typeface="+mn-lt"/>
                <a:ea typeface="+mn-ea"/>
                <a:cs typeface="+mn-cs"/>
              </a:rPr>
              <a:t> AI </a:t>
            </a:r>
            <a:r>
              <a:rPr lang="en-US" sz="1200" b="1" i="0" kern="1200" dirty="0" err="1">
                <a:solidFill>
                  <a:schemeClr val="tx1"/>
                </a:solidFill>
                <a:effectLst/>
                <a:latin typeface="+mn-lt"/>
                <a:ea typeface="+mn-ea"/>
                <a:cs typeface="+mn-cs"/>
              </a:rPr>
              <a:t>ส่ง</a:t>
            </a:r>
            <a:r>
              <a:rPr lang="en-US" sz="1200" b="1" i="0" kern="1200" dirty="0">
                <a:solidFill>
                  <a:schemeClr val="tx1"/>
                </a:solidFill>
                <a:effectLst/>
                <a:latin typeface="+mn-lt"/>
                <a:ea typeface="+mn-ea"/>
                <a:cs typeface="+mn-cs"/>
              </a:rPr>
              <a:t> Custom Event </a:t>
            </a:r>
            <a:r>
              <a:rPr lang="en-US" sz="1200" b="1" i="0" kern="1200" dirty="0" err="1">
                <a:solidFill>
                  <a:schemeClr val="tx1"/>
                </a:solidFill>
                <a:effectLst/>
                <a:latin typeface="+mn-lt"/>
                <a:ea typeface="+mn-ea"/>
                <a:cs typeface="+mn-cs"/>
              </a:rPr>
              <a:t>ไปยัง</a:t>
            </a:r>
            <a:r>
              <a:rPr lang="en-US" sz="1200" b="1" i="0" kern="1200" dirty="0">
                <a:solidFill>
                  <a:schemeClr val="tx1"/>
                </a:solidFill>
                <a:effectLst/>
                <a:latin typeface="+mn-lt"/>
                <a:ea typeface="+mn-ea"/>
                <a:cs typeface="+mn-cs"/>
              </a:rPr>
              <a:t> Azure Event Grid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เพื่อแจ้งระบบอื่นว่า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มีเหตุการณ์สำคัญเกิดขึ้นแล้ว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และให้ระบบปลายทางทำงานต่อ</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เมื่อ</a:t>
            </a:r>
            <a:r>
              <a:rPr lang="en-US" sz="1200" b="0" i="0" kern="1200" dirty="0">
                <a:solidFill>
                  <a:schemeClr val="tx1"/>
                </a:solidFill>
                <a:effectLst/>
                <a:latin typeface="+mn-lt"/>
                <a:ea typeface="+mn-ea"/>
                <a:cs typeface="+mn-cs"/>
              </a:rPr>
              <a:t> AI </a:t>
            </a:r>
            <a:r>
              <a:rPr lang="en-US" sz="1200" b="0" i="0" kern="1200" dirty="0" err="1">
                <a:solidFill>
                  <a:schemeClr val="tx1"/>
                </a:solidFill>
                <a:effectLst/>
                <a:latin typeface="+mn-lt"/>
                <a:ea typeface="+mn-ea"/>
                <a:cs typeface="+mn-cs"/>
              </a:rPr>
              <a:t>ทำงานถึงจุดสำคัญ</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ประมวลผลเสร็จ</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แอปสามารถสร้าง</a:t>
            </a:r>
            <a:r>
              <a:rPr lang="en-US" sz="1200" b="0" i="0" kern="1200" dirty="0">
                <a:solidFill>
                  <a:schemeClr val="tx1"/>
                </a:solidFill>
                <a:effectLst/>
                <a:latin typeface="+mn-lt"/>
                <a:ea typeface="+mn-ea"/>
                <a:cs typeface="+mn-cs"/>
              </a:rPr>
              <a:t> Event </a:t>
            </a:r>
            <a:r>
              <a:rPr lang="en-US" sz="1200" b="0" i="0" kern="1200" dirty="0" err="1">
                <a:solidFill>
                  <a:schemeClr val="tx1"/>
                </a:solidFill>
                <a:effectLst/>
                <a:latin typeface="+mn-lt"/>
                <a:ea typeface="+mn-ea"/>
                <a:cs typeface="+mn-cs"/>
              </a:rPr>
              <a:t>แล้วส่งไปยัง</a:t>
            </a:r>
            <a:r>
              <a:rPr lang="en-US" sz="1200" b="0" i="0" kern="1200" dirty="0">
                <a:solidFill>
                  <a:schemeClr val="tx1"/>
                </a:solidFill>
                <a:effectLst/>
                <a:latin typeface="+mn-lt"/>
                <a:ea typeface="+mn-ea"/>
                <a:cs typeface="+mn-cs"/>
              </a:rPr>
              <a:t> Event Grid </a:t>
            </a:r>
            <a:r>
              <a:rPr lang="en-US" sz="1200" b="0" i="0" kern="1200" dirty="0" err="1">
                <a:solidFill>
                  <a:schemeClr val="tx1"/>
                </a:solidFill>
                <a:effectLst/>
                <a:latin typeface="+mn-lt"/>
                <a:ea typeface="+mn-ea"/>
                <a:cs typeface="+mn-cs"/>
              </a:rPr>
              <a:t>โดยใน</a:t>
            </a:r>
            <a:r>
              <a:rPr lang="en-US" sz="1200" b="0" i="0" kern="1200" dirty="0">
                <a:solidFill>
                  <a:schemeClr val="tx1"/>
                </a:solidFill>
                <a:effectLst/>
                <a:latin typeface="+mn-lt"/>
                <a:ea typeface="+mn-ea"/>
                <a:cs typeface="+mn-cs"/>
              </a:rPr>
              <a:t> Event </a:t>
            </a:r>
            <a:r>
              <a:rPr lang="en-US" sz="1200" b="0" i="0" kern="1200" dirty="0" err="1">
                <a:solidFill>
                  <a:schemeClr val="tx1"/>
                </a:solidFill>
                <a:effectLst/>
                <a:latin typeface="+mn-lt"/>
                <a:ea typeface="+mn-ea"/>
                <a:cs typeface="+mn-cs"/>
              </a:rPr>
              <a:t>ระบุข้อมูล</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type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เกิดเหตุการณ์อะไร</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InferenceCompleted</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source</a:t>
            </a:r>
            <a:r>
              <a:rPr lang="en-US" sz="1200" b="0" i="0" kern="1200" dirty="0">
                <a:solidFill>
                  <a:schemeClr val="tx1"/>
                </a:solidFill>
                <a:effectLst/>
                <a:latin typeface="+mn-lt"/>
                <a:ea typeface="+mn-ea"/>
                <a:cs typeface="+mn-cs"/>
              </a:rPr>
              <a:t> → Event </a:t>
            </a:r>
            <a:r>
              <a:rPr lang="en-US" sz="1200" b="0" i="0" kern="1200" dirty="0" err="1">
                <a:solidFill>
                  <a:schemeClr val="tx1"/>
                </a:solidFill>
                <a:effectLst/>
                <a:latin typeface="+mn-lt"/>
                <a:ea typeface="+mn-ea"/>
                <a:cs typeface="+mn-cs"/>
              </a:rPr>
              <a:t>มาจากระบบใด</a:t>
            </a:r>
            <a:endParaRPr lang="en-US" sz="1200" b="0" i="0" kern="1200" dirty="0">
              <a:solidFill>
                <a:schemeClr val="tx1"/>
              </a:solidFill>
              <a:effectLst/>
              <a:latin typeface="+mn-lt"/>
              <a:ea typeface="+mn-ea"/>
              <a:cs typeface="+mn-cs"/>
            </a:endParaRPr>
          </a:p>
          <a:p>
            <a:pPr lvl="0" fontAlgn="t"/>
            <a:r>
              <a:rPr lang="en-US" sz="1200" b="1" i="0" kern="1200" dirty="0" err="1">
                <a:solidFill>
                  <a:schemeClr val="tx1"/>
                </a:solidFill>
                <a:effectLst/>
                <a:latin typeface="+mn-lt"/>
                <a:ea typeface="+mn-ea"/>
                <a:cs typeface="+mn-cs"/>
              </a:rPr>
              <a:t>requestId</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งานนี้คือคำขอใด</a:t>
            </a:r>
            <a:endParaRPr lang="en-US" sz="1200" b="0" i="0" kern="1200" dirty="0">
              <a:solidFill>
                <a:schemeClr val="tx1"/>
              </a:solidFill>
              <a:effectLst/>
              <a:latin typeface="+mn-lt"/>
              <a:ea typeface="+mn-ea"/>
              <a:cs typeface="+mn-cs"/>
            </a:endParaRPr>
          </a:p>
          <a:p>
            <a:pPr lvl="0" fontAlgn="t"/>
            <a:r>
              <a:rPr lang="en-US" sz="1200" b="1" i="0" kern="1200" dirty="0" err="1">
                <a:solidFill>
                  <a:schemeClr val="tx1"/>
                </a:solidFill>
                <a:effectLst/>
                <a:latin typeface="+mn-lt"/>
                <a:ea typeface="+mn-ea"/>
                <a:cs typeface="+mn-cs"/>
              </a:rPr>
              <a:t>modelName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AI Model </a:t>
            </a:r>
            <a:r>
              <a:rPr lang="en-US" sz="1200" b="0" i="0" kern="1200" dirty="0" err="1">
                <a:solidFill>
                  <a:schemeClr val="tx1"/>
                </a:solidFill>
                <a:effectLst/>
                <a:latin typeface="+mn-lt"/>
                <a:ea typeface="+mn-ea"/>
                <a:cs typeface="+mn-cs"/>
              </a:rPr>
              <a:t>อะไร</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status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สถานะ</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completed</a:t>
            </a:r>
            <a:endParaRPr lang="th-TH"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แนวทางการออกแบบที่สำคัญ</a:t>
            </a:r>
            <a:endParaRPr lang="en-US" sz="1200" b="1"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ใช้มาตรฐาน</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CloudEvents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เพื่อให้</a:t>
            </a:r>
            <a:r>
              <a:rPr lang="en-US" sz="1200" b="0" i="0" kern="1200" dirty="0">
                <a:solidFill>
                  <a:schemeClr val="tx1"/>
                </a:solidFill>
                <a:effectLst/>
                <a:latin typeface="+mn-lt"/>
                <a:ea typeface="+mn-ea"/>
                <a:cs typeface="+mn-cs"/>
              </a:rPr>
              <a:t> Event </a:t>
            </a:r>
            <a:r>
              <a:rPr lang="en-US" sz="1200" b="0" i="0" kern="1200" dirty="0" err="1">
                <a:solidFill>
                  <a:schemeClr val="tx1"/>
                </a:solidFill>
                <a:effectLst/>
                <a:latin typeface="+mn-lt"/>
                <a:ea typeface="+mn-ea"/>
                <a:cs typeface="+mn-cs"/>
              </a:rPr>
              <a:t>มีรูปแบบที่ชัดเจน</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Microsoft Entra ID / Managed Identity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สำหรับการยืนยันตัวตน</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ใส่</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Correlation ID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เพื่อช่วยติดตามงานเดียวกันเมื่อผ่านหลายระบบ</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ถ้าผลลัพธ์มีขนาดใหญ่</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ให้เก็บไว้ใน</a:t>
            </a:r>
            <a:r>
              <a:rPr lang="en-US" sz="1200" b="0" i="0" kern="1200" dirty="0">
                <a:solidFill>
                  <a:schemeClr val="tx1"/>
                </a:solidFill>
                <a:effectLst/>
                <a:latin typeface="+mn-lt"/>
                <a:ea typeface="+mn-ea"/>
                <a:cs typeface="+mn-cs"/>
              </a:rPr>
              <a:t> Storage </a:t>
            </a:r>
            <a:r>
              <a:rPr lang="en-US" sz="1200" b="0" i="0" kern="1200" dirty="0" err="1">
                <a:solidFill>
                  <a:schemeClr val="tx1"/>
                </a:solidFill>
                <a:effectLst/>
                <a:latin typeface="+mn-lt"/>
                <a:ea typeface="+mn-ea"/>
                <a:cs typeface="+mn-cs"/>
              </a:rPr>
              <a:t>แล้วใส่เพียง</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URL </a:t>
            </a:r>
            <a:r>
              <a:rPr lang="en-US" sz="1200" b="1" i="0" kern="1200" dirty="0" err="1">
                <a:solidFill>
                  <a:schemeClr val="tx1"/>
                </a:solidFill>
                <a:effectLst/>
                <a:latin typeface="+mn-lt"/>
                <a:ea typeface="+mn-ea"/>
                <a:cs typeface="+mn-cs"/>
              </a:rPr>
              <a:t>อ้างอิง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ใน</a:t>
            </a:r>
            <a:r>
              <a:rPr lang="en-US" sz="1200" b="0" i="0" kern="1200" dirty="0">
                <a:solidFill>
                  <a:schemeClr val="tx1"/>
                </a:solidFill>
                <a:effectLst/>
                <a:latin typeface="+mn-lt"/>
                <a:ea typeface="+mn-ea"/>
                <a:cs typeface="+mn-cs"/>
              </a:rPr>
              <a:t> Event </a:t>
            </a:r>
            <a:r>
              <a:rPr lang="en-US" sz="1200" b="0" i="0" kern="1200" dirty="0" err="1">
                <a:solidFill>
                  <a:schemeClr val="tx1"/>
                </a:solidFill>
                <a:effectLst/>
                <a:latin typeface="+mn-lt"/>
                <a:ea typeface="+mn-ea"/>
                <a:cs typeface="+mn-cs"/>
              </a:rPr>
              <a:t>เพื่อให้</a:t>
            </a:r>
            <a:r>
              <a:rPr lang="en-US" sz="1200" b="0" i="0" kern="1200" dirty="0">
                <a:solidFill>
                  <a:schemeClr val="tx1"/>
                </a:solidFill>
                <a:effectLst/>
                <a:latin typeface="+mn-lt"/>
                <a:ea typeface="+mn-ea"/>
                <a:cs typeface="+mn-cs"/>
              </a:rPr>
              <a:t> Event </a:t>
            </a:r>
            <a:r>
              <a:rPr lang="en-US" sz="1200" b="0" i="0" kern="1200" dirty="0" err="1">
                <a:solidFill>
                  <a:schemeClr val="tx1"/>
                </a:solidFill>
                <a:effectLst/>
                <a:latin typeface="+mn-lt"/>
                <a:ea typeface="+mn-ea"/>
                <a:cs typeface="+mn-cs"/>
              </a:rPr>
              <a:t>มีขนาดเล็ก</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ควรส่ง</a:t>
            </a:r>
            <a:r>
              <a:rPr lang="en-US" sz="1200" b="0" i="0" kern="1200" dirty="0">
                <a:solidFill>
                  <a:schemeClr val="tx1"/>
                </a:solidFill>
                <a:effectLst/>
                <a:latin typeface="+mn-lt"/>
                <a:ea typeface="+mn-ea"/>
                <a:cs typeface="+mn-cs"/>
              </a:rPr>
              <a:t> Event </a:t>
            </a:r>
            <a:r>
              <a:rPr lang="en-US" sz="1200" b="0" i="0" kern="1200" dirty="0" err="1">
                <a:solidFill>
                  <a:schemeClr val="tx1"/>
                </a:solidFill>
                <a:effectLst/>
                <a:latin typeface="+mn-lt"/>
                <a:ea typeface="+mn-ea"/>
                <a:cs typeface="+mn-cs"/>
              </a:rPr>
              <a:t>เมื่อ</a:t>
            </a:r>
            <a:r>
              <a:rPr lang="en-US" sz="1200" b="0" i="0" kern="1200" dirty="0">
                <a:solidFill>
                  <a:schemeClr val="tx1"/>
                </a:solidFill>
                <a:effectLst/>
                <a:latin typeface="+mn-lt"/>
                <a:ea typeface="+mn-ea"/>
                <a:cs typeface="+mn-cs"/>
              </a:rPr>
              <a:t> Pipeline </a:t>
            </a:r>
            <a:r>
              <a:rPr lang="en-US" sz="1200" b="0" i="0" kern="1200" dirty="0" err="1">
                <a:solidFill>
                  <a:schemeClr val="tx1"/>
                </a:solidFill>
                <a:effectLst/>
                <a:latin typeface="+mn-lt"/>
                <a:ea typeface="+mn-ea"/>
                <a:cs typeface="+mn-cs"/>
              </a:rPr>
              <a:t>ถึง</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จุดสำคัญตามธรรมชาติ</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งาน</a:t>
            </a:r>
            <a:r>
              <a:rPr lang="en-US" sz="1200" b="0" i="0" kern="1200" dirty="0">
                <a:solidFill>
                  <a:schemeClr val="tx1"/>
                </a:solidFill>
                <a:effectLst/>
                <a:latin typeface="+mn-lt"/>
                <a:ea typeface="+mn-ea"/>
                <a:cs typeface="+mn-cs"/>
              </a:rPr>
              <a:t> AI </a:t>
            </a:r>
            <a:r>
              <a:rPr lang="en-US" sz="1200" b="0" i="0" kern="1200" dirty="0" err="1">
                <a:solidFill>
                  <a:schemeClr val="tx1"/>
                </a:solidFill>
                <a:effectLst/>
                <a:latin typeface="+mn-lt"/>
                <a:ea typeface="+mn-ea"/>
                <a:cs typeface="+mn-cs"/>
              </a:rPr>
              <a:t>ประมวลผลเสร็จ</a:t>
            </a:r>
            <a:endParaRPr lang="th-TH" sz="1200" b="0" i="0" kern="1200" dirty="0">
              <a:solidFill>
                <a:schemeClr val="tx1"/>
              </a:solidFill>
              <a:effectLst/>
              <a:latin typeface="+mn-lt"/>
              <a:ea typeface="+mn-ea"/>
              <a:cs typeface="+mn-cs"/>
            </a:endParaRPr>
          </a:p>
          <a:p>
            <a:pPr lvl="0" fontAlgn="t"/>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AI Application = </a:t>
            </a:r>
            <a:r>
              <a:rPr lang="en-US" sz="1200" b="1" i="0" kern="1200" dirty="0" err="1">
                <a:solidFill>
                  <a:schemeClr val="tx1"/>
                </a:solidFill>
                <a:effectLst/>
                <a:latin typeface="+mn-lt"/>
                <a:ea typeface="+mn-ea"/>
                <a:cs typeface="+mn-cs"/>
              </a:rPr>
              <a:t>ผู้แจ้งเหตุการณ์</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Custom Event = </a:t>
            </a:r>
            <a:r>
              <a:rPr lang="en-US" sz="1200" b="1" i="0" kern="1200" dirty="0" err="1">
                <a:solidFill>
                  <a:schemeClr val="tx1"/>
                </a:solidFill>
                <a:effectLst/>
                <a:latin typeface="+mn-lt"/>
                <a:ea typeface="+mn-ea"/>
                <a:cs typeface="+mn-cs"/>
              </a:rPr>
              <a:t>ข้อความแจ้งว่าเกิดอะไรขึ้น</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Event Grid = </a:t>
            </a:r>
            <a:r>
              <a:rPr lang="en-US" sz="1200" b="1" i="0" kern="1200" dirty="0" err="1">
                <a:solidFill>
                  <a:schemeClr val="tx1"/>
                </a:solidFill>
                <a:effectLst/>
                <a:latin typeface="+mn-lt"/>
                <a:ea typeface="+mn-ea"/>
                <a:cs typeface="+mn-cs"/>
              </a:rPr>
              <a:t>ตัวกลางกระจายเหตุการณ์ไปยังระบบที่สนใจ</a:t>
            </a:r>
            <a:endParaRPr lang="en-US" sz="1200" b="0" i="0" kern="1200" dirty="0">
              <a:solidFill>
                <a:schemeClr val="tx1"/>
              </a:solidFill>
              <a:effectLst/>
              <a:latin typeface="+mn-lt"/>
              <a:ea typeface="+mn-ea"/>
              <a:cs typeface="+mn-cs"/>
            </a:endParaRPr>
          </a:p>
          <a:p>
            <a:pPr lvl="0" fontAlgn="t"/>
            <a:endParaRPr lang="th-TH" sz="1200" b="0" i="0" kern="1200" dirty="0">
              <a:solidFill>
                <a:schemeClr val="tx1"/>
              </a:solidFill>
              <a:effectLst/>
              <a:latin typeface="+mn-lt"/>
              <a:ea typeface="+mn-ea"/>
              <a:cs typeface="+mn-cs"/>
            </a:endParaRPr>
          </a:p>
          <a:p>
            <a:pPr lvl="0" fontAlgn="t"/>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Custom Event </a:t>
            </a:r>
            <a:r>
              <a:rPr lang="en-US" sz="1200" b="0" i="0" kern="1200" dirty="0" err="1">
                <a:solidFill>
                  <a:schemeClr val="tx1"/>
                </a:solidFill>
                <a:effectLst/>
                <a:latin typeface="+mn-lt"/>
                <a:ea typeface="+mn-ea"/>
                <a:cs typeface="+mn-cs"/>
              </a:rPr>
              <a:t>ช่วยให้ระบบ</a:t>
            </a:r>
            <a:r>
              <a:rPr lang="en-US" sz="1200" b="0" i="0" kern="1200" dirty="0">
                <a:solidFill>
                  <a:schemeClr val="tx1"/>
                </a:solidFill>
                <a:effectLst/>
                <a:latin typeface="+mn-lt"/>
                <a:ea typeface="+mn-ea"/>
                <a:cs typeface="+mn-cs"/>
              </a:rPr>
              <a:t> AI </a:t>
            </a:r>
            <a:r>
              <a:rPr lang="en-US" sz="1200" b="1" i="0" kern="1200" dirty="0" err="1">
                <a:solidFill>
                  <a:schemeClr val="tx1"/>
                </a:solidFill>
                <a:effectLst/>
                <a:latin typeface="+mn-lt"/>
                <a:ea typeface="+mn-ea"/>
                <a:cs typeface="+mn-cs"/>
              </a:rPr>
              <a:t>แจ้งสถานะหรือเหตุการณ์สำคัญไปยังระบบอื่นแบบ</a:t>
            </a:r>
            <a:r>
              <a:rPr lang="en-US" sz="1200" b="1" i="0" kern="1200" dirty="0">
                <a:solidFill>
                  <a:schemeClr val="tx1"/>
                </a:solidFill>
                <a:effectLst/>
                <a:latin typeface="+mn-lt"/>
                <a:ea typeface="+mn-ea"/>
                <a:cs typeface="+mn-cs"/>
              </a:rPr>
              <a:t> Event-driven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ทำให้แต่ละส่วนของระบบไม่จำเป็นต้องเชื่อมติดกันโดยตรง</a:t>
            </a:r>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p:txBody>
      </p:sp>
      <p:sp>
        <p:nvSpPr>
          <p:cNvPr id="1568726339"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BE875C-1D23-93F7-849A-EDBCED56FE6D}"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138</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14538863" name="Slide Image Placeholder 1"/>
          <p:cNvSpPr>
            <a:spLocks noGrp="1" noRot="1" noChangeAspect="1"/>
          </p:cNvSpPr>
          <p:nvPr>
            <p:ph type="sldImg"/>
          </p:nvPr>
        </p:nvSpPr>
        <p:spPr bwMode="auto">
          <a:xfrm>
            <a:off x="217488" y="812800"/>
            <a:ext cx="7124700" cy="4008438"/>
          </a:xfrm>
        </p:spPr>
      </p:sp>
      <p:sp>
        <p:nvSpPr>
          <p:cNvPr id="818427399" name="Notes Placeholder 2"/>
          <p:cNvSpPr>
            <a:spLocks noGrp="1"/>
          </p:cNvSpPr>
          <p:nvPr>
            <p:ph type="body" idx="1"/>
          </p:nvPr>
        </p:nvSpPr>
        <p:spPr bwMode="auto"/>
        <p:txBody>
          <a:bodyPr/>
          <a:lstStyle/>
          <a:p>
            <a:pPr>
              <a:lnSpc>
                <a:spcPct val="90000"/>
              </a:lnSpc>
              <a:spcAft>
                <a:spcPts val="333"/>
              </a:spcAft>
              <a:defRPr/>
            </a:pPr>
            <a:r>
              <a:rPr lang="en-US"/>
              <a:t>This exercise requires an Azure subscription, which should be provided by the lab hoster supporting your delivery of this course.</a:t>
            </a:r>
            <a:endParaRPr lang="en-US">
              <a:solidFill>
                <a:srgbClr val="444444"/>
              </a:solidFill>
            </a:endParaRPr>
          </a:p>
          <a:p>
            <a:pPr>
              <a:lnSpc>
                <a:spcPct val="90000"/>
              </a:lnSpc>
              <a:spcAft>
                <a:spcPts val="333"/>
              </a:spcAft>
              <a:defRPr/>
            </a:pPr>
            <a:r>
              <a:rPr lang="en-US"/>
              <a:t>If you are not able to provide students with Azure subscriptions, you can demonstrate the lab using your own subscription (if you have one available).</a:t>
            </a:r>
            <a:endParaRPr/>
          </a:p>
        </p:txBody>
      </p:sp>
      <p:sp>
        <p:nvSpPr>
          <p:cNvPr id="1459286379" name="Header Placeholder 3"/>
          <p:cNvSpPr>
            <a:spLocks noGrp="1"/>
          </p:cNvSpPr>
          <p:nvPr>
            <p:ph type="hdr" sz="quarter"/>
          </p:nvPr>
        </p:nvSpPr>
        <p:spPr bwMode="auto"/>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1443827408" name="Footer Placeholder 4"/>
          <p:cNvSpPr>
            <a:spLocks noGrp="1"/>
          </p:cNvSpPr>
          <p:nvPr>
            <p:ph type="ftr" sz="quarter" idx="4"/>
          </p:nvPr>
        </p:nvSpPr>
        <p:spPr bwMode="auto"/>
        <p:txBody>
          <a:bodyPr/>
          <a:lstStyle/>
          <a:p>
            <a:pPr marL="0" marR="0" lvl="0" indent="0" algn="l" defTabSz="914099" rtl="0" eaLnBrk="1" fontAlgn="auto" latinLnBrk="0" hangingPunct="1">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a:ea typeface="Segoe UI"/>
                <a:cs typeface="Segoe UI"/>
              </a:rPr>
              <a:t>© Microsoft Corporation. All rights reserved. MICROSOFT MAKES NO WARRANTIES, EXPRESS, IMPLIED OR STATUTORY, AS TO THE INFORMATION IN THIS PRESENTATION.</a:t>
            </a:r>
            <a:endParaRPr kumimoji="0" sz="1200" b="0" i="0" u="none" strike="noStrike" kern="0" cap="none" spc="0" normalizeH="0" baseline="0" noProof="0">
              <a:ln>
                <a:noFill/>
              </a:ln>
              <a:solidFill>
                <a:prstClr val="black"/>
              </a:solidFill>
              <a:effectLst/>
              <a:uLnTx/>
              <a:uFillTx/>
              <a:latin typeface="Aptos"/>
              <a:cs typeface="Arial"/>
            </a:endParaRPr>
          </a:p>
        </p:txBody>
      </p:sp>
      <p:sp>
        <p:nvSpPr>
          <p:cNvPr id="988991535" name="Date Placeholder 5"/>
          <p:cNvSpPr>
            <a:spLocks noGrp="1"/>
          </p:cNvSpPr>
          <p:nvPr>
            <p:ph type="dt" idx="1"/>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A51BF8-686D-4FC0-9A39-E85C36FAB20B}" type="datetime8">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10/27/2026 8:46 AM</a:t>
            </a:fld>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751064902" name="Slide Number Placeholder 6"/>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139</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65695171" name="Slide Image Placeholder 1"/>
          <p:cNvSpPr>
            <a:spLocks noGrp="1" noRot="1" noChangeAspect="1"/>
          </p:cNvSpPr>
          <p:nvPr>
            <p:ph type="sldImg"/>
          </p:nvPr>
        </p:nvSpPr>
        <p:spPr bwMode="auto">
          <a:xfrm>
            <a:off x="217488" y="812800"/>
            <a:ext cx="7124700" cy="4008438"/>
          </a:xfrm>
        </p:spPr>
      </p:sp>
      <p:sp>
        <p:nvSpPr>
          <p:cNvPr id="142928215" name="Notes Placeholder 2"/>
          <p:cNvSpPr>
            <a:spLocks noGrp="1"/>
          </p:cNvSpPr>
          <p:nvPr>
            <p:ph type="body" idx="1"/>
          </p:nvPr>
        </p:nvSpPr>
        <p:spPr bwMode="auto"/>
        <p:txBody>
          <a:bodyPr/>
          <a:lstStyle/>
          <a:p>
            <a:pPr>
              <a:defRPr/>
            </a:pPr>
            <a:r>
              <a:rPr lang="en-US"/>
              <a:t>Link to module: </a:t>
            </a:r>
            <a:r>
              <a:rPr lang="en-US" u="sng">
                <a:solidFill>
                  <a:schemeClr val="hlink"/>
                </a:solidFill>
                <a:hlinkClick r:id="rId3"/>
              </a:rPr>
              <a:t>https://learn.microsoft.com/training/modules/build-backends-azure-functions/</a:t>
            </a:r>
            <a:endParaRPr lang="en-US"/>
          </a:p>
          <a:p>
            <a:pPr>
              <a:defRPr/>
            </a:pPr>
            <a:endParaRPr lang="en-US"/>
          </a:p>
        </p:txBody>
      </p:sp>
      <p:sp>
        <p:nvSpPr>
          <p:cNvPr id="1682214311"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140</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63724658" name="Slide Image Placeholder 1"/>
          <p:cNvSpPr>
            <a:spLocks noGrp="1" noRot="1" noChangeAspect="1"/>
          </p:cNvSpPr>
          <p:nvPr>
            <p:ph type="sldImg"/>
          </p:nvPr>
        </p:nvSpPr>
        <p:spPr bwMode="auto">
          <a:xfrm>
            <a:off x="217488" y="812800"/>
            <a:ext cx="7124700" cy="4008438"/>
          </a:xfrm>
        </p:spPr>
      </p:sp>
      <p:sp>
        <p:nvSpPr>
          <p:cNvPr id="747735613" name="Notes Placeholder 2"/>
          <p:cNvSpPr>
            <a:spLocks noGrp="1"/>
          </p:cNvSpPr>
          <p:nvPr>
            <p:ph type="body" idx="1"/>
          </p:nvPr>
        </p:nvSpPr>
        <p:spPr bwMode="auto"/>
        <p:txBody>
          <a:bodyPr/>
          <a:lstStyle/>
          <a:p>
            <a:pPr fontAlgn="t"/>
            <a:r>
              <a:rPr lang="en-US" sz="1200" b="1" i="0" kern="1200" dirty="0">
                <a:solidFill>
                  <a:schemeClr val="tx1"/>
                </a:solidFill>
                <a:effectLst/>
                <a:latin typeface="+mn-lt"/>
                <a:ea typeface="+mn-ea"/>
                <a:cs typeface="+mn-cs"/>
              </a:rPr>
              <a:t>Azure Functions </a:t>
            </a:r>
            <a:r>
              <a:rPr lang="en-US" sz="1200" b="1" i="0" kern="1200" dirty="0" err="1">
                <a:solidFill>
                  <a:schemeClr val="tx1"/>
                </a:solidFill>
                <a:effectLst/>
                <a:latin typeface="+mn-lt"/>
                <a:ea typeface="+mn-ea"/>
                <a:cs typeface="+mn-cs"/>
              </a:rPr>
              <a:t>สามารถใช้ประมวลผลงาน</a:t>
            </a:r>
            <a:r>
              <a:rPr lang="en-US" sz="1200" b="1" i="0" kern="1200" dirty="0">
                <a:solidFill>
                  <a:schemeClr val="tx1"/>
                </a:solidFill>
                <a:effectLst/>
                <a:latin typeface="+mn-lt"/>
                <a:ea typeface="+mn-ea"/>
                <a:cs typeface="+mn-cs"/>
              </a:rPr>
              <a:t> AI </a:t>
            </a:r>
            <a:r>
              <a:rPr lang="en-US" sz="1200" b="1" i="0" kern="1200" dirty="0" err="1">
                <a:solidFill>
                  <a:schemeClr val="tx1"/>
                </a:solidFill>
                <a:effectLst/>
                <a:latin typeface="+mn-lt"/>
                <a:ea typeface="+mn-ea"/>
                <a:cs typeface="+mn-cs"/>
              </a:rPr>
              <a:t>แบบอัตโนมัติและขยายจำนวนเครื่องตามปริมาณงาน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แต่ต้องคำนึงถึงเรื่อง</a:t>
            </a:r>
            <a:r>
              <a:rPr lang="en-US" sz="1200" b="0" i="0" kern="1200" dirty="0">
                <a:solidFill>
                  <a:schemeClr val="tx1"/>
                </a:solidFill>
                <a:effectLst/>
                <a:latin typeface="+mn-lt"/>
                <a:ea typeface="+mn-ea"/>
                <a:cs typeface="+mn-cs"/>
              </a:rPr>
              <a:t> Cold Start, </a:t>
            </a:r>
            <a:r>
              <a:rPr lang="en-US" sz="1200" b="0" i="0" kern="1200" dirty="0" err="1">
                <a:solidFill>
                  <a:schemeClr val="tx1"/>
                </a:solidFill>
                <a:effectLst/>
                <a:latin typeface="+mn-lt"/>
                <a:ea typeface="+mn-ea"/>
                <a:cs typeface="+mn-cs"/>
              </a:rPr>
              <a:t>ทรัพยากร</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และระยะเวลาที่งานใช้</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Cold Start </a:t>
            </a:r>
            <a:r>
              <a:rPr lang="en-US" sz="1200" b="1" i="0" kern="1200" dirty="0" err="1">
                <a:solidFill>
                  <a:schemeClr val="tx1"/>
                </a:solidFill>
                <a:effectLst/>
                <a:latin typeface="+mn-lt"/>
                <a:ea typeface="+mn-ea"/>
                <a:cs typeface="+mn-cs"/>
              </a:rPr>
              <a:t>คืออะไร</a:t>
            </a:r>
            <a:r>
              <a:rPr lang="en-US" sz="1200" b="1" i="0" kern="1200" dirty="0">
                <a:solidFill>
                  <a:schemeClr val="tx1"/>
                </a:solidFill>
                <a:effectLst/>
                <a:latin typeface="+mn-lt"/>
                <a:ea typeface="+mn-ea"/>
                <a:cs typeface="+mn-cs"/>
              </a:rPr>
              <a:t>?</a:t>
            </a:r>
            <a:endParaRPr lang="th-TH" sz="1200" b="1"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เมื่อ</a:t>
            </a:r>
            <a:r>
              <a:rPr lang="en-US" sz="1200" b="0" i="0" kern="1200" dirty="0">
                <a:solidFill>
                  <a:schemeClr val="tx1"/>
                </a:solidFill>
                <a:effectLst/>
                <a:latin typeface="+mn-lt"/>
                <a:ea typeface="+mn-ea"/>
                <a:cs typeface="+mn-cs"/>
              </a:rPr>
              <a:t> Azure Functions </a:t>
            </a:r>
            <a:r>
              <a:rPr lang="en-US" sz="1200" b="0" i="0" kern="1200" dirty="0" err="1">
                <a:solidFill>
                  <a:schemeClr val="tx1"/>
                </a:solidFill>
                <a:effectLst/>
                <a:latin typeface="+mn-lt"/>
                <a:ea typeface="+mn-ea"/>
                <a:cs typeface="+mn-cs"/>
              </a:rPr>
              <a:t>ต้องเปิด</a:t>
            </a:r>
            <a:r>
              <a:rPr lang="en-US" sz="1200" b="0" i="0" kern="1200" dirty="0">
                <a:solidFill>
                  <a:schemeClr val="tx1"/>
                </a:solidFill>
                <a:effectLst/>
                <a:latin typeface="+mn-lt"/>
                <a:ea typeface="+mn-ea"/>
                <a:cs typeface="+mn-cs"/>
              </a:rPr>
              <a:t> Instance </a:t>
            </a:r>
            <a:r>
              <a:rPr lang="en-US" sz="1200" b="0" i="0" kern="1200" dirty="0" err="1">
                <a:solidFill>
                  <a:schemeClr val="tx1"/>
                </a:solidFill>
                <a:effectLst/>
                <a:latin typeface="+mn-lt"/>
                <a:ea typeface="+mn-ea"/>
                <a:cs typeface="+mn-cs"/>
              </a:rPr>
              <a:t>ใหม่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ระบบต้องเตรียมเครื่องและโหลด</a:t>
            </a:r>
            <a:r>
              <a:rPr lang="en-US" sz="1200" b="0" i="0" kern="1200" dirty="0">
                <a:solidFill>
                  <a:schemeClr val="tx1"/>
                </a:solidFill>
                <a:effectLst/>
                <a:latin typeface="+mn-lt"/>
                <a:ea typeface="+mn-ea"/>
                <a:cs typeface="+mn-cs"/>
              </a:rPr>
              <a:t> Dependencies </a:t>
            </a:r>
            <a:r>
              <a:rPr lang="en-US" sz="1200" b="0" i="0" kern="1200" dirty="0" err="1">
                <a:solidFill>
                  <a:schemeClr val="tx1"/>
                </a:solidFill>
                <a:effectLst/>
                <a:latin typeface="+mn-lt"/>
                <a:ea typeface="+mn-ea"/>
                <a:cs typeface="+mn-cs"/>
              </a:rPr>
              <a:t>ก่อน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จึงเกิดเวลารอที่เรียกว่า</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Cold Start</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งาน</a:t>
            </a:r>
            <a:r>
              <a:rPr lang="en-US" sz="1200" b="0" i="0" kern="1200" dirty="0">
                <a:solidFill>
                  <a:schemeClr val="tx1"/>
                </a:solidFill>
                <a:effectLst/>
                <a:latin typeface="+mn-lt"/>
                <a:ea typeface="+mn-ea"/>
                <a:cs typeface="+mn-cs"/>
              </a:rPr>
              <a:t> AI </a:t>
            </a:r>
            <a:r>
              <a:rPr lang="en-US" sz="1200" b="0" i="0" kern="1200" dirty="0" err="1">
                <a:solidFill>
                  <a:schemeClr val="tx1"/>
                </a:solidFill>
                <a:effectLst/>
                <a:latin typeface="+mn-lt"/>
                <a:ea typeface="+mn-ea"/>
                <a:cs typeface="+mn-cs"/>
              </a:rPr>
              <a:t>อาจเห็นผลชัดขึ้น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เพราะต้องโหลด</a:t>
            </a:r>
            <a:r>
              <a:rPr lang="en-US" sz="1200" b="0" i="0" kern="1200" dirty="0">
                <a:solidFill>
                  <a:schemeClr val="tx1"/>
                </a:solidFill>
                <a:effectLst/>
                <a:latin typeface="+mn-lt"/>
                <a:ea typeface="+mn-ea"/>
                <a:cs typeface="+mn-cs"/>
              </a:rPr>
              <a:t> Library </a:t>
            </a:r>
            <a:r>
              <a:rPr lang="en-US" sz="1200" b="0" i="0" kern="1200" dirty="0" err="1">
                <a:solidFill>
                  <a:schemeClr val="tx1"/>
                </a:solidFill>
                <a:effectLst/>
                <a:latin typeface="+mn-lt"/>
                <a:ea typeface="+mn-ea"/>
                <a:cs typeface="+mn-cs"/>
              </a:rPr>
              <a:t>ขนาดใหญ่</a:t>
            </a:r>
            <a:r>
              <a:rPr lang="en-US" sz="1200" b="0" i="0" kern="1200" dirty="0">
                <a:solidFill>
                  <a:schemeClr val="tx1"/>
                </a:solidFill>
                <a:effectLst/>
                <a:latin typeface="+mn-lt"/>
                <a:ea typeface="+mn-ea"/>
                <a:cs typeface="+mn-cs"/>
              </a:rPr>
              <a:t>, Model </a:t>
            </a:r>
            <a:r>
              <a:rPr lang="en-US" sz="1200" b="0" i="0" kern="1200" dirty="0" err="1">
                <a:solidFill>
                  <a:schemeClr val="tx1"/>
                </a:solidFill>
                <a:effectLst/>
                <a:latin typeface="+mn-lt"/>
                <a:ea typeface="+mn-ea"/>
                <a:cs typeface="+mn-cs"/>
              </a:rPr>
              <a:t>หรือเตรียม</a:t>
            </a:r>
            <a:r>
              <a:rPr lang="en-US" sz="1200" b="0" i="0" kern="1200" dirty="0">
                <a:solidFill>
                  <a:schemeClr val="tx1"/>
                </a:solidFill>
                <a:effectLst/>
                <a:latin typeface="+mn-lt"/>
                <a:ea typeface="+mn-ea"/>
                <a:cs typeface="+mn-cs"/>
              </a:rPr>
              <a:t> Connection </a:t>
            </a:r>
            <a:r>
              <a:rPr lang="en-US" sz="1200" b="0" i="0" kern="1200" dirty="0" err="1">
                <a:solidFill>
                  <a:schemeClr val="tx1"/>
                </a:solidFill>
                <a:effectLst/>
                <a:latin typeface="+mn-lt"/>
                <a:ea typeface="+mn-ea"/>
                <a:cs typeface="+mn-cs"/>
              </a:rPr>
              <a:t>ต่าง</a:t>
            </a:r>
            <a:r>
              <a:rPr lang="en-US" sz="1200" b="0" i="0" kern="1200" dirty="0">
                <a:solidFill>
                  <a:schemeClr val="tx1"/>
                </a:solidFill>
                <a:effectLst/>
                <a:latin typeface="+mn-lt"/>
                <a:ea typeface="+mn-ea"/>
                <a:cs typeface="+mn-cs"/>
              </a:rPr>
              <a:t> </a:t>
            </a:r>
            <a:r>
              <a:rPr lang="th-TH" sz="1200" b="0" i="0" kern="1200" dirty="0">
                <a:solidFill>
                  <a:schemeClr val="tx1"/>
                </a:solidFill>
                <a:effectLst/>
                <a:latin typeface="+mn-lt"/>
                <a:ea typeface="+mn-ea"/>
                <a:cs typeface="+mn-cs"/>
              </a:rPr>
              <a:t>ๆ</a:t>
            </a: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a:t>
            </a:r>
            <a:r>
              <a:rPr lang="en-US" sz="1200" b="1" i="0" kern="1200" dirty="0" err="1">
                <a:solidFill>
                  <a:schemeClr val="tx1"/>
                </a:solidFill>
                <a:effectLst/>
                <a:latin typeface="+mn-lt"/>
                <a:ea typeface="+mn-ea"/>
                <a:cs typeface="+mn-cs"/>
              </a:rPr>
              <a:t>เลือกรูปแบบ</a:t>
            </a:r>
            <a:r>
              <a:rPr lang="en-US" sz="1200" b="1" i="0" kern="1200" dirty="0">
                <a:solidFill>
                  <a:schemeClr val="tx1"/>
                </a:solidFill>
                <a:effectLst/>
                <a:latin typeface="+mn-lt"/>
                <a:ea typeface="+mn-ea"/>
                <a:cs typeface="+mn-cs"/>
              </a:rPr>
              <a:t> Hosting </a:t>
            </a:r>
            <a:r>
              <a:rPr lang="en-US" sz="1200" b="1" i="0" kern="1200" dirty="0" err="1">
                <a:solidFill>
                  <a:schemeClr val="tx1"/>
                </a:solidFill>
                <a:effectLst/>
                <a:latin typeface="+mn-lt"/>
                <a:ea typeface="+mn-ea"/>
                <a:cs typeface="+mn-cs"/>
              </a:rPr>
              <a:t>ให้เหมาะกับงาน</a:t>
            </a:r>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Flex Consumption</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แต่ละ</a:t>
            </a:r>
            <a:r>
              <a:rPr lang="en-US" sz="1200" b="0" i="0" kern="1200" dirty="0">
                <a:solidFill>
                  <a:schemeClr val="tx1"/>
                </a:solidFill>
                <a:effectLst/>
                <a:latin typeface="+mn-lt"/>
                <a:ea typeface="+mn-ea"/>
                <a:cs typeface="+mn-cs"/>
              </a:rPr>
              <a:t> Function </a:t>
            </a:r>
            <a:r>
              <a:rPr lang="en-US" sz="1200" b="0" i="0" kern="1200" dirty="0" err="1">
                <a:solidFill>
                  <a:schemeClr val="tx1"/>
                </a:solidFill>
                <a:effectLst/>
                <a:latin typeface="+mn-lt"/>
                <a:ea typeface="+mn-ea"/>
                <a:cs typeface="+mn-cs"/>
              </a:rPr>
              <a:t>สามารถ</a:t>
            </a:r>
            <a:r>
              <a:rPr lang="en-US" sz="1200" b="0" i="0" kern="1200" dirty="0">
                <a:solidFill>
                  <a:schemeClr val="tx1"/>
                </a:solidFill>
                <a:effectLst/>
                <a:latin typeface="+mn-lt"/>
                <a:ea typeface="+mn-ea"/>
                <a:cs typeface="+mn-cs"/>
              </a:rPr>
              <a:t> Scale </a:t>
            </a:r>
            <a:r>
              <a:rPr lang="en-US" sz="1200" b="0" i="0" kern="1200" dirty="0" err="1">
                <a:solidFill>
                  <a:schemeClr val="tx1"/>
                </a:solidFill>
                <a:effectLst/>
                <a:latin typeface="+mn-lt"/>
                <a:ea typeface="+mn-ea"/>
                <a:cs typeface="+mn-cs"/>
              </a:rPr>
              <a:t>แยกกัน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มี</a:t>
            </a:r>
            <a:r>
              <a:rPr lang="en-US" sz="1200" b="0" i="0" kern="1200" dirty="0">
                <a:solidFill>
                  <a:schemeClr val="tx1"/>
                </a:solidFill>
                <a:effectLst/>
                <a:latin typeface="+mn-lt"/>
                <a:ea typeface="+mn-ea"/>
                <a:cs typeface="+mn-cs"/>
              </a:rPr>
              <a:t> Always-ready Instance </a:t>
            </a:r>
            <a:r>
              <a:rPr lang="en-US" sz="1200" b="0" i="0" kern="1200" dirty="0" err="1">
                <a:solidFill>
                  <a:schemeClr val="tx1"/>
                </a:solidFill>
                <a:effectLst/>
                <a:latin typeface="+mn-lt"/>
                <a:ea typeface="+mn-ea"/>
                <a:cs typeface="+mn-cs"/>
              </a:rPr>
              <a:t>และสามารถ</a:t>
            </a:r>
            <a:r>
              <a:rPr lang="en-US" sz="1200" b="0" i="0" kern="1200" dirty="0">
                <a:solidFill>
                  <a:schemeClr val="tx1"/>
                </a:solidFill>
                <a:effectLst/>
                <a:latin typeface="+mn-lt"/>
                <a:ea typeface="+mn-ea"/>
                <a:cs typeface="+mn-cs"/>
              </a:rPr>
              <a:t> Scale </a:t>
            </a:r>
            <a:r>
              <a:rPr lang="en-US" sz="1200" b="0" i="0" kern="1200" dirty="0" err="1">
                <a:solidFill>
                  <a:schemeClr val="tx1"/>
                </a:solidFill>
                <a:effectLst/>
                <a:latin typeface="+mn-lt"/>
                <a:ea typeface="+mn-ea"/>
                <a:cs typeface="+mn-cs"/>
              </a:rPr>
              <a:t>ลงถึงศูนย์</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Premium</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มี</a:t>
            </a:r>
            <a:r>
              <a:rPr lang="en-US" sz="1200" b="0" i="0" kern="1200" dirty="0">
                <a:solidFill>
                  <a:schemeClr val="tx1"/>
                </a:solidFill>
                <a:effectLst/>
                <a:latin typeface="+mn-lt"/>
                <a:ea typeface="+mn-ea"/>
                <a:cs typeface="+mn-cs"/>
              </a:rPr>
              <a:t> Worker </a:t>
            </a:r>
            <a:r>
              <a:rPr lang="en-US" sz="1200" b="0" i="0" kern="1200" dirty="0" err="1">
                <a:solidFill>
                  <a:schemeClr val="tx1"/>
                </a:solidFill>
                <a:effectLst/>
                <a:latin typeface="+mn-lt"/>
                <a:ea typeface="+mn-ea"/>
                <a:cs typeface="+mn-cs"/>
              </a:rPr>
              <a:t>ที่เตรียมพร้อมไว้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ช่วยหลีกเลี่ยง</a:t>
            </a:r>
            <a:r>
              <a:rPr lang="en-US" sz="1200" b="0" i="0" kern="1200" dirty="0">
                <a:solidFill>
                  <a:schemeClr val="tx1"/>
                </a:solidFill>
                <a:effectLst/>
                <a:latin typeface="+mn-lt"/>
                <a:ea typeface="+mn-ea"/>
                <a:cs typeface="+mn-cs"/>
              </a:rPr>
              <a:t> Cold Start </a:t>
            </a:r>
            <a:r>
              <a:rPr lang="en-US" sz="1200" b="0" i="0" kern="1200" dirty="0" err="1">
                <a:solidFill>
                  <a:schemeClr val="tx1"/>
                </a:solidFill>
                <a:effectLst/>
                <a:latin typeface="+mn-lt"/>
                <a:ea typeface="+mn-ea"/>
                <a:cs typeface="+mn-cs"/>
              </a:rPr>
              <a:t>และรองรับ</a:t>
            </a:r>
            <a:r>
              <a:rPr lang="en-US" sz="1200" b="0" i="0" kern="1200" dirty="0">
                <a:solidFill>
                  <a:schemeClr val="tx1"/>
                </a:solidFill>
                <a:effectLst/>
                <a:latin typeface="+mn-lt"/>
                <a:ea typeface="+mn-ea"/>
                <a:cs typeface="+mn-cs"/>
              </a:rPr>
              <a:t> Custom Container</a:t>
            </a:r>
            <a:endParaRPr lang="th-TH"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3. Scaling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Concurrency</a:t>
            </a:r>
          </a:p>
          <a:p>
            <a:pPr fontAlgn="t"/>
            <a:r>
              <a:rPr lang="en-US" sz="1200" b="0" i="0" kern="1200" dirty="0" err="1">
                <a:solidFill>
                  <a:schemeClr val="tx1"/>
                </a:solidFill>
                <a:effectLst/>
                <a:latin typeface="+mn-lt"/>
                <a:ea typeface="+mn-ea"/>
                <a:cs typeface="+mn-cs"/>
              </a:rPr>
              <a:t>ระบบสามารถเพิ่ม</a:t>
            </a:r>
            <a:r>
              <a:rPr lang="en-US" sz="1200" b="0" i="0" kern="1200" dirty="0">
                <a:solidFill>
                  <a:schemeClr val="tx1"/>
                </a:solidFill>
                <a:effectLst/>
                <a:latin typeface="+mn-lt"/>
                <a:ea typeface="+mn-ea"/>
                <a:cs typeface="+mn-cs"/>
              </a:rPr>
              <a:t> Instance </a:t>
            </a:r>
            <a:r>
              <a:rPr lang="en-US" sz="1200" b="0" i="0" kern="1200" dirty="0" err="1">
                <a:solidFill>
                  <a:schemeClr val="tx1"/>
                </a:solidFill>
                <a:effectLst/>
                <a:latin typeface="+mn-lt"/>
                <a:ea typeface="+mn-ea"/>
                <a:cs typeface="+mn-cs"/>
              </a:rPr>
              <a:t>เพื่อรองรับงานมากขึ้น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a:t>
            </a:r>
            <a:r>
              <a:rPr lang="en-US" sz="1200" b="0" i="0" kern="1200" dirty="0">
                <a:solidFill>
                  <a:schemeClr val="tx1"/>
                </a:solidFill>
                <a:effectLst/>
                <a:latin typeface="+mn-lt"/>
                <a:ea typeface="+mn-ea"/>
                <a:cs typeface="+mn-cs"/>
              </a:rPr>
              <a:t> Memory ของ Instance </a:t>
            </a:r>
            <a:r>
              <a:rPr lang="en-US" sz="1200" b="0" i="0" kern="1200" dirty="0" err="1">
                <a:solidFill>
                  <a:schemeClr val="tx1"/>
                </a:solidFill>
                <a:effectLst/>
                <a:latin typeface="+mn-lt"/>
                <a:ea typeface="+mn-ea"/>
                <a:cs typeface="+mn-cs"/>
              </a:rPr>
              <a:t>มีผลต่อ</a:t>
            </a:r>
            <a:r>
              <a:rPr lang="en-US" sz="1200" b="0" i="0" kern="1200" dirty="0">
                <a:solidFill>
                  <a:schemeClr val="tx1"/>
                </a:solidFill>
                <a:effectLst/>
                <a:latin typeface="+mn-lt"/>
                <a:ea typeface="+mn-ea"/>
                <a:cs typeface="+mn-cs"/>
              </a:rPr>
              <a:t> CPU </a:t>
            </a:r>
            <a:r>
              <a:rPr lang="en-US" sz="1200" b="0" i="0" kern="1200" dirty="0" err="1">
                <a:solidFill>
                  <a:schemeClr val="tx1"/>
                </a:solidFill>
                <a:effectLst/>
                <a:latin typeface="+mn-lt"/>
                <a:ea typeface="+mn-ea"/>
                <a:cs typeface="+mn-cs"/>
              </a:rPr>
              <a:t>เช่นในสไลด์</a:t>
            </a:r>
            <a:r>
              <a:rPr lang="en-US" sz="1200" b="0" i="0" kern="1200" dirty="0">
                <a:solidFill>
                  <a:schemeClr val="tx1"/>
                </a:solidFill>
                <a:effectLst/>
                <a:latin typeface="+mn-lt"/>
                <a:ea typeface="+mn-ea"/>
                <a:cs typeface="+mn-cs"/>
              </a:rPr>
              <a:t>:</a:t>
            </a:r>
          </a:p>
          <a:p>
            <a:pPr fontAlgn="t"/>
            <a:r>
              <a:rPr lang="en-US" sz="1200" b="1" i="0" kern="1200" dirty="0">
                <a:solidFill>
                  <a:schemeClr val="tx1"/>
                </a:solidFill>
                <a:effectLst/>
                <a:latin typeface="+mn-lt"/>
                <a:ea typeface="+mn-ea"/>
                <a:cs typeface="+mn-cs"/>
              </a:rPr>
              <a:t>2,048 MB = 1 vCPU</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4,096 MB = 2 vCPU</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การลดจำนวนงานที่ทำพร้อมกันต่อ</a:t>
            </a:r>
            <a:r>
              <a:rPr lang="en-US" sz="1200" b="0" i="0" kern="1200" dirty="0">
                <a:solidFill>
                  <a:schemeClr val="tx1"/>
                </a:solidFill>
                <a:effectLst/>
                <a:latin typeface="+mn-lt"/>
                <a:ea typeface="+mn-ea"/>
                <a:cs typeface="+mn-cs"/>
              </a:rPr>
              <a:t> Instance </a:t>
            </a:r>
            <a:r>
              <a:rPr lang="en-US" sz="1200" b="0" i="0" kern="1200" dirty="0" err="1">
                <a:solidFill>
                  <a:schemeClr val="tx1"/>
                </a:solidFill>
                <a:effectLst/>
                <a:latin typeface="+mn-lt"/>
                <a:ea typeface="+mn-ea"/>
                <a:cs typeface="+mn-cs"/>
              </a:rPr>
              <a:t>ช่วยแยกทรัพยากรให้แต่ละงานมากขึ้น</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4. </a:t>
            </a:r>
            <a:r>
              <a:rPr lang="en-US" sz="1200" b="1" i="0" kern="1200" dirty="0" err="1">
                <a:solidFill>
                  <a:schemeClr val="tx1"/>
                </a:solidFill>
                <a:effectLst/>
                <a:latin typeface="+mn-lt"/>
                <a:ea typeface="+mn-ea"/>
                <a:cs typeface="+mn-cs"/>
              </a:rPr>
              <a:t>งาน</a:t>
            </a:r>
            <a:r>
              <a:rPr lang="en-US" sz="1200" b="1" i="0" kern="1200" dirty="0">
                <a:solidFill>
                  <a:schemeClr val="tx1"/>
                </a:solidFill>
                <a:effectLst/>
                <a:latin typeface="+mn-lt"/>
                <a:ea typeface="+mn-ea"/>
                <a:cs typeface="+mn-cs"/>
              </a:rPr>
              <a:t> AI </a:t>
            </a:r>
            <a:r>
              <a:rPr lang="en-US" sz="1200" b="1" i="0" kern="1200" dirty="0" err="1">
                <a:solidFill>
                  <a:schemeClr val="tx1"/>
                </a:solidFill>
                <a:effectLst/>
                <a:latin typeface="+mn-lt"/>
                <a:ea typeface="+mn-ea"/>
                <a:cs typeface="+mn-cs"/>
              </a:rPr>
              <a:t>ที่ใช้เวลานาน</a:t>
            </a:r>
            <a:endParaRPr lang="en-US" sz="1200" b="1"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HTTP Trigger </a:t>
            </a:r>
            <a:r>
              <a:rPr lang="en-US" sz="1200" b="0" i="0" kern="1200" dirty="0" err="1">
                <a:solidFill>
                  <a:schemeClr val="tx1"/>
                </a:solidFill>
                <a:effectLst/>
                <a:latin typeface="+mn-lt"/>
                <a:ea typeface="+mn-ea"/>
                <a:cs typeface="+mn-cs"/>
              </a:rPr>
              <a:t>มีข้อจำกัดจาก</a:t>
            </a:r>
            <a:r>
              <a:rPr lang="en-US" sz="1200" b="0" i="0" kern="1200" dirty="0">
                <a:solidFill>
                  <a:schemeClr val="tx1"/>
                </a:solidFill>
                <a:effectLst/>
                <a:latin typeface="+mn-lt"/>
                <a:ea typeface="+mn-ea"/>
                <a:cs typeface="+mn-cs"/>
              </a:rPr>
              <a:t> Load Balancer </a:t>
            </a:r>
            <a:r>
              <a:rPr lang="en-US" sz="1200" b="0" i="0" kern="1200" dirty="0" err="1">
                <a:solidFill>
                  <a:schemeClr val="tx1"/>
                </a:solidFill>
                <a:effectLst/>
                <a:latin typeface="+mn-lt"/>
                <a:ea typeface="+mn-ea"/>
                <a:cs typeface="+mn-cs"/>
              </a:rPr>
              <a:t>ที่</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230 </a:t>
            </a:r>
            <a:r>
              <a:rPr lang="en-US" sz="1200" b="1" i="0" kern="1200" dirty="0" err="1">
                <a:solidFill>
                  <a:schemeClr val="tx1"/>
                </a:solidFill>
                <a:effectLst/>
                <a:latin typeface="+mn-lt"/>
                <a:ea typeface="+mn-ea"/>
                <a:cs typeface="+mn-cs"/>
              </a:rPr>
              <a:t>วินาที</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ดังนั้นสไลด์เสนอรูปแบบ</a:t>
            </a:r>
            <a:r>
              <a:rPr lang="en-US" sz="1200" b="0" i="0" kern="1200" dirty="0">
                <a:solidFill>
                  <a:schemeClr val="tx1"/>
                </a:solidFill>
                <a:effectLst/>
                <a:latin typeface="+mn-lt"/>
                <a:ea typeface="+mn-ea"/>
                <a:cs typeface="+mn-cs"/>
              </a:rPr>
              <a:t> Async:</a:t>
            </a:r>
          </a:p>
          <a:p>
            <a:pPr fontAlgn="t"/>
            <a:r>
              <a:rPr lang="en-US" sz="1200" b="1" i="0" kern="1200" dirty="0" err="1">
                <a:solidFill>
                  <a:schemeClr val="tx1"/>
                </a:solidFill>
                <a:effectLst/>
                <a:latin typeface="+mn-lt"/>
                <a:ea typeface="+mn-ea"/>
                <a:cs typeface="+mn-cs"/>
              </a:rPr>
              <a:t>รับ</a:t>
            </a:r>
            <a:r>
              <a:rPr lang="en-US" sz="1200" b="1" i="0" kern="1200" dirty="0">
                <a:solidFill>
                  <a:schemeClr val="tx1"/>
                </a:solidFill>
                <a:effectLst/>
                <a:latin typeface="+mn-lt"/>
                <a:ea typeface="+mn-ea"/>
                <a:cs typeface="+mn-cs"/>
              </a:rPr>
              <a:t> Request → </a:t>
            </a:r>
            <a:r>
              <a:rPr lang="en-US" sz="1200" b="1" i="0" kern="1200" dirty="0" err="1">
                <a:solidFill>
                  <a:schemeClr val="tx1"/>
                </a:solidFill>
                <a:effectLst/>
                <a:latin typeface="+mn-lt"/>
                <a:ea typeface="+mn-ea"/>
                <a:cs typeface="+mn-cs"/>
              </a:rPr>
              <a:t>ใส่งานใน</a:t>
            </a:r>
            <a:r>
              <a:rPr lang="en-US" sz="1200" b="1" i="0" kern="1200" dirty="0">
                <a:solidFill>
                  <a:schemeClr val="tx1"/>
                </a:solidFill>
                <a:effectLst/>
                <a:latin typeface="+mn-lt"/>
                <a:ea typeface="+mn-ea"/>
                <a:cs typeface="+mn-cs"/>
              </a:rPr>
              <a:t> Queue → </a:t>
            </a:r>
            <a:r>
              <a:rPr lang="en-US" sz="1200" b="1" i="0" kern="1200" dirty="0" err="1">
                <a:solidFill>
                  <a:schemeClr val="tx1"/>
                </a:solidFill>
                <a:effectLst/>
                <a:latin typeface="+mn-lt"/>
                <a:ea typeface="+mn-ea"/>
                <a:cs typeface="+mn-cs"/>
              </a:rPr>
              <a:t>ตอบกลับ</a:t>
            </a:r>
            <a:r>
              <a:rPr lang="en-US" sz="1200" b="1" i="0" kern="1200" dirty="0">
                <a:solidFill>
                  <a:schemeClr val="tx1"/>
                </a:solidFill>
                <a:effectLst/>
                <a:latin typeface="+mn-lt"/>
                <a:ea typeface="+mn-ea"/>
                <a:cs typeface="+mn-cs"/>
              </a:rPr>
              <a:t> 202 Accepted → Worker </a:t>
            </a:r>
            <a:r>
              <a:rPr lang="en-US" sz="1200" b="1" i="0" kern="1200" dirty="0" err="1">
                <a:solidFill>
                  <a:schemeClr val="tx1"/>
                </a:solidFill>
                <a:effectLst/>
                <a:latin typeface="+mn-lt"/>
                <a:ea typeface="+mn-ea"/>
                <a:cs typeface="+mn-cs"/>
              </a:rPr>
              <a:t>ประมวลผลเบื้องหลั</a:t>
            </a:r>
            <a:endParaRPr lang="en-US" sz="1200" b="0" i="0" kern="1200" dirty="0">
              <a:solidFill>
                <a:schemeClr val="tx1"/>
              </a:solidFill>
              <a:effectLst/>
              <a:latin typeface="+mn-lt"/>
              <a:ea typeface="+mn-ea"/>
              <a:cs typeface="+mn-cs"/>
            </a:endParaRPr>
          </a:p>
          <a:p>
            <a:pPr fontAlgn="t"/>
            <a:endParaRPr lang="th-TH"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Azure Functions = </a:t>
            </a:r>
            <a:r>
              <a:rPr lang="en-US" sz="1200" b="1" i="0" kern="1200" dirty="0" err="1">
                <a:solidFill>
                  <a:schemeClr val="tx1"/>
                </a:solidFill>
                <a:effectLst/>
                <a:latin typeface="+mn-lt"/>
                <a:ea typeface="+mn-ea"/>
                <a:cs typeface="+mn-cs"/>
              </a:rPr>
              <a:t>คนทำงานที่เพิ่มหรือลดจำนวนตามปริมาณงาน</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Cold Start = </a:t>
            </a:r>
            <a:r>
              <a:rPr lang="en-US" sz="1200" b="1" i="0" kern="1200" dirty="0" err="1">
                <a:solidFill>
                  <a:schemeClr val="tx1"/>
                </a:solidFill>
                <a:effectLst/>
                <a:latin typeface="+mn-lt"/>
                <a:ea typeface="+mn-ea"/>
                <a:cs typeface="+mn-cs"/>
              </a:rPr>
              <a:t>เวลาที่ต้องรอคนใหม่เตรียมตัวก่อนเริ่มงาน</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Queue = </a:t>
            </a:r>
            <a:r>
              <a:rPr lang="en-US" sz="1200" b="1" i="0" kern="1200" dirty="0" err="1">
                <a:solidFill>
                  <a:schemeClr val="tx1"/>
                </a:solidFill>
                <a:effectLst/>
                <a:latin typeface="+mn-lt"/>
                <a:ea typeface="+mn-ea"/>
                <a:cs typeface="+mn-cs"/>
              </a:rPr>
              <a:t>จุดพักงานสำหรับงาน</a:t>
            </a:r>
            <a:r>
              <a:rPr lang="en-US" sz="1200" b="1" i="0" kern="1200" dirty="0">
                <a:solidFill>
                  <a:schemeClr val="tx1"/>
                </a:solidFill>
                <a:effectLst/>
                <a:latin typeface="+mn-lt"/>
                <a:ea typeface="+mn-ea"/>
                <a:cs typeface="+mn-cs"/>
              </a:rPr>
              <a:t> AI </a:t>
            </a:r>
            <a:r>
              <a:rPr lang="en-US" sz="1200" b="1" i="0" kern="1200" dirty="0" err="1">
                <a:solidFill>
                  <a:schemeClr val="tx1"/>
                </a:solidFill>
                <a:effectLst/>
                <a:latin typeface="+mn-lt"/>
                <a:ea typeface="+mn-ea"/>
                <a:cs typeface="+mn-cs"/>
              </a:rPr>
              <a:t>ที่ใช้เวลานาน</a:t>
            </a:r>
            <a:endParaRPr lang="en-US" sz="1200" b="0" i="0" kern="1200" dirty="0">
              <a:solidFill>
                <a:schemeClr val="tx1"/>
              </a:solidFill>
              <a:effectLst/>
              <a:latin typeface="+mn-lt"/>
              <a:ea typeface="+mn-ea"/>
              <a:cs typeface="+mn-cs"/>
            </a:endParaRPr>
          </a:p>
        </p:txBody>
      </p:sp>
      <p:sp>
        <p:nvSpPr>
          <p:cNvPr id="1247205924"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BC796B-60B1-EC1A-87B6-BA28E3526489}"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141</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03042034" name="Slide Image Placeholder 1"/>
          <p:cNvSpPr>
            <a:spLocks noGrp="1" noRot="1" noChangeAspect="1"/>
          </p:cNvSpPr>
          <p:nvPr>
            <p:ph type="sldImg"/>
          </p:nvPr>
        </p:nvSpPr>
        <p:spPr bwMode="auto">
          <a:xfrm>
            <a:off x="217488" y="812800"/>
            <a:ext cx="7124700" cy="4008438"/>
          </a:xfrm>
        </p:spPr>
      </p:sp>
      <p:sp>
        <p:nvSpPr>
          <p:cNvPr id="33490431"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การเตรียมเครื่องของนักพัฒนาให้สามารถสร้างและทดสอบ</a:t>
            </a:r>
            <a:r>
              <a:rPr lang="en-US" sz="1200" b="1" i="0" kern="1200" dirty="0">
                <a:solidFill>
                  <a:schemeClr val="tx1"/>
                </a:solidFill>
                <a:effectLst/>
                <a:latin typeface="+mn-lt"/>
                <a:ea typeface="+mn-ea"/>
                <a:cs typeface="+mn-cs"/>
              </a:rPr>
              <a:t> Azure Functions </a:t>
            </a:r>
            <a:r>
              <a:rPr lang="en-US" sz="1200" b="1" i="0" kern="1200" dirty="0" err="1">
                <a:solidFill>
                  <a:schemeClr val="tx1"/>
                </a:solidFill>
                <a:effectLst/>
                <a:latin typeface="+mn-lt"/>
                <a:ea typeface="+mn-ea"/>
                <a:cs typeface="+mn-cs"/>
              </a:rPr>
              <a:t>บนเครื่องตัวเองก่อนนำขึ้น</a:t>
            </a:r>
            <a:r>
              <a:rPr lang="en-US" sz="1200" b="1" i="0" kern="1200" dirty="0">
                <a:solidFill>
                  <a:schemeClr val="tx1"/>
                </a:solidFill>
                <a:effectLst/>
                <a:latin typeface="+mn-lt"/>
                <a:ea typeface="+mn-ea"/>
                <a:cs typeface="+mn-cs"/>
              </a:rPr>
              <a:t> Azure</a:t>
            </a:r>
            <a:endParaRPr lang="th-TH" sz="1200" b="1"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สิ่งสำคัญที่ต้องมี</a:t>
            </a:r>
            <a:endParaRPr lang="th-TH" sz="1200" b="1"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Core Tools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จำลองสภาพแวดล้อมของ</a:t>
            </a:r>
            <a:r>
              <a:rPr lang="en-US" sz="1200" b="0" i="0" kern="1200" dirty="0">
                <a:solidFill>
                  <a:schemeClr val="tx1"/>
                </a:solidFill>
                <a:effectLst/>
                <a:latin typeface="+mn-lt"/>
                <a:ea typeface="+mn-ea"/>
                <a:cs typeface="+mn-cs"/>
              </a:rPr>
              <a:t> Azure Functions </a:t>
            </a:r>
            <a:r>
              <a:rPr lang="en-US" sz="1200" b="0" i="0" kern="1200" dirty="0" err="1">
                <a:solidFill>
                  <a:schemeClr val="tx1"/>
                </a:solidFill>
                <a:effectLst/>
                <a:latin typeface="+mn-lt"/>
                <a:ea typeface="+mn-ea"/>
                <a:cs typeface="+mn-cs"/>
              </a:rPr>
              <a:t>บนเครื่องเรา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เพื่อรันและทดสอบ</a:t>
            </a:r>
            <a:r>
              <a:rPr lang="en-US" sz="1200" b="0" i="0" kern="1200" dirty="0">
                <a:solidFill>
                  <a:schemeClr val="tx1"/>
                </a:solidFill>
                <a:effectLst/>
                <a:latin typeface="+mn-lt"/>
                <a:ea typeface="+mn-ea"/>
                <a:cs typeface="+mn-cs"/>
              </a:rPr>
              <a:t> Function</a:t>
            </a:r>
          </a:p>
          <a:p>
            <a:pPr lvl="0" fontAlgn="t"/>
            <a:r>
              <a:rPr lang="en-US" sz="1200" b="0" i="0" kern="1200" dirty="0" err="1">
                <a:solidFill>
                  <a:schemeClr val="tx1"/>
                </a:solidFill>
                <a:effectLst/>
                <a:latin typeface="+mn-lt"/>
                <a:ea typeface="+mn-ea"/>
                <a:cs typeface="+mn-cs"/>
              </a:rPr>
              <a:t>สำหรับ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Python v2</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จะใช้ไฟล์</a:t>
            </a:r>
            <a:r>
              <a:rPr lang="en-US" sz="1200" b="0" i="0" kern="1200" dirty="0">
                <a:solidFill>
                  <a:schemeClr val="tx1"/>
                </a:solidFill>
                <a:effectLst/>
                <a:latin typeface="+mn-lt"/>
                <a:ea typeface="+mn-ea"/>
                <a:cs typeface="+mn-cs"/>
              </a:rPr>
              <a:t> function_app.py </a:t>
            </a:r>
            <a:r>
              <a:rPr lang="en-US" sz="1200" b="0" i="0" kern="1200" dirty="0" err="1">
                <a:solidFill>
                  <a:schemeClr val="tx1"/>
                </a:solidFill>
                <a:effectLst/>
                <a:latin typeface="+mn-lt"/>
                <a:ea typeface="+mn-ea"/>
                <a:cs typeface="+mn-cs"/>
              </a:rPr>
              <a:t>เป็นไฟล์หลักในการกำหนด</a:t>
            </a:r>
            <a:r>
              <a:rPr lang="en-US" sz="1200" b="0" i="0" kern="1200" dirty="0">
                <a:solidFill>
                  <a:schemeClr val="tx1"/>
                </a:solidFill>
                <a:effectLst/>
                <a:latin typeface="+mn-lt"/>
                <a:ea typeface="+mn-ea"/>
                <a:cs typeface="+mn-cs"/>
              </a:rPr>
              <a:t> Functions</a:t>
            </a:r>
          </a:p>
          <a:p>
            <a:pPr lvl="0" fontAlgn="t"/>
            <a:r>
              <a:rPr lang="en-US" sz="1200" b="0" i="0" kern="1200" dirty="0" err="1">
                <a:solidFill>
                  <a:schemeClr val="tx1"/>
                </a:solidFill>
                <a:effectLst/>
                <a:latin typeface="+mn-lt"/>
                <a:ea typeface="+mn-ea"/>
                <a:cs typeface="+mn-cs"/>
              </a:rPr>
              <a:t>host.json</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เก็บการตั้งค่าการทำงานของ</a:t>
            </a:r>
            <a:r>
              <a:rPr lang="en-US" sz="1200" b="0" i="0" kern="1200" dirty="0">
                <a:solidFill>
                  <a:schemeClr val="tx1"/>
                </a:solidFill>
                <a:effectLst/>
                <a:latin typeface="+mn-lt"/>
                <a:ea typeface="+mn-ea"/>
                <a:cs typeface="+mn-cs"/>
              </a:rPr>
              <a:t> Functions Runtime</a:t>
            </a:r>
          </a:p>
          <a:p>
            <a:pPr lvl="0" fontAlgn="t"/>
            <a:r>
              <a:rPr lang="en-US" sz="1200" b="0" i="0" kern="1200" dirty="0" err="1">
                <a:solidFill>
                  <a:schemeClr val="tx1"/>
                </a:solidFill>
                <a:effectLst/>
                <a:latin typeface="+mn-lt"/>
                <a:ea typeface="+mn-ea"/>
                <a:cs typeface="+mn-cs"/>
              </a:rPr>
              <a:t>local.settings.json</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เก็บค่าที่ใช้เฉพาะตอนทดสอบในเครื่อง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Connection String </a:t>
            </a:r>
            <a:r>
              <a:rPr lang="en-US" sz="1200" b="0" i="0" kern="1200" dirty="0" err="1">
                <a:solidFill>
                  <a:schemeClr val="tx1"/>
                </a:solidFill>
                <a:effectLst/>
                <a:latin typeface="+mn-lt"/>
                <a:ea typeface="+mn-ea"/>
                <a:cs typeface="+mn-cs"/>
              </a:rPr>
              <a:t>หรือค่าคอนฟิกต่าง</a:t>
            </a:r>
            <a:r>
              <a:rPr lang="en-US" sz="1200" b="0" i="0" kern="1200" dirty="0">
                <a:solidFill>
                  <a:schemeClr val="tx1"/>
                </a:solidFill>
                <a:effectLst/>
                <a:latin typeface="+mn-lt"/>
                <a:ea typeface="+mn-ea"/>
                <a:cs typeface="+mn-cs"/>
              </a:rPr>
              <a:t> ๆ</a:t>
            </a:r>
            <a:endParaRPr lang="th-TH"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ขั้นตอนการพัฒนาในเครื่อง</a:t>
            </a:r>
            <a:endParaRPr lang="en-US" sz="1200" b="1"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Azurite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เพื่อจำลอง</a:t>
            </a:r>
            <a:r>
              <a:rPr lang="en-US" sz="1200" b="0" i="0" kern="1200" dirty="0">
                <a:solidFill>
                  <a:schemeClr val="tx1"/>
                </a:solidFill>
                <a:effectLst/>
                <a:latin typeface="+mn-lt"/>
                <a:ea typeface="+mn-ea"/>
                <a:cs typeface="+mn-cs"/>
              </a:rPr>
              <a:t> Azure Storage </a:t>
            </a:r>
            <a:r>
              <a:rPr lang="en-US" sz="1200" b="0" i="0" kern="1200" dirty="0" err="1">
                <a:solidFill>
                  <a:schemeClr val="tx1"/>
                </a:solidFill>
                <a:effectLst/>
                <a:latin typeface="+mn-lt"/>
                <a:ea typeface="+mn-ea"/>
                <a:cs typeface="+mn-cs"/>
              </a:rPr>
              <a:t>บนเครื่อง</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ใน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VS Code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สามารถกด</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F5</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เพื่อเปิด</a:t>
            </a:r>
            <a:r>
              <a:rPr lang="en-US" sz="1200" b="0" i="0" kern="1200" dirty="0">
                <a:solidFill>
                  <a:schemeClr val="tx1"/>
                </a:solidFill>
                <a:effectLst/>
                <a:latin typeface="+mn-lt"/>
                <a:ea typeface="+mn-ea"/>
                <a:cs typeface="+mn-cs"/>
              </a:rPr>
              <a:t> Core Tools </a:t>
            </a:r>
            <a:r>
              <a:rPr lang="en-US" sz="1200" b="0" i="0" kern="1200" dirty="0" err="1">
                <a:solidFill>
                  <a:schemeClr val="tx1"/>
                </a:solidFill>
                <a:effectLst/>
                <a:latin typeface="+mn-lt"/>
                <a:ea typeface="+mn-ea"/>
                <a:cs typeface="+mn-cs"/>
              </a:rPr>
              <a:t>พร้อม</a:t>
            </a:r>
            <a:r>
              <a:rPr lang="en-US" sz="1200" b="0" i="0" kern="1200" dirty="0">
                <a:solidFill>
                  <a:schemeClr val="tx1"/>
                </a:solidFill>
                <a:effectLst/>
                <a:latin typeface="+mn-lt"/>
                <a:ea typeface="+mn-ea"/>
                <a:cs typeface="+mn-cs"/>
              </a:rPr>
              <a:t> Debugger </a:t>
            </a:r>
            <a:r>
              <a:rPr lang="en-US" sz="1200" b="0" i="0" kern="1200" dirty="0" err="1">
                <a:solidFill>
                  <a:schemeClr val="tx1"/>
                </a:solidFill>
                <a:effectLst/>
                <a:latin typeface="+mn-lt"/>
                <a:ea typeface="+mn-ea"/>
                <a:cs typeface="+mn-cs"/>
              </a:rPr>
              <a:t>และทดสอบ</a:t>
            </a:r>
            <a:r>
              <a:rPr lang="en-US" sz="1200" b="0" i="0" kern="1200" dirty="0">
                <a:solidFill>
                  <a:schemeClr val="tx1"/>
                </a:solidFill>
                <a:effectLst/>
                <a:latin typeface="+mn-lt"/>
                <a:ea typeface="+mn-ea"/>
                <a:cs typeface="+mn-cs"/>
              </a:rPr>
              <a:t> Function</a:t>
            </a:r>
          </a:p>
          <a:p>
            <a:pPr lvl="0" fontAlgn="t"/>
            <a:r>
              <a:rPr lang="en-US" sz="1200" b="0" i="0" kern="1200" dirty="0" err="1">
                <a:solidFill>
                  <a:schemeClr val="tx1"/>
                </a:solidFill>
                <a:effectLst/>
                <a:latin typeface="+mn-lt"/>
                <a:ea typeface="+mn-ea"/>
                <a:cs typeface="+mn-cs"/>
              </a:rPr>
              <a:t>สามารถดึง</a:t>
            </a:r>
            <a:r>
              <a:rPr lang="en-US" sz="1200" b="0" i="0" kern="1200" dirty="0">
                <a:solidFill>
                  <a:schemeClr val="tx1"/>
                </a:solidFill>
                <a:effectLst/>
                <a:latin typeface="+mn-lt"/>
                <a:ea typeface="+mn-ea"/>
                <a:cs typeface="+mn-cs"/>
              </a:rPr>
              <a:t> Application Settings </a:t>
            </a:r>
            <a:r>
              <a:rPr lang="en-US" sz="1200" b="0" i="0" kern="1200" dirty="0" err="1">
                <a:solidFill>
                  <a:schemeClr val="tx1"/>
                </a:solidFill>
                <a:effectLst/>
                <a:latin typeface="+mn-lt"/>
                <a:ea typeface="+mn-ea"/>
                <a:cs typeface="+mn-cs"/>
              </a:rPr>
              <a:t>จาก</a:t>
            </a:r>
            <a:r>
              <a:rPr lang="en-US" sz="1200" b="0" i="0" kern="1200" dirty="0">
                <a:solidFill>
                  <a:schemeClr val="tx1"/>
                </a:solidFill>
                <a:effectLst/>
                <a:latin typeface="+mn-lt"/>
                <a:ea typeface="+mn-ea"/>
                <a:cs typeface="+mn-cs"/>
              </a:rPr>
              <a:t> Azure </a:t>
            </a:r>
            <a:r>
              <a:rPr lang="en-US" sz="1200" b="0" i="0" kern="1200" dirty="0" err="1">
                <a:solidFill>
                  <a:schemeClr val="tx1"/>
                </a:solidFill>
                <a:effectLst/>
                <a:latin typeface="+mn-lt"/>
                <a:ea typeface="+mn-ea"/>
                <a:cs typeface="+mn-cs"/>
              </a:rPr>
              <a:t>มาใช้ในเครื่องได้ด้วยคำสั่ง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func</a:t>
            </a:r>
            <a:r>
              <a:rPr lang="en-US" sz="1200" b="0" i="0" kern="1200" dirty="0">
                <a:solidFill>
                  <a:schemeClr val="tx1"/>
                </a:solidFill>
                <a:effectLst/>
                <a:latin typeface="+mn-lt"/>
                <a:ea typeface="+mn-ea"/>
                <a:cs typeface="+mn-cs"/>
              </a:rPr>
              <a:t> azure </a:t>
            </a:r>
            <a:r>
              <a:rPr lang="en-US" sz="1200" b="0" i="0" kern="1200" dirty="0" err="1">
                <a:solidFill>
                  <a:schemeClr val="tx1"/>
                </a:solidFill>
                <a:effectLst/>
                <a:latin typeface="+mn-lt"/>
                <a:ea typeface="+mn-ea"/>
                <a:cs typeface="+mn-cs"/>
              </a:rPr>
              <a:t>functionapp</a:t>
            </a:r>
            <a:r>
              <a:rPr lang="en-US" sz="1200" b="0" i="0" kern="1200" dirty="0">
                <a:solidFill>
                  <a:schemeClr val="tx1"/>
                </a:solidFill>
                <a:effectLst/>
                <a:latin typeface="+mn-lt"/>
                <a:ea typeface="+mn-ea"/>
                <a:cs typeface="+mn-cs"/>
              </a:rPr>
              <a:t> fetch-app-settings</a:t>
            </a:r>
            <a:endParaRPr lang="th-TH" sz="1200" b="0" i="0" kern="1200" dirty="0">
              <a:solidFill>
                <a:schemeClr val="tx1"/>
              </a:solidFill>
              <a:effectLst/>
              <a:latin typeface="+mn-lt"/>
              <a:ea typeface="+mn-ea"/>
              <a:cs typeface="+mn-cs"/>
            </a:endParaRPr>
          </a:p>
          <a:p>
            <a:pPr lvl="0" fontAlgn="t"/>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Core Tools = </a:t>
            </a:r>
            <a:r>
              <a:rPr lang="en-US" sz="1200" b="1" i="0" kern="1200" dirty="0" err="1">
                <a:solidFill>
                  <a:schemeClr val="tx1"/>
                </a:solidFill>
                <a:effectLst/>
                <a:latin typeface="+mn-lt"/>
                <a:ea typeface="+mn-ea"/>
                <a:cs typeface="+mn-cs"/>
              </a:rPr>
              <a:t>รัน</a:t>
            </a:r>
            <a:r>
              <a:rPr lang="en-US" sz="1200" b="1" i="0" kern="1200" dirty="0">
                <a:solidFill>
                  <a:schemeClr val="tx1"/>
                </a:solidFill>
                <a:effectLst/>
                <a:latin typeface="+mn-lt"/>
                <a:ea typeface="+mn-ea"/>
                <a:cs typeface="+mn-cs"/>
              </a:rPr>
              <a:t> Functions </a:t>
            </a:r>
            <a:r>
              <a:rPr lang="en-US" sz="1200" b="1" i="0" kern="1200" dirty="0" err="1">
                <a:solidFill>
                  <a:schemeClr val="tx1"/>
                </a:solidFill>
                <a:effectLst/>
                <a:latin typeface="+mn-lt"/>
                <a:ea typeface="+mn-ea"/>
                <a:cs typeface="+mn-cs"/>
              </a:rPr>
              <a:t>ในเครื่อง</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Azurite = </a:t>
            </a:r>
            <a:r>
              <a:rPr lang="en-US" sz="1200" b="1" i="0" kern="1200" dirty="0" err="1">
                <a:solidFill>
                  <a:schemeClr val="tx1"/>
                </a:solidFill>
                <a:effectLst/>
                <a:latin typeface="+mn-lt"/>
                <a:ea typeface="+mn-ea"/>
                <a:cs typeface="+mn-cs"/>
              </a:rPr>
              <a:t>จำลอง</a:t>
            </a:r>
            <a:r>
              <a:rPr lang="en-US" sz="1200" b="1" i="0" kern="1200" dirty="0">
                <a:solidFill>
                  <a:schemeClr val="tx1"/>
                </a:solidFill>
                <a:effectLst/>
                <a:latin typeface="+mn-lt"/>
                <a:ea typeface="+mn-ea"/>
                <a:cs typeface="+mn-cs"/>
              </a:rPr>
              <a:t> Azure Storage</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VS Code + F5 = </a:t>
            </a:r>
            <a:r>
              <a:rPr lang="en-US" sz="1200" b="1" i="0" kern="1200" dirty="0" err="1">
                <a:solidFill>
                  <a:schemeClr val="tx1"/>
                </a:solidFill>
                <a:effectLst/>
                <a:latin typeface="+mn-lt"/>
                <a:ea typeface="+mn-ea"/>
                <a:cs typeface="+mn-cs"/>
              </a:rPr>
              <a:t>รันและ</a:t>
            </a:r>
            <a:r>
              <a:rPr lang="en-US" sz="1200" b="1" i="0" kern="1200" dirty="0">
                <a:solidFill>
                  <a:schemeClr val="tx1"/>
                </a:solidFill>
                <a:effectLst/>
                <a:latin typeface="+mn-lt"/>
                <a:ea typeface="+mn-ea"/>
                <a:cs typeface="+mn-cs"/>
              </a:rPr>
              <a:t> Debug</a:t>
            </a:r>
            <a:br>
              <a:rPr lang="en-US" sz="1200" b="0" i="0" kern="1200" dirty="0">
                <a:solidFill>
                  <a:schemeClr val="tx1"/>
                </a:solidFill>
                <a:effectLst/>
                <a:latin typeface="+mn-lt"/>
                <a:ea typeface="+mn-ea"/>
                <a:cs typeface="+mn-cs"/>
              </a:rPr>
            </a:br>
            <a:r>
              <a:rPr lang="en-US" sz="1200" b="1" i="0" kern="1200" dirty="0" err="1">
                <a:solidFill>
                  <a:schemeClr val="tx1"/>
                </a:solidFill>
                <a:effectLst/>
                <a:latin typeface="+mn-lt"/>
                <a:ea typeface="+mn-ea"/>
                <a:cs typeface="+mn-cs"/>
              </a:rPr>
              <a:t>local.settings.json</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การตั้งค่าสำหรับเครื่อง</a:t>
            </a:r>
            <a:r>
              <a:rPr lang="en-US" sz="1200" b="1" i="0" kern="1200" dirty="0">
                <a:solidFill>
                  <a:schemeClr val="tx1"/>
                </a:solidFill>
                <a:effectLst/>
                <a:latin typeface="+mn-lt"/>
                <a:ea typeface="+mn-ea"/>
                <a:cs typeface="+mn-cs"/>
              </a:rPr>
              <a:t> Local</a:t>
            </a:r>
            <a:endParaRPr lang="en-US" sz="1200" b="0" i="0" kern="1200" dirty="0">
              <a:solidFill>
                <a:schemeClr val="tx1"/>
              </a:solidFill>
              <a:effectLst/>
              <a:latin typeface="+mn-lt"/>
              <a:ea typeface="+mn-ea"/>
              <a:cs typeface="+mn-cs"/>
            </a:endParaRPr>
          </a:p>
          <a:p>
            <a:pPr lvl="0" fontAlgn="t"/>
            <a:endParaRPr lang="th-TH"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จุดประสงค์คือให้นักพัฒนาสามารถ</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พัฒนา</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ทดสอบ</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Debug Azure Functions </a:t>
            </a:r>
            <a:r>
              <a:rPr lang="en-US" sz="1200" b="1" i="0" kern="1200" dirty="0" err="1">
                <a:solidFill>
                  <a:schemeClr val="tx1"/>
                </a:solidFill>
                <a:effectLst/>
                <a:latin typeface="+mn-lt"/>
                <a:ea typeface="+mn-ea"/>
                <a:cs typeface="+mn-cs"/>
              </a:rPr>
              <a:t>บนเครื่องตัวเอง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ก่อนนำ</a:t>
            </a:r>
            <a:r>
              <a:rPr lang="en-US" sz="1200" b="0" i="0" kern="1200" dirty="0">
                <a:solidFill>
                  <a:schemeClr val="tx1"/>
                </a:solidFill>
                <a:effectLst/>
                <a:latin typeface="+mn-lt"/>
                <a:ea typeface="+mn-ea"/>
                <a:cs typeface="+mn-cs"/>
              </a:rPr>
              <a:t> Function </a:t>
            </a:r>
            <a:r>
              <a:rPr lang="en-US" sz="1200" b="0" i="0" kern="1200" dirty="0" err="1">
                <a:solidFill>
                  <a:schemeClr val="tx1"/>
                </a:solidFill>
                <a:effectLst/>
                <a:latin typeface="+mn-lt"/>
                <a:ea typeface="+mn-ea"/>
                <a:cs typeface="+mn-cs"/>
              </a:rPr>
              <a:t>ไปใช้งานจริงบน</a:t>
            </a:r>
            <a:r>
              <a:rPr lang="en-US" sz="1200" b="0" i="0" kern="1200" dirty="0">
                <a:solidFill>
                  <a:schemeClr val="tx1"/>
                </a:solidFill>
                <a:effectLst/>
                <a:latin typeface="+mn-lt"/>
                <a:ea typeface="+mn-ea"/>
                <a:cs typeface="+mn-cs"/>
              </a:rPr>
              <a:t> Azure </a:t>
            </a:r>
          </a:p>
          <a:p>
            <a:pPr lvl="0" fontAlgn="t"/>
            <a:endParaRPr lang="en-US" sz="1200" b="0" i="0" kern="1200" dirty="0">
              <a:solidFill>
                <a:schemeClr val="tx1"/>
              </a:solidFill>
              <a:effectLst/>
              <a:latin typeface="+mn-lt"/>
              <a:ea typeface="+mn-ea"/>
              <a:cs typeface="+mn-cs"/>
            </a:endParaRPr>
          </a:p>
        </p:txBody>
      </p:sp>
      <p:sp>
        <p:nvSpPr>
          <p:cNvPr id="1070884350"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142</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83399973" name="Slide Image Placeholder 1"/>
          <p:cNvSpPr>
            <a:spLocks noGrp="1" noRot="1" noChangeAspect="1"/>
          </p:cNvSpPr>
          <p:nvPr>
            <p:ph type="sldImg"/>
          </p:nvPr>
        </p:nvSpPr>
        <p:spPr bwMode="auto">
          <a:xfrm>
            <a:off x="217488" y="812800"/>
            <a:ext cx="7124700" cy="4008438"/>
          </a:xfrm>
        </p:spPr>
      </p:sp>
      <p:sp>
        <p:nvSpPr>
          <p:cNvPr id="11261320" name="Notes Placeholder 2"/>
          <p:cNvSpPr>
            <a:spLocks noGrp="1"/>
          </p:cNvSpPr>
          <p:nvPr>
            <p:ph type="body" idx="1"/>
          </p:nvPr>
        </p:nvSpPr>
        <p:spPr bwMode="auto"/>
        <p:txBody>
          <a:bodyPr/>
          <a:lstStyle/>
          <a:p>
            <a:pPr fontAlgn="t"/>
            <a:r>
              <a:rPr lang="en-US" sz="1200" b="1" i="0" kern="1200" dirty="0">
                <a:solidFill>
                  <a:schemeClr val="tx1"/>
                </a:solidFill>
                <a:effectLst/>
                <a:latin typeface="+mn-lt"/>
                <a:ea typeface="+mn-ea"/>
                <a:cs typeface="+mn-cs"/>
              </a:rPr>
              <a:t>2 </a:t>
            </a:r>
            <a:r>
              <a:rPr lang="en-US" sz="1200" b="1" i="0" kern="1200" dirty="0" err="1">
                <a:solidFill>
                  <a:schemeClr val="tx1"/>
                </a:solidFill>
                <a:effectLst/>
                <a:latin typeface="+mn-lt"/>
                <a:ea typeface="+mn-ea"/>
                <a:cs typeface="+mn-cs"/>
              </a:rPr>
              <a:t>วิธีหลักที่</a:t>
            </a:r>
            <a:r>
              <a:rPr lang="en-US" sz="1200" b="1" i="0" kern="1200" dirty="0">
                <a:solidFill>
                  <a:schemeClr val="tx1"/>
                </a:solidFill>
                <a:effectLst/>
                <a:latin typeface="+mn-lt"/>
                <a:ea typeface="+mn-ea"/>
                <a:cs typeface="+mn-cs"/>
              </a:rPr>
              <a:t> Azure Functions </a:t>
            </a:r>
            <a:r>
              <a:rPr lang="en-US" sz="1200" b="1" i="0" kern="1200" dirty="0" err="1">
                <a:solidFill>
                  <a:schemeClr val="tx1"/>
                </a:solidFill>
                <a:effectLst/>
                <a:latin typeface="+mn-lt"/>
                <a:ea typeface="+mn-ea"/>
                <a:cs typeface="+mn-cs"/>
              </a:rPr>
              <a:t>ใช้รับงาน</a:t>
            </a:r>
            <a:r>
              <a:rPr lang="en-US" sz="1200" b="1" i="0" kern="1200" dirty="0">
                <a:solidFill>
                  <a:schemeClr val="tx1"/>
                </a:solidFill>
                <a:effectLst/>
                <a:latin typeface="+mn-lt"/>
                <a:ea typeface="+mn-ea"/>
                <a:cs typeface="+mn-cs"/>
              </a:rPr>
              <a:t> AI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คือ</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รับ</a:t>
            </a:r>
            <a:r>
              <a:rPr lang="en-US" sz="1200" b="0" i="0" kern="1200" dirty="0">
                <a:solidFill>
                  <a:schemeClr val="tx1"/>
                </a:solidFill>
                <a:effectLst/>
                <a:latin typeface="+mn-lt"/>
                <a:ea typeface="+mn-ea"/>
                <a:cs typeface="+mn-cs"/>
              </a:rPr>
              <a:t> Request </a:t>
            </a:r>
            <a:r>
              <a:rPr lang="en-US" sz="1200" b="0" i="0" kern="1200" dirty="0" err="1">
                <a:solidFill>
                  <a:schemeClr val="tx1"/>
                </a:solidFill>
                <a:effectLst/>
                <a:latin typeface="+mn-lt"/>
                <a:ea typeface="+mn-ea"/>
                <a:cs typeface="+mn-cs"/>
              </a:rPr>
              <a:t>โดยตรงผ่าน</a:t>
            </a:r>
            <a:r>
              <a:rPr lang="en-US" sz="1200" b="0" i="0" kern="1200" dirty="0">
                <a:solidFill>
                  <a:schemeClr val="tx1"/>
                </a:solidFill>
                <a:effectLst/>
                <a:latin typeface="+mn-lt"/>
                <a:ea typeface="+mn-ea"/>
                <a:cs typeface="+mn-cs"/>
              </a:rPr>
              <a:t> HTTP </a:t>
            </a:r>
            <a:r>
              <a:rPr lang="en-US" sz="1200" b="0" i="0" kern="1200" dirty="0" err="1">
                <a:solidFill>
                  <a:schemeClr val="tx1"/>
                </a:solidFill>
                <a:effectLst/>
                <a:latin typeface="+mn-lt"/>
                <a:ea typeface="+mn-ea"/>
                <a:cs typeface="+mn-cs"/>
              </a:rPr>
              <a:t>และรับงานจากคิวผ่าน</a:t>
            </a:r>
            <a:r>
              <a:rPr lang="en-US" sz="1200" b="0" i="0" kern="1200" dirty="0">
                <a:solidFill>
                  <a:schemeClr val="tx1"/>
                </a:solidFill>
                <a:effectLst/>
                <a:latin typeface="+mn-lt"/>
                <a:ea typeface="+mn-ea"/>
                <a:cs typeface="+mn-cs"/>
              </a:rPr>
              <a:t> Service Bus</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HTTP Trigger = “</a:t>
            </a:r>
            <a:r>
              <a:rPr lang="en-US" sz="1200" b="1" i="0" kern="1200" dirty="0" err="1">
                <a:solidFill>
                  <a:schemeClr val="tx1"/>
                </a:solidFill>
                <a:effectLst/>
                <a:latin typeface="+mn-lt"/>
                <a:ea typeface="+mn-ea"/>
                <a:cs typeface="+mn-cs"/>
              </a:rPr>
              <a:t>เรียกแล้วทำทันที</a:t>
            </a:r>
            <a:r>
              <a:rPr lang="en-US" sz="1200" b="1" i="0" kern="1200" dirty="0">
                <a:solidFill>
                  <a:schemeClr val="tx1"/>
                </a:solidFill>
                <a:effectLst/>
                <a:latin typeface="+mn-lt"/>
                <a:ea typeface="+mn-ea"/>
                <a:cs typeface="+mn-cs"/>
              </a:rPr>
              <a:t>”</a:t>
            </a:r>
          </a:p>
          <a:p>
            <a:pPr fontAlgn="t"/>
            <a:r>
              <a:rPr lang="en-US" sz="1200" b="0" i="0" kern="1200" dirty="0" err="1">
                <a:solidFill>
                  <a:schemeClr val="tx1"/>
                </a:solidFill>
                <a:effectLst/>
                <a:latin typeface="+mn-lt"/>
                <a:ea typeface="+mn-ea"/>
                <a:cs typeface="+mn-cs"/>
              </a:rPr>
              <a:t>เมื่อ</a:t>
            </a:r>
            <a:r>
              <a:rPr lang="en-US" sz="1200" b="0" i="0" kern="1200" dirty="0">
                <a:solidFill>
                  <a:schemeClr val="tx1"/>
                </a:solidFill>
                <a:effectLst/>
                <a:latin typeface="+mn-lt"/>
                <a:ea typeface="+mn-ea"/>
                <a:cs typeface="+mn-cs"/>
              </a:rPr>
              <a:t> Application </a:t>
            </a:r>
            <a:r>
              <a:rPr lang="en-US" sz="1200" b="0" i="0" kern="1200" dirty="0" err="1">
                <a:solidFill>
                  <a:schemeClr val="tx1"/>
                </a:solidFill>
                <a:effectLst/>
                <a:latin typeface="+mn-lt"/>
                <a:ea typeface="+mn-ea"/>
                <a:cs typeface="+mn-cs"/>
              </a:rPr>
              <a:t>ส่ง</a:t>
            </a:r>
            <a:r>
              <a:rPr lang="en-US" sz="1200" b="0" i="0" kern="1200" dirty="0">
                <a:solidFill>
                  <a:schemeClr val="tx1"/>
                </a:solidFill>
                <a:effectLst/>
                <a:latin typeface="+mn-lt"/>
                <a:ea typeface="+mn-ea"/>
                <a:cs typeface="+mn-cs"/>
              </a:rPr>
              <a:t> Request </a:t>
            </a:r>
            <a:r>
              <a:rPr lang="en-US" sz="1200" b="0" i="0" kern="1200" dirty="0" err="1">
                <a:solidFill>
                  <a:schemeClr val="tx1"/>
                </a:solidFill>
                <a:effectLst/>
                <a:latin typeface="+mn-lt"/>
                <a:ea typeface="+mn-ea"/>
                <a:cs typeface="+mn-cs"/>
              </a:rPr>
              <a:t>เข้ามา</a:t>
            </a:r>
            <a:r>
              <a:rPr lang="en-US" sz="1200" b="0" i="0" kern="1200" dirty="0">
                <a:solidFill>
                  <a:schemeClr val="tx1"/>
                </a:solidFill>
                <a:effectLst/>
                <a:latin typeface="+mn-lt"/>
                <a:ea typeface="+mn-ea"/>
                <a:cs typeface="+mn-cs"/>
              </a:rPr>
              <a:t> Azure Function </a:t>
            </a:r>
            <a:r>
              <a:rPr lang="en-US" sz="1200" b="0" i="0" kern="1200" dirty="0" err="1">
                <a:solidFill>
                  <a:schemeClr val="tx1"/>
                </a:solidFill>
                <a:effectLst/>
                <a:latin typeface="+mn-lt"/>
                <a:ea typeface="+mn-ea"/>
                <a:cs typeface="+mn-cs"/>
              </a:rPr>
              <a:t>จะเริ่มทำงาน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ประมวลผล</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ส่งผลลัพธ์กลับไปยังผู้เรียกโดยตรง</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ตัวอย่างในสไลด์</a:t>
            </a:r>
            <a:r>
              <a:rPr lang="en-US" sz="1200" b="0" i="0" kern="1200" dirty="0">
                <a:solidFill>
                  <a:schemeClr val="tx1"/>
                </a:solidFill>
                <a:effectLst/>
                <a:latin typeface="+mn-lt"/>
                <a:ea typeface="+mn-ea"/>
                <a:cs typeface="+mn-cs"/>
              </a:rPr>
              <a:t>:</a:t>
            </a:r>
          </a:p>
          <a:p>
            <a:pPr fontAlgn="t"/>
            <a:r>
              <a:rPr lang="en-US" sz="1200" b="0" i="0" kern="1200" dirty="0" err="1">
                <a:solidFill>
                  <a:schemeClr val="tx1"/>
                </a:solidFill>
                <a:effectLst/>
                <a:latin typeface="+mn-lt"/>
                <a:ea typeface="+mn-ea"/>
                <a:cs typeface="+mn-cs"/>
              </a:rPr>
              <a:t>ส่งข้อความ</a:t>
            </a:r>
            <a:r>
              <a:rPr lang="en-US" sz="1200" b="0" i="0" kern="1200" dirty="0">
                <a:solidFill>
                  <a:schemeClr val="tx1"/>
                </a:solidFill>
                <a:effectLst/>
                <a:latin typeface="+mn-lt"/>
                <a:ea typeface="+mn-ea"/>
                <a:cs typeface="+mn-cs"/>
              </a:rPr>
              <a:t> → Function </a:t>
            </a:r>
            <a:r>
              <a:rPr lang="en-US" sz="1200" b="0" i="0" kern="1200" dirty="0" err="1">
                <a:solidFill>
                  <a:schemeClr val="tx1"/>
                </a:solidFill>
                <a:effectLst/>
                <a:latin typeface="+mn-lt"/>
                <a:ea typeface="+mn-ea"/>
                <a:cs typeface="+mn-cs"/>
              </a:rPr>
              <a:t>ทำ</a:t>
            </a:r>
            <a:r>
              <a:rPr lang="en-US" sz="1200" b="0" i="0" kern="1200" dirty="0">
                <a:solidFill>
                  <a:schemeClr val="tx1"/>
                </a:solidFill>
                <a:effectLst/>
                <a:latin typeface="+mn-lt"/>
                <a:ea typeface="+mn-ea"/>
                <a:cs typeface="+mn-cs"/>
              </a:rPr>
              <a:t> Classification → </a:t>
            </a:r>
            <a:r>
              <a:rPr lang="en-US" sz="1200" b="0" i="0" kern="1200" dirty="0" err="1">
                <a:solidFill>
                  <a:schemeClr val="tx1"/>
                </a:solidFill>
                <a:effectLst/>
                <a:latin typeface="+mn-lt"/>
                <a:ea typeface="+mn-ea"/>
                <a:cs typeface="+mn-cs"/>
              </a:rPr>
              <a:t>ตอบกลับว่าอยู่ใน</a:t>
            </a:r>
            <a:r>
              <a:rPr lang="en-US" sz="1200" b="0" i="0" kern="1200" dirty="0">
                <a:solidFill>
                  <a:schemeClr val="tx1"/>
                </a:solidFill>
                <a:effectLst/>
                <a:latin typeface="+mn-lt"/>
                <a:ea typeface="+mn-ea"/>
                <a:cs typeface="+mn-cs"/>
              </a:rPr>
              <a:t> Category </a:t>
            </a:r>
            <a:r>
              <a:rPr lang="en-US" sz="1200" b="0" i="0" kern="1200" dirty="0" err="1">
                <a:solidFill>
                  <a:schemeClr val="tx1"/>
                </a:solidFill>
                <a:effectLst/>
                <a:latin typeface="+mn-lt"/>
                <a:ea typeface="+mn-ea"/>
                <a:cs typeface="+mn-cs"/>
              </a:rPr>
              <a:t>ใด</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ข้อควรรู้คือ</a:t>
            </a:r>
            <a:r>
              <a:rPr lang="en-US" sz="1200" b="0" i="0" kern="1200" dirty="0">
                <a:solidFill>
                  <a:schemeClr val="tx1"/>
                </a:solidFill>
                <a:effectLst/>
                <a:latin typeface="+mn-lt"/>
                <a:ea typeface="+mn-ea"/>
                <a:cs typeface="+mn-cs"/>
              </a:rPr>
              <a:t> HTTP Trigger </a:t>
            </a:r>
            <a:r>
              <a:rPr lang="en-US" sz="1200" b="0" i="0" kern="1200" dirty="0" err="1">
                <a:solidFill>
                  <a:schemeClr val="tx1"/>
                </a:solidFill>
                <a:effectLst/>
                <a:latin typeface="+mn-lt"/>
                <a:ea typeface="+mn-ea"/>
                <a:cs typeface="+mn-cs"/>
              </a:rPr>
              <a:t>มีข้อจำกัดจาก</a:t>
            </a:r>
            <a:r>
              <a:rPr lang="en-US" sz="1200" b="0" i="0" kern="1200" dirty="0">
                <a:solidFill>
                  <a:schemeClr val="tx1"/>
                </a:solidFill>
                <a:effectLst/>
                <a:latin typeface="+mn-lt"/>
                <a:ea typeface="+mn-ea"/>
                <a:cs typeface="+mn-cs"/>
              </a:rPr>
              <a:t> Azure Load Balancer </a:t>
            </a:r>
            <a:r>
              <a:rPr lang="en-US" sz="1200" b="0" i="0" kern="1200" dirty="0" err="1">
                <a:solidFill>
                  <a:schemeClr val="tx1"/>
                </a:solidFill>
                <a:effectLst/>
                <a:latin typeface="+mn-lt"/>
                <a:ea typeface="+mn-ea"/>
                <a:cs typeface="+mn-cs"/>
              </a:rPr>
              <a:t>ที่</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230 </a:t>
            </a:r>
            <a:r>
              <a:rPr lang="en-US" sz="1200" b="1" i="0" kern="1200" dirty="0" err="1">
                <a:solidFill>
                  <a:schemeClr val="tx1"/>
                </a:solidFill>
                <a:effectLst/>
                <a:latin typeface="+mn-lt"/>
                <a:ea typeface="+mn-ea"/>
                <a:cs typeface="+mn-cs"/>
              </a:rPr>
              <a:t>วินาที</a:t>
            </a:r>
            <a:endParaRPr lang="th-TH" sz="1200" b="1"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Service Bus Trigger = “</a:t>
            </a:r>
            <a:r>
              <a:rPr lang="en-US" sz="1200" b="1" i="0" kern="1200" dirty="0" err="1">
                <a:solidFill>
                  <a:schemeClr val="tx1"/>
                </a:solidFill>
                <a:effectLst/>
                <a:latin typeface="+mn-lt"/>
                <a:ea typeface="+mn-ea"/>
                <a:cs typeface="+mn-cs"/>
              </a:rPr>
              <a:t>มีงานเข้าคิวแล้วค่อยทำ</a:t>
            </a:r>
            <a:r>
              <a:rPr lang="en-US" sz="1200" b="1" i="0" kern="1200" dirty="0">
                <a:solidFill>
                  <a:schemeClr val="tx1"/>
                </a:solidFill>
                <a:effectLst/>
                <a:latin typeface="+mn-lt"/>
                <a:ea typeface="+mn-ea"/>
                <a:cs typeface="+mn-cs"/>
              </a:rPr>
              <a:t>”</a:t>
            </a:r>
          </a:p>
          <a:p>
            <a:pPr fontAlgn="t"/>
            <a:r>
              <a:rPr lang="en-US" sz="1200" b="0" i="0" kern="1200" dirty="0" err="1">
                <a:solidFill>
                  <a:schemeClr val="tx1"/>
                </a:solidFill>
                <a:effectLst/>
                <a:latin typeface="+mn-lt"/>
                <a:ea typeface="+mn-ea"/>
                <a:cs typeface="+mn-cs"/>
              </a:rPr>
              <a:t>ใช้สำหรับงานที่ถูกส่งเข้า</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Service Bus Queue</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เมื่อมี</a:t>
            </a:r>
            <a:r>
              <a:rPr lang="en-US" sz="1200" b="0" i="0" kern="1200" dirty="0">
                <a:solidFill>
                  <a:schemeClr val="tx1"/>
                </a:solidFill>
                <a:effectLst/>
                <a:latin typeface="+mn-lt"/>
                <a:ea typeface="+mn-ea"/>
                <a:cs typeface="+mn-cs"/>
              </a:rPr>
              <a:t> Message </a:t>
            </a:r>
            <a:r>
              <a:rPr lang="en-US" sz="1200" b="0" i="0" kern="1200" dirty="0" err="1">
                <a:solidFill>
                  <a:schemeClr val="tx1"/>
                </a:solidFill>
                <a:effectLst/>
                <a:latin typeface="+mn-lt"/>
                <a:ea typeface="+mn-ea"/>
                <a:cs typeface="+mn-cs"/>
              </a:rPr>
              <a:t>ใน</a:t>
            </a:r>
            <a:r>
              <a:rPr lang="en-US" sz="1200" b="0" i="0" kern="1200" dirty="0">
                <a:solidFill>
                  <a:schemeClr val="tx1"/>
                </a:solidFill>
                <a:effectLst/>
                <a:latin typeface="+mn-lt"/>
                <a:ea typeface="+mn-ea"/>
                <a:cs typeface="+mn-cs"/>
              </a:rPr>
              <a:t> Queue → Function </a:t>
            </a:r>
            <a:r>
              <a:rPr lang="en-US" sz="1200" b="0" i="0" kern="1200" dirty="0" err="1">
                <a:solidFill>
                  <a:schemeClr val="tx1"/>
                </a:solidFill>
                <a:effectLst/>
                <a:latin typeface="+mn-lt"/>
                <a:ea typeface="+mn-ea"/>
                <a:cs typeface="+mn-cs"/>
              </a:rPr>
              <a:t>ถูก</a:t>
            </a:r>
            <a:r>
              <a:rPr lang="en-US" sz="1200" b="0" i="0" kern="1200" dirty="0">
                <a:solidFill>
                  <a:schemeClr val="tx1"/>
                </a:solidFill>
                <a:effectLst/>
                <a:latin typeface="+mn-lt"/>
                <a:ea typeface="+mn-ea"/>
                <a:cs typeface="+mn-cs"/>
              </a:rPr>
              <a:t> Trigger </a:t>
            </a:r>
            <a:r>
              <a:rPr lang="en-US" sz="1200" b="0" i="0" kern="1200" dirty="0" err="1">
                <a:solidFill>
                  <a:schemeClr val="tx1"/>
                </a:solidFill>
                <a:effectLst/>
                <a:latin typeface="+mn-lt"/>
                <a:ea typeface="+mn-ea"/>
                <a:cs typeface="+mn-cs"/>
              </a:rPr>
              <a:t>ให้ทำงาน</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สามารถกำหนด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maxConcurrentCalls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เพื่อควบคุมจำนวนงานที่ประมวลผลพร้อมกันต่อ</a:t>
            </a:r>
            <a:r>
              <a:rPr lang="en-US" sz="1200" b="0" i="0" kern="1200" dirty="0">
                <a:solidFill>
                  <a:schemeClr val="tx1"/>
                </a:solidFill>
                <a:effectLst/>
                <a:latin typeface="+mn-lt"/>
                <a:ea typeface="+mn-ea"/>
                <a:cs typeface="+mn-cs"/>
              </a:rPr>
              <a:t> Instance</a:t>
            </a:r>
          </a:p>
          <a:p>
            <a:pPr lvl="0" fontAlgn="t"/>
            <a:r>
              <a:rPr lang="en-US" sz="1200" b="0" i="0" kern="1200" dirty="0" err="1">
                <a:solidFill>
                  <a:schemeClr val="tx1"/>
                </a:solidFill>
                <a:effectLst/>
                <a:latin typeface="+mn-lt"/>
                <a:ea typeface="+mn-ea"/>
                <a:cs typeface="+mn-cs"/>
              </a:rPr>
              <a:t>ถ้า</a:t>
            </a:r>
            <a:r>
              <a:rPr lang="en-US" sz="1200" b="0" i="0" kern="1200" dirty="0">
                <a:solidFill>
                  <a:schemeClr val="tx1"/>
                </a:solidFill>
                <a:effectLst/>
                <a:latin typeface="+mn-lt"/>
                <a:ea typeface="+mn-ea"/>
                <a:cs typeface="+mn-cs"/>
              </a:rPr>
              <a:t> Message </a:t>
            </a:r>
            <a:r>
              <a:rPr lang="en-US" sz="1200" b="0" i="0" kern="1200" dirty="0" err="1">
                <a:solidFill>
                  <a:schemeClr val="tx1"/>
                </a:solidFill>
                <a:effectLst/>
                <a:latin typeface="+mn-lt"/>
                <a:ea typeface="+mn-ea"/>
                <a:cs typeface="+mn-cs"/>
              </a:rPr>
              <a:t>ล้มเหลวซ้ำ</a:t>
            </a:r>
            <a:r>
              <a:rPr lang="en-US" sz="1200" b="0" i="0" kern="1200" dirty="0">
                <a:solidFill>
                  <a:schemeClr val="tx1"/>
                </a:solidFill>
                <a:effectLst/>
                <a:latin typeface="+mn-lt"/>
                <a:ea typeface="+mn-ea"/>
                <a:cs typeface="+mn-cs"/>
              </a:rPr>
              <a:t> ๆ </a:t>
            </a:r>
            <a:r>
              <a:rPr lang="en-US" sz="1200" b="0" i="0" kern="1200" dirty="0" err="1">
                <a:solidFill>
                  <a:schemeClr val="tx1"/>
                </a:solidFill>
                <a:effectLst/>
                <a:latin typeface="+mn-lt"/>
                <a:ea typeface="+mn-ea"/>
                <a:cs typeface="+mn-cs"/>
              </a:rPr>
              <a:t>สามารถถูกส่งไปยัง</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Dead-letter queue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เพื่อแยกไว้จัดการ</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เหมาะกับงานแบบ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Batch </a:t>
            </a:r>
            <a:r>
              <a:rPr lang="en-US" sz="1200" b="1" i="0" kern="1200" dirty="0" err="1">
                <a:solidFill>
                  <a:schemeClr val="tx1"/>
                </a:solidFill>
                <a:effectLst/>
                <a:latin typeface="+mn-lt"/>
                <a:ea typeface="+mn-ea"/>
                <a:cs typeface="+mn-cs"/>
              </a:rPr>
              <a:t>หรือ</a:t>
            </a:r>
            <a:r>
              <a:rPr lang="en-US" sz="1200" b="1" i="0" kern="1200" dirty="0">
                <a:solidFill>
                  <a:schemeClr val="tx1"/>
                </a:solidFill>
                <a:effectLst/>
                <a:latin typeface="+mn-lt"/>
                <a:ea typeface="+mn-ea"/>
                <a:cs typeface="+mn-cs"/>
              </a:rPr>
              <a:t> Background Processing</a:t>
            </a:r>
            <a:endParaRPr lang="th-TH" sz="1200" b="1"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HTTP Trigger = </a:t>
            </a:r>
            <a:r>
              <a:rPr lang="en-US" sz="1200" b="1" i="0" kern="1200" dirty="0" err="1">
                <a:solidFill>
                  <a:schemeClr val="tx1"/>
                </a:solidFill>
                <a:effectLst/>
                <a:latin typeface="+mn-lt"/>
                <a:ea typeface="+mn-ea"/>
                <a:cs typeface="+mn-cs"/>
              </a:rPr>
              <a:t>ลูกค้ามาที่เคาน์เตอร์</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ทำงาน</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รอรับคำตอบ</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Service Bus Trigger = </a:t>
            </a:r>
            <a:r>
              <a:rPr lang="en-US" sz="1200" b="1" i="0" kern="1200" dirty="0" err="1">
                <a:solidFill>
                  <a:schemeClr val="tx1"/>
                </a:solidFill>
                <a:effectLst/>
                <a:latin typeface="+mn-lt"/>
                <a:ea typeface="+mn-ea"/>
                <a:cs typeface="+mn-cs"/>
              </a:rPr>
              <a:t>ฝากใบงานไว้ในกล่อง</a:t>
            </a:r>
            <a:r>
              <a:rPr lang="en-US" sz="1200" b="1" i="0" kern="1200" dirty="0">
                <a:solidFill>
                  <a:schemeClr val="tx1"/>
                </a:solidFill>
                <a:effectLst/>
                <a:latin typeface="+mn-lt"/>
                <a:ea typeface="+mn-ea"/>
                <a:cs typeface="+mn-cs"/>
              </a:rPr>
              <a:t> → Worker </a:t>
            </a:r>
            <a:r>
              <a:rPr lang="en-US" sz="1200" b="1" i="0" kern="1200" dirty="0" err="1">
                <a:solidFill>
                  <a:schemeClr val="tx1"/>
                </a:solidFill>
                <a:effectLst/>
                <a:latin typeface="+mn-lt"/>
                <a:ea typeface="+mn-ea"/>
                <a:cs typeface="+mn-cs"/>
              </a:rPr>
              <a:t>ค่อยหยิบไปทำ</a:t>
            </a:r>
            <a:endParaRPr lang="th-TH" sz="1200" b="1"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ถ้าต้องการ</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รับคำขอและตอบกลับโดยตรง</a:t>
            </a:r>
            <a:r>
              <a:rPr lang="en-US" sz="1200" b="1" i="0" kern="1200" dirty="0">
                <a:solidFill>
                  <a:schemeClr val="tx1"/>
                </a:solidFill>
                <a:effectLst/>
                <a:latin typeface="+mn-lt"/>
                <a:ea typeface="+mn-ea"/>
                <a:cs typeface="+mn-cs"/>
              </a:rPr>
              <a:t> → HTTP Trigger</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ถ้าต้องการ</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พักงานไว้ใน</a:t>
            </a:r>
            <a:r>
              <a:rPr lang="en-US" sz="1200" b="1" i="0" kern="1200" dirty="0">
                <a:solidFill>
                  <a:schemeClr val="tx1"/>
                </a:solidFill>
                <a:effectLst/>
                <a:latin typeface="+mn-lt"/>
                <a:ea typeface="+mn-ea"/>
                <a:cs typeface="+mn-cs"/>
              </a:rPr>
              <a:t> Queue </a:t>
            </a:r>
            <a:r>
              <a:rPr lang="en-US" sz="1200" b="1" i="0" kern="1200" dirty="0" err="1">
                <a:solidFill>
                  <a:schemeClr val="tx1"/>
                </a:solidFill>
                <a:effectLst/>
                <a:latin typeface="+mn-lt"/>
                <a:ea typeface="+mn-ea"/>
                <a:cs typeface="+mn-cs"/>
              </a:rPr>
              <a:t>แล้วประมวลผลเบื้องหลัง</a:t>
            </a:r>
            <a:r>
              <a:rPr lang="en-US" sz="1200" b="1" i="0" kern="1200" dirty="0">
                <a:solidFill>
                  <a:schemeClr val="tx1"/>
                </a:solidFill>
                <a:effectLst/>
                <a:latin typeface="+mn-lt"/>
                <a:ea typeface="+mn-ea"/>
                <a:cs typeface="+mn-cs"/>
              </a:rPr>
              <a:t> → Service Bus Trigger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ครับ</a:t>
            </a:r>
            <a:endParaRPr lang="en-US" sz="1200" b="0" i="0" kern="1200" dirty="0">
              <a:solidFill>
                <a:schemeClr val="tx1"/>
              </a:solidFill>
              <a:effectLst/>
              <a:latin typeface="+mn-lt"/>
              <a:ea typeface="+mn-ea"/>
              <a:cs typeface="+mn-cs"/>
            </a:endParaRPr>
          </a:p>
        </p:txBody>
      </p:sp>
      <p:sp>
        <p:nvSpPr>
          <p:cNvPr id="1363495490"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59E423-A47E-586E-FBF1-2B304E084B05}"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143</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72958748" name="Slide Image Placeholder 1"/>
          <p:cNvSpPr>
            <a:spLocks noGrp="1" noRot="1" noChangeAspect="1"/>
          </p:cNvSpPr>
          <p:nvPr>
            <p:ph type="sldImg"/>
          </p:nvPr>
        </p:nvSpPr>
        <p:spPr bwMode="auto">
          <a:xfrm>
            <a:off x="217488" y="812800"/>
            <a:ext cx="7124700" cy="4008438"/>
          </a:xfrm>
        </p:spPr>
      </p:sp>
      <p:sp>
        <p:nvSpPr>
          <p:cNvPr id="513712536"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วิธีให้</a:t>
            </a:r>
            <a:r>
              <a:rPr lang="en-US" sz="1200" b="1" i="0" kern="1200" dirty="0">
                <a:solidFill>
                  <a:schemeClr val="tx1"/>
                </a:solidFill>
                <a:effectLst/>
                <a:latin typeface="+mn-lt"/>
                <a:ea typeface="+mn-ea"/>
                <a:cs typeface="+mn-cs"/>
              </a:rPr>
              <a:t> Azure Functions </a:t>
            </a:r>
            <a:r>
              <a:rPr lang="en-US" sz="1200" b="1" i="0" kern="1200" dirty="0" err="1">
                <a:solidFill>
                  <a:schemeClr val="tx1"/>
                </a:solidFill>
                <a:effectLst/>
                <a:latin typeface="+mn-lt"/>
                <a:ea typeface="+mn-ea"/>
                <a:cs typeface="+mn-cs"/>
              </a:rPr>
              <a:t>ส่งผลลัพธ์ไปยังบริการอื่นโดยอัตโนมัติ</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รวมถึงกรณีที่ต้องเรียกบริการ</a:t>
            </a:r>
            <a:r>
              <a:rPr lang="en-US" sz="1200" b="0" i="0" kern="1200" dirty="0">
                <a:solidFill>
                  <a:schemeClr val="tx1"/>
                </a:solidFill>
                <a:effectLst/>
                <a:latin typeface="+mn-lt"/>
                <a:ea typeface="+mn-ea"/>
                <a:cs typeface="+mn-cs"/>
              </a:rPr>
              <a:t> AI </a:t>
            </a:r>
            <a:r>
              <a:rPr lang="en-US" sz="1200" b="0" i="0" kern="1200" dirty="0" err="1">
                <a:solidFill>
                  <a:schemeClr val="tx1"/>
                </a:solidFill>
                <a:effectLst/>
                <a:latin typeface="+mn-lt"/>
                <a:ea typeface="+mn-ea"/>
                <a:cs typeface="+mn-cs"/>
              </a:rPr>
              <a:t>ผ่าน</a:t>
            </a:r>
            <a:r>
              <a:rPr lang="en-US" sz="1200" b="0" i="0" kern="1200" dirty="0">
                <a:solidFill>
                  <a:schemeClr val="tx1"/>
                </a:solidFill>
                <a:effectLst/>
                <a:latin typeface="+mn-lt"/>
                <a:ea typeface="+mn-ea"/>
                <a:cs typeface="+mn-cs"/>
              </a:rPr>
              <a:t> SDK </a:t>
            </a:r>
            <a:r>
              <a:rPr lang="en-US" sz="1200" b="0" i="0" kern="1200" dirty="0" err="1">
                <a:solidFill>
                  <a:schemeClr val="tx1"/>
                </a:solidFill>
                <a:effectLst/>
                <a:latin typeface="+mn-lt"/>
                <a:ea typeface="+mn-ea"/>
                <a:cs typeface="+mn-cs"/>
              </a:rPr>
              <a:t>โดยตรง</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Output Binding = </a:t>
            </a:r>
            <a:r>
              <a:rPr lang="en-US" sz="1200" b="1" i="0" kern="1200" dirty="0" err="1">
                <a:solidFill>
                  <a:schemeClr val="tx1"/>
                </a:solidFill>
                <a:effectLst/>
                <a:latin typeface="+mn-lt"/>
                <a:ea typeface="+mn-ea"/>
                <a:cs typeface="+mn-cs"/>
              </a:rPr>
              <a:t>ส่งผลลัพธ์ออกให้อัตโนมัติ</a:t>
            </a:r>
            <a:endParaRPr lang="en-US" sz="1200" b="1"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หลัง</a:t>
            </a:r>
            <a:r>
              <a:rPr lang="en-US" sz="1200" b="0" i="0" kern="1200" dirty="0">
                <a:solidFill>
                  <a:schemeClr val="tx1"/>
                </a:solidFill>
                <a:effectLst/>
                <a:latin typeface="+mn-lt"/>
                <a:ea typeface="+mn-ea"/>
                <a:cs typeface="+mn-cs"/>
              </a:rPr>
              <a:t> Function </a:t>
            </a:r>
            <a:r>
              <a:rPr lang="en-US" sz="1200" b="0" i="0" kern="1200" dirty="0" err="1">
                <a:solidFill>
                  <a:schemeClr val="tx1"/>
                </a:solidFill>
                <a:effectLst/>
                <a:latin typeface="+mn-lt"/>
                <a:ea typeface="+mn-ea"/>
                <a:cs typeface="+mn-cs"/>
              </a:rPr>
              <a:t>ประมวลผลงานเสร็จ</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สามารถส่งผลลัพธ์ไปยังบริการต่าง</a:t>
            </a:r>
            <a:r>
              <a:rPr lang="en-US" sz="1200" b="0" i="0" kern="1200" dirty="0">
                <a:solidFill>
                  <a:schemeClr val="tx1"/>
                </a:solidFill>
                <a:effectLst/>
                <a:latin typeface="+mn-lt"/>
                <a:ea typeface="+mn-ea"/>
                <a:cs typeface="+mn-cs"/>
              </a:rPr>
              <a:t> ๆ </a:t>
            </a:r>
            <a:r>
              <a:rPr lang="en-US" sz="1200" b="0" i="0" kern="1200" dirty="0" err="1">
                <a:solidFill>
                  <a:schemeClr val="tx1"/>
                </a:solidFill>
                <a:effectLst/>
                <a:latin typeface="+mn-lt"/>
                <a:ea typeface="+mn-ea"/>
                <a:cs typeface="+mn-cs"/>
              </a:rPr>
              <a:t>เช่น</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Blob Storage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เก็บไฟล์หรือผลลัพธ์</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Cosmos DB</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เก็บข้อมูลลงฐานข้อมูล</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Service Bus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ส่งงานต่อไปยังขั้นตอนถัดไป</a:t>
            </a: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Azure Functions Runtime </a:t>
            </a:r>
            <a:r>
              <a:rPr lang="en-US" sz="1200" b="0" i="0" kern="1200" dirty="0" err="1">
                <a:solidFill>
                  <a:schemeClr val="tx1"/>
                </a:solidFill>
                <a:effectLst/>
                <a:latin typeface="+mn-lt"/>
                <a:ea typeface="+mn-ea"/>
                <a:cs typeface="+mn-cs"/>
              </a:rPr>
              <a:t>ช่วยจัดการเรื่อง</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Connection, Authentication </a:t>
            </a:r>
            <a:r>
              <a:rPr lang="en-US" sz="1200" b="1" i="0" kern="1200" dirty="0" err="1">
                <a:solidFill>
                  <a:schemeClr val="tx1"/>
                </a:solidFill>
                <a:effectLst/>
                <a:latin typeface="+mn-lt"/>
                <a:ea typeface="+mn-ea"/>
                <a:cs typeface="+mn-cs"/>
              </a:rPr>
              <a:t>และการแปลงข้อมูล</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ทำให้โค้ดที่ต้องเขียนลดลง</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a:t>
            </a:r>
            <a:r>
              <a:rPr lang="en-US" sz="1200" b="1" i="0" kern="1200" dirty="0" err="1">
                <a:solidFill>
                  <a:schemeClr val="tx1"/>
                </a:solidFill>
                <a:effectLst/>
                <a:latin typeface="+mn-lt"/>
                <a:ea typeface="+mn-ea"/>
                <a:cs typeface="+mn-cs"/>
              </a:rPr>
              <a:t>ถ้าไม่มี</a:t>
            </a:r>
            <a:r>
              <a:rPr lang="en-US" sz="1200" b="1" i="0" kern="1200" dirty="0">
                <a:solidFill>
                  <a:schemeClr val="tx1"/>
                </a:solidFill>
                <a:effectLst/>
                <a:latin typeface="+mn-lt"/>
                <a:ea typeface="+mn-ea"/>
                <a:cs typeface="+mn-cs"/>
              </a:rPr>
              <a:t> Binding </a:t>
            </a:r>
            <a:r>
              <a:rPr lang="en-US" sz="1200" b="1" i="0" kern="1200" dirty="0" err="1">
                <a:solidFill>
                  <a:schemeClr val="tx1"/>
                </a:solidFill>
                <a:effectLst/>
                <a:latin typeface="+mn-lt"/>
                <a:ea typeface="+mn-ea"/>
                <a:cs typeface="+mn-cs"/>
              </a:rPr>
              <a:t>ให้ใช้</a:t>
            </a:r>
            <a:r>
              <a:rPr lang="en-US" sz="1200" b="1" i="0" kern="1200" dirty="0">
                <a:solidFill>
                  <a:schemeClr val="tx1"/>
                </a:solidFill>
                <a:effectLst/>
                <a:latin typeface="+mn-lt"/>
                <a:ea typeface="+mn-ea"/>
                <a:cs typeface="+mn-cs"/>
              </a:rPr>
              <a:t> SDK</a:t>
            </a:r>
          </a:p>
          <a:p>
            <a:pPr fontAlgn="t"/>
            <a:r>
              <a:rPr lang="en-US" sz="1200" b="0" i="0" kern="1200" dirty="0" err="1">
                <a:solidFill>
                  <a:schemeClr val="tx1"/>
                </a:solidFill>
                <a:effectLst/>
                <a:latin typeface="+mn-lt"/>
                <a:ea typeface="+mn-ea"/>
                <a:cs typeface="+mn-cs"/>
              </a:rPr>
              <a:t>บริการ</a:t>
            </a:r>
            <a:r>
              <a:rPr lang="en-US" sz="1200" b="0" i="0" kern="1200" dirty="0">
                <a:solidFill>
                  <a:schemeClr val="tx1"/>
                </a:solidFill>
                <a:effectLst/>
                <a:latin typeface="+mn-lt"/>
                <a:ea typeface="+mn-ea"/>
                <a:cs typeface="+mn-cs"/>
              </a:rPr>
              <a:t> AI </a:t>
            </a:r>
            <a:r>
              <a:rPr lang="en-US" sz="1200" b="0" i="0" kern="1200" dirty="0" err="1">
                <a:solidFill>
                  <a:schemeClr val="tx1"/>
                </a:solidFill>
                <a:effectLst/>
                <a:latin typeface="+mn-lt"/>
                <a:ea typeface="+mn-ea"/>
                <a:cs typeface="+mn-cs"/>
              </a:rPr>
              <a:t>บางชนิด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Document Intelligence, OpenAI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AI Search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สามารถเรียกผ่าน</a:t>
            </a:r>
            <a:r>
              <a:rPr lang="en-US" sz="1200" b="0" i="0" kern="1200" dirty="0">
                <a:solidFill>
                  <a:schemeClr val="tx1"/>
                </a:solidFill>
                <a:effectLst/>
                <a:latin typeface="+mn-lt"/>
                <a:ea typeface="+mn-ea"/>
                <a:cs typeface="+mn-cs"/>
              </a:rPr>
              <a:t> SDK Client </a:t>
            </a:r>
            <a:r>
              <a:rPr lang="en-US" sz="1200" b="0" i="0" kern="1200" dirty="0" err="1">
                <a:solidFill>
                  <a:schemeClr val="tx1"/>
                </a:solidFill>
                <a:effectLst/>
                <a:latin typeface="+mn-lt"/>
                <a:ea typeface="+mn-ea"/>
                <a:cs typeface="+mn-cs"/>
              </a:rPr>
              <a:t>โดยตรง</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สไลด์แนะนำให้สร้าง</a:t>
            </a:r>
            <a:r>
              <a:rPr lang="en-US" sz="1200" b="0" i="0" kern="1200" dirty="0">
                <a:solidFill>
                  <a:schemeClr val="tx1"/>
                </a:solidFill>
                <a:effectLst/>
                <a:latin typeface="+mn-lt"/>
                <a:ea typeface="+mn-ea"/>
                <a:cs typeface="+mn-cs"/>
              </a:rPr>
              <a:t> Client </a:t>
            </a:r>
            <a:r>
              <a:rPr lang="en-US" sz="1200" b="0" i="0" kern="1200" dirty="0" err="1">
                <a:solidFill>
                  <a:schemeClr val="tx1"/>
                </a:solidFill>
                <a:effectLst/>
                <a:latin typeface="+mn-lt"/>
                <a:ea typeface="+mn-ea"/>
                <a:cs typeface="+mn-cs"/>
              </a:rPr>
              <a:t>ไว้แล้ว</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นำกลับมาใช้ซ้ำ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ในการเรียก</a:t>
            </a:r>
            <a:r>
              <a:rPr lang="en-US" sz="1200" b="0" i="0" kern="1200" dirty="0">
                <a:solidFill>
                  <a:schemeClr val="tx1"/>
                </a:solidFill>
                <a:effectLst/>
                <a:latin typeface="+mn-lt"/>
                <a:ea typeface="+mn-ea"/>
                <a:cs typeface="+mn-cs"/>
              </a:rPr>
              <a:t> Function </a:t>
            </a:r>
            <a:r>
              <a:rPr lang="en-US" sz="1200" b="0" i="0" kern="1200" dirty="0" err="1">
                <a:solidFill>
                  <a:schemeClr val="tx1"/>
                </a:solidFill>
                <a:effectLst/>
                <a:latin typeface="+mn-lt"/>
                <a:ea typeface="+mn-ea"/>
                <a:cs typeface="+mn-cs"/>
              </a:rPr>
              <a:t>ครั้งต่อ</a:t>
            </a:r>
            <a:r>
              <a:rPr lang="en-US" sz="1200" b="0" i="0" kern="1200" dirty="0">
                <a:solidFill>
                  <a:schemeClr val="tx1"/>
                </a:solidFill>
                <a:effectLst/>
                <a:latin typeface="+mn-lt"/>
                <a:ea typeface="+mn-ea"/>
                <a:cs typeface="+mn-cs"/>
              </a:rPr>
              <a:t> ๆ </a:t>
            </a:r>
            <a:r>
              <a:rPr lang="en-US" sz="1200" b="0" i="0" kern="1200" dirty="0" err="1">
                <a:solidFill>
                  <a:schemeClr val="tx1"/>
                </a:solidFill>
                <a:effectLst/>
                <a:latin typeface="+mn-lt"/>
                <a:ea typeface="+mn-ea"/>
                <a:cs typeface="+mn-cs"/>
              </a:rPr>
              <a:t>ไป</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และสามารถใช้</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DefaultAzureCredential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สำหรับการยืนยันตัวตน</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ลำดับคือ</a:t>
            </a:r>
            <a:r>
              <a:rPr lang="en-US" sz="1200" b="0" i="0" kern="1200" dirty="0">
                <a:solidFill>
                  <a:schemeClr val="tx1"/>
                </a:solidFill>
                <a:effectLst/>
                <a:latin typeface="+mn-lt"/>
                <a:ea typeface="+mn-ea"/>
                <a:cs typeface="+mn-cs"/>
              </a:rPr>
              <a:t>:</a:t>
            </a:r>
          </a:p>
          <a:p>
            <a:pPr fontAlgn="t"/>
            <a:r>
              <a:rPr lang="en-US" sz="1200" b="1" i="0" kern="1200" dirty="0">
                <a:solidFill>
                  <a:schemeClr val="tx1"/>
                </a:solidFill>
                <a:effectLst/>
                <a:latin typeface="+mn-lt"/>
                <a:ea typeface="+mn-ea"/>
                <a:cs typeface="+mn-cs"/>
              </a:rPr>
              <a:t>Service Bus </a:t>
            </a:r>
            <a:r>
              <a:rPr lang="en-US" sz="1200" b="1" i="0" kern="1200" dirty="0" err="1">
                <a:solidFill>
                  <a:schemeClr val="tx1"/>
                </a:solidFill>
                <a:effectLst/>
                <a:latin typeface="+mn-lt"/>
                <a:ea typeface="+mn-ea"/>
                <a:cs typeface="+mn-cs"/>
              </a:rPr>
              <a:t>มีงาน</a:t>
            </a:r>
            <a:r>
              <a:rPr lang="en-US" sz="1200" b="1" i="0" kern="1200" dirty="0">
                <a:solidFill>
                  <a:schemeClr val="tx1"/>
                </a:solidFill>
                <a:effectLst/>
                <a:latin typeface="+mn-lt"/>
                <a:ea typeface="+mn-ea"/>
                <a:cs typeface="+mn-cs"/>
              </a:rPr>
              <a:t> → Function </a:t>
            </a:r>
            <a:r>
              <a:rPr lang="en-US" sz="1200" b="1" i="0" kern="1200" dirty="0" err="1">
                <a:solidFill>
                  <a:schemeClr val="tx1"/>
                </a:solidFill>
                <a:effectLst/>
                <a:latin typeface="+mn-lt"/>
                <a:ea typeface="+mn-ea"/>
                <a:cs typeface="+mn-cs"/>
              </a:rPr>
              <a:t>รับงาน</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ประมวลผล</a:t>
            </a:r>
            <a:r>
              <a:rPr lang="en-US" sz="1200" b="1" i="0" kern="1200" dirty="0">
                <a:solidFill>
                  <a:schemeClr val="tx1"/>
                </a:solidFill>
                <a:effectLst/>
                <a:latin typeface="+mn-lt"/>
                <a:ea typeface="+mn-ea"/>
                <a:cs typeface="+mn-cs"/>
              </a:rPr>
              <a:t>/</a:t>
            </a:r>
            <a:r>
              <a:rPr lang="en-US" sz="1200" b="1" i="0" kern="1200" dirty="0" err="1">
                <a:solidFill>
                  <a:schemeClr val="tx1"/>
                </a:solidFill>
                <a:effectLst/>
                <a:latin typeface="+mn-lt"/>
                <a:ea typeface="+mn-ea"/>
                <a:cs typeface="+mn-cs"/>
              </a:rPr>
              <a:t>จำแนกเอกสาร</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บันทึกผลเป็น</a:t>
            </a:r>
            <a:r>
              <a:rPr lang="en-US" sz="1200" b="1" i="0" kern="1200" dirty="0">
                <a:solidFill>
                  <a:schemeClr val="tx1"/>
                </a:solidFill>
                <a:effectLst/>
                <a:latin typeface="+mn-lt"/>
                <a:ea typeface="+mn-ea"/>
                <a:cs typeface="+mn-cs"/>
              </a:rPr>
              <a:t> JSON </a:t>
            </a:r>
            <a:r>
              <a:rPr lang="en-US" sz="1200" b="1" i="0" kern="1200" dirty="0" err="1">
                <a:solidFill>
                  <a:schemeClr val="tx1"/>
                </a:solidFill>
                <a:effectLst/>
                <a:latin typeface="+mn-lt"/>
                <a:ea typeface="+mn-ea"/>
                <a:cs typeface="+mn-cs"/>
              </a:rPr>
              <a:t>ลง</a:t>
            </a:r>
            <a:r>
              <a:rPr lang="en-US" sz="1200" b="1" i="0" kern="1200" dirty="0">
                <a:solidFill>
                  <a:schemeClr val="tx1"/>
                </a:solidFill>
                <a:effectLst/>
                <a:latin typeface="+mn-lt"/>
                <a:ea typeface="+mn-ea"/>
                <a:cs typeface="+mn-cs"/>
              </a:rPr>
              <a:t> Blob Storage</a:t>
            </a:r>
            <a:endParaRPr lang="en-US" sz="1200" b="0" i="0" kern="1200" dirty="0">
              <a:solidFill>
                <a:schemeClr val="tx1"/>
              </a:solidFill>
              <a:effectLst/>
              <a:latin typeface="+mn-lt"/>
              <a:ea typeface="+mn-ea"/>
              <a:cs typeface="+mn-cs"/>
            </a:endParaRPr>
          </a:p>
        </p:txBody>
      </p:sp>
      <p:sp>
        <p:nvSpPr>
          <p:cNvPr id="485469346"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1F6ECC8-D679-A73A-4E44-0452EC84DDE2}"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144</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50483590" name="Slide Image Placeholder 1"/>
          <p:cNvSpPr>
            <a:spLocks noGrp="1" noRot="1" noChangeAspect="1"/>
          </p:cNvSpPr>
          <p:nvPr>
            <p:ph type="sldImg"/>
          </p:nvPr>
        </p:nvSpPr>
        <p:spPr bwMode="auto">
          <a:xfrm>
            <a:off x="217488" y="812800"/>
            <a:ext cx="7124700" cy="4008438"/>
          </a:xfrm>
        </p:spPr>
      </p:sp>
      <p:sp>
        <p:nvSpPr>
          <p:cNvPr id="1893003410"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วิธีจัดการค่าตั้งค่าและข้อมูลลับของ</a:t>
            </a:r>
            <a:r>
              <a:rPr lang="en-US" sz="1200" b="1" i="0" kern="1200" dirty="0">
                <a:solidFill>
                  <a:schemeClr val="tx1"/>
                </a:solidFill>
                <a:effectLst/>
                <a:latin typeface="+mn-lt"/>
                <a:ea typeface="+mn-ea"/>
                <a:cs typeface="+mn-cs"/>
              </a:rPr>
              <a:t> Azure Functions </a:t>
            </a:r>
            <a:r>
              <a:rPr lang="en-US" sz="1200" b="1" i="0" kern="1200" dirty="0" err="1">
                <a:solidFill>
                  <a:schemeClr val="tx1"/>
                </a:solidFill>
                <a:effectLst/>
                <a:latin typeface="+mn-lt"/>
                <a:ea typeface="+mn-ea"/>
                <a:cs typeface="+mn-cs"/>
              </a:rPr>
              <a:t>อย่างปลอดภัย</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โดยแยกข้อมูลทั่วไปออกจากข้อมูลสำคัญ</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a:t>
            </a:r>
            <a:r>
              <a:rPr lang="en-US" sz="1200" b="1" i="0" kern="1200" dirty="0" err="1">
                <a:solidFill>
                  <a:schemeClr val="tx1"/>
                </a:solidFill>
                <a:effectLst/>
                <a:latin typeface="+mn-lt"/>
                <a:ea typeface="+mn-ea"/>
                <a:cs typeface="+mn-cs"/>
              </a:rPr>
              <a:t>ข้อมูลลับ</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ใช้</a:t>
            </a:r>
            <a:r>
              <a:rPr lang="en-US" sz="1200" b="1" i="0" kern="1200" dirty="0">
                <a:solidFill>
                  <a:schemeClr val="tx1"/>
                </a:solidFill>
                <a:effectLst/>
                <a:latin typeface="+mn-lt"/>
                <a:ea typeface="+mn-ea"/>
                <a:cs typeface="+mn-cs"/>
              </a:rPr>
              <a:t> Key Vault</a:t>
            </a:r>
          </a:p>
          <a:p>
            <a:pPr fontAlgn="t"/>
            <a:r>
              <a:rPr lang="en-US" sz="1200" b="0" i="0" kern="1200" dirty="0" err="1">
                <a:solidFill>
                  <a:schemeClr val="tx1"/>
                </a:solidFill>
                <a:effectLst/>
                <a:latin typeface="+mn-lt"/>
                <a:ea typeface="+mn-ea"/>
                <a:cs typeface="+mn-cs"/>
              </a:rPr>
              <a:t>ข้อมูลสำคัญ</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Password, API Key, Secret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ไม่ควรเขียนไว้ใน</a:t>
            </a:r>
            <a:r>
              <a:rPr lang="en-US" sz="1200" b="0" i="0" kern="1200" dirty="0">
                <a:solidFill>
                  <a:schemeClr val="tx1"/>
                </a:solidFill>
                <a:effectLst/>
                <a:latin typeface="+mn-lt"/>
                <a:ea typeface="+mn-ea"/>
                <a:cs typeface="+mn-cs"/>
              </a:rPr>
              <a:t> Source Code</a:t>
            </a:r>
          </a:p>
          <a:p>
            <a:pPr lvl="0" fontAlgn="t"/>
            <a:r>
              <a:rPr lang="en-US" sz="1200" b="0" i="0" kern="1200" dirty="0" err="1">
                <a:solidFill>
                  <a:schemeClr val="tx1"/>
                </a:solidFill>
                <a:effectLst/>
                <a:latin typeface="+mn-lt"/>
                <a:ea typeface="+mn-ea"/>
                <a:cs typeface="+mn-cs"/>
              </a:rPr>
              <a:t>เก็บ</a:t>
            </a:r>
            <a:r>
              <a:rPr lang="en-US" sz="1200" b="0" i="0" kern="1200" dirty="0">
                <a:solidFill>
                  <a:schemeClr val="tx1"/>
                </a:solidFill>
                <a:effectLst/>
                <a:latin typeface="+mn-lt"/>
                <a:ea typeface="+mn-ea"/>
                <a:cs typeface="+mn-cs"/>
              </a:rPr>
              <a:t> Secret </a:t>
            </a:r>
            <a:r>
              <a:rPr lang="en-US" sz="1200" b="0" i="0" kern="1200" dirty="0" err="1">
                <a:solidFill>
                  <a:schemeClr val="tx1"/>
                </a:solidFill>
                <a:effectLst/>
                <a:latin typeface="+mn-lt"/>
                <a:ea typeface="+mn-ea"/>
                <a:cs typeface="+mn-cs"/>
              </a:rPr>
              <a:t>ไว้ใน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Azure Key Vault</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Azure Functions </a:t>
            </a:r>
            <a:r>
              <a:rPr lang="en-US" sz="1200" b="0" i="0" kern="1200" dirty="0" err="1">
                <a:solidFill>
                  <a:schemeClr val="tx1"/>
                </a:solidFill>
                <a:effectLst/>
                <a:latin typeface="+mn-lt"/>
                <a:ea typeface="+mn-ea"/>
                <a:cs typeface="+mn-cs"/>
              </a:rPr>
              <a:t>สามารถอ้างอิง</a:t>
            </a:r>
            <a:r>
              <a:rPr lang="en-US" sz="1200" b="0" i="0" kern="1200" dirty="0">
                <a:solidFill>
                  <a:schemeClr val="tx1"/>
                </a:solidFill>
                <a:effectLst/>
                <a:latin typeface="+mn-lt"/>
                <a:ea typeface="+mn-ea"/>
                <a:cs typeface="+mn-cs"/>
              </a:rPr>
              <a:t> Secret </a:t>
            </a:r>
            <a:r>
              <a:rPr lang="en-US" sz="1200" b="0" i="0" kern="1200" dirty="0" err="1">
                <a:solidFill>
                  <a:schemeClr val="tx1"/>
                </a:solidFill>
                <a:effectLst/>
                <a:latin typeface="+mn-lt"/>
                <a:ea typeface="+mn-ea"/>
                <a:cs typeface="+mn-cs"/>
              </a:rPr>
              <a:t>ผ่าน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Application Settings</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หากใช้</a:t>
            </a:r>
            <a:r>
              <a:rPr lang="en-US" sz="1200" b="0" i="0" kern="1200" dirty="0">
                <a:solidFill>
                  <a:schemeClr val="tx1"/>
                </a:solidFill>
                <a:effectLst/>
                <a:latin typeface="+mn-lt"/>
                <a:ea typeface="+mn-ea"/>
                <a:cs typeface="+mn-cs"/>
              </a:rPr>
              <a:t> URI </a:t>
            </a:r>
            <a:r>
              <a:rPr lang="en-US" sz="1200" b="0" i="0" kern="1200" dirty="0" err="1">
                <a:solidFill>
                  <a:schemeClr val="tx1"/>
                </a:solidFill>
                <a:effectLst/>
                <a:latin typeface="+mn-lt"/>
                <a:ea typeface="+mn-ea"/>
                <a:cs typeface="+mn-cs"/>
              </a:rPr>
              <a:t>ที่ไม่ระบุ</a:t>
            </a:r>
            <a:r>
              <a:rPr lang="en-US" sz="1200" b="0" i="0" kern="1200" dirty="0">
                <a:solidFill>
                  <a:schemeClr val="tx1"/>
                </a:solidFill>
                <a:effectLst/>
                <a:latin typeface="+mn-lt"/>
                <a:ea typeface="+mn-ea"/>
                <a:cs typeface="+mn-cs"/>
              </a:rPr>
              <a:t> Version </a:t>
            </a:r>
            <a:r>
              <a:rPr lang="en-US" sz="1200" b="0" i="0" kern="1200" dirty="0" err="1">
                <a:solidFill>
                  <a:schemeClr val="tx1"/>
                </a:solidFill>
                <a:effectLst/>
                <a:latin typeface="+mn-lt"/>
                <a:ea typeface="+mn-ea"/>
                <a:cs typeface="+mn-cs"/>
              </a:rPr>
              <a:t>เมื่อมีการหมุนเวียน</a:t>
            </a:r>
            <a:r>
              <a:rPr lang="en-US" sz="1200" b="0" i="0" kern="1200" dirty="0">
                <a:solidFill>
                  <a:schemeClr val="tx1"/>
                </a:solidFill>
                <a:effectLst/>
                <a:latin typeface="+mn-lt"/>
                <a:ea typeface="+mn-ea"/>
                <a:cs typeface="+mn-cs"/>
              </a:rPr>
              <a:t> Secret </a:t>
            </a:r>
            <a:r>
              <a:rPr lang="en-US" sz="1200" b="0" i="0" kern="1200" dirty="0" err="1">
                <a:solidFill>
                  <a:schemeClr val="tx1"/>
                </a:solidFill>
                <a:effectLst/>
                <a:latin typeface="+mn-lt"/>
                <a:ea typeface="+mn-ea"/>
                <a:cs typeface="+mn-cs"/>
              </a:rPr>
              <a:t>ระบบสามารถอ้างอิง</a:t>
            </a:r>
            <a:r>
              <a:rPr lang="en-US" sz="1200" b="0" i="0" kern="1200" dirty="0">
                <a:solidFill>
                  <a:schemeClr val="tx1"/>
                </a:solidFill>
                <a:effectLst/>
                <a:latin typeface="+mn-lt"/>
                <a:ea typeface="+mn-ea"/>
                <a:cs typeface="+mn-cs"/>
              </a:rPr>
              <a:t> Version </a:t>
            </a:r>
            <a:r>
              <a:rPr lang="en-US" sz="1200" b="0" i="0" kern="1200" dirty="0" err="1">
                <a:solidFill>
                  <a:schemeClr val="tx1"/>
                </a:solidFill>
                <a:effectLst/>
                <a:latin typeface="+mn-lt"/>
                <a:ea typeface="+mn-ea"/>
                <a:cs typeface="+mn-cs"/>
              </a:rPr>
              <a:t>ล่าสุดได้</a:t>
            </a:r>
            <a:endParaRPr lang="th-TH"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a:t>
            </a:r>
            <a:r>
              <a:rPr lang="en-US" sz="1200" b="1" i="0" kern="1200" dirty="0" err="1">
                <a:solidFill>
                  <a:schemeClr val="tx1"/>
                </a:solidFill>
                <a:effectLst/>
                <a:latin typeface="+mn-lt"/>
                <a:ea typeface="+mn-ea"/>
                <a:cs typeface="+mn-cs"/>
              </a:rPr>
              <a:t>ค่าตั้งค่าทั่วไป</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ใช้</a:t>
            </a:r>
            <a:r>
              <a:rPr lang="en-US" sz="1200" b="1" i="0" kern="1200" dirty="0">
                <a:solidFill>
                  <a:schemeClr val="tx1"/>
                </a:solidFill>
                <a:effectLst/>
                <a:latin typeface="+mn-lt"/>
                <a:ea typeface="+mn-ea"/>
                <a:cs typeface="+mn-cs"/>
              </a:rPr>
              <a:t> Application Settings</a:t>
            </a:r>
          </a:p>
          <a:p>
            <a:pPr fontAlgn="t"/>
            <a:r>
              <a:rPr lang="en-US" sz="1200" b="0" i="0" kern="1200" dirty="0">
                <a:solidFill>
                  <a:schemeClr val="tx1"/>
                </a:solidFill>
                <a:effectLst/>
                <a:latin typeface="+mn-lt"/>
                <a:ea typeface="+mn-ea"/>
                <a:cs typeface="+mn-cs"/>
              </a:rPr>
              <a:t>Application Settings </a:t>
            </a:r>
            <a:r>
              <a:rPr lang="en-US" sz="1200" b="0" i="0" kern="1200" dirty="0" err="1">
                <a:solidFill>
                  <a:schemeClr val="tx1"/>
                </a:solidFill>
                <a:effectLst/>
                <a:latin typeface="+mn-lt"/>
                <a:ea typeface="+mn-ea"/>
                <a:cs typeface="+mn-cs"/>
              </a:rPr>
              <a:t>จะถูกส่งให้</a:t>
            </a:r>
            <a:r>
              <a:rPr lang="en-US" sz="1200" b="0" i="0" kern="1200" dirty="0">
                <a:solidFill>
                  <a:schemeClr val="tx1"/>
                </a:solidFill>
                <a:effectLst/>
                <a:latin typeface="+mn-lt"/>
                <a:ea typeface="+mn-ea"/>
                <a:cs typeface="+mn-cs"/>
              </a:rPr>
              <a:t> Function </a:t>
            </a:r>
            <a:r>
              <a:rPr lang="en-US" sz="1200" b="0" i="0" kern="1200" dirty="0" err="1">
                <a:solidFill>
                  <a:schemeClr val="tx1"/>
                </a:solidFill>
                <a:effectLst/>
                <a:latin typeface="+mn-lt"/>
                <a:ea typeface="+mn-ea"/>
                <a:cs typeface="+mn-cs"/>
              </a:rPr>
              <a:t>ในรูปแบบ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Environment Variables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ทำให้เปลี่ยนค่าตั้งค่าได้โดยไม่ต้องฝังค่าไว้ในโค้ด</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3. </a:t>
            </a:r>
            <a:r>
              <a:rPr lang="en-US" sz="1200" b="1" i="0" kern="1200" dirty="0" err="1">
                <a:solidFill>
                  <a:schemeClr val="tx1"/>
                </a:solidFill>
                <a:effectLst/>
                <a:latin typeface="+mn-lt"/>
                <a:ea typeface="+mn-ea"/>
                <a:cs typeface="+mn-cs"/>
              </a:rPr>
              <a:t>ค่าที่ไม่ใช่ความลับและใช้ร่วมกัน</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ใช้</a:t>
            </a:r>
            <a:r>
              <a:rPr lang="en-US" sz="1200" b="1" i="0" kern="1200" dirty="0">
                <a:solidFill>
                  <a:schemeClr val="tx1"/>
                </a:solidFill>
                <a:effectLst/>
                <a:latin typeface="+mn-lt"/>
                <a:ea typeface="+mn-ea"/>
                <a:cs typeface="+mn-cs"/>
              </a:rPr>
              <a:t> Azure App Configuration</a:t>
            </a:r>
          </a:p>
          <a:p>
            <a:pPr fontAlgn="t"/>
            <a:r>
              <a:rPr lang="en-US" sz="1200" b="0" i="0" kern="1200" dirty="0" err="1">
                <a:solidFill>
                  <a:schemeClr val="tx1"/>
                </a:solidFill>
                <a:effectLst/>
                <a:latin typeface="+mn-lt"/>
                <a:ea typeface="+mn-ea"/>
                <a:cs typeface="+mn-cs"/>
              </a:rPr>
              <a:t>เหมาะสำหรับเก็บ</a:t>
            </a:r>
            <a:r>
              <a:rPr lang="en-US" sz="1200" b="0" i="0" kern="1200" dirty="0">
                <a:solidFill>
                  <a:schemeClr val="tx1"/>
                </a:solidFill>
                <a:effectLst/>
                <a:latin typeface="+mn-lt"/>
                <a:ea typeface="+mn-ea"/>
                <a:cs typeface="+mn-cs"/>
              </a:rPr>
              <a:t> Configuration </a:t>
            </a:r>
            <a:r>
              <a:rPr lang="en-US" sz="1200" b="0" i="0" kern="1200" dirty="0" err="1">
                <a:solidFill>
                  <a:schemeClr val="tx1"/>
                </a:solidFill>
                <a:effectLst/>
                <a:latin typeface="+mn-lt"/>
                <a:ea typeface="+mn-ea"/>
                <a:cs typeface="+mn-cs"/>
              </a:rPr>
              <a:t>ส่วนกลางที่หลาย</a:t>
            </a:r>
            <a:r>
              <a:rPr lang="en-US" sz="1200" b="0" i="0" kern="1200" dirty="0">
                <a:solidFill>
                  <a:schemeClr val="tx1"/>
                </a:solidFill>
                <a:effectLst/>
                <a:latin typeface="+mn-lt"/>
                <a:ea typeface="+mn-ea"/>
                <a:cs typeface="+mn-cs"/>
              </a:rPr>
              <a:t> Service </a:t>
            </a:r>
            <a:r>
              <a:rPr lang="en-US" sz="1200" b="0" i="0" kern="1200" dirty="0" err="1">
                <a:solidFill>
                  <a:schemeClr val="tx1"/>
                </a:solidFill>
                <a:effectLst/>
                <a:latin typeface="+mn-lt"/>
                <a:ea typeface="+mn-ea"/>
                <a:cs typeface="+mn-cs"/>
              </a:rPr>
              <a:t>ใช้ร่วมกัน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และสามารถใช้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Label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เพื่อแยกค่าตาม</a:t>
            </a:r>
            <a:r>
              <a:rPr lang="en-US" sz="1200" b="0" i="0" kern="1200" dirty="0">
                <a:solidFill>
                  <a:schemeClr val="tx1"/>
                </a:solidFill>
                <a:effectLst/>
                <a:latin typeface="+mn-lt"/>
                <a:ea typeface="+mn-ea"/>
                <a:cs typeface="+mn-cs"/>
              </a:rPr>
              <a:t> Environment </a:t>
            </a:r>
            <a:r>
              <a:rPr lang="en-US" sz="1200" b="0" i="0" kern="1200" dirty="0" err="1">
                <a:solidFill>
                  <a:schemeClr val="tx1"/>
                </a:solidFill>
                <a:effectLst/>
                <a:latin typeface="+mn-lt"/>
                <a:ea typeface="+mn-ea"/>
                <a:cs typeface="+mn-cs"/>
              </a:rPr>
              <a:t>ได้</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a:t>
            </a:r>
          </a:p>
          <a:p>
            <a:pPr fontAlgn="t"/>
            <a:r>
              <a:rPr lang="en-US" sz="1200" b="1" i="0" kern="1200" dirty="0">
                <a:solidFill>
                  <a:schemeClr val="tx1"/>
                </a:solidFill>
                <a:effectLst/>
                <a:latin typeface="+mn-lt"/>
                <a:ea typeface="+mn-ea"/>
                <a:cs typeface="+mn-cs"/>
              </a:rPr>
              <a:t>Development → Test → Production</a:t>
            </a:r>
            <a:endParaRPr lang="en-US" sz="1200" b="0" i="0" kern="1200" dirty="0">
              <a:solidFill>
                <a:schemeClr val="tx1"/>
              </a:solidFill>
              <a:effectLst/>
              <a:latin typeface="+mn-lt"/>
              <a:ea typeface="+mn-ea"/>
              <a:cs typeface="+mn-cs"/>
            </a:endParaRPr>
          </a:p>
          <a:p>
            <a:pPr fontAlgn="t"/>
            <a:endParaRPr lang="th-TH"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Key Vault = </a:t>
            </a:r>
            <a:r>
              <a:rPr lang="en-US" sz="1200" b="1" i="0" kern="1200" dirty="0" err="1">
                <a:solidFill>
                  <a:schemeClr val="tx1"/>
                </a:solidFill>
                <a:effectLst/>
                <a:latin typeface="+mn-lt"/>
                <a:ea typeface="+mn-ea"/>
                <a:cs typeface="+mn-cs"/>
              </a:rPr>
              <a:t>ตู้เซฟเก็บความลับ</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Application Settings = </a:t>
            </a:r>
            <a:r>
              <a:rPr lang="en-US" sz="1200" b="1" i="0" kern="1200" dirty="0" err="1">
                <a:solidFill>
                  <a:schemeClr val="tx1"/>
                </a:solidFill>
                <a:effectLst/>
                <a:latin typeface="+mn-lt"/>
                <a:ea typeface="+mn-ea"/>
                <a:cs typeface="+mn-cs"/>
              </a:rPr>
              <a:t>ค่าตั้งค่าของ</a:t>
            </a:r>
            <a:r>
              <a:rPr lang="en-US" sz="1200" b="1" i="0" kern="1200" dirty="0">
                <a:solidFill>
                  <a:schemeClr val="tx1"/>
                </a:solidFill>
                <a:effectLst/>
                <a:latin typeface="+mn-lt"/>
                <a:ea typeface="+mn-ea"/>
                <a:cs typeface="+mn-cs"/>
              </a:rPr>
              <a:t> Function</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Azure App Configuration = </a:t>
            </a:r>
            <a:r>
              <a:rPr lang="en-US" sz="1200" b="1" i="0" kern="1200" dirty="0" err="1">
                <a:solidFill>
                  <a:schemeClr val="tx1"/>
                </a:solidFill>
                <a:effectLst/>
                <a:latin typeface="+mn-lt"/>
                <a:ea typeface="+mn-ea"/>
                <a:cs typeface="+mn-cs"/>
              </a:rPr>
              <a:t>ศูนย์กลางเก็บ</a:t>
            </a:r>
            <a:r>
              <a:rPr lang="en-US" sz="1200" b="1" i="0" kern="1200" dirty="0">
                <a:solidFill>
                  <a:schemeClr val="tx1"/>
                </a:solidFill>
                <a:effectLst/>
                <a:latin typeface="+mn-lt"/>
                <a:ea typeface="+mn-ea"/>
                <a:cs typeface="+mn-cs"/>
              </a:rPr>
              <a:t> Configuration </a:t>
            </a:r>
            <a:r>
              <a:rPr lang="en-US" sz="1200" b="1" i="0" kern="1200" dirty="0" err="1">
                <a:solidFill>
                  <a:schemeClr val="tx1"/>
                </a:solidFill>
                <a:effectLst/>
                <a:latin typeface="+mn-lt"/>
                <a:ea typeface="+mn-ea"/>
                <a:cs typeface="+mn-cs"/>
              </a:rPr>
              <a:t>ที่หลายระบบใช้ร่วมกัน</a:t>
            </a:r>
            <a:endParaRPr lang="th-TH" sz="1200" b="1"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หลักสำคัญคือ</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ไม่ฝัง</a:t>
            </a:r>
            <a:r>
              <a:rPr lang="en-US" sz="1200" b="1" i="0" kern="1200" dirty="0">
                <a:solidFill>
                  <a:schemeClr val="tx1"/>
                </a:solidFill>
                <a:effectLst/>
                <a:latin typeface="+mn-lt"/>
                <a:ea typeface="+mn-ea"/>
                <a:cs typeface="+mn-cs"/>
              </a:rPr>
              <a:t> Password </a:t>
            </a:r>
            <a:r>
              <a:rPr lang="en-US" sz="1200" b="1" i="0" kern="1200" dirty="0" err="1">
                <a:solidFill>
                  <a:schemeClr val="tx1"/>
                </a:solidFill>
                <a:effectLst/>
                <a:latin typeface="+mn-lt"/>
                <a:ea typeface="+mn-ea"/>
                <a:cs typeface="+mn-cs"/>
              </a:rPr>
              <a:t>หรือ</a:t>
            </a:r>
            <a:r>
              <a:rPr lang="en-US" sz="1200" b="1" i="0" kern="1200" dirty="0">
                <a:solidFill>
                  <a:schemeClr val="tx1"/>
                </a:solidFill>
                <a:effectLst/>
                <a:latin typeface="+mn-lt"/>
                <a:ea typeface="+mn-ea"/>
                <a:cs typeface="+mn-cs"/>
              </a:rPr>
              <a:t> Secret </a:t>
            </a:r>
            <a:r>
              <a:rPr lang="en-US" sz="1200" b="1" i="0" kern="1200" dirty="0" err="1">
                <a:solidFill>
                  <a:schemeClr val="tx1"/>
                </a:solidFill>
                <a:effectLst/>
                <a:latin typeface="+mn-lt"/>
                <a:ea typeface="+mn-ea"/>
                <a:cs typeface="+mn-cs"/>
              </a:rPr>
              <a:t>ไว้ในโค้ด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แต่แยก</a:t>
            </a:r>
            <a:r>
              <a:rPr lang="en-US" sz="1200" b="0" i="0" kern="1200" dirty="0">
                <a:solidFill>
                  <a:schemeClr val="tx1"/>
                </a:solidFill>
                <a:effectLst/>
                <a:latin typeface="+mn-lt"/>
                <a:ea typeface="+mn-ea"/>
                <a:cs typeface="+mn-cs"/>
              </a:rPr>
              <a:t> Secret </a:t>
            </a:r>
            <a:r>
              <a:rPr lang="en-US" sz="1200" b="0" i="0" kern="1200" dirty="0" err="1">
                <a:solidFill>
                  <a:schemeClr val="tx1"/>
                </a:solidFill>
                <a:effectLst/>
                <a:latin typeface="+mn-lt"/>
                <a:ea typeface="+mn-ea"/>
                <a:cs typeface="+mn-cs"/>
              </a:rPr>
              <a:t>ไปเก็บใน</a:t>
            </a:r>
            <a:r>
              <a:rPr lang="en-US" sz="1200" b="0" i="0" kern="1200" dirty="0">
                <a:solidFill>
                  <a:schemeClr val="tx1"/>
                </a:solidFill>
                <a:effectLst/>
                <a:latin typeface="+mn-lt"/>
                <a:ea typeface="+mn-ea"/>
                <a:cs typeface="+mn-cs"/>
              </a:rPr>
              <a:t> Key Vault </a:t>
            </a:r>
            <a:r>
              <a:rPr lang="en-US" sz="1200" b="0" i="0" kern="1200" dirty="0" err="1">
                <a:solidFill>
                  <a:schemeClr val="tx1"/>
                </a:solidFill>
                <a:effectLst/>
                <a:latin typeface="+mn-lt"/>
                <a:ea typeface="+mn-ea"/>
                <a:cs typeface="+mn-cs"/>
              </a:rPr>
              <a:t>และใช้</a:t>
            </a:r>
            <a:r>
              <a:rPr lang="en-US" sz="1200" b="0" i="0" kern="1200" dirty="0">
                <a:solidFill>
                  <a:schemeClr val="tx1"/>
                </a:solidFill>
                <a:effectLst/>
                <a:latin typeface="+mn-lt"/>
                <a:ea typeface="+mn-ea"/>
                <a:cs typeface="+mn-cs"/>
              </a:rPr>
              <a:t> App Configuration </a:t>
            </a:r>
            <a:r>
              <a:rPr lang="en-US" sz="1200" b="0" i="0" kern="1200" dirty="0" err="1">
                <a:solidFill>
                  <a:schemeClr val="tx1"/>
                </a:solidFill>
                <a:effectLst/>
                <a:latin typeface="+mn-lt"/>
                <a:ea typeface="+mn-ea"/>
                <a:cs typeface="+mn-cs"/>
              </a:rPr>
              <a:t>สำหรับค่าตั้งค่าทั่วไปที่ต้องแชร์ระหว่างระบบ</a:t>
            </a:r>
            <a:endParaRPr lang="en-US" sz="1200" b="0" i="0" kern="1200" dirty="0">
              <a:solidFill>
                <a:schemeClr val="tx1"/>
              </a:solidFill>
              <a:effectLst/>
              <a:latin typeface="+mn-lt"/>
              <a:ea typeface="+mn-ea"/>
              <a:cs typeface="+mn-cs"/>
            </a:endParaRPr>
          </a:p>
        </p:txBody>
      </p:sp>
      <p:sp>
        <p:nvSpPr>
          <p:cNvPr id="1837208580"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663B66-9407-003D-EDCE-DF76CB65C41E}"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145</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55015140" name="Slide Image Placeholder 1"/>
          <p:cNvSpPr>
            <a:spLocks noGrp="1" noRot="1" noChangeAspect="1"/>
          </p:cNvSpPr>
          <p:nvPr>
            <p:ph type="sldImg"/>
          </p:nvPr>
        </p:nvSpPr>
        <p:spPr bwMode="auto">
          <a:xfrm>
            <a:off x="217488" y="812800"/>
            <a:ext cx="7124700" cy="4008438"/>
          </a:xfrm>
        </p:spPr>
      </p:sp>
      <p:sp>
        <p:nvSpPr>
          <p:cNvPr id="1698163381"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วิธีให้</a:t>
            </a:r>
            <a:r>
              <a:rPr lang="en-US" sz="1200" b="1" i="0" kern="1200" dirty="0">
                <a:solidFill>
                  <a:schemeClr val="tx1"/>
                </a:solidFill>
                <a:effectLst/>
                <a:latin typeface="+mn-lt"/>
                <a:ea typeface="+mn-ea"/>
                <a:cs typeface="+mn-cs"/>
              </a:rPr>
              <a:t> Azure Functions </a:t>
            </a:r>
            <a:r>
              <a:rPr lang="en-US" sz="1200" b="1" i="0" kern="1200" dirty="0" err="1">
                <a:solidFill>
                  <a:schemeClr val="tx1"/>
                </a:solidFill>
                <a:effectLst/>
                <a:latin typeface="+mn-lt"/>
                <a:ea typeface="+mn-ea"/>
                <a:cs typeface="+mn-cs"/>
              </a:rPr>
              <a:t>เชื่อมต่อบริการอื่นบน</a:t>
            </a:r>
            <a:r>
              <a:rPr lang="en-US" sz="1200" b="1" i="0" kern="1200" dirty="0">
                <a:solidFill>
                  <a:schemeClr val="tx1"/>
                </a:solidFill>
                <a:effectLst/>
                <a:latin typeface="+mn-lt"/>
                <a:ea typeface="+mn-ea"/>
                <a:cs typeface="+mn-cs"/>
              </a:rPr>
              <a:t> Azure </a:t>
            </a:r>
            <a:r>
              <a:rPr lang="en-US" sz="1200" b="1" i="0" kern="1200" dirty="0" err="1">
                <a:solidFill>
                  <a:schemeClr val="tx1"/>
                </a:solidFill>
                <a:effectLst/>
                <a:latin typeface="+mn-lt"/>
                <a:ea typeface="+mn-ea"/>
                <a:cs typeface="+mn-cs"/>
              </a:rPr>
              <a:t>อย่างปลอดภัย</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โดยลดการใช้</a:t>
            </a:r>
            <a:r>
              <a:rPr lang="en-US" sz="1200" b="0" i="0" kern="1200" dirty="0">
                <a:solidFill>
                  <a:schemeClr val="tx1"/>
                </a:solidFill>
                <a:effectLst/>
                <a:latin typeface="+mn-lt"/>
                <a:ea typeface="+mn-ea"/>
                <a:cs typeface="+mn-cs"/>
              </a:rPr>
              <a:t> Password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Connection String </a:t>
            </a:r>
            <a:r>
              <a:rPr lang="en-US" sz="1200" b="0" i="0" kern="1200" dirty="0" err="1">
                <a:solidFill>
                  <a:schemeClr val="tx1"/>
                </a:solidFill>
                <a:effectLst/>
                <a:latin typeface="+mn-lt"/>
                <a:ea typeface="+mn-ea"/>
                <a:cs typeface="+mn-cs"/>
              </a:rPr>
              <a:t>และใช้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Managed Identity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แทน</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Managed Identity </a:t>
            </a:r>
            <a:r>
              <a:rPr lang="en-US" sz="1200" b="1" i="0" kern="1200" dirty="0" err="1">
                <a:solidFill>
                  <a:schemeClr val="tx1"/>
                </a:solidFill>
                <a:effectLst/>
                <a:latin typeface="+mn-lt"/>
                <a:ea typeface="+mn-ea"/>
                <a:cs typeface="+mn-cs"/>
              </a:rPr>
              <a:t>คืออะไร</a:t>
            </a:r>
            <a:r>
              <a:rPr lang="en-US" sz="1200" b="1" i="0" kern="1200" dirty="0">
                <a:solidFill>
                  <a:schemeClr val="tx1"/>
                </a:solidFill>
                <a:effectLst/>
                <a:latin typeface="+mn-lt"/>
                <a:ea typeface="+mn-ea"/>
                <a:cs typeface="+mn-cs"/>
              </a:rPr>
              <a:t>?</a:t>
            </a:r>
          </a:p>
          <a:p>
            <a:pPr fontAlgn="t"/>
            <a:r>
              <a:rPr lang="en-US" sz="1200" b="0" i="0" kern="1200" dirty="0" err="1">
                <a:solidFill>
                  <a:schemeClr val="tx1"/>
                </a:solidFill>
                <a:effectLst/>
                <a:latin typeface="+mn-lt"/>
                <a:ea typeface="+mn-ea"/>
                <a:cs typeface="+mn-cs"/>
              </a:rPr>
              <a:t>คิดง่าย</a:t>
            </a:r>
            <a:r>
              <a:rPr lang="en-US" sz="1200" b="0" i="0" kern="1200" dirty="0">
                <a:solidFill>
                  <a:schemeClr val="tx1"/>
                </a:solidFill>
                <a:effectLst/>
                <a:latin typeface="+mn-lt"/>
                <a:ea typeface="+mn-ea"/>
                <a:cs typeface="+mn-cs"/>
              </a:rPr>
              <a:t> ๆ </a:t>
            </a:r>
            <a:r>
              <a:rPr lang="en-US" sz="1200" b="0" i="0" kern="1200" dirty="0" err="1">
                <a:solidFill>
                  <a:schemeClr val="tx1"/>
                </a:solidFill>
                <a:effectLst/>
                <a:latin typeface="+mn-lt"/>
                <a:ea typeface="+mn-ea"/>
                <a:cs typeface="+mn-cs"/>
              </a:rPr>
              <a:t>ว่าเป็น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t>
            </a:r>
            <a:r>
              <a:rPr lang="en-US" sz="1200" b="1" i="0" kern="1200" dirty="0" err="1">
                <a:solidFill>
                  <a:schemeClr val="tx1"/>
                </a:solidFill>
                <a:effectLst/>
                <a:latin typeface="+mn-lt"/>
                <a:ea typeface="+mn-ea"/>
                <a:cs typeface="+mn-cs"/>
              </a:rPr>
              <a:t>บัตรประจำตัวดิจิทัลของ</a:t>
            </a:r>
            <a:r>
              <a:rPr lang="en-US" sz="1200" b="1" i="0" kern="1200" dirty="0">
                <a:solidFill>
                  <a:schemeClr val="tx1"/>
                </a:solidFill>
                <a:effectLst/>
                <a:latin typeface="+mn-lt"/>
                <a:ea typeface="+mn-ea"/>
                <a:cs typeface="+mn-cs"/>
              </a:rPr>
              <a:t> Azure Function”</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แทนที่จะเก็บ</a:t>
            </a:r>
            <a:r>
              <a:rPr lang="en-US" sz="1200" b="0" i="0" kern="1200" dirty="0">
                <a:solidFill>
                  <a:schemeClr val="tx1"/>
                </a:solidFill>
                <a:effectLst/>
                <a:latin typeface="+mn-lt"/>
                <a:ea typeface="+mn-ea"/>
                <a:cs typeface="+mn-cs"/>
              </a:rPr>
              <a:t> Username/Password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Secret </a:t>
            </a:r>
            <a:r>
              <a:rPr lang="en-US" sz="1200" b="0" i="0" kern="1200" dirty="0" err="1">
                <a:solidFill>
                  <a:schemeClr val="tx1"/>
                </a:solidFill>
                <a:effectLst/>
                <a:latin typeface="+mn-lt"/>
                <a:ea typeface="+mn-ea"/>
                <a:cs typeface="+mn-cs"/>
              </a:rPr>
              <a:t>ไว้ในแอป</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ระบบสามารถใช้ตัวตนของ</a:t>
            </a:r>
            <a:r>
              <a:rPr lang="en-US" sz="1200" b="0" i="0" kern="1200" dirty="0">
                <a:solidFill>
                  <a:schemeClr val="tx1"/>
                </a:solidFill>
                <a:effectLst/>
                <a:latin typeface="+mn-lt"/>
                <a:ea typeface="+mn-ea"/>
                <a:cs typeface="+mn-cs"/>
              </a:rPr>
              <a:t> Function </a:t>
            </a:r>
            <a:r>
              <a:rPr lang="en-US" sz="1200" b="0" i="0" kern="1200" dirty="0" err="1">
                <a:solidFill>
                  <a:schemeClr val="tx1"/>
                </a:solidFill>
                <a:effectLst/>
                <a:latin typeface="+mn-lt"/>
                <a:ea typeface="+mn-ea"/>
                <a:cs typeface="+mn-cs"/>
              </a:rPr>
              <a:t>เพื่อพิสูจน์ว่า</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Function </a:t>
            </a:r>
            <a:r>
              <a:rPr lang="en-US" sz="1200" b="1" i="0" kern="1200" dirty="0" err="1">
                <a:solidFill>
                  <a:schemeClr val="tx1"/>
                </a:solidFill>
                <a:effectLst/>
                <a:latin typeface="+mn-lt"/>
                <a:ea typeface="+mn-ea"/>
                <a:cs typeface="+mn-cs"/>
              </a:rPr>
              <a:t>นี้ได้รับอนุญาตให้เข้าถึง</a:t>
            </a:r>
            <a:r>
              <a:rPr lang="en-US" sz="1200" b="1" i="0" kern="1200" dirty="0">
                <a:solidFill>
                  <a:schemeClr val="tx1"/>
                </a:solidFill>
                <a:effectLst/>
                <a:latin typeface="+mn-lt"/>
                <a:ea typeface="+mn-ea"/>
                <a:cs typeface="+mn-cs"/>
              </a:rPr>
              <a:t> Resource </a:t>
            </a:r>
            <a:r>
              <a:rPr lang="en-US" sz="1200" b="1" i="0" kern="1200" dirty="0" err="1">
                <a:solidFill>
                  <a:schemeClr val="tx1"/>
                </a:solidFill>
                <a:effectLst/>
                <a:latin typeface="+mn-lt"/>
                <a:ea typeface="+mn-ea"/>
                <a:cs typeface="+mn-cs"/>
              </a:rPr>
              <a:t>ใด</a:t>
            </a:r>
            <a:endParaRPr lang="th-TH" sz="1200" b="1"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ขั้นตอนหลัก</a:t>
            </a:r>
            <a:r>
              <a:rPr lang="en-US" sz="1200" b="1" i="0" kern="1200" dirty="0">
                <a:solidFill>
                  <a:schemeClr val="tx1"/>
                </a:solidFill>
                <a:effectLst/>
                <a:latin typeface="+mn-lt"/>
                <a:ea typeface="+mn-ea"/>
                <a:cs typeface="+mn-cs"/>
              </a:rPr>
              <a:t> 4 </a:t>
            </a:r>
            <a:r>
              <a:rPr lang="en-US" sz="1200" b="1" i="0" kern="1200" dirty="0" err="1">
                <a:solidFill>
                  <a:schemeClr val="tx1"/>
                </a:solidFill>
                <a:effectLst/>
                <a:latin typeface="+mn-lt"/>
                <a:ea typeface="+mn-ea"/>
                <a:cs typeface="+mn-cs"/>
              </a:rPr>
              <a:t>ขั้นตอน</a:t>
            </a:r>
            <a:endParaRPr lang="en-US" sz="1200" b="1" i="0" kern="1200" dirty="0">
              <a:solidFill>
                <a:schemeClr val="tx1"/>
              </a:solidFill>
              <a:effectLst/>
              <a:latin typeface="+mn-lt"/>
              <a:ea typeface="+mn-ea"/>
              <a:cs typeface="+mn-cs"/>
            </a:endParaRPr>
          </a:p>
          <a:p>
            <a:pPr lvl="0" fontAlgn="t"/>
            <a:r>
              <a:rPr lang="en-US" sz="1200" b="1" i="0" kern="1200" dirty="0" err="1">
                <a:solidFill>
                  <a:schemeClr val="tx1"/>
                </a:solidFill>
                <a:effectLst/>
                <a:latin typeface="+mn-lt"/>
                <a:ea typeface="+mn-ea"/>
                <a:cs typeface="+mn-cs"/>
              </a:rPr>
              <a:t>เปิด</a:t>
            </a:r>
            <a:r>
              <a:rPr lang="en-US" sz="1200" b="1" i="0" kern="1200" dirty="0">
                <a:solidFill>
                  <a:schemeClr val="tx1"/>
                </a:solidFill>
                <a:effectLst/>
                <a:latin typeface="+mn-lt"/>
                <a:ea typeface="+mn-ea"/>
                <a:cs typeface="+mn-cs"/>
              </a:rPr>
              <a:t> Managed Identity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ให้</a:t>
            </a:r>
            <a:r>
              <a:rPr lang="en-US" sz="1200" b="0" i="0" kern="1200" dirty="0">
                <a:solidFill>
                  <a:schemeClr val="tx1"/>
                </a:solidFill>
                <a:effectLst/>
                <a:latin typeface="+mn-lt"/>
                <a:ea typeface="+mn-ea"/>
                <a:cs typeface="+mn-cs"/>
              </a:rPr>
              <a:t> Azure Function</a:t>
            </a:r>
          </a:p>
          <a:p>
            <a:pPr lvl="0" fontAlgn="t"/>
            <a:r>
              <a:rPr lang="en-US" sz="1200" b="1" i="0" kern="1200" dirty="0" err="1">
                <a:solidFill>
                  <a:schemeClr val="tx1"/>
                </a:solidFill>
                <a:effectLst/>
                <a:latin typeface="+mn-lt"/>
                <a:ea typeface="+mn-ea"/>
                <a:cs typeface="+mn-cs"/>
              </a:rPr>
              <a:t>กำหนด</a:t>
            </a:r>
            <a:r>
              <a:rPr lang="en-US" sz="1200" b="1" i="0" kern="1200" dirty="0">
                <a:solidFill>
                  <a:schemeClr val="tx1"/>
                </a:solidFill>
                <a:effectLst/>
                <a:latin typeface="+mn-lt"/>
                <a:ea typeface="+mn-ea"/>
                <a:cs typeface="+mn-cs"/>
              </a:rPr>
              <a:t> Role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ที่จำเป็นบน</a:t>
            </a:r>
            <a:r>
              <a:rPr lang="en-US" sz="1200" b="0" i="0" kern="1200" dirty="0">
                <a:solidFill>
                  <a:schemeClr val="tx1"/>
                </a:solidFill>
                <a:effectLst/>
                <a:latin typeface="+mn-lt"/>
                <a:ea typeface="+mn-ea"/>
                <a:cs typeface="+mn-cs"/>
              </a:rPr>
              <a:t> Resource </a:t>
            </a:r>
            <a:r>
              <a:rPr lang="en-US" sz="1200" b="0" i="0" kern="1200" dirty="0" err="1">
                <a:solidFill>
                  <a:schemeClr val="tx1"/>
                </a:solidFill>
                <a:effectLst/>
                <a:latin typeface="+mn-lt"/>
                <a:ea typeface="+mn-ea"/>
                <a:cs typeface="+mn-cs"/>
              </a:rPr>
              <a:t>ปลายทาง</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ตั้งค่า</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Endpoint</a:t>
            </a:r>
            <a:r>
              <a:rPr lang="en-US" sz="1200" b="0" i="0" kern="1200" dirty="0">
                <a:solidFill>
                  <a:schemeClr val="tx1"/>
                </a:solidFill>
                <a:effectLst/>
                <a:latin typeface="+mn-lt"/>
                <a:ea typeface="+mn-ea"/>
                <a:cs typeface="+mn-cs"/>
              </a:rPr>
              <a:t> ของ Resource </a:t>
            </a:r>
            <a:r>
              <a:rPr lang="en-US" sz="1200" b="0" i="0" kern="1200" dirty="0" err="1">
                <a:solidFill>
                  <a:schemeClr val="tx1"/>
                </a:solidFill>
                <a:effectLst/>
                <a:latin typeface="+mn-lt"/>
                <a:ea typeface="+mn-ea"/>
                <a:cs typeface="+mn-cs"/>
              </a:rPr>
              <a:t>ใน</a:t>
            </a:r>
            <a:r>
              <a:rPr lang="en-US" sz="1200" b="0" i="0" kern="1200" dirty="0">
                <a:solidFill>
                  <a:schemeClr val="tx1"/>
                </a:solidFill>
                <a:effectLst/>
                <a:latin typeface="+mn-lt"/>
                <a:ea typeface="+mn-ea"/>
                <a:cs typeface="+mn-cs"/>
              </a:rPr>
              <a:t> Application Settings</a:t>
            </a:r>
          </a:p>
          <a:p>
            <a:pPr lvl="0" fontAlgn="t"/>
            <a:r>
              <a:rPr lang="en-US" sz="1200" b="0" i="0" kern="1200" dirty="0">
                <a:solidFill>
                  <a:schemeClr val="tx1"/>
                </a:solidFill>
                <a:effectLst/>
                <a:latin typeface="+mn-lt"/>
                <a:ea typeface="+mn-ea"/>
                <a:cs typeface="+mn-cs"/>
              </a:rPr>
              <a:t>Azure Functions Runtime </a:t>
            </a:r>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Identity </a:t>
            </a:r>
            <a:r>
              <a:rPr lang="en-US" sz="1200" b="0" i="0" kern="1200" dirty="0" err="1">
                <a:solidFill>
                  <a:schemeClr val="tx1"/>
                </a:solidFill>
                <a:effectLst/>
                <a:latin typeface="+mn-lt"/>
                <a:ea typeface="+mn-ea"/>
                <a:cs typeface="+mn-cs"/>
              </a:rPr>
              <a:t>เพื่อ</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Authenticate </a:t>
            </a:r>
            <a:r>
              <a:rPr lang="en-US" sz="1200" b="1" i="0" kern="1200" dirty="0" err="1">
                <a:solidFill>
                  <a:schemeClr val="tx1"/>
                </a:solidFill>
                <a:effectLst/>
                <a:latin typeface="+mn-lt"/>
                <a:ea typeface="+mn-ea"/>
                <a:cs typeface="+mn-cs"/>
              </a:rPr>
              <a:t>อัตโนมัติ</a:t>
            </a:r>
            <a:endParaRPr lang="th-TH" sz="1200" b="1"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แนวคิดคือให้สิทธิ์</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เท่าที่จำเป็น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สำหรับแต่ละ</a:t>
            </a:r>
            <a:r>
              <a:rPr lang="en-US" sz="1200" b="0" i="0" kern="1200" dirty="0">
                <a:solidFill>
                  <a:schemeClr val="tx1"/>
                </a:solidFill>
                <a:effectLst/>
                <a:latin typeface="+mn-lt"/>
                <a:ea typeface="+mn-ea"/>
                <a:cs typeface="+mn-cs"/>
              </a:rPr>
              <a:t> Service</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แล้ว</a:t>
            </a:r>
            <a:r>
              <a:rPr lang="en-US" sz="1200" b="1" i="0" kern="1200" dirty="0">
                <a:solidFill>
                  <a:schemeClr val="tx1"/>
                </a:solidFill>
                <a:effectLst/>
                <a:latin typeface="+mn-lt"/>
                <a:ea typeface="+mn-ea"/>
                <a:cs typeface="+mn-cs"/>
              </a:rPr>
              <a:t> Authorization Keys </a:t>
            </a:r>
            <a:r>
              <a:rPr lang="en-US" sz="1200" b="1" i="0" kern="1200" dirty="0" err="1">
                <a:solidFill>
                  <a:schemeClr val="tx1"/>
                </a:solidFill>
                <a:effectLst/>
                <a:latin typeface="+mn-lt"/>
                <a:ea typeface="+mn-ea"/>
                <a:cs typeface="+mn-cs"/>
              </a:rPr>
              <a:t>คืออะไร</a:t>
            </a:r>
            <a:r>
              <a:rPr lang="en-US" sz="1200" b="1" i="0" kern="1200" dirty="0">
                <a:solidFill>
                  <a:schemeClr val="tx1"/>
                </a:solidFill>
                <a:effectLst/>
                <a:latin typeface="+mn-lt"/>
                <a:ea typeface="+mn-ea"/>
                <a:cs typeface="+mn-cs"/>
              </a:rPr>
              <a:t>?</a:t>
            </a:r>
          </a:p>
          <a:p>
            <a:pPr fontAlgn="t"/>
            <a:r>
              <a:rPr lang="en-US" sz="1200" b="0" i="0" kern="1200" dirty="0">
                <a:solidFill>
                  <a:schemeClr val="tx1"/>
                </a:solidFill>
                <a:effectLst/>
                <a:latin typeface="+mn-lt"/>
                <a:ea typeface="+mn-ea"/>
                <a:cs typeface="+mn-cs"/>
              </a:rPr>
              <a:t>Functions </a:t>
            </a:r>
            <a:r>
              <a:rPr lang="en-US" sz="1200" b="0" i="0" kern="1200" dirty="0" err="1">
                <a:solidFill>
                  <a:schemeClr val="tx1"/>
                </a:solidFill>
                <a:effectLst/>
                <a:latin typeface="+mn-lt"/>
                <a:ea typeface="+mn-ea"/>
                <a:cs typeface="+mn-cs"/>
              </a:rPr>
              <a:t>ยังมี</a:t>
            </a:r>
            <a:r>
              <a:rPr lang="en-US" sz="1200" b="0" i="0" kern="1200" dirty="0">
                <a:solidFill>
                  <a:schemeClr val="tx1"/>
                </a:solidFill>
                <a:effectLst/>
                <a:latin typeface="+mn-lt"/>
                <a:ea typeface="+mn-ea"/>
                <a:cs typeface="+mn-cs"/>
              </a:rPr>
              <a:t> Key </a:t>
            </a:r>
            <a:r>
              <a:rPr lang="en-US" sz="1200" b="0" i="0" kern="1200" dirty="0" err="1">
                <a:solidFill>
                  <a:schemeClr val="tx1"/>
                </a:solidFill>
                <a:effectLst/>
                <a:latin typeface="+mn-lt"/>
                <a:ea typeface="+mn-ea"/>
                <a:cs typeface="+mn-cs"/>
              </a:rPr>
              <a:t>สำหรับควบคุมการเข้าถึง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endParaRPr lang="th-TH"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Function Key</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ใช้กับ</a:t>
            </a:r>
            <a:r>
              <a:rPr lang="en-US" sz="1200" b="0" i="0" kern="1200" dirty="0">
                <a:solidFill>
                  <a:schemeClr val="tx1"/>
                </a:solidFill>
                <a:effectLst/>
                <a:latin typeface="+mn-lt"/>
                <a:ea typeface="+mn-ea"/>
                <a:cs typeface="+mn-cs"/>
              </a:rPr>
              <a:t> Function </a:t>
            </a:r>
            <a:r>
              <a:rPr lang="en-US" sz="1200" b="0" i="0" kern="1200" dirty="0" err="1">
                <a:solidFill>
                  <a:schemeClr val="tx1"/>
                </a:solidFill>
                <a:effectLst/>
                <a:latin typeface="+mn-lt"/>
                <a:ea typeface="+mn-ea"/>
                <a:cs typeface="+mn-cs"/>
              </a:rPr>
              <a:t>เฉพาะตัว</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Host Key</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ใช้กับ</a:t>
            </a:r>
            <a:r>
              <a:rPr lang="en-US" sz="1200" b="0" i="0" kern="1200" dirty="0">
                <a:solidFill>
                  <a:schemeClr val="tx1"/>
                </a:solidFill>
                <a:effectLst/>
                <a:latin typeface="+mn-lt"/>
                <a:ea typeface="+mn-ea"/>
                <a:cs typeface="+mn-cs"/>
              </a:rPr>
              <a:t> Functions </a:t>
            </a:r>
            <a:r>
              <a:rPr lang="en-US" sz="1200" b="0" i="0" kern="1200" dirty="0" err="1">
                <a:solidFill>
                  <a:schemeClr val="tx1"/>
                </a:solidFill>
                <a:effectLst/>
                <a:latin typeface="+mn-lt"/>
                <a:ea typeface="+mn-ea"/>
                <a:cs typeface="+mn-cs"/>
              </a:rPr>
              <a:t>ทั้งหมดใน</a:t>
            </a:r>
            <a:r>
              <a:rPr lang="en-US" sz="1200" b="0" i="0" kern="1200" dirty="0">
                <a:solidFill>
                  <a:schemeClr val="tx1"/>
                </a:solidFill>
                <a:effectLst/>
                <a:latin typeface="+mn-lt"/>
                <a:ea typeface="+mn-ea"/>
                <a:cs typeface="+mn-cs"/>
              </a:rPr>
              <a:t> Function App</a:t>
            </a:r>
          </a:p>
          <a:p>
            <a:pPr lvl="0" fontAlgn="t"/>
            <a:r>
              <a:rPr lang="en-US" sz="1200" b="1" i="0" kern="1200" dirty="0">
                <a:solidFill>
                  <a:schemeClr val="tx1"/>
                </a:solidFill>
                <a:effectLst/>
                <a:latin typeface="+mn-lt"/>
                <a:ea typeface="+mn-ea"/>
                <a:cs typeface="+mn-cs"/>
              </a:rPr>
              <a:t>System Key</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ใช้กับ</a:t>
            </a:r>
            <a:r>
              <a:rPr lang="en-US" sz="1200" b="0" i="0" kern="1200" dirty="0">
                <a:solidFill>
                  <a:schemeClr val="tx1"/>
                </a:solidFill>
                <a:effectLst/>
                <a:latin typeface="+mn-lt"/>
                <a:ea typeface="+mn-ea"/>
                <a:cs typeface="+mn-cs"/>
              </a:rPr>
              <a:t> Extension</a:t>
            </a:r>
          </a:p>
          <a:p>
            <a:pPr lvl="0" fontAlgn="t"/>
            <a:r>
              <a:rPr lang="en-US" sz="1200" b="1" i="0" kern="1200" dirty="0">
                <a:solidFill>
                  <a:schemeClr val="tx1"/>
                </a:solidFill>
                <a:effectLst/>
                <a:latin typeface="+mn-lt"/>
                <a:ea typeface="+mn-ea"/>
                <a:cs typeface="+mn-cs"/>
              </a:rPr>
              <a:t>Master Key</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ใช้สำหรับสิทธิ์ระดับ</a:t>
            </a:r>
            <a:r>
              <a:rPr lang="en-US" sz="1200" b="0" i="0" kern="1200" dirty="0">
                <a:solidFill>
                  <a:schemeClr val="tx1"/>
                </a:solidFill>
                <a:effectLst/>
                <a:latin typeface="+mn-lt"/>
                <a:ea typeface="+mn-ea"/>
                <a:cs typeface="+mn-cs"/>
              </a:rPr>
              <a:t> Admin</a:t>
            </a:r>
            <a:endParaRPr lang="th-TH"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Trigger </a:t>
            </a:r>
            <a:r>
              <a:rPr lang="en-US" sz="1200" b="0" i="0" kern="1200" dirty="0" err="1">
                <a:solidFill>
                  <a:schemeClr val="tx1"/>
                </a:solidFill>
                <a:effectLst/>
                <a:latin typeface="+mn-lt"/>
                <a:ea typeface="+mn-ea"/>
                <a:cs typeface="+mn-cs"/>
              </a:rPr>
              <a:t>สามารถกำหนดระดับการเข้าถึงเป็น</a:t>
            </a:r>
            <a:r>
              <a:rPr lang="en-US" sz="1200" b="0" i="0" kern="1200" dirty="0">
                <a:solidFill>
                  <a:schemeClr val="tx1"/>
                </a:solidFill>
                <a:effectLst/>
                <a:latin typeface="+mn-lt"/>
                <a:ea typeface="+mn-ea"/>
                <a:cs typeface="+mn-cs"/>
              </a:rPr>
              <a:t> anonymous, function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admin</a:t>
            </a:r>
          </a:p>
        </p:txBody>
      </p:sp>
      <p:sp>
        <p:nvSpPr>
          <p:cNvPr id="455221827"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19E71A-7525-53F2-C5F2-BE8649EC37C2}"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146</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73916845" name="Slide Image Placeholder 1"/>
          <p:cNvSpPr>
            <a:spLocks noGrp="1" noRot="1" noChangeAspect="1"/>
          </p:cNvSpPr>
          <p:nvPr>
            <p:ph type="sldImg"/>
          </p:nvPr>
        </p:nvSpPr>
        <p:spPr bwMode="auto">
          <a:xfrm>
            <a:off x="217488" y="812800"/>
            <a:ext cx="7124700" cy="4008438"/>
          </a:xfrm>
        </p:spPr>
      </p:sp>
      <p:sp>
        <p:nvSpPr>
          <p:cNvPr id="126721891" name="Notes Placeholder 2"/>
          <p:cNvSpPr>
            <a:spLocks noGrp="1"/>
          </p:cNvSpPr>
          <p:nvPr>
            <p:ph type="body" idx="1"/>
          </p:nvPr>
        </p:nvSpPr>
        <p:spPr bwMode="auto"/>
        <p:txBody>
          <a:bodyPr/>
          <a:lstStyle/>
          <a:p>
            <a:pPr>
              <a:lnSpc>
                <a:spcPct val="90000"/>
              </a:lnSpc>
              <a:spcAft>
                <a:spcPts val="332"/>
              </a:spcAft>
              <a:defRPr/>
            </a:pPr>
            <a:r>
              <a:rPr lang="en-US"/>
              <a:t>This exercise requires an Azure subscription, which should be provided by the lab hoster supporting your delivery of this course.</a:t>
            </a:r>
            <a:endParaRPr lang="en-US">
              <a:solidFill>
                <a:srgbClr val="444444"/>
              </a:solidFill>
            </a:endParaRPr>
          </a:p>
          <a:p>
            <a:pPr>
              <a:lnSpc>
                <a:spcPct val="90000"/>
              </a:lnSpc>
              <a:spcAft>
                <a:spcPts val="332"/>
              </a:spcAft>
              <a:defRPr/>
            </a:pPr>
            <a:r>
              <a:rPr lang="en-US"/>
              <a:t>If you are not able to provide students with Azure subscriptions, you can demonstrate the lab using your own subscription (if you have one available).</a:t>
            </a:r>
            <a:endParaRPr/>
          </a:p>
        </p:txBody>
      </p:sp>
      <p:sp>
        <p:nvSpPr>
          <p:cNvPr id="1691739242" name="Header Placeholder 3"/>
          <p:cNvSpPr>
            <a:spLocks noGrp="1"/>
          </p:cNvSpPr>
          <p:nvPr>
            <p:ph type="hdr" sz="quarter"/>
          </p:nvPr>
        </p:nvSpPr>
        <p:spPr bwMode="auto"/>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806176236" name="Footer Placeholder 4"/>
          <p:cNvSpPr>
            <a:spLocks noGrp="1"/>
          </p:cNvSpPr>
          <p:nvPr>
            <p:ph type="ftr" sz="quarter" idx="4"/>
          </p:nvPr>
        </p:nvSpPr>
        <p:spPr bwMode="auto"/>
        <p:txBody>
          <a:bodyPr/>
          <a:lstStyle/>
          <a:p>
            <a:pPr marL="0" marR="0" lvl="0" indent="0" algn="l" defTabSz="914098" rtl="0" eaLnBrk="1" fontAlgn="auto" latinLnBrk="0" hangingPunct="1">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a:ea typeface="Segoe UI"/>
                <a:cs typeface="Segoe UI"/>
              </a:rPr>
              <a:t>© Microsoft Corporation. All rights reserved. MICROSOFT MAKES NO WARRANTIES, EXPRESS, IMPLIED OR STATUTORY, AS TO THE INFORMATION IN THIS PRESENTATION.</a:t>
            </a:r>
            <a:endParaRPr kumimoji="0" sz="1200" b="0" i="0" u="none" strike="noStrike" kern="0" cap="none" spc="0" normalizeH="0" baseline="0" noProof="0">
              <a:ln>
                <a:noFill/>
              </a:ln>
              <a:solidFill>
                <a:prstClr val="black"/>
              </a:solidFill>
              <a:effectLst/>
              <a:uLnTx/>
              <a:uFillTx/>
              <a:latin typeface="Aptos"/>
              <a:cs typeface="Arial"/>
            </a:endParaRPr>
          </a:p>
        </p:txBody>
      </p:sp>
      <p:sp>
        <p:nvSpPr>
          <p:cNvPr id="577600955" name="Date Placeholder 5"/>
          <p:cNvSpPr>
            <a:spLocks noGrp="1"/>
          </p:cNvSpPr>
          <p:nvPr>
            <p:ph type="dt" idx="1"/>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FD8069-D363-B1FD-C85A-30544EF19ECA}" type="datetime8">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10/27/2026 8:46 AM</a:t>
            </a:fld>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760858555" name="Slide Number Placeholder 6"/>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32D111-37E3-EE75-0870-1F0A4C533A8B}"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147</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17765213" name="Slide Image Placeholder 1"/>
          <p:cNvSpPr>
            <a:spLocks noGrp="1" noRot="1" noChangeAspect="1"/>
          </p:cNvSpPr>
          <p:nvPr>
            <p:ph type="sldImg"/>
          </p:nvPr>
        </p:nvSpPr>
        <p:spPr bwMode="auto">
          <a:xfrm>
            <a:off x="217488" y="812800"/>
            <a:ext cx="7124700" cy="4008438"/>
          </a:xfrm>
        </p:spPr>
      </p:sp>
      <p:sp>
        <p:nvSpPr>
          <p:cNvPr id="685346047" name="Notes Placeholder 2"/>
          <p:cNvSpPr>
            <a:spLocks noGrp="1"/>
          </p:cNvSpPr>
          <p:nvPr>
            <p:ph type="body" idx="1"/>
          </p:nvPr>
        </p:nvSpPr>
        <p:spPr bwMode="auto"/>
        <p:txBody>
          <a:bodyPr/>
          <a:lstStyle/>
          <a:p>
            <a:pPr marL="0" marR="0" lvl="0" indent="0" algn="l" defTabSz="914400" rtl="0">
              <a:lnSpc>
                <a:spcPct val="100000"/>
              </a:lnSpc>
              <a:spcBef>
                <a:spcPts val="0"/>
              </a:spcBef>
              <a:spcAft>
                <a:spcPts val="0"/>
              </a:spcAft>
              <a:buClrTx/>
              <a:buSzTx/>
              <a:buFontTx/>
              <a:buNone/>
              <a:defRPr/>
            </a:pPr>
            <a:r>
              <a:rPr lang="en-US" b="0"/>
              <a:t>These Learn modules are part of the </a:t>
            </a:r>
            <a:r>
              <a:rPr lang="en-US" sz="1200" b="0" i="0" u="none" strike="noStrike" cap="none" spc="0">
                <a:solidFill>
                  <a:schemeClr val="tx1"/>
                </a:solidFill>
                <a:latin typeface="Aptos"/>
                <a:ea typeface="Aptos"/>
                <a:cs typeface="Aptos"/>
              </a:rPr>
              <a:t>Manage application secrets and configuration for AI solutions</a:t>
            </a:r>
            <a:r>
              <a:rPr lang="en-US"/>
              <a:t> learning path:</a:t>
            </a:r>
            <a:r>
              <a:rPr lang="en-US" b="0" i="0">
                <a:solidFill>
                  <a:srgbClr val="171717"/>
                </a:solidFill>
                <a:latin typeface="Segoe UI"/>
              </a:rPr>
              <a:t> (</a:t>
            </a:r>
            <a:r>
              <a:rPr lang="en-US" sz="1200" b="0" i="0" u="sng" strike="noStrike" cap="none" spc="0">
                <a:solidFill>
                  <a:schemeClr val="hlink"/>
                </a:solidFill>
                <a:latin typeface="Aptos"/>
                <a:ea typeface="Aptos"/>
                <a:cs typeface="Aptos"/>
                <a:hlinkClick r:id="rId3"/>
              </a:rPr>
              <a:t>https://learn.microsoft.com/training/paths/manage-app-secrets-configuration/</a:t>
            </a:r>
            <a:endParaRPr/>
          </a:p>
          <a:p>
            <a:pPr>
              <a:defRPr/>
            </a:pPr>
            <a:endParaRPr lang="en-US"/>
          </a:p>
        </p:txBody>
      </p:sp>
      <p:sp>
        <p:nvSpPr>
          <p:cNvPr id="163579481"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148</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69849410" name="Slide Image Placeholder 1"/>
          <p:cNvSpPr>
            <a:spLocks noGrp="1" noRot="1" noChangeAspect="1"/>
          </p:cNvSpPr>
          <p:nvPr>
            <p:ph type="sldImg"/>
          </p:nvPr>
        </p:nvSpPr>
        <p:spPr bwMode="auto">
          <a:xfrm>
            <a:off x="217488" y="812800"/>
            <a:ext cx="7124700" cy="4008438"/>
          </a:xfrm>
        </p:spPr>
      </p:sp>
      <p:sp>
        <p:nvSpPr>
          <p:cNvPr id="865169920" name="Notes Placeholder 2"/>
          <p:cNvSpPr>
            <a:spLocks noGrp="1"/>
          </p:cNvSpPr>
          <p:nvPr>
            <p:ph type="body" idx="1"/>
          </p:nvPr>
        </p:nvSpPr>
        <p:spPr bwMode="auto"/>
        <p:txBody>
          <a:bodyPr/>
          <a:lstStyle/>
          <a:p>
            <a:pPr marL="0" lvl="0" indent="0">
              <a:buNone/>
              <a:defRPr/>
            </a:pPr>
            <a:r>
              <a:rPr lang="en-US" sz="1200" b="0" i="0" u="none" strike="noStrike" cap="none" spc="0">
                <a:solidFill>
                  <a:schemeClr val="tx1"/>
                </a:solidFill>
                <a:latin typeface="+mn-lt"/>
                <a:ea typeface="+mn-ea"/>
                <a:cs typeface="+mn-cs"/>
              </a:rPr>
              <a:t>Module on Microsoft Learn: </a:t>
            </a:r>
            <a:r>
              <a:rPr lang="en-US" sz="1200" b="0" i="0" u="sng" strike="noStrike" cap="none" spc="0">
                <a:solidFill>
                  <a:schemeClr val="hlink"/>
                </a:solidFill>
                <a:latin typeface="Aptos"/>
                <a:ea typeface="Arial"/>
                <a:cs typeface="Arial"/>
                <a:hlinkClick r:id="rId3"/>
              </a:rPr>
              <a:t>https://learn.microsoft.com/training/modules/manage-app-secrets-key-vault/</a:t>
            </a:r>
            <a:endParaRPr sz="1200"/>
          </a:p>
          <a:p>
            <a:pPr marL="0" lvl="0" indent="0">
              <a:buNone/>
              <a:defRPr/>
            </a:pPr>
            <a:endParaRPr sz="1200"/>
          </a:p>
          <a:p>
            <a:pPr>
              <a:defRPr/>
            </a:pPr>
            <a:endParaRPr/>
          </a:p>
        </p:txBody>
      </p:sp>
      <p:sp>
        <p:nvSpPr>
          <p:cNvPr id="168877810"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149</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99049399" name="Slide Image Placeholder 1"/>
          <p:cNvSpPr>
            <a:spLocks noGrp="1" noRot="1" noChangeAspect="1"/>
          </p:cNvSpPr>
          <p:nvPr>
            <p:ph type="sldImg"/>
          </p:nvPr>
        </p:nvSpPr>
        <p:spPr bwMode="auto">
          <a:xfrm>
            <a:off x="217488" y="812800"/>
            <a:ext cx="7124700" cy="4008438"/>
          </a:xfrm>
        </p:spPr>
      </p:sp>
      <p:sp>
        <p:nvSpPr>
          <p:cNvPr id="1274169412" name="Notes Placeholder 2"/>
          <p:cNvSpPr>
            <a:spLocks noGrp="1"/>
          </p:cNvSpPr>
          <p:nvPr>
            <p:ph type="body" idx="1"/>
          </p:nvPr>
        </p:nvSpPr>
        <p:spPr bwMode="auto"/>
        <p:txBody>
          <a:bodyPr/>
          <a:lstStyle/>
          <a:p>
            <a:pPr fontAlgn="t"/>
            <a:r>
              <a:rPr lang="en-US" sz="1200" b="1" i="0" kern="1200" dirty="0">
                <a:solidFill>
                  <a:schemeClr val="tx1"/>
                </a:solidFill>
                <a:effectLst/>
                <a:latin typeface="+mn-lt"/>
                <a:ea typeface="+mn-ea"/>
                <a:cs typeface="+mn-cs"/>
              </a:rPr>
              <a:t>Azure Key Vault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ซึ่งเปรียบเสมือน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t>
            </a:r>
            <a:r>
              <a:rPr lang="en-US" sz="1200" b="1" i="0" kern="1200" dirty="0" err="1">
                <a:solidFill>
                  <a:schemeClr val="tx1"/>
                </a:solidFill>
                <a:effectLst/>
                <a:latin typeface="+mn-lt"/>
                <a:ea typeface="+mn-ea"/>
                <a:cs typeface="+mn-cs"/>
              </a:rPr>
              <a:t>ตู้เซฟดิจิทัลบน</a:t>
            </a:r>
            <a:r>
              <a:rPr lang="en-US" sz="1200" b="1" i="0" kern="1200" dirty="0">
                <a:solidFill>
                  <a:schemeClr val="tx1"/>
                </a:solidFill>
                <a:effectLst/>
                <a:latin typeface="+mn-lt"/>
                <a:ea typeface="+mn-ea"/>
                <a:cs typeface="+mn-cs"/>
              </a:rPr>
              <a:t> Azure”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สำหรับเก็บข้อมูลสำคัญของระบบอย่างปลอดภัย</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Key Vault </a:t>
            </a:r>
            <a:r>
              <a:rPr lang="en-US" sz="1200" b="1" i="0" kern="1200" dirty="0" err="1">
                <a:solidFill>
                  <a:schemeClr val="tx1"/>
                </a:solidFill>
                <a:effectLst/>
                <a:latin typeface="+mn-lt"/>
                <a:ea typeface="+mn-ea"/>
                <a:cs typeface="+mn-cs"/>
              </a:rPr>
              <a:t>เก็บอะไรได้บ้าง</a:t>
            </a:r>
            <a:r>
              <a:rPr lang="en-US" sz="1200" b="1" i="0" kern="1200" dirty="0">
                <a:solidFill>
                  <a:schemeClr val="tx1"/>
                </a:solidFill>
                <a:effectLst/>
                <a:latin typeface="+mn-lt"/>
                <a:ea typeface="+mn-ea"/>
                <a:cs typeface="+mn-cs"/>
              </a:rPr>
              <a:t>?</a:t>
            </a:r>
          </a:p>
          <a:p>
            <a:pPr fontAlgn="t"/>
            <a:r>
              <a:rPr lang="en-US" sz="1200" b="0" i="0" kern="1200" dirty="0" err="1">
                <a:solidFill>
                  <a:schemeClr val="tx1"/>
                </a:solidFill>
                <a:effectLst/>
                <a:latin typeface="+mn-lt"/>
                <a:ea typeface="+mn-ea"/>
                <a:cs typeface="+mn-cs"/>
              </a:rPr>
              <a:t>มี</a:t>
            </a:r>
            <a:r>
              <a:rPr lang="en-US" sz="1200" b="0" i="0" kern="1200" dirty="0">
                <a:solidFill>
                  <a:schemeClr val="tx1"/>
                </a:solidFill>
                <a:effectLst/>
                <a:latin typeface="+mn-lt"/>
                <a:ea typeface="+mn-ea"/>
                <a:cs typeface="+mn-cs"/>
              </a:rPr>
              <a:t> 3 </a:t>
            </a:r>
            <a:r>
              <a:rPr lang="en-US" sz="1200" b="0" i="0" kern="1200" dirty="0" err="1">
                <a:solidFill>
                  <a:schemeClr val="tx1"/>
                </a:solidFill>
                <a:effectLst/>
                <a:latin typeface="+mn-lt"/>
                <a:ea typeface="+mn-ea"/>
                <a:cs typeface="+mn-cs"/>
              </a:rPr>
              <a:t>ประเภทหลัก</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Secrets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ข้อมูลลับ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API Key, Password, Connection String</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Keys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กุญแจสำหรับงานด้าน</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การเข้ารหัสข้อมูล</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โดยตัว</a:t>
            </a:r>
            <a:r>
              <a:rPr lang="en-US" sz="1200" b="0" i="0" kern="1200" dirty="0">
                <a:solidFill>
                  <a:schemeClr val="tx1"/>
                </a:solidFill>
                <a:effectLst/>
                <a:latin typeface="+mn-lt"/>
                <a:ea typeface="+mn-ea"/>
                <a:cs typeface="+mn-cs"/>
              </a:rPr>
              <a:t> Key </a:t>
            </a:r>
            <a:r>
              <a:rPr lang="en-US" sz="1200" b="0" i="0" kern="1200" dirty="0" err="1">
                <a:solidFill>
                  <a:schemeClr val="tx1"/>
                </a:solidFill>
                <a:effectLst/>
                <a:latin typeface="+mn-lt"/>
                <a:ea typeface="+mn-ea"/>
                <a:cs typeface="+mn-cs"/>
              </a:rPr>
              <a:t>ไม่จำเป็นต้องออกจาก</a:t>
            </a:r>
            <a:r>
              <a:rPr lang="en-US" sz="1200" b="0" i="0" kern="1200" dirty="0">
                <a:solidFill>
                  <a:schemeClr val="tx1"/>
                </a:solidFill>
                <a:effectLst/>
                <a:latin typeface="+mn-lt"/>
                <a:ea typeface="+mn-ea"/>
                <a:cs typeface="+mn-cs"/>
              </a:rPr>
              <a:t> Vault</a:t>
            </a:r>
          </a:p>
          <a:p>
            <a:pPr lvl="0" fontAlgn="t"/>
            <a:r>
              <a:rPr lang="en-US" sz="1200" b="1" i="0" kern="1200" dirty="0">
                <a:solidFill>
                  <a:schemeClr val="tx1"/>
                </a:solidFill>
                <a:effectLst/>
                <a:latin typeface="+mn-lt"/>
                <a:ea typeface="+mn-ea"/>
                <a:cs typeface="+mn-cs"/>
              </a:rPr>
              <a:t>Certificates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ใบรับรองดิจิทัล</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X.509 Certificate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พร้อมช่วยจัดการวงจรชีวิตของ</a:t>
            </a:r>
            <a:r>
              <a:rPr lang="en-US" sz="1200" b="0" i="0" kern="1200" dirty="0">
                <a:solidFill>
                  <a:schemeClr val="tx1"/>
                </a:solidFill>
                <a:effectLst/>
                <a:latin typeface="+mn-lt"/>
                <a:ea typeface="+mn-ea"/>
                <a:cs typeface="+mn-cs"/>
              </a:rPr>
              <a:t> Certificate</a:t>
            </a:r>
          </a:p>
          <a:p>
            <a:pPr lvl="0"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ควรจัดการ</a:t>
            </a:r>
            <a:r>
              <a:rPr lang="en-US" sz="1200" b="1" i="0" kern="1200" dirty="0">
                <a:solidFill>
                  <a:schemeClr val="tx1"/>
                </a:solidFill>
                <a:effectLst/>
                <a:latin typeface="+mn-lt"/>
                <a:ea typeface="+mn-ea"/>
                <a:cs typeface="+mn-cs"/>
              </a:rPr>
              <a:t> Key Vault </a:t>
            </a:r>
            <a:r>
              <a:rPr lang="en-US" sz="1200" b="1" i="0" kern="1200" dirty="0" err="1">
                <a:solidFill>
                  <a:schemeClr val="tx1"/>
                </a:solidFill>
                <a:effectLst/>
                <a:latin typeface="+mn-lt"/>
                <a:ea typeface="+mn-ea"/>
                <a:cs typeface="+mn-cs"/>
              </a:rPr>
              <a:t>อย่างไร</a:t>
            </a:r>
            <a:r>
              <a:rPr lang="en-US" sz="1200" b="1" i="0" kern="1200" dirty="0">
                <a:solidFill>
                  <a:schemeClr val="tx1"/>
                </a:solidFill>
                <a:effectLst/>
                <a:latin typeface="+mn-lt"/>
                <a:ea typeface="+mn-ea"/>
                <a:cs typeface="+mn-cs"/>
              </a:rPr>
              <a:t>?</a:t>
            </a:r>
          </a:p>
          <a:p>
            <a:pPr lvl="0" fontAlgn="t"/>
            <a:r>
              <a:rPr lang="en-US" sz="1200" b="0" i="0" kern="1200" dirty="0" err="1">
                <a:solidFill>
                  <a:schemeClr val="tx1"/>
                </a:solidFill>
                <a:effectLst/>
                <a:latin typeface="+mn-lt"/>
                <a:ea typeface="+mn-ea"/>
                <a:cs typeface="+mn-cs"/>
              </a:rPr>
              <a:t>แยก</a:t>
            </a:r>
            <a:r>
              <a:rPr lang="en-US" sz="1200" b="0" i="0" kern="1200" dirty="0">
                <a:solidFill>
                  <a:schemeClr val="tx1"/>
                </a:solidFill>
                <a:effectLst/>
                <a:latin typeface="+mn-lt"/>
                <a:ea typeface="+mn-ea"/>
                <a:cs typeface="+mn-cs"/>
              </a:rPr>
              <a:t> Vault </a:t>
            </a:r>
            <a:r>
              <a:rPr lang="en-US" sz="1200" b="0" i="0" kern="1200" dirty="0" err="1">
                <a:solidFill>
                  <a:schemeClr val="tx1"/>
                </a:solidFill>
                <a:effectLst/>
                <a:latin typeface="+mn-lt"/>
                <a:ea typeface="+mn-ea"/>
                <a:cs typeface="+mn-cs"/>
              </a:rPr>
              <a:t>ตาม</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Application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Environment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Dev / Test / Production </a:t>
            </a:r>
            <a:r>
              <a:rPr lang="en-US" sz="1200" b="0" i="0" kern="1200" dirty="0" err="1">
                <a:solidFill>
                  <a:schemeClr val="tx1"/>
                </a:solidFill>
                <a:effectLst/>
                <a:latin typeface="+mn-lt"/>
                <a:ea typeface="+mn-ea"/>
                <a:cs typeface="+mn-cs"/>
              </a:rPr>
              <a:t>เพื่อลดผลกระทบหาก</a:t>
            </a:r>
            <a:r>
              <a:rPr lang="en-US" sz="1200" b="0" i="0" kern="1200" dirty="0">
                <a:solidFill>
                  <a:schemeClr val="tx1"/>
                </a:solidFill>
                <a:effectLst/>
                <a:latin typeface="+mn-lt"/>
                <a:ea typeface="+mn-ea"/>
                <a:cs typeface="+mn-cs"/>
              </a:rPr>
              <a:t> Vault </a:t>
            </a:r>
            <a:r>
              <a:rPr lang="en-US" sz="1200" b="0" i="0" kern="1200" dirty="0" err="1">
                <a:solidFill>
                  <a:schemeClr val="tx1"/>
                </a:solidFill>
                <a:effectLst/>
                <a:latin typeface="+mn-lt"/>
                <a:ea typeface="+mn-ea"/>
                <a:cs typeface="+mn-cs"/>
              </a:rPr>
              <a:t>ใดมีปัญหา</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กำหนดสิทธิ์ตามหน้าที่</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Secrets User</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อ่าน</a:t>
            </a:r>
            <a:r>
              <a:rPr lang="en-US" sz="1200" b="0" i="0" kern="1200" dirty="0">
                <a:solidFill>
                  <a:schemeClr val="tx1"/>
                </a:solidFill>
                <a:effectLst/>
                <a:latin typeface="+mn-lt"/>
                <a:ea typeface="+mn-ea"/>
                <a:cs typeface="+mn-cs"/>
              </a:rPr>
              <a:t> Secret</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Secrets Officer</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จัดการ</a:t>
            </a:r>
            <a:r>
              <a:rPr lang="en-US" sz="1200" b="0" i="0" kern="1200" dirty="0">
                <a:solidFill>
                  <a:schemeClr val="tx1"/>
                </a:solidFill>
                <a:effectLst/>
                <a:latin typeface="+mn-lt"/>
                <a:ea typeface="+mn-ea"/>
                <a:cs typeface="+mn-cs"/>
              </a:rPr>
              <a:t> Secret</a:t>
            </a:r>
          </a:p>
          <a:p>
            <a:pPr lvl="0" fontAlgn="t"/>
            <a:r>
              <a:rPr lang="en-US" sz="1200" b="0" i="0" kern="1200" dirty="0" err="1">
                <a:solidFill>
                  <a:schemeClr val="tx1"/>
                </a:solidFill>
                <a:effectLst/>
                <a:latin typeface="+mn-lt"/>
                <a:ea typeface="+mn-ea"/>
                <a:cs typeface="+mn-cs"/>
              </a:rPr>
              <a:t>มี</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Soft Delete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ช่วยป้องกันการลบข้อมูลโดยไม่ตั้งใจ</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สำหรับ</a:t>
            </a:r>
            <a:r>
              <a:rPr lang="en-US" sz="1200" b="0" i="0" kern="1200" dirty="0">
                <a:solidFill>
                  <a:schemeClr val="tx1"/>
                </a:solidFill>
                <a:effectLst/>
                <a:latin typeface="+mn-lt"/>
                <a:ea typeface="+mn-ea"/>
                <a:cs typeface="+mn-cs"/>
              </a:rPr>
              <a:t> Production </a:t>
            </a:r>
            <a:r>
              <a:rPr lang="en-US" sz="1200" b="0" i="0" kern="1200" dirty="0" err="1">
                <a:solidFill>
                  <a:schemeClr val="tx1"/>
                </a:solidFill>
                <a:effectLst/>
                <a:latin typeface="+mn-lt"/>
                <a:ea typeface="+mn-ea"/>
                <a:cs typeface="+mn-cs"/>
              </a:rPr>
              <a:t>สไลด์แนะนำ</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Purge Protection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เพื่อเพิ่มการป้องกันการลบถาวร</a:t>
            </a:r>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Key Vault = </a:t>
            </a:r>
            <a:r>
              <a:rPr lang="en-US" sz="1200" b="1" i="0" kern="1200" dirty="0" err="1">
                <a:solidFill>
                  <a:schemeClr val="tx1"/>
                </a:solidFill>
                <a:effectLst/>
                <a:latin typeface="+mn-lt"/>
                <a:ea typeface="+mn-ea"/>
                <a:cs typeface="+mn-cs"/>
              </a:rPr>
              <a:t>ตู้เซฟ</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Secret = </a:t>
            </a:r>
            <a:r>
              <a:rPr lang="en-US" sz="1200" b="0" i="0" kern="1200" dirty="0" err="1">
                <a:solidFill>
                  <a:schemeClr val="tx1"/>
                </a:solidFill>
                <a:effectLst/>
                <a:latin typeface="+mn-lt"/>
                <a:ea typeface="+mn-ea"/>
                <a:cs typeface="+mn-cs"/>
              </a:rPr>
              <a:t>รหัสผ่านที่เก็บในตู้</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Key = </a:t>
            </a:r>
            <a:r>
              <a:rPr lang="en-US" sz="1200" b="0" i="0" kern="1200" dirty="0" err="1">
                <a:solidFill>
                  <a:schemeClr val="tx1"/>
                </a:solidFill>
                <a:effectLst/>
                <a:latin typeface="+mn-lt"/>
                <a:ea typeface="+mn-ea"/>
                <a:cs typeface="+mn-cs"/>
              </a:rPr>
              <a:t>กุญแจสำหรับเข้ารหัส</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Certificate = </a:t>
            </a:r>
            <a:r>
              <a:rPr lang="en-US" sz="1200" b="0" i="0" kern="1200" dirty="0" err="1">
                <a:solidFill>
                  <a:schemeClr val="tx1"/>
                </a:solidFill>
                <a:effectLst/>
                <a:latin typeface="+mn-lt"/>
                <a:ea typeface="+mn-ea"/>
                <a:cs typeface="+mn-cs"/>
              </a:rPr>
              <a:t>บัตรรับรองตัวตนดิจิทัล</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Role = </a:t>
            </a:r>
            <a:r>
              <a:rPr lang="en-US" sz="1200" b="0" i="0" kern="1200" dirty="0" err="1">
                <a:solidFill>
                  <a:schemeClr val="tx1"/>
                </a:solidFill>
                <a:effectLst/>
                <a:latin typeface="+mn-lt"/>
                <a:ea typeface="+mn-ea"/>
                <a:cs typeface="+mn-cs"/>
              </a:rPr>
              <a:t>กำหนดว่าใครเปิดหรือจัดการอะไรในตู้ได้</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Azure Key Vault </a:t>
            </a:r>
            <a:r>
              <a:rPr lang="en-US" sz="1200" b="0" i="0" kern="1200" dirty="0" err="1">
                <a:solidFill>
                  <a:schemeClr val="tx1"/>
                </a:solidFill>
                <a:effectLst/>
                <a:latin typeface="+mn-lt"/>
                <a:ea typeface="+mn-ea"/>
                <a:cs typeface="+mn-cs"/>
              </a:rPr>
              <a:t>ใช้เก็บและควบคุมการเข้าถึง</a:t>
            </a:r>
            <a:r>
              <a:rPr lang="en-US" sz="1200" b="0" i="0" kern="1200" dirty="0">
                <a:solidFill>
                  <a:schemeClr val="tx1"/>
                </a:solidFill>
                <a:effectLst/>
                <a:latin typeface="+mn-lt"/>
                <a:ea typeface="+mn-ea"/>
                <a:cs typeface="+mn-cs"/>
              </a:rPr>
              <a:t> Secrets, Keys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Certificates </a:t>
            </a:r>
            <a:r>
              <a:rPr lang="en-US" sz="1200" b="0" i="0" kern="1200" dirty="0" err="1">
                <a:solidFill>
                  <a:schemeClr val="tx1"/>
                </a:solidFill>
                <a:effectLst/>
                <a:latin typeface="+mn-lt"/>
                <a:ea typeface="+mn-ea"/>
                <a:cs typeface="+mn-cs"/>
              </a:rPr>
              <a:t>อย่างเป็นระบบ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โดยไม่ต้องนำข้อมูลสำคัญเหล่านี้ไปฝังไว้ใน</a:t>
            </a:r>
            <a:r>
              <a:rPr lang="en-US" sz="1200" b="0" i="0" kern="1200" dirty="0">
                <a:solidFill>
                  <a:schemeClr val="tx1"/>
                </a:solidFill>
                <a:effectLst/>
                <a:latin typeface="+mn-lt"/>
                <a:ea typeface="+mn-ea"/>
                <a:cs typeface="+mn-cs"/>
              </a:rPr>
              <a:t> Source Code</a:t>
            </a:r>
          </a:p>
          <a:p>
            <a:pPr fontAlgn="t"/>
            <a:endParaRPr lang="en-US" sz="1200" b="0" i="0" kern="1200" dirty="0">
              <a:solidFill>
                <a:schemeClr val="tx1"/>
              </a:solidFill>
              <a:effectLst/>
              <a:latin typeface="+mn-lt"/>
              <a:ea typeface="+mn-ea"/>
              <a:cs typeface="+mn-cs"/>
            </a:endParaRPr>
          </a:p>
        </p:txBody>
      </p:sp>
      <p:sp>
        <p:nvSpPr>
          <p:cNvPr id="721723020"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150</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92529468" name="Slide Image Placeholder 1"/>
          <p:cNvSpPr>
            <a:spLocks noGrp="1" noRot="1" noChangeAspect="1"/>
          </p:cNvSpPr>
          <p:nvPr>
            <p:ph type="sldImg"/>
          </p:nvPr>
        </p:nvSpPr>
        <p:spPr bwMode="auto">
          <a:xfrm>
            <a:off x="217488" y="812800"/>
            <a:ext cx="7124700" cy="4008438"/>
          </a:xfrm>
        </p:spPr>
      </p:sp>
      <p:sp>
        <p:nvSpPr>
          <p:cNvPr id="946970696"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การให้โปรแกรมดึงข้อมูลลับจาก</a:t>
            </a:r>
            <a:r>
              <a:rPr lang="en-US" sz="1200" b="1" i="0" kern="1200" dirty="0">
                <a:solidFill>
                  <a:schemeClr val="tx1"/>
                </a:solidFill>
                <a:effectLst/>
                <a:latin typeface="+mn-lt"/>
                <a:ea typeface="+mn-ea"/>
                <a:cs typeface="+mn-cs"/>
              </a:rPr>
              <a:t> Azure Key Vault </a:t>
            </a:r>
            <a:r>
              <a:rPr lang="en-US" sz="1200" b="1" i="0" kern="1200" dirty="0" err="1">
                <a:solidFill>
                  <a:schemeClr val="tx1"/>
                </a:solidFill>
                <a:effectLst/>
                <a:latin typeface="+mn-lt"/>
                <a:ea typeface="+mn-ea"/>
                <a:cs typeface="+mn-cs"/>
              </a:rPr>
              <a:t>ผ่าน</a:t>
            </a:r>
            <a:r>
              <a:rPr lang="en-US" sz="1200" b="1" i="0" kern="1200" dirty="0">
                <a:solidFill>
                  <a:schemeClr val="tx1"/>
                </a:solidFill>
                <a:effectLst/>
                <a:latin typeface="+mn-lt"/>
                <a:ea typeface="+mn-ea"/>
                <a:cs typeface="+mn-cs"/>
              </a:rPr>
              <a:t> Azure SDK</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API Key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Password </a:t>
            </a:r>
            <a:r>
              <a:rPr lang="en-US" sz="1200" b="0" i="0" kern="1200" dirty="0" err="1">
                <a:solidFill>
                  <a:schemeClr val="tx1"/>
                </a:solidFill>
                <a:effectLst/>
                <a:latin typeface="+mn-lt"/>
                <a:ea typeface="+mn-ea"/>
                <a:cs typeface="+mn-cs"/>
              </a:rPr>
              <a:t>โดยไม่ต้องฝังข้อมูลลับไว้ในโค้ด</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ทำงานอย่างไร</a:t>
            </a:r>
            <a:r>
              <a:rPr lang="en-US" sz="1200" b="1" i="0" kern="1200" dirty="0">
                <a:solidFill>
                  <a:schemeClr val="tx1"/>
                </a:solidFill>
                <a:effectLst/>
                <a:latin typeface="+mn-lt"/>
                <a:ea typeface="+mn-ea"/>
                <a:cs typeface="+mn-cs"/>
              </a:rPr>
              <a:t>?</a:t>
            </a:r>
          </a:p>
          <a:p>
            <a:pPr lvl="0" fontAlgn="t"/>
            <a:r>
              <a:rPr lang="en-US" sz="1200" b="1" i="0" kern="1200" dirty="0" err="1">
                <a:solidFill>
                  <a:schemeClr val="tx1"/>
                </a:solidFill>
                <a:effectLst/>
                <a:latin typeface="+mn-lt"/>
                <a:ea typeface="+mn-ea"/>
                <a:cs typeface="+mn-cs"/>
              </a:rPr>
              <a:t>SecretClient</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ตัวกลางที่โปรแกรมใช้ติดต่อ</a:t>
            </a:r>
            <a:r>
              <a:rPr lang="en-US" sz="1200" b="0" i="0" kern="1200" dirty="0">
                <a:solidFill>
                  <a:schemeClr val="tx1"/>
                </a:solidFill>
                <a:effectLst/>
                <a:latin typeface="+mn-lt"/>
                <a:ea typeface="+mn-ea"/>
                <a:cs typeface="+mn-cs"/>
              </a:rPr>
              <a:t> Key Vault</a:t>
            </a:r>
          </a:p>
          <a:p>
            <a:pPr lvl="0" fontAlgn="t"/>
            <a:r>
              <a:rPr lang="en-US" sz="1200" b="0" i="0" kern="1200" dirty="0" err="1">
                <a:solidFill>
                  <a:schemeClr val="tx1"/>
                </a:solidFill>
                <a:effectLst/>
                <a:latin typeface="+mn-lt"/>
                <a:ea typeface="+mn-ea"/>
                <a:cs typeface="+mn-cs"/>
              </a:rPr>
              <a:t>get_secret</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ดึง</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ค่าของ</a:t>
            </a:r>
            <a:r>
              <a:rPr lang="en-US" sz="1200" b="1" i="0" kern="1200" dirty="0">
                <a:solidFill>
                  <a:schemeClr val="tx1"/>
                </a:solidFill>
                <a:effectLst/>
                <a:latin typeface="+mn-lt"/>
                <a:ea typeface="+mn-ea"/>
                <a:cs typeface="+mn-cs"/>
              </a:rPr>
              <a:t> Secret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พร้อมข้อมูลประกอบ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Version </a:t>
            </a:r>
            <a:r>
              <a:rPr lang="en-US" sz="1200" b="0" i="0" kern="1200" dirty="0" err="1">
                <a:solidFill>
                  <a:schemeClr val="tx1"/>
                </a:solidFill>
                <a:effectLst/>
                <a:latin typeface="+mn-lt"/>
                <a:ea typeface="+mn-ea"/>
                <a:cs typeface="+mn-cs"/>
              </a:rPr>
              <a:t>และวันที่สร้าง</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list_properties_of_secrets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ดูรายการและรายละเอียดของ</a:t>
            </a:r>
            <a:r>
              <a:rPr lang="en-US" sz="1200" b="0" i="0" kern="1200" dirty="0">
                <a:solidFill>
                  <a:schemeClr val="tx1"/>
                </a:solidFill>
                <a:effectLst/>
                <a:latin typeface="+mn-lt"/>
                <a:ea typeface="+mn-ea"/>
                <a:cs typeface="+mn-cs"/>
              </a:rPr>
              <a:t> Secrets </a:t>
            </a:r>
            <a:r>
              <a:rPr lang="en-US" sz="1200" b="0" i="0" kern="1200" dirty="0" err="1">
                <a:solidFill>
                  <a:schemeClr val="tx1"/>
                </a:solidFill>
                <a:effectLst/>
                <a:latin typeface="+mn-lt"/>
                <a:ea typeface="+mn-ea"/>
                <a:cs typeface="+mn-cs"/>
              </a:rPr>
              <a:t>โดย</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ไม่อ่านค่าความลับ</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ตัวอย่างในสไลด์คือการดึง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openai</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api</a:t>
            </a:r>
            <a:r>
              <a:rPr lang="en-US" sz="1200" b="0" i="0" kern="1200" dirty="0">
                <a:solidFill>
                  <a:schemeClr val="tx1"/>
                </a:solidFill>
                <a:effectLst/>
                <a:latin typeface="+mn-lt"/>
                <a:ea typeface="+mn-ea"/>
                <a:cs typeface="+mn-cs"/>
              </a:rPr>
              <a:t>-key </a:t>
            </a:r>
            <a:r>
              <a:rPr lang="en-US" sz="1200" b="0" i="0" kern="1200" dirty="0" err="1">
                <a:solidFill>
                  <a:schemeClr val="tx1"/>
                </a:solidFill>
                <a:effectLst/>
                <a:latin typeface="+mn-lt"/>
                <a:ea typeface="+mn-ea"/>
                <a:cs typeface="+mn-cs"/>
              </a:rPr>
              <a:t>แล้วนำค่ามาใช้ใน</a:t>
            </a:r>
            <a:r>
              <a:rPr lang="en-US" sz="1200" b="0" i="0" kern="1200" dirty="0">
                <a:solidFill>
                  <a:schemeClr val="tx1"/>
                </a:solidFill>
                <a:effectLst/>
                <a:latin typeface="+mn-lt"/>
                <a:ea typeface="+mn-ea"/>
                <a:cs typeface="+mn-cs"/>
              </a:rPr>
              <a:t> Application</a:t>
            </a: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ถ้าเกิด</a:t>
            </a:r>
            <a:r>
              <a:rPr lang="en-US" sz="1200" b="1" i="0" kern="1200" dirty="0">
                <a:solidFill>
                  <a:schemeClr val="tx1"/>
                </a:solidFill>
                <a:effectLst/>
                <a:latin typeface="+mn-lt"/>
                <a:ea typeface="+mn-ea"/>
                <a:cs typeface="+mn-cs"/>
              </a:rPr>
              <a:t> Error </a:t>
            </a:r>
            <a:r>
              <a:rPr lang="en-US" sz="1200" b="1" i="0" kern="1200" dirty="0" err="1">
                <a:solidFill>
                  <a:schemeClr val="tx1"/>
                </a:solidFill>
                <a:effectLst/>
                <a:latin typeface="+mn-lt"/>
                <a:ea typeface="+mn-ea"/>
                <a:cs typeface="+mn-cs"/>
              </a:rPr>
              <a:t>ควรแยกสาเหตุ</a:t>
            </a:r>
            <a:endParaRPr lang="en-US" sz="1200" b="1" i="0" kern="1200" dirty="0">
              <a:solidFill>
                <a:schemeClr val="tx1"/>
              </a:solidFill>
              <a:effectLst/>
              <a:latin typeface="+mn-lt"/>
              <a:ea typeface="+mn-ea"/>
              <a:cs typeface="+mn-cs"/>
            </a:endParaRPr>
          </a:p>
          <a:p>
            <a:pPr lvl="0" fontAlgn="t"/>
            <a:r>
              <a:rPr lang="en-US" sz="1200" b="1" i="0" kern="1200" dirty="0" err="1">
                <a:solidFill>
                  <a:schemeClr val="tx1"/>
                </a:solidFill>
                <a:effectLst/>
                <a:latin typeface="+mn-lt"/>
                <a:ea typeface="+mn-ea"/>
                <a:cs typeface="+mn-cs"/>
              </a:rPr>
              <a:t>ResourceNotFoundError</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หา</a:t>
            </a:r>
            <a:r>
              <a:rPr lang="en-US" sz="1200" b="0" i="0" kern="1200" dirty="0">
                <a:solidFill>
                  <a:schemeClr val="tx1"/>
                </a:solidFill>
                <a:effectLst/>
                <a:latin typeface="+mn-lt"/>
                <a:ea typeface="+mn-ea"/>
                <a:cs typeface="+mn-cs"/>
              </a:rPr>
              <a:t> Secret </a:t>
            </a:r>
            <a:r>
              <a:rPr lang="en-US" sz="1200" b="0" i="0" kern="1200" dirty="0" err="1">
                <a:solidFill>
                  <a:schemeClr val="tx1"/>
                </a:solidFill>
                <a:effectLst/>
                <a:latin typeface="+mn-lt"/>
                <a:ea typeface="+mn-ea"/>
                <a:cs typeface="+mn-cs"/>
              </a:rPr>
              <a:t>ไม่เจอหรือการตั้งค่าไม่ถูกต้อง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ไม่ควร</a:t>
            </a:r>
            <a:r>
              <a:rPr lang="en-US" sz="1200" b="0" i="0" kern="1200" dirty="0">
                <a:solidFill>
                  <a:schemeClr val="tx1"/>
                </a:solidFill>
                <a:effectLst/>
                <a:latin typeface="+mn-lt"/>
                <a:ea typeface="+mn-ea"/>
                <a:cs typeface="+mn-cs"/>
              </a:rPr>
              <a:t> Retry </a:t>
            </a:r>
            <a:r>
              <a:rPr lang="en-US" sz="1200" b="0" i="0" kern="1200" dirty="0" err="1">
                <a:solidFill>
                  <a:schemeClr val="tx1"/>
                </a:solidFill>
                <a:effectLst/>
                <a:latin typeface="+mn-lt"/>
                <a:ea typeface="+mn-ea"/>
                <a:cs typeface="+mn-cs"/>
              </a:rPr>
              <a:t>ซ้ำ</a:t>
            </a:r>
            <a:endParaRPr lang="en-US" sz="1200" b="0" i="0" kern="1200" dirty="0">
              <a:solidFill>
                <a:schemeClr val="tx1"/>
              </a:solidFill>
              <a:effectLst/>
              <a:latin typeface="+mn-lt"/>
              <a:ea typeface="+mn-ea"/>
              <a:cs typeface="+mn-cs"/>
            </a:endParaRPr>
          </a:p>
          <a:p>
            <a:pPr lvl="0" fontAlgn="t"/>
            <a:r>
              <a:rPr lang="en-US" sz="1200" b="1" i="0" kern="1200" dirty="0" err="1">
                <a:solidFill>
                  <a:schemeClr val="tx1"/>
                </a:solidFill>
                <a:effectLst/>
                <a:latin typeface="+mn-lt"/>
                <a:ea typeface="+mn-ea"/>
                <a:cs typeface="+mn-cs"/>
              </a:rPr>
              <a:t>HttpResponseError</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อาจเกี่ยวกับ</a:t>
            </a:r>
            <a:r>
              <a:rPr lang="en-US" sz="1200" b="0" i="0" kern="1200" dirty="0">
                <a:solidFill>
                  <a:schemeClr val="tx1"/>
                </a:solidFill>
                <a:effectLst/>
                <a:latin typeface="+mn-lt"/>
                <a:ea typeface="+mn-ea"/>
                <a:cs typeface="+mn-cs"/>
              </a:rPr>
              <a:t> Authentication, Server </a:t>
            </a:r>
            <a:r>
              <a:rPr lang="en-US" sz="1200" b="0" i="0" kern="1200" dirty="0" err="1">
                <a:solidFill>
                  <a:schemeClr val="tx1"/>
                </a:solidFill>
                <a:effectLst/>
                <a:latin typeface="+mn-lt"/>
                <a:ea typeface="+mn-ea"/>
                <a:cs typeface="+mn-cs"/>
              </a:rPr>
              <a:t>หรือสิทธิ์</a:t>
            </a:r>
            <a:r>
              <a:rPr lang="en-US" sz="1200" b="0" i="0" kern="1200" dirty="0">
                <a:solidFill>
                  <a:schemeClr val="tx1"/>
                </a:solidFill>
                <a:effectLst/>
                <a:latin typeface="+mn-lt"/>
                <a:ea typeface="+mn-ea"/>
                <a:cs typeface="+mn-cs"/>
              </a:rPr>
              <a:t> RBAC </a:t>
            </a:r>
            <a:r>
              <a:rPr lang="en-US" sz="1200" b="0" i="0" kern="1200" dirty="0" err="1">
                <a:solidFill>
                  <a:schemeClr val="tx1"/>
                </a:solidFill>
                <a:effectLst/>
                <a:latin typeface="+mn-lt"/>
                <a:ea typeface="+mn-ea"/>
                <a:cs typeface="+mn-cs"/>
              </a:rPr>
              <a:t>ควรตรวจสอบสิทธิ์</a:t>
            </a:r>
            <a:endParaRPr lang="en-US" sz="1200" b="0" i="0" kern="1200" dirty="0">
              <a:solidFill>
                <a:schemeClr val="tx1"/>
              </a:solidFill>
              <a:effectLst/>
              <a:latin typeface="+mn-lt"/>
              <a:ea typeface="+mn-ea"/>
              <a:cs typeface="+mn-cs"/>
            </a:endParaRPr>
          </a:p>
          <a:p>
            <a:pPr lvl="0" fontAlgn="t"/>
            <a:r>
              <a:rPr lang="en-US" sz="1200" b="1" i="0" kern="1200" dirty="0" err="1">
                <a:solidFill>
                  <a:schemeClr val="tx1"/>
                </a:solidFill>
                <a:effectLst/>
                <a:latin typeface="+mn-lt"/>
                <a:ea typeface="+mn-ea"/>
                <a:cs typeface="+mn-cs"/>
              </a:rPr>
              <a:t>ServiceRequestError</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ปัญหา</a:t>
            </a:r>
            <a:r>
              <a:rPr lang="en-US" sz="1200" b="0" i="0" kern="1200" dirty="0">
                <a:solidFill>
                  <a:schemeClr val="tx1"/>
                </a:solidFill>
                <a:effectLst/>
                <a:latin typeface="+mn-lt"/>
                <a:ea typeface="+mn-ea"/>
                <a:cs typeface="+mn-cs"/>
              </a:rPr>
              <a:t> Network </a:t>
            </a:r>
            <a:r>
              <a:rPr lang="en-US" sz="1200" b="0" i="0" kern="1200" dirty="0" err="1">
                <a:solidFill>
                  <a:schemeClr val="tx1"/>
                </a:solidFill>
                <a:effectLst/>
                <a:latin typeface="+mn-lt"/>
                <a:ea typeface="+mn-ea"/>
                <a:cs typeface="+mn-cs"/>
              </a:rPr>
              <a:t>ชั่วคราว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สามารถ</a:t>
            </a:r>
            <a:r>
              <a:rPr lang="en-US" sz="1200" b="0" i="0" kern="1200" dirty="0">
                <a:solidFill>
                  <a:schemeClr val="tx1"/>
                </a:solidFill>
                <a:effectLst/>
                <a:latin typeface="+mn-lt"/>
                <a:ea typeface="+mn-ea"/>
                <a:cs typeface="+mn-cs"/>
              </a:rPr>
              <a:t> Retry </a:t>
            </a:r>
            <a:r>
              <a:rPr lang="en-US" sz="1200" b="0" i="0" kern="1200" dirty="0" err="1">
                <a:solidFill>
                  <a:schemeClr val="tx1"/>
                </a:solidFill>
                <a:effectLst/>
                <a:latin typeface="+mn-lt"/>
                <a:ea typeface="+mn-ea"/>
                <a:cs typeface="+mn-cs"/>
              </a:rPr>
              <a:t>ได้</a:t>
            </a:r>
            <a:endParaRPr lang="en-US" sz="1200" b="0" i="0" kern="1200" dirty="0">
              <a:solidFill>
                <a:schemeClr val="tx1"/>
              </a:solidFill>
              <a:effectLst/>
              <a:latin typeface="+mn-lt"/>
              <a:ea typeface="+mn-ea"/>
              <a:cs typeface="+mn-cs"/>
            </a:endParaRPr>
          </a:p>
        </p:txBody>
      </p:sp>
      <p:sp>
        <p:nvSpPr>
          <p:cNvPr id="106019666"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151</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95144261" name="Slide Image Placeholder 1"/>
          <p:cNvSpPr>
            <a:spLocks noGrp="1" noRot="1" noChangeAspect="1"/>
          </p:cNvSpPr>
          <p:nvPr>
            <p:ph type="sldImg"/>
          </p:nvPr>
        </p:nvSpPr>
        <p:spPr bwMode="auto">
          <a:xfrm>
            <a:off x="217488" y="812800"/>
            <a:ext cx="7124700" cy="4008438"/>
          </a:xfrm>
        </p:spPr>
      </p:sp>
      <p:sp>
        <p:nvSpPr>
          <p:cNvPr id="1371109794"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การเปลี่ยนหรือหมุนเวียน</a:t>
            </a:r>
            <a:r>
              <a:rPr lang="en-US" sz="1200" b="1" i="0" kern="1200" dirty="0">
                <a:solidFill>
                  <a:schemeClr val="tx1"/>
                </a:solidFill>
                <a:effectLst/>
                <a:latin typeface="+mn-lt"/>
                <a:ea typeface="+mn-ea"/>
                <a:cs typeface="+mn-cs"/>
              </a:rPr>
              <a:t> Secret (Secret Rotation)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API Key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Database Password </a:t>
            </a:r>
            <a:r>
              <a:rPr lang="en-US" sz="1200" b="0" i="0" kern="1200" dirty="0" err="1">
                <a:solidFill>
                  <a:schemeClr val="tx1"/>
                </a:solidFill>
                <a:effectLst/>
                <a:latin typeface="+mn-lt"/>
                <a:ea typeface="+mn-ea"/>
                <a:cs typeface="+mn-cs"/>
              </a:rPr>
              <a:t>โดยทำให้ระบบยังทำงานต่อได้โดยไม่ต้องหยุดบริการ</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ทุกครั้งที่เปลี่ยน</a:t>
            </a:r>
            <a:r>
              <a:rPr lang="en-US" sz="1200" b="0" i="0" kern="1200" dirty="0">
                <a:solidFill>
                  <a:schemeClr val="tx1"/>
                </a:solidFill>
                <a:effectLst/>
                <a:latin typeface="+mn-lt"/>
                <a:ea typeface="+mn-ea"/>
                <a:cs typeface="+mn-cs"/>
              </a:rPr>
              <a:t> Secret </a:t>
            </a:r>
            <a:r>
              <a:rPr lang="en-US" sz="1200" b="0" i="0" kern="1200" dirty="0" err="1">
                <a:solidFill>
                  <a:schemeClr val="tx1"/>
                </a:solidFill>
                <a:effectLst/>
                <a:latin typeface="+mn-lt"/>
                <a:ea typeface="+mn-ea"/>
                <a:cs typeface="+mn-cs"/>
              </a:rPr>
              <a:t>ระบบจะสร้างเป็น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Version </a:t>
            </a:r>
            <a:r>
              <a:rPr lang="en-US" sz="1200" b="1" i="0" kern="1200" dirty="0" err="1">
                <a:solidFill>
                  <a:schemeClr val="tx1"/>
                </a:solidFill>
                <a:effectLst/>
                <a:latin typeface="+mn-lt"/>
                <a:ea typeface="+mn-ea"/>
                <a:cs typeface="+mn-cs"/>
              </a:rPr>
              <a:t>ใหม่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โดยค่าเดิมยังมี</a:t>
            </a:r>
            <a:r>
              <a:rPr lang="en-US" sz="1200" b="0" i="0" kern="1200" dirty="0">
                <a:solidFill>
                  <a:schemeClr val="tx1"/>
                </a:solidFill>
                <a:effectLst/>
                <a:latin typeface="+mn-lt"/>
                <a:ea typeface="+mn-ea"/>
                <a:cs typeface="+mn-cs"/>
              </a:rPr>
              <a:t> Version </a:t>
            </a:r>
            <a:r>
              <a:rPr lang="en-US" sz="1200" b="0" i="0" kern="1200" dirty="0" err="1">
                <a:solidFill>
                  <a:schemeClr val="tx1"/>
                </a:solidFill>
                <a:effectLst/>
                <a:latin typeface="+mn-lt"/>
                <a:ea typeface="+mn-ea"/>
                <a:cs typeface="+mn-cs"/>
              </a:rPr>
              <a:t>ของตัวเอง</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เมื่อเรียก</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get_secret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โดยไม่ระบุ</a:t>
            </a:r>
            <a:r>
              <a:rPr lang="en-US" sz="1200" b="0" i="0" kern="1200" dirty="0">
                <a:solidFill>
                  <a:schemeClr val="tx1"/>
                </a:solidFill>
                <a:effectLst/>
                <a:latin typeface="+mn-lt"/>
                <a:ea typeface="+mn-ea"/>
                <a:cs typeface="+mn-cs"/>
              </a:rPr>
              <a:t> Version </a:t>
            </a:r>
            <a:r>
              <a:rPr lang="en-US" sz="1200" b="0" i="0" kern="1200" dirty="0" err="1">
                <a:solidFill>
                  <a:schemeClr val="tx1"/>
                </a:solidFill>
                <a:effectLst/>
                <a:latin typeface="+mn-lt"/>
                <a:ea typeface="+mn-ea"/>
                <a:cs typeface="+mn-cs"/>
              </a:rPr>
              <a:t>จะได้</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Version </a:t>
            </a:r>
            <a:r>
              <a:rPr lang="en-US" sz="1200" b="1" i="0" kern="1200" dirty="0" err="1">
                <a:solidFill>
                  <a:schemeClr val="tx1"/>
                </a:solidFill>
                <a:effectLst/>
                <a:latin typeface="+mn-lt"/>
                <a:ea typeface="+mn-ea"/>
                <a:cs typeface="+mn-cs"/>
              </a:rPr>
              <a:t>ล่าสุดที่เปิดใช้งานอยู่</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หากจำเป็น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ยังสามารถเรียก</a:t>
            </a:r>
            <a:r>
              <a:rPr lang="en-US" sz="1200" b="0" i="0" kern="1200" dirty="0">
                <a:solidFill>
                  <a:schemeClr val="tx1"/>
                </a:solidFill>
                <a:effectLst/>
                <a:latin typeface="+mn-lt"/>
                <a:ea typeface="+mn-ea"/>
                <a:cs typeface="+mn-cs"/>
              </a:rPr>
              <a:t> Secret </a:t>
            </a:r>
            <a:r>
              <a:rPr lang="en-US" sz="1200" b="1" i="0" kern="1200" dirty="0">
                <a:solidFill>
                  <a:schemeClr val="tx1"/>
                </a:solidFill>
                <a:effectLst/>
                <a:latin typeface="+mn-lt"/>
                <a:ea typeface="+mn-ea"/>
                <a:cs typeface="+mn-cs"/>
              </a:rPr>
              <a:t>Version </a:t>
            </a:r>
            <a:r>
              <a:rPr lang="en-US" sz="1200" b="1" i="0" kern="1200" dirty="0" err="1">
                <a:solidFill>
                  <a:schemeClr val="tx1"/>
                </a:solidFill>
                <a:effectLst/>
                <a:latin typeface="+mn-lt"/>
                <a:ea typeface="+mn-ea"/>
                <a:cs typeface="+mn-cs"/>
              </a:rPr>
              <a:t>เก่า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โดยระบุ</a:t>
            </a:r>
            <a:r>
              <a:rPr lang="en-US" sz="1200" b="0" i="0" kern="1200" dirty="0">
                <a:solidFill>
                  <a:schemeClr val="tx1"/>
                </a:solidFill>
                <a:effectLst/>
                <a:latin typeface="+mn-lt"/>
                <a:ea typeface="+mn-ea"/>
                <a:cs typeface="+mn-cs"/>
              </a:rPr>
              <a:t> Version </a:t>
            </a:r>
            <a:r>
              <a:rPr lang="en-US" sz="1200" b="0" i="0" kern="1200" dirty="0" err="1">
                <a:solidFill>
                  <a:schemeClr val="tx1"/>
                </a:solidFill>
                <a:effectLst/>
                <a:latin typeface="+mn-lt"/>
                <a:ea typeface="+mn-ea"/>
                <a:cs typeface="+mn-cs"/>
              </a:rPr>
              <a:t>ได้</a:t>
            </a:r>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วิธีเปลี่ยน</a:t>
            </a:r>
            <a:r>
              <a:rPr lang="en-US" sz="1200" b="1" i="0" kern="1200" dirty="0">
                <a:solidFill>
                  <a:schemeClr val="tx1"/>
                </a:solidFill>
                <a:effectLst/>
                <a:latin typeface="+mn-lt"/>
                <a:ea typeface="+mn-ea"/>
                <a:cs typeface="+mn-cs"/>
              </a:rPr>
              <a:t> Secret</a:t>
            </a:r>
          </a:p>
          <a:p>
            <a:pPr fontAlgn="t"/>
            <a:r>
              <a:rPr lang="en-US" sz="1200" b="0" i="0" kern="1200" dirty="0" err="1">
                <a:solidFill>
                  <a:schemeClr val="tx1"/>
                </a:solidFill>
                <a:effectLst/>
                <a:latin typeface="+mn-lt"/>
                <a:ea typeface="+mn-ea"/>
                <a:cs typeface="+mn-cs"/>
              </a:rPr>
              <a:t>สไลด์เสนอ</a:t>
            </a:r>
            <a:r>
              <a:rPr lang="en-US" sz="1200" b="0" i="0" kern="1200" dirty="0">
                <a:solidFill>
                  <a:schemeClr val="tx1"/>
                </a:solidFill>
                <a:effectLst/>
                <a:latin typeface="+mn-lt"/>
                <a:ea typeface="+mn-ea"/>
                <a:cs typeface="+mn-cs"/>
              </a:rPr>
              <a:t> 3 </a:t>
            </a:r>
            <a:r>
              <a:rPr lang="en-US" sz="1200" b="0" i="0" kern="1200" dirty="0" err="1">
                <a:solidFill>
                  <a:schemeClr val="tx1"/>
                </a:solidFill>
                <a:effectLst/>
                <a:latin typeface="+mn-lt"/>
                <a:ea typeface="+mn-ea"/>
                <a:cs typeface="+mn-cs"/>
              </a:rPr>
              <a:t>แนวทาง</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Manual</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ผู้ดูแลเปลี่ยนเอง</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Automated</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ใช้ระบบ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Event Grid </a:t>
            </a:r>
            <a:r>
              <a:rPr lang="en-US" sz="1200" b="0" i="0" kern="1200" dirty="0" err="1">
                <a:solidFill>
                  <a:schemeClr val="tx1"/>
                </a:solidFill>
                <a:effectLst/>
                <a:latin typeface="+mn-lt"/>
                <a:ea typeface="+mn-ea"/>
                <a:cs typeface="+mn-cs"/>
              </a:rPr>
              <a:t>ช่วย</a:t>
            </a:r>
            <a:r>
              <a:rPr lang="en-US" sz="1200" b="0" i="0" kern="1200" dirty="0">
                <a:solidFill>
                  <a:schemeClr val="tx1"/>
                </a:solidFill>
                <a:effectLst/>
                <a:latin typeface="+mn-lt"/>
                <a:ea typeface="+mn-ea"/>
                <a:cs typeface="+mn-cs"/>
              </a:rPr>
              <a:t> Trigger </a:t>
            </a:r>
            <a:r>
              <a:rPr lang="en-US" sz="1200" b="0" i="0" kern="1200" dirty="0" err="1">
                <a:solidFill>
                  <a:schemeClr val="tx1"/>
                </a:solidFill>
                <a:effectLst/>
                <a:latin typeface="+mn-lt"/>
                <a:ea typeface="+mn-ea"/>
                <a:cs typeface="+mn-cs"/>
              </a:rPr>
              <a:t>กระบวนการเปลี่ยน</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Dual-credential</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Credential </a:t>
            </a:r>
            <a:r>
              <a:rPr lang="en-US" sz="1200" b="0" i="0" kern="1200" dirty="0" err="1">
                <a:solidFill>
                  <a:schemeClr val="tx1"/>
                </a:solidFill>
                <a:effectLst/>
                <a:latin typeface="+mn-lt"/>
                <a:ea typeface="+mn-ea"/>
                <a:cs typeface="+mn-cs"/>
              </a:rPr>
              <a:t>เก่าและใหม่ร่วมกันชั่วคราวระหว่างการเปลี่ยนผ่าน</a:t>
            </a:r>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เปลี่ยน</a:t>
            </a:r>
            <a:r>
              <a:rPr lang="en-US" sz="1200" b="1" i="0" kern="1200" dirty="0">
                <a:solidFill>
                  <a:schemeClr val="tx1"/>
                </a:solidFill>
                <a:effectLst/>
                <a:latin typeface="+mn-lt"/>
                <a:ea typeface="+mn-ea"/>
                <a:cs typeface="+mn-cs"/>
              </a:rPr>
              <a:t> Secret </a:t>
            </a:r>
            <a:r>
              <a:rPr lang="en-US" sz="1200" b="1" i="0" kern="1200" dirty="0" err="1">
                <a:solidFill>
                  <a:schemeClr val="tx1"/>
                </a:solidFill>
                <a:effectLst/>
                <a:latin typeface="+mn-lt"/>
                <a:ea typeface="+mn-ea"/>
                <a:cs typeface="+mn-cs"/>
              </a:rPr>
              <a:t>โดยไม่ต้องหยุดระบบ</a:t>
            </a:r>
            <a:endParaRPr lang="en-US" sz="1200" b="1"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แนวคิดคือ</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Secret </a:t>
            </a:r>
            <a:r>
              <a:rPr lang="en-US" sz="1200" b="1" i="0" kern="1200" dirty="0" err="1">
                <a:solidFill>
                  <a:schemeClr val="tx1"/>
                </a:solidFill>
                <a:effectLst/>
                <a:latin typeface="+mn-lt"/>
                <a:ea typeface="+mn-ea"/>
                <a:cs typeface="+mn-cs"/>
              </a:rPr>
              <a:t>เก่า</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สร้าง</a:t>
            </a:r>
            <a:r>
              <a:rPr lang="en-US" sz="1200" b="1" i="0" kern="1200" dirty="0">
                <a:solidFill>
                  <a:schemeClr val="tx1"/>
                </a:solidFill>
                <a:effectLst/>
                <a:latin typeface="+mn-lt"/>
                <a:ea typeface="+mn-ea"/>
                <a:cs typeface="+mn-cs"/>
              </a:rPr>
              <a:t> Version </a:t>
            </a:r>
            <a:r>
              <a:rPr lang="en-US" sz="1200" b="1" i="0" kern="1200" dirty="0" err="1">
                <a:solidFill>
                  <a:schemeClr val="tx1"/>
                </a:solidFill>
                <a:effectLst/>
                <a:latin typeface="+mn-lt"/>
                <a:ea typeface="+mn-ea"/>
                <a:cs typeface="+mn-cs"/>
              </a:rPr>
              <a:t>ใหม่</a:t>
            </a:r>
            <a:r>
              <a:rPr lang="en-US" sz="1200" b="1" i="0" kern="1200" dirty="0">
                <a:solidFill>
                  <a:schemeClr val="tx1"/>
                </a:solidFill>
                <a:effectLst/>
                <a:latin typeface="+mn-lt"/>
                <a:ea typeface="+mn-ea"/>
                <a:cs typeface="+mn-cs"/>
              </a:rPr>
              <a:t> → Application </a:t>
            </a:r>
            <a:r>
              <a:rPr lang="en-US" sz="1200" b="1" i="0" kern="1200" dirty="0" err="1">
                <a:solidFill>
                  <a:schemeClr val="tx1"/>
                </a:solidFill>
                <a:effectLst/>
                <a:latin typeface="+mn-lt"/>
                <a:ea typeface="+mn-ea"/>
                <a:cs typeface="+mn-cs"/>
              </a:rPr>
              <a:t>ดึง</a:t>
            </a:r>
            <a:r>
              <a:rPr lang="en-US" sz="1200" b="1" i="0" kern="1200" dirty="0">
                <a:solidFill>
                  <a:schemeClr val="tx1"/>
                </a:solidFill>
                <a:effectLst/>
                <a:latin typeface="+mn-lt"/>
                <a:ea typeface="+mn-ea"/>
                <a:cs typeface="+mn-cs"/>
              </a:rPr>
              <a:t> Secret </a:t>
            </a:r>
            <a:r>
              <a:rPr lang="en-US" sz="1200" b="1" i="0" kern="1200" dirty="0" err="1">
                <a:solidFill>
                  <a:schemeClr val="tx1"/>
                </a:solidFill>
                <a:effectLst/>
                <a:latin typeface="+mn-lt"/>
                <a:ea typeface="+mn-ea"/>
                <a:cs typeface="+mn-cs"/>
              </a:rPr>
              <a:t>ล่าสุด</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เชื่อมต่อใหม่ด้วย</a:t>
            </a:r>
            <a:r>
              <a:rPr lang="en-US" sz="1200" b="1" i="0" kern="1200" dirty="0">
                <a:solidFill>
                  <a:schemeClr val="tx1"/>
                </a:solidFill>
                <a:effectLst/>
                <a:latin typeface="+mn-lt"/>
                <a:ea typeface="+mn-ea"/>
                <a:cs typeface="+mn-cs"/>
              </a:rPr>
              <a:t> Credential </a:t>
            </a:r>
            <a:r>
              <a:rPr lang="en-US" sz="1200" b="1" i="0" kern="1200" dirty="0" err="1">
                <a:solidFill>
                  <a:schemeClr val="tx1"/>
                </a:solidFill>
                <a:effectLst/>
                <a:latin typeface="+mn-lt"/>
                <a:ea typeface="+mn-ea"/>
                <a:cs typeface="+mn-cs"/>
              </a:rPr>
              <a:t>ใหม่</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หาก</a:t>
            </a:r>
            <a:r>
              <a:rPr lang="en-US" sz="1200" b="0" i="0" kern="1200" dirty="0">
                <a:solidFill>
                  <a:schemeClr val="tx1"/>
                </a:solidFill>
                <a:effectLst/>
                <a:latin typeface="+mn-lt"/>
                <a:ea typeface="+mn-ea"/>
                <a:cs typeface="+mn-cs"/>
              </a:rPr>
              <a:t> Authentication </a:t>
            </a:r>
            <a:r>
              <a:rPr lang="en-US" sz="1200" b="0" i="0" kern="1200" dirty="0" err="1">
                <a:solidFill>
                  <a:schemeClr val="tx1"/>
                </a:solidFill>
                <a:effectLst/>
                <a:latin typeface="+mn-lt"/>
                <a:ea typeface="+mn-ea"/>
                <a:cs typeface="+mn-cs"/>
              </a:rPr>
              <a:t>ล้มเหลว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แอปสามารถดึง</a:t>
            </a:r>
            <a:r>
              <a:rPr lang="en-US" sz="1200" b="0" i="0" kern="1200" dirty="0">
                <a:solidFill>
                  <a:schemeClr val="tx1"/>
                </a:solidFill>
                <a:effectLst/>
                <a:latin typeface="+mn-lt"/>
                <a:ea typeface="+mn-ea"/>
                <a:cs typeface="+mn-cs"/>
              </a:rPr>
              <a:t> Secret </a:t>
            </a:r>
            <a:r>
              <a:rPr lang="en-US" sz="1200" b="0" i="0" kern="1200" dirty="0" err="1">
                <a:solidFill>
                  <a:schemeClr val="tx1"/>
                </a:solidFill>
                <a:effectLst/>
                <a:latin typeface="+mn-lt"/>
                <a:ea typeface="+mn-ea"/>
                <a:cs typeface="+mn-cs"/>
              </a:rPr>
              <a:t>ล่าสุดจาก</a:t>
            </a:r>
            <a:r>
              <a:rPr lang="en-US" sz="1200" b="0" i="0" kern="1200" dirty="0">
                <a:solidFill>
                  <a:schemeClr val="tx1"/>
                </a:solidFill>
                <a:effectLst/>
                <a:latin typeface="+mn-lt"/>
                <a:ea typeface="+mn-ea"/>
                <a:cs typeface="+mn-cs"/>
              </a:rPr>
              <a:t> Vault </a:t>
            </a:r>
            <a:r>
              <a:rPr lang="en-US" sz="1200" b="0" i="0" kern="1200" dirty="0" err="1">
                <a:solidFill>
                  <a:schemeClr val="tx1"/>
                </a:solidFill>
                <a:effectLst/>
                <a:latin typeface="+mn-lt"/>
                <a:ea typeface="+mn-ea"/>
                <a:cs typeface="+mn-cs"/>
              </a:rPr>
              <a:t>แล้วลองใหม่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ไม่จำเป็นต้อง</a:t>
            </a:r>
            <a:r>
              <a:rPr lang="en-US" sz="1200" b="1" i="0" kern="1200" dirty="0">
                <a:solidFill>
                  <a:schemeClr val="tx1"/>
                </a:solidFill>
                <a:effectLst/>
                <a:latin typeface="+mn-lt"/>
                <a:ea typeface="+mn-ea"/>
                <a:cs typeface="+mn-cs"/>
              </a:rPr>
              <a:t> Restart Application</a:t>
            </a:r>
            <a:endParaRPr lang="en-US" sz="1200" b="0" i="0" kern="1200" dirty="0">
              <a:solidFill>
                <a:schemeClr val="tx1"/>
              </a:solidFill>
              <a:effectLst/>
              <a:latin typeface="+mn-lt"/>
              <a:ea typeface="+mn-ea"/>
              <a:cs typeface="+mn-cs"/>
            </a:endParaRPr>
          </a:p>
        </p:txBody>
      </p:sp>
      <p:sp>
        <p:nvSpPr>
          <p:cNvPr id="1767677874"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85B264-E53A-7301-379E-73E6A5CA84A9}"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152</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22792663" name="Slide Image Placeholder 1"/>
          <p:cNvSpPr>
            <a:spLocks noGrp="1" noRot="1" noChangeAspect="1"/>
          </p:cNvSpPr>
          <p:nvPr>
            <p:ph type="sldImg"/>
          </p:nvPr>
        </p:nvSpPr>
        <p:spPr bwMode="auto">
          <a:xfrm>
            <a:off x="217488" y="812800"/>
            <a:ext cx="7124700" cy="4008438"/>
          </a:xfrm>
        </p:spPr>
      </p:sp>
      <p:sp>
        <p:nvSpPr>
          <p:cNvPr id="132156086"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การใช้</a:t>
            </a:r>
            <a:r>
              <a:rPr lang="en-US" sz="1200" b="1" i="0" kern="1200" dirty="0">
                <a:solidFill>
                  <a:schemeClr val="tx1"/>
                </a:solidFill>
                <a:effectLst/>
                <a:latin typeface="+mn-lt"/>
                <a:ea typeface="+mn-ea"/>
                <a:cs typeface="+mn-cs"/>
              </a:rPr>
              <a:t> Cache </a:t>
            </a:r>
            <a:r>
              <a:rPr lang="en-US" sz="1200" b="1" i="0" kern="1200" dirty="0" err="1">
                <a:solidFill>
                  <a:schemeClr val="tx1"/>
                </a:solidFill>
                <a:effectLst/>
                <a:latin typeface="+mn-lt"/>
                <a:ea typeface="+mn-ea"/>
                <a:cs typeface="+mn-cs"/>
              </a:rPr>
              <a:t>เพื่อลดจำนวนครั้งที่</a:t>
            </a:r>
            <a:r>
              <a:rPr lang="en-US" sz="1200" b="1" i="0" kern="1200" dirty="0">
                <a:solidFill>
                  <a:schemeClr val="tx1"/>
                </a:solidFill>
                <a:effectLst/>
                <a:latin typeface="+mn-lt"/>
                <a:ea typeface="+mn-ea"/>
                <a:cs typeface="+mn-cs"/>
              </a:rPr>
              <a:t> Application </a:t>
            </a:r>
            <a:r>
              <a:rPr lang="en-US" sz="1200" b="1" i="0" kern="1200" dirty="0" err="1">
                <a:solidFill>
                  <a:schemeClr val="tx1"/>
                </a:solidFill>
                <a:effectLst/>
                <a:latin typeface="+mn-lt"/>
                <a:ea typeface="+mn-ea"/>
                <a:cs typeface="+mn-cs"/>
              </a:rPr>
              <a:t>ต้องไปขอ</a:t>
            </a:r>
            <a:r>
              <a:rPr lang="en-US" sz="1200" b="1" i="0" kern="1200" dirty="0">
                <a:solidFill>
                  <a:schemeClr val="tx1"/>
                </a:solidFill>
                <a:effectLst/>
                <a:latin typeface="+mn-lt"/>
                <a:ea typeface="+mn-ea"/>
                <a:cs typeface="+mn-cs"/>
              </a:rPr>
              <a:t> Secret </a:t>
            </a:r>
            <a:r>
              <a:rPr lang="en-US" sz="1200" b="1" i="0" kern="1200" dirty="0" err="1">
                <a:solidFill>
                  <a:schemeClr val="tx1"/>
                </a:solidFill>
                <a:effectLst/>
                <a:latin typeface="+mn-lt"/>
                <a:ea typeface="+mn-ea"/>
                <a:cs typeface="+mn-cs"/>
              </a:rPr>
              <a:t>จาก</a:t>
            </a:r>
            <a:r>
              <a:rPr lang="en-US" sz="1200" b="1" i="0" kern="1200" dirty="0">
                <a:solidFill>
                  <a:schemeClr val="tx1"/>
                </a:solidFill>
                <a:effectLst/>
                <a:latin typeface="+mn-lt"/>
                <a:ea typeface="+mn-ea"/>
                <a:cs typeface="+mn-cs"/>
              </a:rPr>
              <a:t> Azure Key Vault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ช่วยลดภาระและทำให้การเข้าถึง</a:t>
            </a:r>
            <a:r>
              <a:rPr lang="en-US" sz="1200" b="0" i="0" kern="1200" dirty="0">
                <a:solidFill>
                  <a:schemeClr val="tx1"/>
                </a:solidFill>
                <a:effectLst/>
                <a:latin typeface="+mn-lt"/>
                <a:ea typeface="+mn-ea"/>
                <a:cs typeface="+mn-cs"/>
              </a:rPr>
              <a:t> Secret </a:t>
            </a:r>
            <a:r>
              <a:rPr lang="en-US" sz="1200" b="0" i="0" kern="1200" dirty="0" err="1">
                <a:solidFill>
                  <a:schemeClr val="tx1"/>
                </a:solidFill>
                <a:effectLst/>
                <a:latin typeface="+mn-lt"/>
                <a:ea typeface="+mn-ea"/>
                <a:cs typeface="+mn-cs"/>
              </a:rPr>
              <a:t>เร็วขึ้น</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แทนที่จะเรียก</a:t>
            </a:r>
            <a:r>
              <a:rPr lang="en-US" sz="1200" b="0" i="0" kern="1200" dirty="0">
                <a:solidFill>
                  <a:schemeClr val="tx1"/>
                </a:solidFill>
                <a:effectLst/>
                <a:latin typeface="+mn-lt"/>
                <a:ea typeface="+mn-ea"/>
                <a:cs typeface="+mn-cs"/>
              </a:rPr>
              <a:t> Key Vault </a:t>
            </a:r>
            <a:r>
              <a:rPr lang="en-US" sz="1200" b="1" i="0" kern="1200" dirty="0" err="1">
                <a:solidFill>
                  <a:schemeClr val="tx1"/>
                </a:solidFill>
                <a:effectLst/>
                <a:latin typeface="+mn-lt"/>
                <a:ea typeface="+mn-ea"/>
                <a:cs typeface="+mn-cs"/>
              </a:rPr>
              <a:t>ทุกครั้ง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ที่ต้องใช้</a:t>
            </a:r>
            <a:r>
              <a:rPr lang="en-US" sz="1200" b="0" i="0" kern="1200" dirty="0">
                <a:solidFill>
                  <a:schemeClr val="tx1"/>
                </a:solidFill>
                <a:effectLst/>
                <a:latin typeface="+mn-lt"/>
                <a:ea typeface="+mn-ea"/>
                <a:cs typeface="+mn-cs"/>
              </a:rPr>
              <a:t> Password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API Key:</a:t>
            </a:r>
          </a:p>
          <a:p>
            <a:pPr lvl="0" fontAlgn="t"/>
            <a:r>
              <a:rPr lang="en-US" sz="1200" b="0" i="0" kern="1200" dirty="0" err="1">
                <a:solidFill>
                  <a:schemeClr val="tx1"/>
                </a:solidFill>
                <a:effectLst/>
                <a:latin typeface="+mn-lt"/>
                <a:ea typeface="+mn-ea"/>
                <a:cs typeface="+mn-cs"/>
              </a:rPr>
              <a:t>ครั้งแรก</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ดึง</a:t>
            </a:r>
            <a:r>
              <a:rPr lang="en-US" sz="1200" b="0" i="0" kern="1200" dirty="0">
                <a:solidFill>
                  <a:schemeClr val="tx1"/>
                </a:solidFill>
                <a:effectLst/>
                <a:latin typeface="+mn-lt"/>
                <a:ea typeface="+mn-ea"/>
                <a:cs typeface="+mn-cs"/>
              </a:rPr>
              <a:t> Secret </a:t>
            </a:r>
            <a:r>
              <a:rPr lang="en-US" sz="1200" b="0" i="0" kern="1200" dirty="0" err="1">
                <a:solidFill>
                  <a:schemeClr val="tx1"/>
                </a:solidFill>
                <a:effectLst/>
                <a:latin typeface="+mn-lt"/>
                <a:ea typeface="+mn-ea"/>
                <a:cs typeface="+mn-cs"/>
              </a:rPr>
              <a:t>จาก</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Key Vault</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นำ</a:t>
            </a:r>
            <a:r>
              <a:rPr lang="en-US" sz="1200" b="0" i="0" kern="1200" dirty="0">
                <a:solidFill>
                  <a:schemeClr val="tx1"/>
                </a:solidFill>
                <a:effectLst/>
                <a:latin typeface="+mn-lt"/>
                <a:ea typeface="+mn-ea"/>
                <a:cs typeface="+mn-cs"/>
              </a:rPr>
              <a:t> Secret </a:t>
            </a:r>
            <a:r>
              <a:rPr lang="en-US" sz="1200" b="0" i="0" kern="1200" dirty="0" err="1">
                <a:solidFill>
                  <a:schemeClr val="tx1"/>
                </a:solidFill>
                <a:effectLst/>
                <a:latin typeface="+mn-lt"/>
                <a:ea typeface="+mn-ea"/>
                <a:cs typeface="+mn-cs"/>
              </a:rPr>
              <a:t>มาเก็บไว้ใน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Cache </a:t>
            </a:r>
            <a:r>
              <a:rPr lang="en-US" sz="1200" b="1" i="0" kern="1200" dirty="0" err="1">
                <a:solidFill>
                  <a:schemeClr val="tx1"/>
                </a:solidFill>
                <a:effectLst/>
                <a:latin typeface="+mn-lt"/>
                <a:ea typeface="+mn-ea"/>
                <a:cs typeface="+mn-cs"/>
              </a:rPr>
              <a:t>ชั่วคราว</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ครั้งต่อไป</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อ่านจาก</a:t>
            </a:r>
            <a:r>
              <a:rPr lang="en-US" sz="1200" b="0" i="0" kern="1200" dirty="0">
                <a:solidFill>
                  <a:schemeClr val="tx1"/>
                </a:solidFill>
                <a:effectLst/>
                <a:latin typeface="+mn-lt"/>
                <a:ea typeface="+mn-ea"/>
                <a:cs typeface="+mn-cs"/>
              </a:rPr>
              <a:t> Cache </a:t>
            </a:r>
            <a:r>
              <a:rPr lang="en-US" sz="1200" b="0" i="0" kern="1200" dirty="0" err="1">
                <a:solidFill>
                  <a:schemeClr val="tx1"/>
                </a:solidFill>
                <a:effectLst/>
                <a:latin typeface="+mn-lt"/>
                <a:ea typeface="+mn-ea"/>
                <a:cs typeface="+mn-cs"/>
              </a:rPr>
              <a:t>ได้เลย</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เมื่อครบเวลาที่กำหนด</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TTL</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ดึง</a:t>
            </a:r>
            <a:r>
              <a:rPr lang="en-US" sz="1200" b="0" i="0" kern="1200" dirty="0">
                <a:solidFill>
                  <a:schemeClr val="tx1"/>
                </a:solidFill>
                <a:effectLst/>
                <a:latin typeface="+mn-lt"/>
                <a:ea typeface="+mn-ea"/>
                <a:cs typeface="+mn-cs"/>
              </a:rPr>
              <a:t> Secret </a:t>
            </a:r>
            <a:r>
              <a:rPr lang="en-US" sz="1200" b="0" i="0" kern="1200" dirty="0" err="1">
                <a:solidFill>
                  <a:schemeClr val="tx1"/>
                </a:solidFill>
                <a:effectLst/>
                <a:latin typeface="+mn-lt"/>
                <a:ea typeface="+mn-ea"/>
                <a:cs typeface="+mn-cs"/>
              </a:rPr>
              <a:t>ใหม่จาก</a:t>
            </a:r>
            <a:r>
              <a:rPr lang="en-US" sz="1200" b="0" i="0" kern="1200" dirty="0">
                <a:solidFill>
                  <a:schemeClr val="tx1"/>
                </a:solidFill>
                <a:effectLst/>
                <a:latin typeface="+mn-lt"/>
                <a:ea typeface="+mn-ea"/>
                <a:cs typeface="+mn-cs"/>
              </a:rPr>
              <a:t> Key Vault</a:t>
            </a:r>
          </a:p>
          <a:p>
            <a:pPr fontAlgn="t"/>
            <a:r>
              <a:rPr lang="en-US" sz="1200" b="0" i="0" kern="1200" dirty="0" err="1">
                <a:solidFill>
                  <a:schemeClr val="tx1"/>
                </a:solidFill>
                <a:effectLst/>
                <a:latin typeface="+mn-lt"/>
                <a:ea typeface="+mn-ea"/>
                <a:cs typeface="+mn-cs"/>
              </a:rPr>
              <a:t>ตัวอย่างในสไลด์กำหนด</a:t>
            </a:r>
            <a:r>
              <a:rPr lang="en-US" sz="1200" b="0" i="0" kern="1200" dirty="0">
                <a:solidFill>
                  <a:schemeClr val="tx1"/>
                </a:solidFill>
                <a:effectLst/>
                <a:latin typeface="+mn-lt"/>
                <a:ea typeface="+mn-ea"/>
                <a:cs typeface="+mn-cs"/>
              </a:rPr>
              <a:t> Cache </a:t>
            </a:r>
            <a:r>
              <a:rPr lang="en-US" sz="1200" b="0" i="0" kern="1200" dirty="0" err="1">
                <a:solidFill>
                  <a:schemeClr val="tx1"/>
                </a:solidFill>
                <a:effectLst/>
                <a:latin typeface="+mn-lt"/>
                <a:ea typeface="+mn-ea"/>
                <a:cs typeface="+mn-cs"/>
              </a:rPr>
              <a:t>ไว้</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15 </a:t>
            </a:r>
            <a:r>
              <a:rPr lang="en-US" sz="1200" b="1" i="0" kern="1200" dirty="0" err="1">
                <a:solidFill>
                  <a:schemeClr val="tx1"/>
                </a:solidFill>
                <a:effectLst/>
                <a:latin typeface="+mn-lt"/>
                <a:ea typeface="+mn-ea"/>
                <a:cs typeface="+mn-cs"/>
              </a:rPr>
              <a:t>นาที</a:t>
            </a:r>
            <a:endParaRPr lang="en-US" sz="1200" b="1"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ทำไมต้องมี</a:t>
            </a:r>
            <a:r>
              <a:rPr lang="en-US" sz="1200" b="1" i="0" kern="1200" dirty="0">
                <a:solidFill>
                  <a:schemeClr val="tx1"/>
                </a:solidFill>
                <a:effectLst/>
                <a:latin typeface="+mn-lt"/>
                <a:ea typeface="+mn-ea"/>
                <a:cs typeface="+mn-cs"/>
              </a:rPr>
              <a:t> TTL?</a:t>
            </a:r>
          </a:p>
          <a:p>
            <a:pPr fontAlgn="t"/>
            <a:r>
              <a:rPr lang="en-US" sz="1200" b="0" i="0" kern="1200" dirty="0" err="1">
                <a:solidFill>
                  <a:schemeClr val="tx1"/>
                </a:solidFill>
                <a:effectLst/>
                <a:latin typeface="+mn-lt"/>
                <a:ea typeface="+mn-ea"/>
                <a:cs typeface="+mn-cs"/>
              </a:rPr>
              <a:t>เพราะ</a:t>
            </a:r>
            <a:r>
              <a:rPr lang="en-US" sz="1200" b="0" i="0" kern="1200" dirty="0">
                <a:solidFill>
                  <a:schemeClr val="tx1"/>
                </a:solidFill>
                <a:effectLst/>
                <a:latin typeface="+mn-lt"/>
                <a:ea typeface="+mn-ea"/>
                <a:cs typeface="+mn-cs"/>
              </a:rPr>
              <a:t> Secret </a:t>
            </a:r>
            <a:r>
              <a:rPr lang="en-US" sz="1200" b="0" i="0" kern="1200" dirty="0" err="1">
                <a:solidFill>
                  <a:schemeClr val="tx1"/>
                </a:solidFill>
                <a:effectLst/>
                <a:latin typeface="+mn-lt"/>
                <a:ea typeface="+mn-ea"/>
                <a:cs typeface="+mn-cs"/>
              </a:rPr>
              <a:t>สามารถถูกเปลี่ยนหรือ</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Rotate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ได้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หาก</a:t>
            </a:r>
            <a:r>
              <a:rPr lang="en-US" sz="1200" b="0" i="0" kern="1200" dirty="0">
                <a:solidFill>
                  <a:schemeClr val="tx1"/>
                </a:solidFill>
                <a:effectLst/>
                <a:latin typeface="+mn-lt"/>
                <a:ea typeface="+mn-ea"/>
                <a:cs typeface="+mn-cs"/>
              </a:rPr>
              <a:t> Cache </a:t>
            </a:r>
            <a:r>
              <a:rPr lang="en-US" sz="1200" b="0" i="0" kern="1200" dirty="0" err="1">
                <a:solidFill>
                  <a:schemeClr val="tx1"/>
                </a:solidFill>
                <a:effectLst/>
                <a:latin typeface="+mn-lt"/>
                <a:ea typeface="+mn-ea"/>
                <a:cs typeface="+mn-cs"/>
              </a:rPr>
              <a:t>เก็บไว้นานเกินไป</a:t>
            </a:r>
            <a:r>
              <a:rPr lang="en-US" sz="1200" b="0" i="0" kern="1200" dirty="0">
                <a:solidFill>
                  <a:schemeClr val="tx1"/>
                </a:solidFill>
                <a:effectLst/>
                <a:latin typeface="+mn-lt"/>
                <a:ea typeface="+mn-ea"/>
                <a:cs typeface="+mn-cs"/>
              </a:rPr>
              <a:t> Application </a:t>
            </a:r>
            <a:r>
              <a:rPr lang="en-US" sz="1200" b="0" i="0" kern="1200" dirty="0" err="1">
                <a:solidFill>
                  <a:schemeClr val="tx1"/>
                </a:solidFill>
                <a:effectLst/>
                <a:latin typeface="+mn-lt"/>
                <a:ea typeface="+mn-ea"/>
                <a:cs typeface="+mn-cs"/>
              </a:rPr>
              <a:t>อาจยังใช้</a:t>
            </a:r>
            <a:r>
              <a:rPr lang="en-US" sz="1200" b="0" i="0" kern="1200" dirty="0">
                <a:solidFill>
                  <a:schemeClr val="tx1"/>
                </a:solidFill>
                <a:effectLst/>
                <a:latin typeface="+mn-lt"/>
                <a:ea typeface="+mn-ea"/>
                <a:cs typeface="+mn-cs"/>
              </a:rPr>
              <a:t> Secret </a:t>
            </a:r>
            <a:r>
              <a:rPr lang="en-US" sz="1200" b="0" i="0" kern="1200" dirty="0" err="1">
                <a:solidFill>
                  <a:schemeClr val="tx1"/>
                </a:solidFill>
                <a:effectLst/>
                <a:latin typeface="+mn-lt"/>
                <a:ea typeface="+mn-ea"/>
                <a:cs typeface="+mn-cs"/>
              </a:rPr>
              <a:t>เก่า</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ดังนั้นควรกำหนด</a:t>
            </a:r>
            <a:r>
              <a:rPr lang="en-US" sz="1200" b="0" i="0" kern="1200" dirty="0">
                <a:solidFill>
                  <a:schemeClr val="tx1"/>
                </a:solidFill>
                <a:effectLst/>
                <a:latin typeface="+mn-lt"/>
                <a:ea typeface="+mn-ea"/>
                <a:cs typeface="+mn-cs"/>
              </a:rPr>
              <a:t> TTL </a:t>
            </a:r>
            <a:r>
              <a:rPr lang="en-US" sz="1200" b="0" i="0" kern="1200" dirty="0" err="1">
                <a:solidFill>
                  <a:schemeClr val="tx1"/>
                </a:solidFill>
                <a:effectLst/>
                <a:latin typeface="+mn-lt"/>
                <a:ea typeface="+mn-ea"/>
                <a:cs typeface="+mn-cs"/>
              </a:rPr>
              <a:t>ให้สัมพันธ์กับความถี่ในการ</a:t>
            </a:r>
            <a:r>
              <a:rPr lang="en-US" sz="1200" b="0" i="0" kern="1200" dirty="0">
                <a:solidFill>
                  <a:schemeClr val="tx1"/>
                </a:solidFill>
                <a:effectLst/>
                <a:latin typeface="+mn-lt"/>
                <a:ea typeface="+mn-ea"/>
                <a:cs typeface="+mn-cs"/>
              </a:rPr>
              <a:t> Rotation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ตัวอย่างในสไลด์</a:t>
            </a:r>
            <a:r>
              <a:rPr lang="en-US" sz="1200" b="0" i="0" kern="1200" dirty="0">
                <a:solidFill>
                  <a:schemeClr val="tx1"/>
                </a:solidFill>
                <a:effectLst/>
                <a:latin typeface="+mn-lt"/>
                <a:ea typeface="+mn-ea"/>
                <a:cs typeface="+mn-cs"/>
              </a:rPr>
              <a:t>:</a:t>
            </a:r>
          </a:p>
          <a:p>
            <a:pPr fontAlgn="t"/>
            <a:r>
              <a:rPr lang="en-US" sz="1200" b="1" i="0" kern="1200" dirty="0">
                <a:solidFill>
                  <a:schemeClr val="tx1"/>
                </a:solidFill>
                <a:effectLst/>
                <a:latin typeface="+mn-lt"/>
                <a:ea typeface="+mn-ea"/>
                <a:cs typeface="+mn-cs"/>
              </a:rPr>
              <a:t>Rotation </a:t>
            </a:r>
            <a:r>
              <a:rPr lang="en-US" sz="1200" b="1" i="0" kern="1200" dirty="0" err="1">
                <a:solidFill>
                  <a:schemeClr val="tx1"/>
                </a:solidFill>
                <a:effectLst/>
                <a:latin typeface="+mn-lt"/>
                <a:ea typeface="+mn-ea"/>
                <a:cs typeface="+mn-cs"/>
              </a:rPr>
              <a:t>ทุก</a:t>
            </a:r>
            <a:r>
              <a:rPr lang="en-US" sz="1200" b="1" i="0" kern="1200" dirty="0">
                <a:solidFill>
                  <a:schemeClr val="tx1"/>
                </a:solidFill>
                <a:effectLst/>
                <a:latin typeface="+mn-lt"/>
                <a:ea typeface="+mn-ea"/>
                <a:cs typeface="+mn-cs"/>
              </a:rPr>
              <a:t> 90 </a:t>
            </a:r>
            <a:r>
              <a:rPr lang="en-US" sz="1200" b="1" i="0" kern="1200" dirty="0" err="1">
                <a:solidFill>
                  <a:schemeClr val="tx1"/>
                </a:solidFill>
                <a:effectLst/>
                <a:latin typeface="+mn-lt"/>
                <a:ea typeface="+mn-ea"/>
                <a:cs typeface="+mn-cs"/>
              </a:rPr>
              <a:t>วัน</a:t>
            </a:r>
            <a:r>
              <a:rPr lang="en-US" sz="1200" b="1" i="0" kern="1200" dirty="0">
                <a:solidFill>
                  <a:schemeClr val="tx1"/>
                </a:solidFill>
                <a:effectLst/>
                <a:latin typeface="+mn-lt"/>
                <a:ea typeface="+mn-ea"/>
                <a:cs typeface="+mn-cs"/>
              </a:rPr>
              <a:t> → TTL </a:t>
            </a:r>
            <a:r>
              <a:rPr lang="en-US" sz="1200" b="1" i="0" kern="1200" dirty="0" err="1">
                <a:solidFill>
                  <a:schemeClr val="tx1"/>
                </a:solidFill>
                <a:effectLst/>
                <a:latin typeface="+mn-lt"/>
                <a:ea typeface="+mn-ea"/>
                <a:cs typeface="+mn-cs"/>
              </a:rPr>
              <a:t>ประมาณ</a:t>
            </a:r>
            <a:r>
              <a:rPr lang="en-US" sz="1200" b="1" i="0" kern="1200" dirty="0">
                <a:solidFill>
                  <a:schemeClr val="tx1"/>
                </a:solidFill>
                <a:effectLst/>
                <a:latin typeface="+mn-lt"/>
                <a:ea typeface="+mn-ea"/>
                <a:cs typeface="+mn-cs"/>
              </a:rPr>
              <a:t> 1 </a:t>
            </a:r>
            <a:r>
              <a:rPr lang="en-US" sz="1200" b="1" i="0" kern="1200" dirty="0" err="1">
                <a:solidFill>
                  <a:schemeClr val="tx1"/>
                </a:solidFill>
                <a:effectLst/>
                <a:latin typeface="+mn-lt"/>
                <a:ea typeface="+mn-ea"/>
                <a:cs typeface="+mn-cs"/>
              </a:rPr>
              <a:t>ชั่วโมง</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และสามารถใช้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Event Grid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เพื่อแจ้งให้ระบบรีเฟรช</a:t>
            </a:r>
            <a:r>
              <a:rPr lang="en-US" sz="1200" b="0" i="0" kern="1200" dirty="0">
                <a:solidFill>
                  <a:schemeClr val="tx1"/>
                </a:solidFill>
                <a:effectLst/>
                <a:latin typeface="+mn-lt"/>
                <a:ea typeface="+mn-ea"/>
                <a:cs typeface="+mn-cs"/>
              </a:rPr>
              <a:t> Cache </a:t>
            </a:r>
            <a:r>
              <a:rPr lang="en-US" sz="1200" b="0" i="0" kern="1200" dirty="0" err="1">
                <a:solidFill>
                  <a:schemeClr val="tx1"/>
                </a:solidFill>
                <a:effectLst/>
                <a:latin typeface="+mn-lt"/>
                <a:ea typeface="+mn-ea"/>
                <a:cs typeface="+mn-cs"/>
              </a:rPr>
              <a:t>เมื่อ</a:t>
            </a:r>
            <a:r>
              <a:rPr lang="en-US" sz="1200" b="0" i="0" kern="1200" dirty="0">
                <a:solidFill>
                  <a:schemeClr val="tx1"/>
                </a:solidFill>
                <a:effectLst/>
                <a:latin typeface="+mn-lt"/>
                <a:ea typeface="+mn-ea"/>
                <a:cs typeface="+mn-cs"/>
              </a:rPr>
              <a:t> Secret </a:t>
            </a:r>
            <a:r>
              <a:rPr lang="en-US" sz="1200" b="0" i="0" kern="1200" dirty="0" err="1">
                <a:solidFill>
                  <a:schemeClr val="tx1"/>
                </a:solidFill>
                <a:effectLst/>
                <a:latin typeface="+mn-lt"/>
                <a:ea typeface="+mn-ea"/>
                <a:cs typeface="+mn-cs"/>
              </a:rPr>
              <a:t>เปลี่ยน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เพื่อให้ข้อมูลใกล้เคียง</a:t>
            </a:r>
            <a:r>
              <a:rPr lang="en-US" sz="1200" b="0" i="0" kern="1200" dirty="0">
                <a:solidFill>
                  <a:schemeClr val="tx1"/>
                </a:solidFill>
                <a:effectLst/>
                <a:latin typeface="+mn-lt"/>
                <a:ea typeface="+mn-ea"/>
                <a:cs typeface="+mn-cs"/>
              </a:rPr>
              <a:t> Real-time </a:t>
            </a:r>
            <a:r>
              <a:rPr lang="en-US" sz="1200" b="0" i="0" kern="1200" dirty="0" err="1">
                <a:solidFill>
                  <a:schemeClr val="tx1"/>
                </a:solidFill>
                <a:effectLst/>
                <a:latin typeface="+mn-lt"/>
                <a:ea typeface="+mn-ea"/>
                <a:cs typeface="+mn-cs"/>
              </a:rPr>
              <a:t>มากขึ้น</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Key Vault = </a:t>
            </a:r>
            <a:r>
              <a:rPr lang="en-US" sz="1200" b="1" i="0" kern="1200" dirty="0" err="1">
                <a:solidFill>
                  <a:schemeClr val="tx1"/>
                </a:solidFill>
                <a:effectLst/>
                <a:latin typeface="+mn-lt"/>
                <a:ea typeface="+mn-ea"/>
                <a:cs typeface="+mn-cs"/>
              </a:rPr>
              <a:t>ตู้เซฟกลาง</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Cache = </a:t>
            </a:r>
            <a:r>
              <a:rPr lang="en-US" sz="1200" b="1" i="0" kern="1200" dirty="0" err="1">
                <a:solidFill>
                  <a:schemeClr val="tx1"/>
                </a:solidFill>
                <a:effectLst/>
                <a:latin typeface="+mn-lt"/>
                <a:ea typeface="+mn-ea"/>
                <a:cs typeface="+mn-cs"/>
              </a:rPr>
              <a:t>สำเนาที่เก็บไว้ใกล้มือชั่วคราว</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TTL = </a:t>
            </a:r>
            <a:r>
              <a:rPr lang="en-US" sz="1200" b="1" i="0" kern="1200" dirty="0" err="1">
                <a:solidFill>
                  <a:schemeClr val="tx1"/>
                </a:solidFill>
                <a:effectLst/>
                <a:latin typeface="+mn-lt"/>
                <a:ea typeface="+mn-ea"/>
                <a:cs typeface="+mn-cs"/>
              </a:rPr>
              <a:t>อายุของสำเนา</a:t>
            </a:r>
            <a:endParaRPr lang="en-US" sz="1200" b="1"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Cache </a:t>
            </a:r>
            <a:r>
              <a:rPr lang="en-US" sz="1200" b="0" i="0" kern="1200" dirty="0" err="1">
                <a:solidFill>
                  <a:schemeClr val="tx1"/>
                </a:solidFill>
                <a:effectLst/>
                <a:latin typeface="+mn-lt"/>
                <a:ea typeface="+mn-ea"/>
                <a:cs typeface="+mn-cs"/>
              </a:rPr>
              <a:t>ช่วยลดการเรียก</a:t>
            </a:r>
            <a:r>
              <a:rPr lang="en-US" sz="1200" b="0" i="0" kern="1200" dirty="0">
                <a:solidFill>
                  <a:schemeClr val="tx1"/>
                </a:solidFill>
                <a:effectLst/>
                <a:latin typeface="+mn-lt"/>
                <a:ea typeface="+mn-ea"/>
                <a:cs typeface="+mn-cs"/>
              </a:rPr>
              <a:t> Azure Key Vault </a:t>
            </a:r>
            <a:r>
              <a:rPr lang="en-US" sz="1200" b="0" i="0" kern="1200" dirty="0" err="1">
                <a:solidFill>
                  <a:schemeClr val="tx1"/>
                </a:solidFill>
                <a:effectLst/>
                <a:latin typeface="+mn-lt"/>
                <a:ea typeface="+mn-ea"/>
                <a:cs typeface="+mn-cs"/>
              </a:rPr>
              <a:t>ซ้ำ</a:t>
            </a:r>
            <a:r>
              <a:rPr lang="en-US" sz="1200" b="0" i="0" kern="1200" dirty="0">
                <a:solidFill>
                  <a:schemeClr val="tx1"/>
                </a:solidFill>
                <a:effectLst/>
                <a:latin typeface="+mn-lt"/>
                <a:ea typeface="+mn-ea"/>
                <a:cs typeface="+mn-cs"/>
              </a:rPr>
              <a:t> ๆ </a:t>
            </a:r>
            <a:r>
              <a:rPr lang="en-US" sz="1200" b="0" i="0" kern="1200" dirty="0" err="1">
                <a:solidFill>
                  <a:schemeClr val="tx1"/>
                </a:solidFill>
                <a:effectLst/>
                <a:latin typeface="+mn-lt"/>
                <a:ea typeface="+mn-ea"/>
                <a:cs typeface="+mn-cs"/>
              </a:rPr>
              <a:t>โดยเก็บ</a:t>
            </a:r>
            <a:r>
              <a:rPr lang="en-US" sz="1200" b="0" i="0" kern="1200" dirty="0">
                <a:solidFill>
                  <a:schemeClr val="tx1"/>
                </a:solidFill>
                <a:effectLst/>
                <a:latin typeface="+mn-lt"/>
                <a:ea typeface="+mn-ea"/>
                <a:cs typeface="+mn-cs"/>
              </a:rPr>
              <a:t> Secret </a:t>
            </a:r>
            <a:r>
              <a:rPr lang="en-US" sz="1200" b="0" i="0" kern="1200" dirty="0" err="1">
                <a:solidFill>
                  <a:schemeClr val="tx1"/>
                </a:solidFill>
                <a:effectLst/>
                <a:latin typeface="+mn-lt"/>
                <a:ea typeface="+mn-ea"/>
                <a:cs typeface="+mn-cs"/>
              </a:rPr>
              <a:t>ไว้ชั่วคราว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และใช้</a:t>
            </a:r>
            <a:r>
              <a:rPr lang="en-US" sz="1200" b="0" i="0" kern="1200" dirty="0">
                <a:solidFill>
                  <a:schemeClr val="tx1"/>
                </a:solidFill>
                <a:effectLst/>
                <a:latin typeface="+mn-lt"/>
                <a:ea typeface="+mn-ea"/>
                <a:cs typeface="+mn-cs"/>
              </a:rPr>
              <a:t> TTL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Event Grid </a:t>
            </a:r>
            <a:r>
              <a:rPr lang="en-US" sz="1200" b="0" i="0" kern="1200" dirty="0" err="1">
                <a:solidFill>
                  <a:schemeClr val="tx1"/>
                </a:solidFill>
                <a:effectLst/>
                <a:latin typeface="+mn-lt"/>
                <a:ea typeface="+mn-ea"/>
                <a:cs typeface="+mn-cs"/>
              </a:rPr>
              <a:t>เพื่อให้</a:t>
            </a:r>
            <a:r>
              <a:rPr lang="en-US" sz="1200" b="0" i="0" kern="1200" dirty="0">
                <a:solidFill>
                  <a:schemeClr val="tx1"/>
                </a:solidFill>
                <a:effectLst/>
                <a:latin typeface="+mn-lt"/>
                <a:ea typeface="+mn-ea"/>
                <a:cs typeface="+mn-cs"/>
              </a:rPr>
              <a:t> Application </a:t>
            </a:r>
            <a:r>
              <a:rPr lang="en-US" sz="1200" b="0" i="0" kern="1200" dirty="0" err="1">
                <a:solidFill>
                  <a:schemeClr val="tx1"/>
                </a:solidFill>
                <a:effectLst/>
                <a:latin typeface="+mn-lt"/>
                <a:ea typeface="+mn-ea"/>
                <a:cs typeface="+mn-cs"/>
              </a:rPr>
              <a:t>เปลี่ยนไปใช้</a:t>
            </a:r>
            <a:r>
              <a:rPr lang="en-US" sz="1200" b="0" i="0" kern="1200" dirty="0">
                <a:solidFill>
                  <a:schemeClr val="tx1"/>
                </a:solidFill>
                <a:effectLst/>
                <a:latin typeface="+mn-lt"/>
                <a:ea typeface="+mn-ea"/>
                <a:cs typeface="+mn-cs"/>
              </a:rPr>
              <a:t> Secret </a:t>
            </a:r>
            <a:r>
              <a:rPr lang="en-US" sz="1200" b="0" i="0" kern="1200" dirty="0" err="1">
                <a:solidFill>
                  <a:schemeClr val="tx1"/>
                </a:solidFill>
                <a:effectLst/>
                <a:latin typeface="+mn-lt"/>
                <a:ea typeface="+mn-ea"/>
                <a:cs typeface="+mn-cs"/>
              </a:rPr>
              <a:t>ใหม่เมื่อถึงเวลาที่เหมาะสม</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p:txBody>
      </p:sp>
      <p:sp>
        <p:nvSpPr>
          <p:cNvPr id="50521881"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083503-C3B6-8BB4-FAED-F5CF27F2E3C3}"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153</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44623160" name="Slide Image Placeholder 1"/>
          <p:cNvSpPr>
            <a:spLocks noGrp="1" noRot="1" noChangeAspect="1"/>
          </p:cNvSpPr>
          <p:nvPr>
            <p:ph type="sldImg"/>
          </p:nvPr>
        </p:nvSpPr>
        <p:spPr bwMode="auto">
          <a:xfrm>
            <a:off x="217488" y="812800"/>
            <a:ext cx="7124700" cy="4008438"/>
          </a:xfrm>
        </p:spPr>
      </p:sp>
      <p:sp>
        <p:nvSpPr>
          <p:cNvPr id="1393743891" name="Notes Placeholder 2"/>
          <p:cNvSpPr>
            <a:spLocks noGrp="1"/>
          </p:cNvSpPr>
          <p:nvPr>
            <p:ph type="body" idx="1"/>
          </p:nvPr>
        </p:nvSpPr>
        <p:spPr bwMode="auto"/>
        <p:txBody>
          <a:bodyPr/>
          <a:lstStyle/>
          <a:p>
            <a:pPr>
              <a:lnSpc>
                <a:spcPct val="90000"/>
              </a:lnSpc>
              <a:spcAft>
                <a:spcPts val="332"/>
              </a:spcAft>
              <a:defRPr/>
            </a:pPr>
            <a:r>
              <a:rPr lang="en-US"/>
              <a:t>This exercise requires an Azure subscription, which should be provided by the lab hoster supporting your delivery of this course.</a:t>
            </a:r>
            <a:endParaRPr lang="en-US">
              <a:solidFill>
                <a:srgbClr val="444444"/>
              </a:solidFill>
            </a:endParaRPr>
          </a:p>
          <a:p>
            <a:pPr>
              <a:lnSpc>
                <a:spcPct val="90000"/>
              </a:lnSpc>
              <a:spcAft>
                <a:spcPts val="332"/>
              </a:spcAft>
              <a:defRPr/>
            </a:pPr>
            <a:r>
              <a:rPr lang="en-US"/>
              <a:t>If you are not able to provide students with Azure subscriptions, you can demonstrate the lab using your own subscription (if you have one available).</a:t>
            </a:r>
            <a:endParaRPr/>
          </a:p>
        </p:txBody>
      </p:sp>
      <p:sp>
        <p:nvSpPr>
          <p:cNvPr id="1659762554" name="Header Placeholder 3"/>
          <p:cNvSpPr>
            <a:spLocks noGrp="1"/>
          </p:cNvSpPr>
          <p:nvPr>
            <p:ph type="hdr" sz="quarter"/>
          </p:nvPr>
        </p:nvSpPr>
        <p:spPr bwMode="auto"/>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991905010" name="Footer Placeholder 4"/>
          <p:cNvSpPr>
            <a:spLocks noGrp="1"/>
          </p:cNvSpPr>
          <p:nvPr>
            <p:ph type="ftr" sz="quarter" idx="4"/>
          </p:nvPr>
        </p:nvSpPr>
        <p:spPr bwMode="auto"/>
        <p:txBody>
          <a:bodyPr/>
          <a:lstStyle/>
          <a:p>
            <a:pPr marL="0" marR="0" lvl="0" indent="0" algn="l" defTabSz="914098" rtl="0" eaLnBrk="1" fontAlgn="auto" latinLnBrk="0" hangingPunct="1">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a:ea typeface="Segoe UI"/>
                <a:cs typeface="Segoe UI"/>
              </a:rPr>
              <a:t>© Microsoft Corporation. All rights reserved. MICROSOFT MAKES NO WARRANTIES, EXPRESS, IMPLIED OR STATUTORY, AS TO THE INFORMATION IN THIS PRESENTATION.</a:t>
            </a:r>
            <a:endParaRPr kumimoji="0" sz="1200" b="0" i="0" u="none" strike="noStrike" kern="0" cap="none" spc="0" normalizeH="0" baseline="0" noProof="0">
              <a:ln>
                <a:noFill/>
              </a:ln>
              <a:solidFill>
                <a:prstClr val="black"/>
              </a:solidFill>
              <a:effectLst/>
              <a:uLnTx/>
              <a:uFillTx/>
              <a:latin typeface="Aptos"/>
              <a:cs typeface="Arial"/>
            </a:endParaRPr>
          </a:p>
        </p:txBody>
      </p:sp>
      <p:sp>
        <p:nvSpPr>
          <p:cNvPr id="1216775245" name="Date Placeholder 5"/>
          <p:cNvSpPr>
            <a:spLocks noGrp="1"/>
          </p:cNvSpPr>
          <p:nvPr>
            <p:ph type="dt" idx="1"/>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FD8069-D363-B1FD-C85A-30544EF19ECA}" type="datetime8">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10/27/2026 8:46 AM</a:t>
            </a:fld>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604894785" name="Slide Number Placeholder 6"/>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32D111-37E3-EE75-0870-1F0A4C533A8B}"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154</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13572053" name="Slide Image Placeholder 1"/>
          <p:cNvSpPr>
            <a:spLocks noGrp="1" noRot="1" noChangeAspect="1"/>
          </p:cNvSpPr>
          <p:nvPr>
            <p:ph type="sldImg"/>
          </p:nvPr>
        </p:nvSpPr>
        <p:spPr bwMode="auto">
          <a:xfrm>
            <a:off x="217488" y="812800"/>
            <a:ext cx="7124700" cy="4008438"/>
          </a:xfrm>
        </p:spPr>
      </p:sp>
      <p:sp>
        <p:nvSpPr>
          <p:cNvPr id="323189717" name="Notes Placeholder 2"/>
          <p:cNvSpPr>
            <a:spLocks noGrp="1"/>
          </p:cNvSpPr>
          <p:nvPr>
            <p:ph type="body" idx="1"/>
          </p:nvPr>
        </p:nvSpPr>
        <p:spPr bwMode="auto"/>
        <p:txBody>
          <a:bodyPr/>
          <a:lstStyle/>
          <a:p>
            <a:pPr>
              <a:defRPr/>
            </a:pPr>
            <a:r>
              <a:rPr lang="en-US"/>
              <a:t>Link to module: </a:t>
            </a:r>
            <a:r>
              <a:rPr lang="en-US" u="sng">
                <a:solidFill>
                  <a:schemeClr val="hlink"/>
                </a:solidFill>
                <a:hlinkClick r:id="rId3"/>
              </a:rPr>
              <a:t>https://learn.microsoft.com/training/modules/manage-app-settings-app-config/</a:t>
            </a:r>
            <a:endParaRPr/>
          </a:p>
          <a:p>
            <a:pPr>
              <a:defRPr/>
            </a:pPr>
            <a:endParaRPr lang="en-US"/>
          </a:p>
        </p:txBody>
      </p:sp>
      <p:sp>
        <p:nvSpPr>
          <p:cNvPr id="1366402023"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155</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60851823" name="Slide Image Placeholder 1"/>
          <p:cNvSpPr>
            <a:spLocks noGrp="1" noRot="1" noChangeAspect="1"/>
          </p:cNvSpPr>
          <p:nvPr>
            <p:ph type="sldImg"/>
          </p:nvPr>
        </p:nvSpPr>
        <p:spPr bwMode="auto">
          <a:xfrm>
            <a:off x="217488" y="812800"/>
            <a:ext cx="7124700" cy="4008438"/>
          </a:xfrm>
        </p:spPr>
      </p:sp>
      <p:sp>
        <p:nvSpPr>
          <p:cNvPr id="126705546"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วิธีให้</a:t>
            </a:r>
            <a:r>
              <a:rPr lang="en-US" sz="1200" b="1" i="0" kern="1200" dirty="0">
                <a:solidFill>
                  <a:schemeClr val="tx1"/>
                </a:solidFill>
                <a:effectLst/>
                <a:latin typeface="+mn-lt"/>
                <a:ea typeface="+mn-ea"/>
                <a:cs typeface="+mn-cs"/>
              </a:rPr>
              <a:t> Application </a:t>
            </a:r>
            <a:r>
              <a:rPr lang="en-US" sz="1200" b="1" i="0" kern="1200" dirty="0" err="1">
                <a:solidFill>
                  <a:schemeClr val="tx1"/>
                </a:solidFill>
                <a:effectLst/>
                <a:latin typeface="+mn-lt"/>
                <a:ea typeface="+mn-ea"/>
                <a:cs typeface="+mn-cs"/>
              </a:rPr>
              <a:t>เชื่อมต่อ</a:t>
            </a:r>
            <a:r>
              <a:rPr lang="en-US" sz="1200" b="1" i="0" kern="1200" dirty="0">
                <a:solidFill>
                  <a:schemeClr val="tx1"/>
                </a:solidFill>
                <a:effectLst/>
                <a:latin typeface="+mn-lt"/>
                <a:ea typeface="+mn-ea"/>
                <a:cs typeface="+mn-cs"/>
              </a:rPr>
              <a:t> Azure App Configuration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เพื่อดึงค่าตั้งค่าจากส่วนกลาง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แทนการฝังค่าไว้ใน</a:t>
            </a:r>
            <a:r>
              <a:rPr lang="en-US" sz="1200" b="0" i="0" kern="1200" dirty="0">
                <a:solidFill>
                  <a:schemeClr val="tx1"/>
                </a:solidFill>
                <a:effectLst/>
                <a:latin typeface="+mn-lt"/>
                <a:ea typeface="+mn-ea"/>
                <a:cs typeface="+mn-cs"/>
              </a:rPr>
              <a:t> Source Code</a:t>
            </a: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Azure App Configuration </a:t>
            </a:r>
            <a:r>
              <a:rPr lang="en-US" sz="1200" b="1" i="0" kern="1200" dirty="0" err="1">
                <a:solidFill>
                  <a:schemeClr val="tx1"/>
                </a:solidFill>
                <a:effectLst/>
                <a:latin typeface="+mn-lt"/>
                <a:ea typeface="+mn-ea"/>
                <a:cs typeface="+mn-cs"/>
              </a:rPr>
              <a:t>ทำหน้าที่อะไร</a:t>
            </a:r>
            <a:r>
              <a:rPr lang="en-US" sz="1200" b="1" i="0" kern="1200" dirty="0">
                <a:solidFill>
                  <a:schemeClr val="tx1"/>
                </a:solidFill>
                <a:effectLst/>
                <a:latin typeface="+mn-lt"/>
                <a:ea typeface="+mn-ea"/>
                <a:cs typeface="+mn-cs"/>
              </a:rPr>
              <a:t>?</a:t>
            </a:r>
          </a:p>
          <a:p>
            <a:pPr fontAlgn="t"/>
            <a:r>
              <a:rPr lang="en-US" sz="1200" b="0" i="0" kern="1200" dirty="0" err="1">
                <a:solidFill>
                  <a:schemeClr val="tx1"/>
                </a:solidFill>
                <a:effectLst/>
                <a:latin typeface="+mn-lt"/>
                <a:ea typeface="+mn-ea"/>
                <a:cs typeface="+mn-cs"/>
              </a:rPr>
              <a:t>เก็บค่าตั้งค่าเป็นรูปแบบ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Key-Value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Pipeline:BatchSize</a:t>
            </a:r>
            <a:r>
              <a:rPr lang="en-US" sz="1200" b="0" i="0" kern="1200" dirty="0">
                <a:solidFill>
                  <a:schemeClr val="tx1"/>
                </a:solidFill>
                <a:effectLst/>
                <a:latin typeface="+mn-lt"/>
                <a:ea typeface="+mn-ea"/>
                <a:cs typeface="+mn-cs"/>
              </a:rPr>
              <a:t> = 100</a:t>
            </a:r>
          </a:p>
          <a:p>
            <a:pPr lvl="0" fontAlgn="t"/>
            <a:r>
              <a:rPr lang="en-US" sz="1200" b="0" i="0" kern="1200" dirty="0" err="1">
                <a:solidFill>
                  <a:schemeClr val="tx1"/>
                </a:solidFill>
                <a:effectLst/>
                <a:latin typeface="+mn-lt"/>
                <a:ea typeface="+mn-ea"/>
                <a:cs typeface="+mn-cs"/>
              </a:rPr>
              <a:t>Pipeline:Model</a:t>
            </a:r>
            <a:r>
              <a:rPr lang="en-US" sz="1200" b="0" i="0" kern="1200" dirty="0">
                <a:solidFill>
                  <a:schemeClr val="tx1"/>
                </a:solidFill>
                <a:effectLst/>
                <a:latin typeface="+mn-lt"/>
                <a:ea typeface="+mn-ea"/>
                <a:cs typeface="+mn-cs"/>
              </a:rPr>
              <a:t> = GPT</a:t>
            </a:r>
          </a:p>
          <a:p>
            <a:pPr fontAlgn="t"/>
            <a:r>
              <a:rPr lang="en-US" sz="1200" b="0" i="0" kern="1200" dirty="0" err="1">
                <a:solidFill>
                  <a:schemeClr val="tx1"/>
                </a:solidFill>
                <a:effectLst/>
                <a:latin typeface="+mn-lt"/>
                <a:ea typeface="+mn-ea"/>
                <a:cs typeface="+mn-cs"/>
              </a:rPr>
              <a:t>สามารถติด</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Label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Development, Test, Production </a:t>
            </a:r>
            <a:r>
              <a:rPr lang="en-US" sz="1200" b="0" i="0" kern="1200" dirty="0" err="1">
                <a:solidFill>
                  <a:schemeClr val="tx1"/>
                </a:solidFill>
                <a:effectLst/>
                <a:latin typeface="+mn-lt"/>
                <a:ea typeface="+mn-ea"/>
                <a:cs typeface="+mn-cs"/>
              </a:rPr>
              <a:t>เพื่อให้แต่ละ</a:t>
            </a:r>
            <a:r>
              <a:rPr lang="en-US" sz="1200" b="0" i="0" kern="1200" dirty="0">
                <a:solidFill>
                  <a:schemeClr val="tx1"/>
                </a:solidFill>
                <a:effectLst/>
                <a:latin typeface="+mn-lt"/>
                <a:ea typeface="+mn-ea"/>
                <a:cs typeface="+mn-cs"/>
              </a:rPr>
              <a:t> Environment </a:t>
            </a:r>
            <a:r>
              <a:rPr lang="en-US" sz="1200" b="0" i="0" kern="1200" dirty="0" err="1">
                <a:solidFill>
                  <a:schemeClr val="tx1"/>
                </a:solidFill>
                <a:effectLst/>
                <a:latin typeface="+mn-lt"/>
                <a:ea typeface="+mn-ea"/>
                <a:cs typeface="+mn-cs"/>
              </a:rPr>
              <a:t>ใช้ค่าต่างกันได้</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เลือกโหลดเฉพาะค่าที่ต้องการ</a:t>
            </a:r>
            <a:endParaRPr lang="en-US" sz="1200" b="1"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SettingSelector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ช่วยกรอง</a:t>
            </a:r>
            <a:r>
              <a:rPr lang="en-US" sz="1200" b="0" i="0" kern="1200" dirty="0">
                <a:solidFill>
                  <a:schemeClr val="tx1"/>
                </a:solidFill>
                <a:effectLst/>
                <a:latin typeface="+mn-lt"/>
                <a:ea typeface="+mn-ea"/>
                <a:cs typeface="+mn-cs"/>
              </a:rPr>
              <a:t> Configuration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ในภาพเลือกเฉพาะ</a:t>
            </a: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Key </a:t>
            </a:r>
            <a:r>
              <a:rPr lang="en-US" sz="1200" b="0" i="0" kern="1200" dirty="0" err="1">
                <a:solidFill>
                  <a:schemeClr val="tx1"/>
                </a:solidFill>
                <a:effectLst/>
                <a:latin typeface="+mn-lt"/>
                <a:ea typeface="+mn-ea"/>
                <a:cs typeface="+mn-cs"/>
              </a:rPr>
              <a:t>ที่ขึ้นต้นด้วย</a:t>
            </a:r>
            <a:r>
              <a:rPr lang="en-US" sz="1200" b="0" i="0" kern="1200" dirty="0">
                <a:solidFill>
                  <a:schemeClr val="tx1"/>
                </a:solidFill>
                <a:effectLst/>
                <a:latin typeface="+mn-lt"/>
                <a:ea typeface="+mn-ea"/>
                <a:cs typeface="+mn-cs"/>
              </a:rPr>
              <a:t> Pipeline: + Label Production</a:t>
            </a:r>
          </a:p>
          <a:p>
            <a:pPr fontAlgn="t"/>
            <a:r>
              <a:rPr lang="en-US" sz="1200" b="0" i="0" kern="1200" dirty="0" err="1">
                <a:solidFill>
                  <a:schemeClr val="tx1"/>
                </a:solidFill>
                <a:effectLst/>
                <a:latin typeface="+mn-lt"/>
                <a:ea typeface="+mn-ea"/>
                <a:cs typeface="+mn-cs"/>
              </a:rPr>
              <a:t>จากนั้นโปรแกรมสามารถนำค่าไปใช้งาน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Pipeline:BatchSize</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เปลี่ยน</a:t>
            </a:r>
            <a:r>
              <a:rPr lang="en-US" sz="1200" b="1" i="0" kern="1200" dirty="0">
                <a:solidFill>
                  <a:schemeClr val="tx1"/>
                </a:solidFill>
                <a:effectLst/>
                <a:latin typeface="+mn-lt"/>
                <a:ea typeface="+mn-ea"/>
                <a:cs typeface="+mn-cs"/>
              </a:rPr>
              <a:t> Configuration </a:t>
            </a:r>
            <a:r>
              <a:rPr lang="en-US" sz="1200" b="1" i="0" kern="1200" dirty="0" err="1">
                <a:solidFill>
                  <a:schemeClr val="tx1"/>
                </a:solidFill>
                <a:effectLst/>
                <a:latin typeface="+mn-lt"/>
                <a:ea typeface="+mn-ea"/>
                <a:cs typeface="+mn-cs"/>
              </a:rPr>
              <a:t>โดยไม่ต้อง</a:t>
            </a:r>
            <a:r>
              <a:rPr lang="en-US" sz="1200" b="1" i="0" kern="1200" dirty="0">
                <a:solidFill>
                  <a:schemeClr val="tx1"/>
                </a:solidFill>
                <a:effectLst/>
                <a:latin typeface="+mn-lt"/>
                <a:ea typeface="+mn-ea"/>
                <a:cs typeface="+mn-cs"/>
              </a:rPr>
              <a:t> Restart</a:t>
            </a:r>
          </a:p>
          <a:p>
            <a:pPr fontAlgn="t"/>
            <a:r>
              <a:rPr lang="en-US" sz="1200" b="0" i="0" kern="1200" dirty="0" err="1">
                <a:solidFill>
                  <a:schemeClr val="tx1"/>
                </a:solidFill>
                <a:effectLst/>
                <a:latin typeface="+mn-lt"/>
                <a:ea typeface="+mn-ea"/>
                <a:cs typeface="+mn-cs"/>
              </a:rPr>
              <a:t>สามารถกำหนด</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Sentinel Key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เพื่อเป็นตัวบอกว่า</a:t>
            </a:r>
            <a:r>
              <a:rPr lang="en-US" sz="1200" b="0" i="0" kern="1200" dirty="0">
                <a:solidFill>
                  <a:schemeClr val="tx1"/>
                </a:solidFill>
                <a:effectLst/>
                <a:latin typeface="+mn-lt"/>
                <a:ea typeface="+mn-ea"/>
                <a:cs typeface="+mn-cs"/>
              </a:rPr>
              <a:t> Configuration </a:t>
            </a:r>
            <a:r>
              <a:rPr lang="en-US" sz="1200" b="0" i="0" kern="1200" dirty="0" err="1">
                <a:solidFill>
                  <a:schemeClr val="tx1"/>
                </a:solidFill>
                <a:effectLst/>
                <a:latin typeface="+mn-lt"/>
                <a:ea typeface="+mn-ea"/>
                <a:cs typeface="+mn-cs"/>
              </a:rPr>
              <a:t>มีการเปลี่ยนแปลง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แล้วให้</a:t>
            </a:r>
            <a:r>
              <a:rPr lang="en-US" sz="1200" b="0" i="0" kern="1200" dirty="0">
                <a:solidFill>
                  <a:schemeClr val="tx1"/>
                </a:solidFill>
                <a:effectLst/>
                <a:latin typeface="+mn-lt"/>
                <a:ea typeface="+mn-ea"/>
                <a:cs typeface="+mn-cs"/>
              </a:rPr>
              <a:t> Application </a:t>
            </a:r>
            <a:r>
              <a:rPr lang="en-US" sz="1200" b="0" i="0" kern="1200" dirty="0" err="1">
                <a:solidFill>
                  <a:schemeClr val="tx1"/>
                </a:solidFill>
                <a:effectLst/>
                <a:latin typeface="+mn-lt"/>
                <a:ea typeface="+mn-ea"/>
                <a:cs typeface="+mn-cs"/>
              </a:rPr>
              <a:t>โหลด</a:t>
            </a:r>
            <a:r>
              <a:rPr lang="en-US" sz="1200" b="0" i="0" kern="1200" dirty="0">
                <a:solidFill>
                  <a:schemeClr val="tx1"/>
                </a:solidFill>
                <a:effectLst/>
                <a:latin typeface="+mn-lt"/>
                <a:ea typeface="+mn-ea"/>
                <a:cs typeface="+mn-cs"/>
              </a:rPr>
              <a:t> Configuration </a:t>
            </a:r>
            <a:r>
              <a:rPr lang="en-US" sz="1200" b="0" i="0" kern="1200" dirty="0" err="1">
                <a:solidFill>
                  <a:schemeClr val="tx1"/>
                </a:solidFill>
                <a:effectLst/>
                <a:latin typeface="+mn-lt"/>
                <a:ea typeface="+mn-ea"/>
                <a:cs typeface="+mn-cs"/>
              </a:rPr>
              <a:t>ใหม่ได้โดยไม่ต้อง</a:t>
            </a:r>
            <a:r>
              <a:rPr lang="en-US" sz="1200" b="0" i="0" kern="1200" dirty="0">
                <a:solidFill>
                  <a:schemeClr val="tx1"/>
                </a:solidFill>
                <a:effectLst/>
                <a:latin typeface="+mn-lt"/>
                <a:ea typeface="+mn-ea"/>
                <a:cs typeface="+mn-cs"/>
              </a:rPr>
              <a:t> Restart</a:t>
            </a:r>
          </a:p>
          <a:p>
            <a:pPr fontAlgn="t"/>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Azure App Configuration </a:t>
            </a:r>
            <a:r>
              <a:rPr lang="en-US" sz="1200" b="0" i="0" kern="1200" dirty="0" err="1">
                <a:solidFill>
                  <a:schemeClr val="tx1"/>
                </a:solidFill>
                <a:effectLst/>
                <a:latin typeface="+mn-lt"/>
                <a:ea typeface="+mn-ea"/>
                <a:cs typeface="+mn-cs"/>
              </a:rPr>
              <a:t>ช่วยรวม</a:t>
            </a:r>
            <a:r>
              <a:rPr lang="en-US" sz="1200" b="0" i="0" kern="1200" dirty="0">
                <a:solidFill>
                  <a:schemeClr val="tx1"/>
                </a:solidFill>
                <a:effectLst/>
                <a:latin typeface="+mn-lt"/>
                <a:ea typeface="+mn-ea"/>
                <a:cs typeface="+mn-cs"/>
              </a:rPr>
              <a:t> Configuration ของ Application </a:t>
            </a:r>
            <a:r>
              <a:rPr lang="en-US" sz="1200" b="0" i="0" kern="1200" dirty="0" err="1">
                <a:solidFill>
                  <a:schemeClr val="tx1"/>
                </a:solidFill>
                <a:effectLst/>
                <a:latin typeface="+mn-lt"/>
                <a:ea typeface="+mn-ea"/>
                <a:cs typeface="+mn-cs"/>
              </a:rPr>
              <a:t>ไว้ที่ส่วนกลาง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เลือกใช้ค่าตาม</a:t>
            </a:r>
            <a:r>
              <a:rPr lang="en-US" sz="1200" b="0" i="0" kern="1200" dirty="0">
                <a:solidFill>
                  <a:schemeClr val="tx1"/>
                </a:solidFill>
                <a:effectLst/>
                <a:latin typeface="+mn-lt"/>
                <a:ea typeface="+mn-ea"/>
                <a:cs typeface="+mn-cs"/>
              </a:rPr>
              <a:t> Environment </a:t>
            </a:r>
            <a:r>
              <a:rPr lang="en-US" sz="1200" b="0" i="0" kern="1200" dirty="0" err="1">
                <a:solidFill>
                  <a:schemeClr val="tx1"/>
                </a:solidFill>
                <a:effectLst/>
                <a:latin typeface="+mn-lt"/>
                <a:ea typeface="+mn-ea"/>
                <a:cs typeface="+mn-cs"/>
              </a:rPr>
              <a:t>และรองรับการ</a:t>
            </a:r>
            <a:r>
              <a:rPr lang="en-US" sz="1200" b="0" i="0" kern="1200" dirty="0">
                <a:solidFill>
                  <a:schemeClr val="tx1"/>
                </a:solidFill>
                <a:effectLst/>
                <a:latin typeface="+mn-lt"/>
                <a:ea typeface="+mn-ea"/>
                <a:cs typeface="+mn-cs"/>
              </a:rPr>
              <a:t> Refresh </a:t>
            </a:r>
            <a:r>
              <a:rPr lang="en-US" sz="1200" b="0" i="0" kern="1200" dirty="0" err="1">
                <a:solidFill>
                  <a:schemeClr val="tx1"/>
                </a:solidFill>
                <a:effectLst/>
                <a:latin typeface="+mn-lt"/>
                <a:ea typeface="+mn-ea"/>
                <a:cs typeface="+mn-cs"/>
              </a:rPr>
              <a:t>ค่าเมื่อ</a:t>
            </a:r>
            <a:r>
              <a:rPr lang="en-US" sz="1200" b="0" i="0" kern="1200" dirty="0">
                <a:solidFill>
                  <a:schemeClr val="tx1"/>
                </a:solidFill>
                <a:effectLst/>
                <a:latin typeface="+mn-lt"/>
                <a:ea typeface="+mn-ea"/>
                <a:cs typeface="+mn-cs"/>
              </a:rPr>
              <a:t> Configuration </a:t>
            </a:r>
            <a:r>
              <a:rPr lang="en-US" sz="1200" b="0" i="0" kern="1200" dirty="0" err="1">
                <a:solidFill>
                  <a:schemeClr val="tx1"/>
                </a:solidFill>
                <a:effectLst/>
                <a:latin typeface="+mn-lt"/>
                <a:ea typeface="+mn-ea"/>
                <a:cs typeface="+mn-cs"/>
              </a:rPr>
              <a:t>เปลี่ยน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โดยไม่จำเป็นต้องฝังค่าไว้ในโค้ด</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p:txBody>
      </p:sp>
      <p:sp>
        <p:nvSpPr>
          <p:cNvPr id="322168541"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28E26C-F9C7-A99A-F8D9-A2B511D66EC9}"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156</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16526629" name="Slide Image Placeholder 1"/>
          <p:cNvSpPr>
            <a:spLocks noGrp="1" noRot="1" noChangeAspect="1"/>
          </p:cNvSpPr>
          <p:nvPr>
            <p:ph type="sldImg"/>
          </p:nvPr>
        </p:nvSpPr>
        <p:spPr bwMode="auto">
          <a:xfrm>
            <a:off x="217488" y="812800"/>
            <a:ext cx="7124700" cy="4008438"/>
          </a:xfrm>
        </p:spPr>
      </p:sp>
      <p:sp>
        <p:nvSpPr>
          <p:cNvPr id="258016702"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การจัดการ</a:t>
            </a:r>
            <a:r>
              <a:rPr lang="en-US" sz="1200" b="1" i="0" kern="1200" dirty="0">
                <a:solidFill>
                  <a:schemeClr val="tx1"/>
                </a:solidFill>
                <a:effectLst/>
                <a:latin typeface="+mn-lt"/>
                <a:ea typeface="+mn-ea"/>
                <a:cs typeface="+mn-cs"/>
              </a:rPr>
              <a:t> Configuration ของ Application </a:t>
            </a:r>
            <a:r>
              <a:rPr lang="en-US" sz="1200" b="1" i="0" kern="1200" dirty="0" err="1">
                <a:solidFill>
                  <a:schemeClr val="tx1"/>
                </a:solidFill>
                <a:effectLst/>
                <a:latin typeface="+mn-lt"/>
                <a:ea typeface="+mn-ea"/>
                <a:cs typeface="+mn-cs"/>
              </a:rPr>
              <a:t>ด้วย</a:t>
            </a:r>
            <a:r>
              <a:rPr lang="en-US" sz="1200" b="1" i="0" kern="1200" dirty="0">
                <a:solidFill>
                  <a:schemeClr val="tx1"/>
                </a:solidFill>
                <a:effectLst/>
                <a:latin typeface="+mn-lt"/>
                <a:ea typeface="+mn-ea"/>
                <a:cs typeface="+mn-cs"/>
              </a:rPr>
              <a:t> Labels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Feature Flags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เพื่อให้เปลี่ยนการตั้งค่าหรือเปิด-ปิดฟีเจอร์ได้ง่าย</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โดยไม่ต้อง</a:t>
            </a:r>
            <a:r>
              <a:rPr lang="en-US" sz="1200" b="0" i="0" kern="1200" dirty="0">
                <a:solidFill>
                  <a:schemeClr val="tx1"/>
                </a:solidFill>
                <a:effectLst/>
                <a:latin typeface="+mn-lt"/>
                <a:ea typeface="+mn-ea"/>
                <a:cs typeface="+mn-cs"/>
              </a:rPr>
              <a:t> Deploy </a:t>
            </a:r>
            <a:r>
              <a:rPr lang="en-US" sz="1200" b="0" i="0" kern="1200" dirty="0" err="1">
                <a:solidFill>
                  <a:schemeClr val="tx1"/>
                </a:solidFill>
                <a:effectLst/>
                <a:latin typeface="+mn-lt"/>
                <a:ea typeface="+mn-ea"/>
                <a:cs typeface="+mn-cs"/>
              </a:rPr>
              <a:t>โปรแกรมใหม่</a:t>
            </a:r>
            <a:endParaRPr lang="en-US" sz="1200" b="0"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Labels = </a:t>
            </a:r>
            <a:r>
              <a:rPr lang="en-US" sz="1200" b="1" i="0" kern="1200" dirty="0" err="1">
                <a:solidFill>
                  <a:schemeClr val="tx1"/>
                </a:solidFill>
                <a:effectLst/>
                <a:latin typeface="+mn-lt"/>
                <a:ea typeface="+mn-ea"/>
                <a:cs typeface="+mn-cs"/>
              </a:rPr>
              <a:t>แยกค่าตาม</a:t>
            </a:r>
            <a:r>
              <a:rPr lang="en-US" sz="1200" b="1" i="0" kern="1200" dirty="0">
                <a:solidFill>
                  <a:schemeClr val="tx1"/>
                </a:solidFill>
                <a:effectLst/>
                <a:latin typeface="+mn-lt"/>
                <a:ea typeface="+mn-ea"/>
                <a:cs typeface="+mn-cs"/>
              </a:rPr>
              <a:t> Environment</a:t>
            </a:r>
          </a:p>
          <a:p>
            <a:pPr fontAlgn="t"/>
            <a:r>
              <a:rPr lang="en-US" sz="1200" b="0" i="0" kern="1200" dirty="0">
                <a:solidFill>
                  <a:schemeClr val="tx1"/>
                </a:solidFill>
                <a:effectLst/>
                <a:latin typeface="+mn-lt"/>
                <a:ea typeface="+mn-ea"/>
                <a:cs typeface="+mn-cs"/>
              </a:rPr>
              <a:t>Configuration Key </a:t>
            </a:r>
            <a:r>
              <a:rPr lang="en-US" sz="1200" b="0" i="0" kern="1200" dirty="0" err="1">
                <a:solidFill>
                  <a:schemeClr val="tx1"/>
                </a:solidFill>
                <a:effectLst/>
                <a:latin typeface="+mn-lt"/>
                <a:ea typeface="+mn-ea"/>
                <a:cs typeface="+mn-cs"/>
              </a:rPr>
              <a:t>เดียวกันสามารถมีค่าต่างกันตามสภาพแวดล้อม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Development → </a:t>
            </a:r>
            <a:r>
              <a:rPr lang="en-US" sz="1200" b="0" i="0" kern="1200" dirty="0" err="1">
                <a:solidFill>
                  <a:schemeClr val="tx1"/>
                </a:solidFill>
                <a:effectLst/>
                <a:latin typeface="+mn-lt"/>
                <a:ea typeface="+mn-ea"/>
                <a:cs typeface="+mn-cs"/>
              </a:rPr>
              <a:t>ค่าชุดหนึ่ง</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Production → </a:t>
            </a:r>
            <a:r>
              <a:rPr lang="en-US" sz="1200" b="0" i="0" kern="1200" dirty="0" err="1">
                <a:solidFill>
                  <a:schemeClr val="tx1"/>
                </a:solidFill>
                <a:effectLst/>
                <a:latin typeface="+mn-lt"/>
                <a:ea typeface="+mn-ea"/>
                <a:cs typeface="+mn-cs"/>
              </a:rPr>
              <a:t>อีกค่าหนึ่ง</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ระบบจะโหลด</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ค่า</a:t>
            </a:r>
            <a:r>
              <a:rPr lang="en-US" sz="1200" b="1" i="0" kern="1200" dirty="0">
                <a:solidFill>
                  <a:schemeClr val="tx1"/>
                </a:solidFill>
                <a:effectLst/>
                <a:latin typeface="+mn-lt"/>
                <a:ea typeface="+mn-ea"/>
                <a:cs typeface="+mn-cs"/>
              </a:rPr>
              <a:t> Default </a:t>
            </a:r>
            <a:r>
              <a:rPr lang="en-US" sz="1200" b="1" i="0" kern="1200" dirty="0" err="1">
                <a:solidFill>
                  <a:schemeClr val="tx1"/>
                </a:solidFill>
                <a:effectLst/>
                <a:latin typeface="+mn-lt"/>
                <a:ea typeface="+mn-ea"/>
                <a:cs typeface="+mn-cs"/>
              </a:rPr>
              <a:t>ก่อน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แล้วใช้ค่าที่มี</a:t>
            </a:r>
            <a:r>
              <a:rPr lang="en-US" sz="1200" b="0" i="0" kern="1200" dirty="0">
                <a:solidFill>
                  <a:schemeClr val="tx1"/>
                </a:solidFill>
                <a:effectLst/>
                <a:latin typeface="+mn-lt"/>
                <a:ea typeface="+mn-ea"/>
                <a:cs typeface="+mn-cs"/>
              </a:rPr>
              <a:t> Label </a:t>
            </a:r>
            <a:r>
              <a:rPr lang="en-US" sz="1200" b="0" i="0" kern="1200" dirty="0" err="1">
                <a:solidFill>
                  <a:schemeClr val="tx1"/>
                </a:solidFill>
                <a:effectLst/>
                <a:latin typeface="+mn-lt"/>
                <a:ea typeface="+mn-ea"/>
                <a:cs typeface="+mn-cs"/>
              </a:rPr>
              <a:t>ตรงกับ</a:t>
            </a:r>
            <a:r>
              <a:rPr lang="en-US" sz="1200" b="0" i="0" kern="1200" dirty="0">
                <a:solidFill>
                  <a:schemeClr val="tx1"/>
                </a:solidFill>
                <a:effectLst/>
                <a:latin typeface="+mn-lt"/>
                <a:ea typeface="+mn-ea"/>
                <a:cs typeface="+mn-cs"/>
              </a:rPr>
              <a:t> Environment </a:t>
            </a:r>
            <a:r>
              <a:rPr lang="en-US" sz="1200" b="0" i="0" kern="1200" dirty="0" err="1">
                <a:solidFill>
                  <a:schemeClr val="tx1"/>
                </a:solidFill>
                <a:effectLst/>
                <a:latin typeface="+mn-lt"/>
                <a:ea typeface="+mn-ea"/>
                <a:cs typeface="+mn-cs"/>
              </a:rPr>
              <a:t>มาแทน</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Feature Flags = </a:t>
            </a:r>
            <a:r>
              <a:rPr lang="en-US" sz="1200" b="1" i="0" kern="1200" dirty="0" err="1">
                <a:solidFill>
                  <a:schemeClr val="tx1"/>
                </a:solidFill>
                <a:effectLst/>
                <a:latin typeface="+mn-lt"/>
                <a:ea typeface="+mn-ea"/>
                <a:cs typeface="+mn-cs"/>
              </a:rPr>
              <a:t>สวิตช์เปิด-ปิดฟีเจอร์</a:t>
            </a:r>
            <a:endParaRPr lang="en-US" sz="1200" b="1"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ใช้ควบคุมว่าฟีเจอร์ใดควรทำงาน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โดยตรวจสอบขณะโปรแกรมกำลังทำงาน</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ตัวอย่างจากสไลด์</a:t>
            </a:r>
            <a:r>
              <a:rPr lang="en-US" sz="1200" b="0" i="0" kern="1200" dirty="0">
                <a:solidFill>
                  <a:schemeClr val="tx1"/>
                </a:solidFill>
                <a:effectLst/>
                <a:latin typeface="+mn-lt"/>
                <a:ea typeface="+mn-ea"/>
                <a:cs typeface="+mn-cs"/>
              </a:rPr>
              <a:t>:</a:t>
            </a:r>
          </a:p>
          <a:p>
            <a:pPr fontAlgn="t"/>
            <a:r>
              <a:rPr lang="en-US" sz="1200" b="0" i="0" kern="1200" dirty="0" err="1">
                <a:solidFill>
                  <a:schemeClr val="tx1"/>
                </a:solidFill>
                <a:effectLst/>
                <a:latin typeface="+mn-lt"/>
                <a:ea typeface="+mn-ea"/>
                <a:cs typeface="+mn-cs"/>
              </a:rPr>
              <a:t>UseNewModel</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เปิด</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AI Model </a:t>
            </a:r>
            <a:r>
              <a:rPr lang="en-US" sz="1200" b="0" i="0" kern="1200" dirty="0" err="1">
                <a:solidFill>
                  <a:schemeClr val="tx1"/>
                </a:solidFill>
                <a:effectLst/>
                <a:latin typeface="+mn-lt"/>
                <a:ea typeface="+mn-ea"/>
                <a:cs typeface="+mn-cs"/>
              </a:rPr>
              <a:t>ใหม่</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UseNewModel</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ปิด</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Model </a:t>
            </a:r>
            <a:r>
              <a:rPr lang="en-US" sz="1200" b="0" i="0" kern="1200" dirty="0" err="1">
                <a:solidFill>
                  <a:schemeClr val="tx1"/>
                </a:solidFill>
                <a:effectLst/>
                <a:latin typeface="+mn-lt"/>
                <a:ea typeface="+mn-ea"/>
                <a:cs typeface="+mn-cs"/>
              </a:rPr>
              <a:t>ปัจจุบัน</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จึงสามารถ</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เปิดหรือปิดฟีเจอร์โดยไม่ต้อง</a:t>
            </a:r>
            <a:r>
              <a:rPr lang="en-US" sz="1200" b="1" i="0" kern="1200" dirty="0">
                <a:solidFill>
                  <a:schemeClr val="tx1"/>
                </a:solidFill>
                <a:effectLst/>
                <a:latin typeface="+mn-lt"/>
                <a:ea typeface="+mn-ea"/>
                <a:cs typeface="+mn-cs"/>
              </a:rPr>
              <a:t> Redeploy Application</a:t>
            </a:r>
          </a:p>
          <a:p>
            <a:pPr fontAlgn="t"/>
            <a:endParaRPr lang="en-US" sz="1200" b="1"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Azure App Configuration </a:t>
            </a:r>
            <a:r>
              <a:rPr lang="en-US" sz="1200" b="0" i="0" kern="1200" dirty="0" err="1">
                <a:solidFill>
                  <a:schemeClr val="tx1"/>
                </a:solidFill>
                <a:effectLst/>
                <a:latin typeface="+mn-lt"/>
                <a:ea typeface="+mn-ea"/>
                <a:cs typeface="+mn-cs"/>
              </a:rPr>
              <a:t>ช่วยให้</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แต่ละ</a:t>
            </a:r>
            <a:r>
              <a:rPr lang="en-US" sz="1200" b="1" i="0" kern="1200" dirty="0">
                <a:solidFill>
                  <a:schemeClr val="tx1"/>
                </a:solidFill>
                <a:effectLst/>
                <a:latin typeface="+mn-lt"/>
                <a:ea typeface="+mn-ea"/>
                <a:cs typeface="+mn-cs"/>
              </a:rPr>
              <a:t> Environment </a:t>
            </a:r>
            <a:r>
              <a:rPr lang="en-US" sz="1200" b="1" i="0" kern="1200" dirty="0" err="1">
                <a:solidFill>
                  <a:schemeClr val="tx1"/>
                </a:solidFill>
                <a:effectLst/>
                <a:latin typeface="+mn-lt"/>
                <a:ea typeface="+mn-ea"/>
                <a:cs typeface="+mn-cs"/>
              </a:rPr>
              <a:t>ใช้</a:t>
            </a:r>
            <a:r>
              <a:rPr lang="en-US" sz="1200" b="1" i="0" kern="1200" dirty="0">
                <a:solidFill>
                  <a:schemeClr val="tx1"/>
                </a:solidFill>
                <a:effectLst/>
                <a:latin typeface="+mn-lt"/>
                <a:ea typeface="+mn-ea"/>
                <a:cs typeface="+mn-cs"/>
              </a:rPr>
              <a:t> Configuration </a:t>
            </a:r>
            <a:r>
              <a:rPr lang="en-US" sz="1200" b="1" i="0" kern="1200" dirty="0" err="1">
                <a:solidFill>
                  <a:schemeClr val="tx1"/>
                </a:solidFill>
                <a:effectLst/>
                <a:latin typeface="+mn-lt"/>
                <a:ea typeface="+mn-ea"/>
                <a:cs typeface="+mn-cs"/>
              </a:rPr>
              <a:t>ที่เหมาะสม</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และควบคุมการเปิด-ปิดฟีเจอร์ได้จากส่วนกลางโดยไม่ต้อง</a:t>
            </a:r>
            <a:r>
              <a:rPr lang="en-US" sz="1200" b="1" i="0" kern="1200" dirty="0">
                <a:solidFill>
                  <a:schemeClr val="tx1"/>
                </a:solidFill>
                <a:effectLst/>
                <a:latin typeface="+mn-lt"/>
                <a:ea typeface="+mn-ea"/>
                <a:cs typeface="+mn-cs"/>
              </a:rPr>
              <a:t> Deploy </a:t>
            </a:r>
            <a:r>
              <a:rPr lang="en-US" sz="1200" b="1" i="0" kern="1200" dirty="0" err="1">
                <a:solidFill>
                  <a:schemeClr val="tx1"/>
                </a:solidFill>
                <a:effectLst/>
                <a:latin typeface="+mn-lt"/>
                <a:ea typeface="+mn-ea"/>
                <a:cs typeface="+mn-cs"/>
              </a:rPr>
              <a:t>โค้ดใหม่</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p:txBody>
      </p:sp>
      <p:sp>
        <p:nvSpPr>
          <p:cNvPr id="1092735265"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1C9CAB2-F6D1-5DF8-53D6-33F8B28B7A84}"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157</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7939464" name="Slide Image Placeholder 1"/>
          <p:cNvSpPr>
            <a:spLocks noGrp="1" noRot="1" noChangeAspect="1"/>
          </p:cNvSpPr>
          <p:nvPr>
            <p:ph type="sldImg"/>
          </p:nvPr>
        </p:nvSpPr>
        <p:spPr bwMode="auto">
          <a:xfrm>
            <a:off x="217488" y="812800"/>
            <a:ext cx="7124700" cy="4008438"/>
          </a:xfrm>
        </p:spPr>
      </p:sp>
      <p:sp>
        <p:nvSpPr>
          <p:cNvPr id="1696413311"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การเชื่อม</a:t>
            </a:r>
            <a:r>
              <a:rPr lang="en-US" sz="1200" b="1" i="0" kern="1200" dirty="0">
                <a:solidFill>
                  <a:schemeClr val="tx1"/>
                </a:solidFill>
                <a:effectLst/>
                <a:latin typeface="+mn-lt"/>
                <a:ea typeface="+mn-ea"/>
                <a:cs typeface="+mn-cs"/>
              </a:rPr>
              <a:t> Azure App Configuration </a:t>
            </a:r>
            <a:r>
              <a:rPr lang="en-US" sz="1200" b="1" i="0" kern="1200" dirty="0" err="1">
                <a:solidFill>
                  <a:schemeClr val="tx1"/>
                </a:solidFill>
                <a:effectLst/>
                <a:latin typeface="+mn-lt"/>
                <a:ea typeface="+mn-ea"/>
                <a:cs typeface="+mn-cs"/>
              </a:rPr>
              <a:t>กับ</a:t>
            </a:r>
            <a:r>
              <a:rPr lang="en-US" sz="1200" b="1" i="0" kern="1200" dirty="0">
                <a:solidFill>
                  <a:schemeClr val="tx1"/>
                </a:solidFill>
                <a:effectLst/>
                <a:latin typeface="+mn-lt"/>
                <a:ea typeface="+mn-ea"/>
                <a:cs typeface="+mn-cs"/>
              </a:rPr>
              <a:t> Key Vault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เพื่อให้แอปจัดการทั้ง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ค่าตั้งค่าทั่วไป</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ข้อมูลลับ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ได้อย่างเป็นระบบ</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App Configuration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เก็บค่าตั้งค่าทั่วไป</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แต่</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ไม่ได้เก็บค่า</a:t>
            </a:r>
            <a:r>
              <a:rPr lang="en-US" sz="1200" b="1" i="0" kern="1200" dirty="0">
                <a:solidFill>
                  <a:schemeClr val="tx1"/>
                </a:solidFill>
                <a:effectLst/>
                <a:latin typeface="+mn-lt"/>
                <a:ea typeface="+mn-ea"/>
                <a:cs typeface="+mn-cs"/>
              </a:rPr>
              <a:t> Secret </a:t>
            </a:r>
            <a:r>
              <a:rPr lang="en-US" sz="1200" b="1" i="0" kern="1200" dirty="0" err="1">
                <a:solidFill>
                  <a:schemeClr val="tx1"/>
                </a:solidFill>
                <a:effectLst/>
                <a:latin typeface="+mn-lt"/>
                <a:ea typeface="+mn-ea"/>
                <a:cs typeface="+mn-cs"/>
              </a:rPr>
              <a:t>จริง</a:t>
            </a:r>
            <a:endParaRPr lang="en-US" sz="1200" b="0" i="0" kern="1200" dirty="0">
              <a:solidFill>
                <a:schemeClr val="tx1"/>
              </a:solidFill>
              <a:effectLst/>
              <a:latin typeface="+mn-lt"/>
              <a:ea typeface="+mn-ea"/>
              <a:cs typeface="+mn-cs"/>
            </a:endParaRPr>
          </a:p>
          <a:p>
            <a:pPr lvl="0" fontAlgn="t"/>
            <a:r>
              <a:rPr lang="en-US" sz="1200" b="0" i="0" kern="1200" dirty="0">
                <a:solidFill>
                  <a:schemeClr val="tx1"/>
                </a:solidFill>
                <a:effectLst/>
                <a:latin typeface="+mn-lt"/>
                <a:ea typeface="+mn-ea"/>
                <a:cs typeface="+mn-cs"/>
              </a:rPr>
              <a:t>App Configuration </a:t>
            </a:r>
            <a:r>
              <a:rPr lang="en-US" sz="1200" b="0" i="0" kern="1200" dirty="0" err="1">
                <a:solidFill>
                  <a:schemeClr val="tx1"/>
                </a:solidFill>
                <a:effectLst/>
                <a:latin typeface="+mn-lt"/>
                <a:ea typeface="+mn-ea"/>
                <a:cs typeface="+mn-cs"/>
              </a:rPr>
              <a:t>จะเก็บเพียง</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URI </a:t>
            </a:r>
            <a:r>
              <a:rPr lang="en-US" sz="1200" b="1" i="0" kern="1200" dirty="0" err="1">
                <a:solidFill>
                  <a:schemeClr val="tx1"/>
                </a:solidFill>
                <a:effectLst/>
                <a:latin typeface="+mn-lt"/>
                <a:ea typeface="+mn-ea"/>
                <a:cs typeface="+mn-cs"/>
              </a:rPr>
              <a:t>หรือตำแหน่งอ้างอิง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ไปยัง</a:t>
            </a:r>
            <a:r>
              <a:rPr lang="en-US" sz="1200" b="0" i="0" kern="1200" dirty="0">
                <a:solidFill>
                  <a:schemeClr val="tx1"/>
                </a:solidFill>
                <a:effectLst/>
                <a:latin typeface="+mn-lt"/>
                <a:ea typeface="+mn-ea"/>
                <a:cs typeface="+mn-cs"/>
              </a:rPr>
              <a:t> Secret</a:t>
            </a:r>
          </a:p>
          <a:p>
            <a:pPr lvl="0" fontAlgn="t"/>
            <a:r>
              <a:rPr lang="en-US" sz="1200" b="1" i="0" kern="1200" dirty="0">
                <a:solidFill>
                  <a:schemeClr val="tx1"/>
                </a:solidFill>
                <a:effectLst/>
                <a:latin typeface="+mn-lt"/>
                <a:ea typeface="+mn-ea"/>
                <a:cs typeface="+mn-cs"/>
              </a:rPr>
              <a:t>Secret </a:t>
            </a:r>
            <a:r>
              <a:rPr lang="en-US" sz="1200" b="1" i="0" kern="1200" dirty="0" err="1">
                <a:solidFill>
                  <a:schemeClr val="tx1"/>
                </a:solidFill>
                <a:effectLst/>
                <a:latin typeface="+mn-lt"/>
                <a:ea typeface="+mn-ea"/>
                <a:cs typeface="+mn-cs"/>
              </a:rPr>
              <a:t>จริง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Password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API Key </a:t>
            </a:r>
            <a:r>
              <a:rPr lang="en-US" sz="1200" b="0" i="0" kern="1200" dirty="0" err="1">
                <a:solidFill>
                  <a:schemeClr val="tx1"/>
                </a:solidFill>
                <a:effectLst/>
                <a:latin typeface="+mn-lt"/>
                <a:ea typeface="+mn-ea"/>
                <a:cs typeface="+mn-cs"/>
              </a:rPr>
              <a:t>ยังคงอยู่ใน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Key Vault</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เมื่อ</a:t>
            </a:r>
            <a:r>
              <a:rPr lang="en-US" sz="1200" b="0" i="0" kern="1200" dirty="0">
                <a:solidFill>
                  <a:schemeClr val="tx1"/>
                </a:solidFill>
                <a:effectLst/>
                <a:latin typeface="+mn-lt"/>
                <a:ea typeface="+mn-ea"/>
                <a:cs typeface="+mn-cs"/>
              </a:rPr>
              <a:t> Application </a:t>
            </a:r>
            <a:r>
              <a:rPr lang="en-US" sz="1200" b="0" i="0" kern="1200" dirty="0" err="1">
                <a:solidFill>
                  <a:schemeClr val="tx1"/>
                </a:solidFill>
                <a:effectLst/>
                <a:latin typeface="+mn-lt"/>
                <a:ea typeface="+mn-ea"/>
                <a:cs typeface="+mn-cs"/>
              </a:rPr>
              <a:t>ต้องการค่า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ระบบ</a:t>
            </a:r>
            <a:r>
              <a:rPr lang="en-US" sz="1200" b="0" i="0" kern="1200" dirty="0">
                <a:solidFill>
                  <a:schemeClr val="tx1"/>
                </a:solidFill>
                <a:effectLst/>
                <a:latin typeface="+mn-lt"/>
                <a:ea typeface="+mn-ea"/>
                <a:cs typeface="+mn-cs"/>
              </a:rPr>
              <a:t> Provider </a:t>
            </a:r>
            <a:r>
              <a:rPr lang="en-US" sz="1200" b="0" i="0" kern="1200" dirty="0" err="1">
                <a:solidFill>
                  <a:schemeClr val="tx1"/>
                </a:solidFill>
                <a:effectLst/>
                <a:latin typeface="+mn-lt"/>
                <a:ea typeface="+mn-ea"/>
                <a:cs typeface="+mn-cs"/>
              </a:rPr>
              <a:t>จะตาม</a:t>
            </a:r>
            <a:r>
              <a:rPr lang="en-US" sz="1200" b="0" i="0" kern="1200" dirty="0">
                <a:solidFill>
                  <a:schemeClr val="tx1"/>
                </a:solidFill>
                <a:effectLst/>
                <a:latin typeface="+mn-lt"/>
                <a:ea typeface="+mn-ea"/>
                <a:cs typeface="+mn-cs"/>
              </a:rPr>
              <a:t> Reference </a:t>
            </a:r>
            <a:r>
              <a:rPr lang="en-US" sz="1200" b="0" i="0" kern="1200" dirty="0" err="1">
                <a:solidFill>
                  <a:schemeClr val="tx1"/>
                </a:solidFill>
                <a:effectLst/>
                <a:latin typeface="+mn-lt"/>
                <a:ea typeface="+mn-ea"/>
                <a:cs typeface="+mn-cs"/>
              </a:rPr>
              <a:t>ไปดึง</a:t>
            </a:r>
            <a:r>
              <a:rPr lang="en-US" sz="1200" b="0" i="0" kern="1200" dirty="0">
                <a:solidFill>
                  <a:schemeClr val="tx1"/>
                </a:solidFill>
                <a:effectLst/>
                <a:latin typeface="+mn-lt"/>
                <a:ea typeface="+mn-ea"/>
                <a:cs typeface="+mn-cs"/>
              </a:rPr>
              <a:t> Secret </a:t>
            </a:r>
            <a:r>
              <a:rPr lang="en-US" sz="1200" b="0" i="0" kern="1200" dirty="0" err="1">
                <a:solidFill>
                  <a:schemeClr val="tx1"/>
                </a:solidFill>
                <a:effectLst/>
                <a:latin typeface="+mn-lt"/>
                <a:ea typeface="+mn-ea"/>
                <a:cs typeface="+mn-cs"/>
              </a:rPr>
              <a:t>จาก</a:t>
            </a:r>
            <a:r>
              <a:rPr lang="en-US" sz="1200" b="0" i="0" kern="1200" dirty="0">
                <a:solidFill>
                  <a:schemeClr val="tx1"/>
                </a:solidFill>
                <a:effectLst/>
                <a:latin typeface="+mn-lt"/>
                <a:ea typeface="+mn-ea"/>
                <a:cs typeface="+mn-cs"/>
              </a:rPr>
              <a:t> Key Vault </a:t>
            </a:r>
            <a:r>
              <a:rPr lang="en-US" sz="1200" b="0" i="0" kern="1200" dirty="0" err="1">
                <a:solidFill>
                  <a:schemeClr val="tx1"/>
                </a:solidFill>
                <a:effectLst/>
                <a:latin typeface="+mn-lt"/>
                <a:ea typeface="+mn-ea"/>
                <a:cs typeface="+mn-cs"/>
              </a:rPr>
              <a:t>ให้อัตโนมัติ</a:t>
            </a:r>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เรื่องสิทธิ์</a:t>
            </a:r>
            <a:endParaRPr lang="en-US" sz="1200" b="1"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Identity ของ Application </a:t>
            </a:r>
            <a:r>
              <a:rPr lang="en-US" sz="1200" b="0" i="0" kern="1200" dirty="0" err="1">
                <a:solidFill>
                  <a:schemeClr val="tx1"/>
                </a:solidFill>
                <a:effectLst/>
                <a:latin typeface="+mn-lt"/>
                <a:ea typeface="+mn-ea"/>
                <a:cs typeface="+mn-cs"/>
              </a:rPr>
              <a:t>ต้องได้รับสิทธิ์ที่เหมาะสมทั้งใน</a:t>
            </a:r>
            <a:r>
              <a:rPr lang="en-US" sz="1200" b="0" i="0" kern="1200" dirty="0">
                <a:solidFill>
                  <a:schemeClr val="tx1"/>
                </a:solidFill>
                <a:effectLst/>
                <a:latin typeface="+mn-lt"/>
                <a:ea typeface="+mn-ea"/>
                <a:cs typeface="+mn-cs"/>
              </a:rPr>
              <a:t>:</a:t>
            </a:r>
          </a:p>
          <a:p>
            <a:pPr lvl="0" fontAlgn="t"/>
            <a:r>
              <a:rPr lang="en-US" sz="1200" b="1" i="0" kern="1200" dirty="0">
                <a:solidFill>
                  <a:schemeClr val="tx1"/>
                </a:solidFill>
                <a:effectLst/>
                <a:latin typeface="+mn-lt"/>
                <a:ea typeface="+mn-ea"/>
                <a:cs typeface="+mn-cs"/>
              </a:rPr>
              <a:t>App Configuration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เพื่ออ่าน</a:t>
            </a:r>
            <a:r>
              <a:rPr lang="en-US" sz="1200" b="0" i="0" kern="1200" dirty="0">
                <a:solidFill>
                  <a:schemeClr val="tx1"/>
                </a:solidFill>
                <a:effectLst/>
                <a:latin typeface="+mn-lt"/>
                <a:ea typeface="+mn-ea"/>
                <a:cs typeface="+mn-cs"/>
              </a:rPr>
              <a:t> Configuration</a:t>
            </a:r>
          </a:p>
          <a:p>
            <a:pPr lvl="0" fontAlgn="t"/>
            <a:r>
              <a:rPr lang="en-US" sz="1200" b="1" i="0" kern="1200" dirty="0">
                <a:solidFill>
                  <a:schemeClr val="tx1"/>
                </a:solidFill>
                <a:effectLst/>
                <a:latin typeface="+mn-lt"/>
                <a:ea typeface="+mn-ea"/>
                <a:cs typeface="+mn-cs"/>
              </a:rPr>
              <a:t>Key Vault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เพื่ออ่าน</a:t>
            </a:r>
            <a:r>
              <a:rPr lang="en-US" sz="1200" b="0" i="0" kern="1200" dirty="0">
                <a:solidFill>
                  <a:schemeClr val="tx1"/>
                </a:solidFill>
                <a:effectLst/>
                <a:latin typeface="+mn-lt"/>
                <a:ea typeface="+mn-ea"/>
                <a:cs typeface="+mn-cs"/>
              </a:rPr>
              <a:t> Secret</a:t>
            </a:r>
          </a:p>
          <a:p>
            <a:pPr fontAlgn="t"/>
            <a:r>
              <a:rPr lang="en-US" sz="1200" b="0" i="0" kern="1200" dirty="0" err="1">
                <a:solidFill>
                  <a:schemeClr val="tx1"/>
                </a:solidFill>
                <a:effectLst/>
                <a:latin typeface="+mn-lt"/>
                <a:ea typeface="+mn-ea"/>
                <a:cs typeface="+mn-cs"/>
              </a:rPr>
              <a:t>และสามารถกำหนด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secret_refresh_interval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เพื่อควบคุมว่า</a:t>
            </a:r>
            <a:r>
              <a:rPr lang="en-US" sz="1200" b="0" i="0" kern="1200" dirty="0">
                <a:solidFill>
                  <a:schemeClr val="tx1"/>
                </a:solidFill>
                <a:effectLst/>
                <a:latin typeface="+mn-lt"/>
                <a:ea typeface="+mn-ea"/>
                <a:cs typeface="+mn-cs"/>
              </a:rPr>
              <a:t> Secret </a:t>
            </a:r>
            <a:r>
              <a:rPr lang="en-US" sz="1200" b="0" i="0" kern="1200" dirty="0" err="1">
                <a:solidFill>
                  <a:schemeClr val="tx1"/>
                </a:solidFill>
                <a:effectLst/>
                <a:latin typeface="+mn-lt"/>
                <a:ea typeface="+mn-ea"/>
                <a:cs typeface="+mn-cs"/>
              </a:rPr>
              <a:t>จะถูก</a:t>
            </a:r>
            <a:r>
              <a:rPr lang="en-US" sz="1200" b="0" i="0" kern="1200" dirty="0">
                <a:solidFill>
                  <a:schemeClr val="tx1"/>
                </a:solidFill>
                <a:effectLst/>
                <a:latin typeface="+mn-lt"/>
                <a:ea typeface="+mn-ea"/>
                <a:cs typeface="+mn-cs"/>
              </a:rPr>
              <a:t> Refresh </a:t>
            </a:r>
            <a:r>
              <a:rPr lang="en-US" sz="1200" b="0" i="0" kern="1200" dirty="0" err="1">
                <a:solidFill>
                  <a:schemeClr val="tx1"/>
                </a:solidFill>
                <a:effectLst/>
                <a:latin typeface="+mn-lt"/>
                <a:ea typeface="+mn-ea"/>
                <a:cs typeface="+mn-cs"/>
              </a:rPr>
              <a:t>บ่อยแค่ไหน</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App Configuration </a:t>
            </a:r>
            <a:r>
              <a:rPr lang="en-US" sz="1200" b="1" i="0" kern="1200" dirty="0" err="1">
                <a:solidFill>
                  <a:schemeClr val="tx1"/>
                </a:solidFill>
                <a:effectLst/>
                <a:latin typeface="+mn-lt"/>
                <a:ea typeface="+mn-ea"/>
                <a:cs typeface="+mn-cs"/>
              </a:rPr>
              <a:t>ใช้รวม</a:t>
            </a:r>
            <a:r>
              <a:rPr lang="en-US" sz="1200" b="1" i="0" kern="1200" dirty="0">
                <a:solidFill>
                  <a:schemeClr val="tx1"/>
                </a:solidFill>
                <a:effectLst/>
                <a:latin typeface="+mn-lt"/>
                <a:ea typeface="+mn-ea"/>
                <a:cs typeface="+mn-cs"/>
              </a:rPr>
              <a:t> Configuration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Reference </a:t>
            </a:r>
            <a:r>
              <a:rPr lang="en-US" sz="1200" b="1" i="0" kern="1200" dirty="0" err="1">
                <a:solidFill>
                  <a:schemeClr val="tx1"/>
                </a:solidFill>
                <a:effectLst/>
                <a:latin typeface="+mn-lt"/>
                <a:ea typeface="+mn-ea"/>
                <a:cs typeface="+mn-cs"/>
              </a:rPr>
              <a:t>ส่วน</a:t>
            </a:r>
            <a:r>
              <a:rPr lang="en-US" sz="1200" b="1" i="0" kern="1200" dirty="0">
                <a:solidFill>
                  <a:schemeClr val="tx1"/>
                </a:solidFill>
                <a:effectLst/>
                <a:latin typeface="+mn-lt"/>
                <a:ea typeface="+mn-ea"/>
                <a:cs typeface="+mn-cs"/>
              </a:rPr>
              <a:t> Key Vault </a:t>
            </a:r>
            <a:r>
              <a:rPr lang="en-US" sz="1200" b="1" i="0" kern="1200" dirty="0" err="1">
                <a:solidFill>
                  <a:schemeClr val="tx1"/>
                </a:solidFill>
                <a:effectLst/>
                <a:latin typeface="+mn-lt"/>
                <a:ea typeface="+mn-ea"/>
                <a:cs typeface="+mn-cs"/>
              </a:rPr>
              <a:t>เก็บข้อมูลลับจริง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ทำให้</a:t>
            </a:r>
            <a:r>
              <a:rPr lang="en-US" sz="1200" b="0" i="0" kern="1200" dirty="0">
                <a:solidFill>
                  <a:schemeClr val="tx1"/>
                </a:solidFill>
                <a:effectLst/>
                <a:latin typeface="+mn-lt"/>
                <a:ea typeface="+mn-ea"/>
                <a:cs typeface="+mn-cs"/>
              </a:rPr>
              <a:t> Application </a:t>
            </a:r>
            <a:r>
              <a:rPr lang="en-US" sz="1200" b="0" i="0" kern="1200" dirty="0" err="1">
                <a:solidFill>
                  <a:schemeClr val="tx1"/>
                </a:solidFill>
                <a:effectLst/>
                <a:latin typeface="+mn-lt"/>
                <a:ea typeface="+mn-ea"/>
                <a:cs typeface="+mn-cs"/>
              </a:rPr>
              <a:t>เข้าถึงทั้งสองอย่างผ่านรูปแบบการตั้งค่าที่เป็นระบบ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โดยไม่ต้องนำ</a:t>
            </a:r>
            <a:r>
              <a:rPr lang="en-US" sz="1200" b="0" i="0" kern="1200" dirty="0">
                <a:solidFill>
                  <a:schemeClr val="tx1"/>
                </a:solidFill>
                <a:effectLst/>
                <a:latin typeface="+mn-lt"/>
                <a:ea typeface="+mn-ea"/>
                <a:cs typeface="+mn-cs"/>
              </a:rPr>
              <a:t> Secret </a:t>
            </a:r>
            <a:r>
              <a:rPr lang="en-US" sz="1200" b="0" i="0" kern="1200" dirty="0" err="1">
                <a:solidFill>
                  <a:schemeClr val="tx1"/>
                </a:solidFill>
                <a:effectLst/>
                <a:latin typeface="+mn-lt"/>
                <a:ea typeface="+mn-ea"/>
                <a:cs typeface="+mn-cs"/>
              </a:rPr>
              <a:t>มาเก็บตรง</a:t>
            </a:r>
            <a:r>
              <a:rPr lang="en-US" sz="1200" b="0" i="0" kern="1200" dirty="0">
                <a:solidFill>
                  <a:schemeClr val="tx1"/>
                </a:solidFill>
                <a:effectLst/>
                <a:latin typeface="+mn-lt"/>
                <a:ea typeface="+mn-ea"/>
                <a:cs typeface="+mn-cs"/>
              </a:rPr>
              <a:t> ๆ </a:t>
            </a:r>
            <a:r>
              <a:rPr lang="en-US" sz="1200" b="0" i="0" kern="1200" dirty="0" err="1">
                <a:solidFill>
                  <a:schemeClr val="tx1"/>
                </a:solidFill>
                <a:effectLst/>
                <a:latin typeface="+mn-lt"/>
                <a:ea typeface="+mn-ea"/>
                <a:cs typeface="+mn-cs"/>
              </a:rPr>
              <a:t>ใน</a:t>
            </a:r>
            <a:r>
              <a:rPr lang="en-US" sz="1200" b="0" i="0" kern="1200" dirty="0">
                <a:solidFill>
                  <a:schemeClr val="tx1"/>
                </a:solidFill>
                <a:effectLst/>
                <a:latin typeface="+mn-lt"/>
                <a:ea typeface="+mn-ea"/>
                <a:cs typeface="+mn-cs"/>
              </a:rPr>
              <a:t> App Configuration </a:t>
            </a:r>
            <a:r>
              <a:rPr lang="en-US" sz="1200" b="0" i="0" kern="1200" dirty="0" err="1">
                <a:solidFill>
                  <a:schemeClr val="tx1"/>
                </a:solidFill>
                <a:effectLst/>
                <a:latin typeface="+mn-lt"/>
                <a:ea typeface="+mn-ea"/>
                <a:cs typeface="+mn-cs"/>
              </a:rPr>
              <a:t>ครับ</a:t>
            </a:r>
            <a:endParaRPr lang="en-US" sz="1200" b="0" i="0" kern="1200" dirty="0">
              <a:solidFill>
                <a:schemeClr val="tx1"/>
              </a:solidFill>
              <a:effectLst/>
              <a:latin typeface="+mn-lt"/>
              <a:ea typeface="+mn-ea"/>
              <a:cs typeface="+mn-cs"/>
            </a:endParaRPr>
          </a:p>
        </p:txBody>
      </p:sp>
      <p:sp>
        <p:nvSpPr>
          <p:cNvPr id="936876818"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5725CAB-E4F3-6D0E-0C48-729327C3C83C}"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158</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99628193" name="Slide Image Placeholder 1"/>
          <p:cNvSpPr>
            <a:spLocks noGrp="1" noRot="1" noChangeAspect="1"/>
          </p:cNvSpPr>
          <p:nvPr>
            <p:ph type="sldImg"/>
          </p:nvPr>
        </p:nvSpPr>
        <p:spPr bwMode="auto">
          <a:xfrm>
            <a:off x="217488" y="812800"/>
            <a:ext cx="7124700" cy="4008438"/>
          </a:xfrm>
        </p:spPr>
      </p:sp>
      <p:sp>
        <p:nvSpPr>
          <p:cNvPr id="778192918"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วิธีเลือกว่าจะเก็บข้อมูลไว้ใน</a:t>
            </a:r>
            <a:r>
              <a:rPr lang="en-US" sz="1200" b="1" i="0" kern="1200" dirty="0">
                <a:solidFill>
                  <a:schemeClr val="tx1"/>
                </a:solidFill>
                <a:effectLst/>
                <a:latin typeface="+mn-lt"/>
                <a:ea typeface="+mn-ea"/>
                <a:cs typeface="+mn-cs"/>
              </a:rPr>
              <a:t> App Configuration </a:t>
            </a:r>
            <a:r>
              <a:rPr lang="en-US" sz="1200" b="1" i="0" kern="1200" dirty="0" err="1">
                <a:solidFill>
                  <a:schemeClr val="tx1"/>
                </a:solidFill>
                <a:effectLst/>
                <a:latin typeface="+mn-lt"/>
                <a:ea typeface="+mn-ea"/>
                <a:cs typeface="+mn-cs"/>
              </a:rPr>
              <a:t>หรือ</a:t>
            </a:r>
            <a:r>
              <a:rPr lang="en-US" sz="1200" b="1" i="0" kern="1200" dirty="0">
                <a:solidFill>
                  <a:schemeClr val="tx1"/>
                </a:solidFill>
                <a:effectLst/>
                <a:latin typeface="+mn-lt"/>
                <a:ea typeface="+mn-ea"/>
                <a:cs typeface="+mn-cs"/>
              </a:rPr>
              <a:t> Key Vault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โดยดูง่าย</a:t>
            </a:r>
            <a:r>
              <a:rPr lang="en-US" sz="1200" b="0" i="0" kern="1200" dirty="0">
                <a:solidFill>
                  <a:schemeClr val="tx1"/>
                </a:solidFill>
                <a:effectLst/>
                <a:latin typeface="+mn-lt"/>
                <a:ea typeface="+mn-ea"/>
                <a:cs typeface="+mn-cs"/>
              </a:rPr>
              <a:t> ๆ </a:t>
            </a:r>
            <a:r>
              <a:rPr lang="en-US" sz="1200" b="0" i="0" kern="1200" dirty="0" err="1">
                <a:solidFill>
                  <a:schemeClr val="tx1"/>
                </a:solidFill>
                <a:effectLst/>
                <a:latin typeface="+mn-lt"/>
                <a:ea typeface="+mn-ea"/>
                <a:cs typeface="+mn-cs"/>
              </a:rPr>
              <a:t>ว่า</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t>
            </a:r>
            <a:r>
              <a:rPr lang="en-US" sz="1200" b="1" i="0" kern="1200" dirty="0" err="1">
                <a:solidFill>
                  <a:schemeClr val="tx1"/>
                </a:solidFill>
                <a:effectLst/>
                <a:latin typeface="+mn-lt"/>
                <a:ea typeface="+mn-ea"/>
                <a:cs typeface="+mn-cs"/>
              </a:rPr>
              <a:t>ข้อมูลนั้นเป็นความลับหรือไม่</a:t>
            </a:r>
            <a:r>
              <a:rPr lang="en-US" sz="1200" b="1" i="0" kern="1200" dirty="0">
                <a:solidFill>
                  <a:schemeClr val="tx1"/>
                </a:solidFill>
                <a:effectLst/>
                <a:latin typeface="+mn-lt"/>
                <a:ea typeface="+mn-ea"/>
                <a:cs typeface="+mn-cs"/>
              </a:rPr>
              <a:t>”</a:t>
            </a: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App Configuration = </a:t>
            </a:r>
            <a:r>
              <a:rPr lang="en-US" sz="1200" b="1" i="0" kern="1200" dirty="0" err="1">
                <a:solidFill>
                  <a:schemeClr val="tx1"/>
                </a:solidFill>
                <a:effectLst/>
                <a:latin typeface="+mn-lt"/>
                <a:ea typeface="+mn-ea"/>
                <a:cs typeface="+mn-cs"/>
              </a:rPr>
              <a:t>เก็บ</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ค่าตั้งค่าทั่วไป</a:t>
            </a:r>
            <a:r>
              <a:rPr lang="en-US" sz="1200" b="1" i="0" kern="1200" dirty="0">
                <a:solidFill>
                  <a:schemeClr val="tx1"/>
                </a:solidFill>
                <a:effectLst/>
                <a:latin typeface="+mn-lt"/>
                <a:ea typeface="+mn-ea"/>
                <a:cs typeface="+mn-cs"/>
              </a:rPr>
              <a:t>”</a:t>
            </a:r>
          </a:p>
          <a:p>
            <a:pPr fontAlgn="t"/>
            <a:r>
              <a:rPr lang="en-US" sz="1200" b="0" i="0" kern="1200" dirty="0" err="1">
                <a:solidFill>
                  <a:schemeClr val="tx1"/>
                </a:solidFill>
                <a:effectLst/>
                <a:latin typeface="+mn-lt"/>
                <a:ea typeface="+mn-ea"/>
                <a:cs typeface="+mn-cs"/>
              </a:rPr>
              <a:t>เหมาะกับข้อมูลที่ไม่ใช่ความลับ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Endpoints</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Batch Size</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Feature Flags</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ตัวอ้างอิงไปยัง</a:t>
            </a:r>
            <a:r>
              <a:rPr lang="en-US" sz="1200" b="0" i="0" kern="1200" dirty="0">
                <a:solidFill>
                  <a:schemeClr val="tx1"/>
                </a:solidFill>
                <a:effectLst/>
                <a:latin typeface="+mn-lt"/>
                <a:ea typeface="+mn-ea"/>
                <a:cs typeface="+mn-cs"/>
              </a:rPr>
              <a:t> Key Vault</a:t>
            </a:r>
          </a:p>
          <a:p>
            <a:pPr lvl="0"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Key Vault = </a:t>
            </a:r>
            <a:r>
              <a:rPr lang="en-US" sz="1200" b="1" i="0" kern="1200" dirty="0" err="1">
                <a:solidFill>
                  <a:schemeClr val="tx1"/>
                </a:solidFill>
                <a:effectLst/>
                <a:latin typeface="+mn-lt"/>
                <a:ea typeface="+mn-ea"/>
                <a:cs typeface="+mn-cs"/>
              </a:rPr>
              <a:t>เก็บ</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ข้อมูลสำคัญ</a:t>
            </a:r>
            <a:r>
              <a:rPr lang="en-US" sz="1200" b="1" i="0" kern="1200" dirty="0">
                <a:solidFill>
                  <a:schemeClr val="tx1"/>
                </a:solidFill>
                <a:effectLst/>
                <a:latin typeface="+mn-lt"/>
                <a:ea typeface="+mn-ea"/>
                <a:cs typeface="+mn-cs"/>
              </a:rPr>
              <a:t>”</a:t>
            </a:r>
          </a:p>
          <a:p>
            <a:pPr fontAlgn="t"/>
            <a:r>
              <a:rPr lang="en-US" sz="1200" b="0" i="0" kern="1200" dirty="0" err="1">
                <a:solidFill>
                  <a:schemeClr val="tx1"/>
                </a:solidFill>
                <a:effectLst/>
                <a:latin typeface="+mn-lt"/>
                <a:ea typeface="+mn-ea"/>
                <a:cs typeface="+mn-cs"/>
              </a:rPr>
              <a:t>เหมาะกับข้อมูลที่หากรั่วไหลแล้วอาจถูกใช้เข้าถึงระบบ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API Keys</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Connection Strings</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Certificates</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Encryption Keys</a:t>
            </a:r>
          </a:p>
          <a:p>
            <a:pPr lvl="0"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a:t>
            </a:r>
            <a:r>
              <a:rPr lang="en-US" sz="1200" b="1" i="0" kern="1200" dirty="0" err="1">
                <a:solidFill>
                  <a:schemeClr val="tx1"/>
                </a:solidFill>
                <a:effectLst/>
                <a:latin typeface="+mn-lt"/>
                <a:ea typeface="+mn-ea"/>
                <a:cs typeface="+mn-cs"/>
              </a:rPr>
              <a:t>ถ้าค่านี้หลุดออกไป</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คนอื่นสามารถนำไปใช้เข้าถึงระบบหรือข้อมูลได้หรือไม่</a:t>
            </a:r>
            <a:r>
              <a:rPr lang="en-US" sz="1200" b="1" i="0"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ถ้า</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ใช่</a:t>
            </a:r>
            <a:r>
              <a:rPr lang="en-US" sz="1200" b="1" i="0" kern="1200" dirty="0">
                <a:solidFill>
                  <a:schemeClr val="tx1"/>
                </a:solidFill>
                <a:effectLst/>
                <a:latin typeface="+mn-lt"/>
                <a:ea typeface="+mn-ea"/>
                <a:cs typeface="+mn-cs"/>
              </a:rPr>
              <a:t> → Key Vault</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ถ้า</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ไม่ใช่</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และเป็นเพียงค่าตั้งค่าระบบ</a:t>
            </a:r>
            <a:r>
              <a:rPr lang="en-US" sz="1200" b="1" i="0" kern="1200" dirty="0">
                <a:solidFill>
                  <a:schemeClr val="tx1"/>
                </a:solidFill>
                <a:effectLst/>
                <a:latin typeface="+mn-lt"/>
                <a:ea typeface="+mn-ea"/>
                <a:cs typeface="+mn-cs"/>
              </a:rPr>
              <a:t> → App Configuration</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ทั้งสองสามารถทำงานร่วมกัน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โดยให้</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App Configuration </a:t>
            </a:r>
            <a:r>
              <a:rPr lang="en-US" sz="1200" b="1" i="0" kern="1200" dirty="0" err="1">
                <a:solidFill>
                  <a:schemeClr val="tx1"/>
                </a:solidFill>
                <a:effectLst/>
                <a:latin typeface="+mn-lt"/>
                <a:ea typeface="+mn-ea"/>
                <a:cs typeface="+mn-cs"/>
              </a:rPr>
              <a:t>เป็นศูนย์กลางของการตั้งค่า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และใช้อ้างอิงไปยัง</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Key Vault </a:t>
            </a:r>
            <a:r>
              <a:rPr lang="en-US" sz="1200" b="1" i="0" kern="1200" dirty="0" err="1">
                <a:solidFill>
                  <a:schemeClr val="tx1"/>
                </a:solidFill>
                <a:effectLst/>
                <a:latin typeface="+mn-lt"/>
                <a:ea typeface="+mn-ea"/>
                <a:cs typeface="+mn-cs"/>
              </a:rPr>
              <a:t>เมื่อต้องการ</a:t>
            </a:r>
            <a:r>
              <a:rPr lang="en-US" sz="1200" b="1" i="0" kern="1200" dirty="0">
                <a:solidFill>
                  <a:schemeClr val="tx1"/>
                </a:solidFill>
                <a:effectLst/>
                <a:latin typeface="+mn-lt"/>
                <a:ea typeface="+mn-ea"/>
                <a:cs typeface="+mn-cs"/>
              </a:rPr>
              <a:t> Secret</a:t>
            </a:r>
          </a:p>
          <a:p>
            <a:pPr fontAlgn="t"/>
            <a:endParaRPr lang="en-US" sz="1200" b="1"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ค่าตั้งค่าทั่วไปเก็บใน</a:t>
            </a:r>
            <a:r>
              <a:rPr lang="en-US" sz="1200" b="0" i="0" kern="1200" dirty="0">
                <a:solidFill>
                  <a:schemeClr val="tx1"/>
                </a:solidFill>
                <a:effectLst/>
                <a:latin typeface="+mn-lt"/>
                <a:ea typeface="+mn-ea"/>
                <a:cs typeface="+mn-cs"/>
              </a:rPr>
              <a:t> App Configuration </a:t>
            </a:r>
            <a:r>
              <a:rPr lang="en-US" sz="1200" b="0" i="0" kern="1200" dirty="0" err="1">
                <a:solidFill>
                  <a:schemeClr val="tx1"/>
                </a:solidFill>
                <a:effectLst/>
                <a:latin typeface="+mn-lt"/>
                <a:ea typeface="+mn-ea"/>
                <a:cs typeface="+mn-cs"/>
              </a:rPr>
              <a:t>ส่วน</a:t>
            </a:r>
            <a:r>
              <a:rPr lang="en-US" sz="1200" b="0" i="0" kern="1200" dirty="0">
                <a:solidFill>
                  <a:schemeClr val="tx1"/>
                </a:solidFill>
                <a:effectLst/>
                <a:latin typeface="+mn-lt"/>
                <a:ea typeface="+mn-ea"/>
                <a:cs typeface="+mn-cs"/>
              </a:rPr>
              <a:t> Password, API Key, Certificate </a:t>
            </a:r>
            <a:r>
              <a:rPr lang="en-US" sz="1200" b="0" i="0" kern="1200" dirty="0" err="1">
                <a:solidFill>
                  <a:schemeClr val="tx1"/>
                </a:solidFill>
                <a:effectLst/>
                <a:latin typeface="+mn-lt"/>
                <a:ea typeface="+mn-ea"/>
                <a:cs typeface="+mn-cs"/>
              </a:rPr>
              <a:t>หรือข้อมูลสำคัญเก็บใน</a:t>
            </a:r>
            <a:r>
              <a:rPr lang="en-US" sz="1200" b="0" i="0" kern="1200" dirty="0">
                <a:solidFill>
                  <a:schemeClr val="tx1"/>
                </a:solidFill>
                <a:effectLst/>
                <a:latin typeface="+mn-lt"/>
                <a:ea typeface="+mn-ea"/>
                <a:cs typeface="+mn-cs"/>
              </a:rPr>
              <a:t> Key Vault</a:t>
            </a:r>
          </a:p>
          <a:p>
            <a:pPr fontAlgn="t"/>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p:txBody>
      </p:sp>
      <p:sp>
        <p:nvSpPr>
          <p:cNvPr id="2059782631"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BE875C-1D23-93F7-849A-EDBCED56FE6D}"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159</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73630321" name="Slide Image Placeholder 1"/>
          <p:cNvSpPr>
            <a:spLocks noGrp="1" noRot="1" noChangeAspect="1"/>
          </p:cNvSpPr>
          <p:nvPr>
            <p:ph type="sldImg"/>
          </p:nvPr>
        </p:nvSpPr>
        <p:spPr bwMode="auto">
          <a:xfrm>
            <a:off x="217488" y="812800"/>
            <a:ext cx="7124700" cy="4008438"/>
          </a:xfrm>
        </p:spPr>
      </p:sp>
      <p:sp>
        <p:nvSpPr>
          <p:cNvPr id="246689905" name="Notes Placeholder 2"/>
          <p:cNvSpPr>
            <a:spLocks noGrp="1"/>
          </p:cNvSpPr>
          <p:nvPr>
            <p:ph type="body" idx="1"/>
          </p:nvPr>
        </p:nvSpPr>
        <p:spPr bwMode="auto"/>
        <p:txBody>
          <a:bodyPr/>
          <a:lstStyle/>
          <a:p>
            <a:pPr>
              <a:lnSpc>
                <a:spcPct val="90000"/>
              </a:lnSpc>
              <a:spcAft>
                <a:spcPts val="333"/>
              </a:spcAft>
              <a:defRPr/>
            </a:pPr>
            <a:r>
              <a:rPr lang="en-US"/>
              <a:t>This exercise requires an Azure subscription, which should be provided by the lab hoster supporting your delivery of this course.</a:t>
            </a:r>
            <a:endParaRPr lang="en-US">
              <a:solidFill>
                <a:srgbClr val="444444"/>
              </a:solidFill>
            </a:endParaRPr>
          </a:p>
          <a:p>
            <a:pPr>
              <a:lnSpc>
                <a:spcPct val="90000"/>
              </a:lnSpc>
              <a:spcAft>
                <a:spcPts val="333"/>
              </a:spcAft>
              <a:defRPr/>
            </a:pPr>
            <a:r>
              <a:rPr lang="en-US"/>
              <a:t>If you are not able to provide students with Azure subscriptions, you can demonstrate the lab using your own subscription (if you have one available).</a:t>
            </a:r>
            <a:endParaRPr/>
          </a:p>
        </p:txBody>
      </p:sp>
      <p:sp>
        <p:nvSpPr>
          <p:cNvPr id="42025649" name="Header Placeholder 3"/>
          <p:cNvSpPr>
            <a:spLocks noGrp="1"/>
          </p:cNvSpPr>
          <p:nvPr>
            <p:ph type="hdr" sz="quarter"/>
          </p:nvPr>
        </p:nvSpPr>
        <p:spPr bwMode="auto"/>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162265206" name="Footer Placeholder 4"/>
          <p:cNvSpPr>
            <a:spLocks noGrp="1"/>
          </p:cNvSpPr>
          <p:nvPr>
            <p:ph type="ftr" sz="quarter" idx="4"/>
          </p:nvPr>
        </p:nvSpPr>
        <p:spPr bwMode="auto"/>
        <p:txBody>
          <a:bodyPr/>
          <a:lstStyle/>
          <a:p>
            <a:pPr marL="0" marR="0" lvl="0" indent="0" algn="l" defTabSz="914099" rtl="0" eaLnBrk="1" fontAlgn="auto" latinLnBrk="0" hangingPunct="1">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a:ea typeface="Segoe UI"/>
                <a:cs typeface="Segoe UI"/>
              </a:rPr>
              <a:t>© Microsoft Corporation. All rights reserved. MICROSOFT MAKES NO WARRANTIES, EXPRESS, IMPLIED OR STATUTORY, AS TO THE INFORMATION IN THIS PRESENTATION.</a:t>
            </a:r>
            <a:endParaRPr kumimoji="0" sz="1200" b="0" i="0" u="none" strike="noStrike" kern="0" cap="none" spc="0" normalizeH="0" baseline="0" noProof="0">
              <a:ln>
                <a:noFill/>
              </a:ln>
              <a:solidFill>
                <a:prstClr val="black"/>
              </a:solidFill>
              <a:effectLst/>
              <a:uLnTx/>
              <a:uFillTx/>
              <a:latin typeface="Aptos"/>
              <a:cs typeface="Arial"/>
            </a:endParaRPr>
          </a:p>
        </p:txBody>
      </p:sp>
      <p:sp>
        <p:nvSpPr>
          <p:cNvPr id="2138937061" name="Date Placeholder 5"/>
          <p:cNvSpPr>
            <a:spLocks noGrp="1"/>
          </p:cNvSpPr>
          <p:nvPr>
            <p:ph type="dt" idx="1"/>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A51BF8-686D-4FC0-9A39-E85C36FAB20B}" type="datetime8">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10/27/2026 8:46 AM</a:t>
            </a:fld>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1103982688" name="Slide Number Placeholder 6"/>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160</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90815403" name="Slide Image Placeholder 1"/>
          <p:cNvSpPr>
            <a:spLocks noGrp="1" noRot="1" noChangeAspect="1"/>
          </p:cNvSpPr>
          <p:nvPr>
            <p:ph type="sldImg"/>
          </p:nvPr>
        </p:nvSpPr>
        <p:spPr bwMode="auto">
          <a:xfrm>
            <a:off x="217488" y="812800"/>
            <a:ext cx="7124700" cy="4008438"/>
          </a:xfrm>
        </p:spPr>
      </p:sp>
      <p:sp>
        <p:nvSpPr>
          <p:cNvPr id="246547486" name="Notes Placeholder 2"/>
          <p:cNvSpPr>
            <a:spLocks noGrp="1"/>
          </p:cNvSpPr>
          <p:nvPr>
            <p:ph type="body" idx="1"/>
          </p:nvPr>
        </p:nvSpPr>
        <p:spPr bwMode="auto"/>
        <p:txBody>
          <a:bodyPr/>
          <a:lstStyle/>
          <a:p>
            <a:pPr marL="0" marR="0" lvl="0" indent="0" algn="l" defTabSz="914400" rtl="0">
              <a:lnSpc>
                <a:spcPct val="100000"/>
              </a:lnSpc>
              <a:spcBef>
                <a:spcPts val="0"/>
              </a:spcBef>
              <a:spcAft>
                <a:spcPts val="0"/>
              </a:spcAft>
              <a:buClrTx/>
              <a:buSzTx/>
              <a:buFontTx/>
              <a:buNone/>
              <a:defRPr/>
            </a:pPr>
            <a:r>
              <a:rPr lang="en-US" b="0"/>
              <a:t>These Learn modules are part of the </a:t>
            </a:r>
            <a:r>
              <a:rPr lang="en-US" sz="1200" b="0" i="0" u="none" strike="noStrike" cap="none" spc="0">
                <a:solidFill>
                  <a:schemeClr val="tx1"/>
                </a:solidFill>
                <a:latin typeface="Aptos"/>
                <a:ea typeface="Aptos"/>
                <a:cs typeface="Aptos"/>
              </a:rPr>
              <a:t>Observe and troubleshoot apps on Azure</a:t>
            </a:r>
            <a:r>
              <a:rPr lang="en-US"/>
              <a:t> learning path:</a:t>
            </a:r>
            <a:r>
              <a:rPr lang="en-US" b="0" i="0">
                <a:solidFill>
                  <a:srgbClr val="171717"/>
                </a:solidFill>
                <a:latin typeface="Segoe UI"/>
              </a:rPr>
              <a:t> (</a:t>
            </a:r>
            <a:r>
              <a:rPr lang="en-US" sz="1200" b="0" i="0" u="sng" strike="noStrike" cap="none" spc="0">
                <a:solidFill>
                  <a:schemeClr val="hlink"/>
                </a:solidFill>
                <a:latin typeface="Aptos"/>
                <a:ea typeface="Aptos"/>
                <a:cs typeface="Aptos"/>
                <a:hlinkClick r:id="rId3"/>
              </a:rPr>
              <a:t>https://learn.microsoft.com/training/paths/observe-troubleshoot-apps/</a:t>
            </a:r>
            <a:endParaRPr/>
          </a:p>
          <a:p>
            <a:pPr>
              <a:defRPr/>
            </a:pPr>
            <a:endParaRPr lang="en-US"/>
          </a:p>
        </p:txBody>
      </p:sp>
      <p:sp>
        <p:nvSpPr>
          <p:cNvPr id="433780129"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161</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74271419" name="Slide Image Placeholder 1"/>
          <p:cNvSpPr>
            <a:spLocks noGrp="1" noRot="1" noChangeAspect="1"/>
          </p:cNvSpPr>
          <p:nvPr>
            <p:ph type="sldImg"/>
          </p:nvPr>
        </p:nvSpPr>
        <p:spPr bwMode="auto">
          <a:xfrm>
            <a:off x="217488" y="812800"/>
            <a:ext cx="7124700" cy="4008438"/>
          </a:xfrm>
        </p:spPr>
      </p:sp>
      <p:sp>
        <p:nvSpPr>
          <p:cNvPr id="229810090" name="Notes Placeholder 2"/>
          <p:cNvSpPr>
            <a:spLocks noGrp="1"/>
          </p:cNvSpPr>
          <p:nvPr>
            <p:ph type="body" idx="1"/>
          </p:nvPr>
        </p:nvSpPr>
        <p:spPr bwMode="auto"/>
        <p:txBody>
          <a:bodyPr/>
          <a:lstStyle/>
          <a:p>
            <a:pPr marL="0" lvl="0" indent="0">
              <a:buNone/>
              <a:defRPr/>
            </a:pPr>
            <a:r>
              <a:rPr lang="en-US" sz="1200" b="0" i="0" u="none" strike="noStrike" cap="none" spc="0">
                <a:solidFill>
                  <a:schemeClr val="tx1"/>
                </a:solidFill>
                <a:latin typeface="+mn-lt"/>
                <a:ea typeface="+mn-ea"/>
                <a:cs typeface="+mn-cs"/>
              </a:rPr>
              <a:t>Module on Microsoft Learn: </a:t>
            </a:r>
            <a:r>
              <a:rPr lang="en-US" sz="1200" b="0" i="0" u="sng" strike="noStrike" cap="none" spc="0">
                <a:solidFill>
                  <a:schemeClr val="hlink"/>
                </a:solidFill>
                <a:latin typeface="Aptos"/>
                <a:ea typeface="Arial"/>
                <a:cs typeface="Arial"/>
                <a:hlinkClick r:id="rId3"/>
              </a:rPr>
              <a:t>https://learn.microsoft.com/training/modules/instrument-app-opentelemetry/</a:t>
            </a:r>
            <a:endParaRPr sz="1200"/>
          </a:p>
          <a:p>
            <a:pPr marL="0" lvl="0" indent="0">
              <a:buNone/>
              <a:defRPr/>
            </a:pPr>
            <a:endParaRPr sz="1200"/>
          </a:p>
          <a:p>
            <a:pPr>
              <a:defRPr/>
            </a:pPr>
            <a:endParaRPr/>
          </a:p>
        </p:txBody>
      </p:sp>
      <p:sp>
        <p:nvSpPr>
          <p:cNvPr id="1901653115"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162</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27837389" name="Slide Image Placeholder 1"/>
          <p:cNvSpPr>
            <a:spLocks noGrp="1" noRot="1" noChangeAspect="1"/>
          </p:cNvSpPr>
          <p:nvPr>
            <p:ph type="sldImg"/>
          </p:nvPr>
        </p:nvSpPr>
        <p:spPr bwMode="auto">
          <a:xfrm>
            <a:off x="217488" y="812800"/>
            <a:ext cx="7124700" cy="4008438"/>
          </a:xfrm>
        </p:spPr>
      </p:sp>
      <p:sp>
        <p:nvSpPr>
          <p:cNvPr id="676004895"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OpenTelemetry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ซึ่งเป็นเครื่องมือมาตรฐานสำหรับเก็บข้อมูลว่า</a:t>
            </a:r>
            <a:r>
              <a:rPr lang="en-US" sz="1200" b="0" i="0" kern="1200" dirty="0">
                <a:solidFill>
                  <a:schemeClr val="tx1"/>
                </a:solidFill>
                <a:effectLst/>
                <a:latin typeface="+mn-lt"/>
                <a:ea typeface="+mn-ea"/>
                <a:cs typeface="+mn-cs"/>
              </a:rPr>
              <a:t> Application </a:t>
            </a:r>
            <a:r>
              <a:rPr lang="en-US" sz="1200" b="0" i="0" kern="1200" dirty="0" err="1">
                <a:solidFill>
                  <a:schemeClr val="tx1"/>
                </a:solidFill>
                <a:effectLst/>
                <a:latin typeface="+mn-lt"/>
                <a:ea typeface="+mn-ea"/>
                <a:cs typeface="+mn-cs"/>
              </a:rPr>
              <a:t>หรือระบบต่าง</a:t>
            </a:r>
            <a:r>
              <a:rPr lang="en-US" sz="1200" b="0" i="0" kern="1200" dirty="0">
                <a:solidFill>
                  <a:schemeClr val="tx1"/>
                </a:solidFill>
                <a:effectLst/>
                <a:latin typeface="+mn-lt"/>
                <a:ea typeface="+mn-ea"/>
                <a:cs typeface="+mn-cs"/>
              </a:rPr>
              <a:t> ๆ </a:t>
            </a:r>
            <a:r>
              <a:rPr lang="en-US" sz="1200" b="1" i="0" kern="1200" dirty="0" err="1">
                <a:solidFill>
                  <a:schemeClr val="tx1"/>
                </a:solidFill>
                <a:effectLst/>
                <a:latin typeface="+mn-lt"/>
                <a:ea typeface="+mn-ea"/>
                <a:cs typeface="+mn-cs"/>
              </a:rPr>
              <a:t>ทำงานเป็นอย่างไร</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ช้าตรงไหน</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และเกิดปัญหาที่จุดใด</a:t>
            </a:r>
            <a:endParaRPr lang="en-US" sz="1200" b="1"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Observability </a:t>
            </a:r>
            <a:r>
              <a:rPr lang="en-US" sz="1200" b="1" i="0" kern="1200" dirty="0" err="1">
                <a:solidFill>
                  <a:schemeClr val="tx1"/>
                </a:solidFill>
                <a:effectLst/>
                <a:latin typeface="+mn-lt"/>
                <a:ea typeface="+mn-ea"/>
                <a:cs typeface="+mn-cs"/>
              </a:rPr>
              <a:t>ดูข้อมูลหลัก</a:t>
            </a:r>
            <a:r>
              <a:rPr lang="en-US" sz="1200" b="1" i="0" kern="1200" dirty="0">
                <a:solidFill>
                  <a:schemeClr val="tx1"/>
                </a:solidFill>
                <a:effectLst/>
                <a:latin typeface="+mn-lt"/>
                <a:ea typeface="+mn-ea"/>
                <a:cs typeface="+mn-cs"/>
              </a:rPr>
              <a:t> 3 </a:t>
            </a:r>
            <a:r>
              <a:rPr lang="en-US" sz="1200" b="1" i="0" kern="1200" dirty="0" err="1">
                <a:solidFill>
                  <a:schemeClr val="tx1"/>
                </a:solidFill>
                <a:effectLst/>
                <a:latin typeface="+mn-lt"/>
                <a:ea typeface="+mn-ea"/>
                <a:cs typeface="+mn-cs"/>
              </a:rPr>
              <a:t>แบบ</a:t>
            </a:r>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Traces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ติดตามเส้นทางของ</a:t>
            </a:r>
            <a:r>
              <a:rPr lang="en-US" sz="1200" b="0" i="0" kern="1200" dirty="0">
                <a:solidFill>
                  <a:schemeClr val="tx1"/>
                </a:solidFill>
                <a:effectLst/>
                <a:latin typeface="+mn-lt"/>
                <a:ea typeface="+mn-ea"/>
                <a:cs typeface="+mn-cs"/>
              </a:rPr>
              <a:t> Request </a:t>
            </a:r>
            <a:r>
              <a:rPr lang="en-US" sz="1200" b="0" i="0" kern="1200" dirty="0" err="1">
                <a:solidFill>
                  <a:schemeClr val="tx1"/>
                </a:solidFill>
                <a:effectLst/>
                <a:latin typeface="+mn-lt"/>
                <a:ea typeface="+mn-ea"/>
                <a:cs typeface="+mn-cs"/>
              </a:rPr>
              <a:t>ว่าผ่าน</a:t>
            </a:r>
            <a:r>
              <a:rPr lang="en-US" sz="1200" b="0" i="0" kern="1200" dirty="0">
                <a:solidFill>
                  <a:schemeClr val="tx1"/>
                </a:solidFill>
                <a:effectLst/>
                <a:latin typeface="+mn-lt"/>
                <a:ea typeface="+mn-ea"/>
                <a:cs typeface="+mn-cs"/>
              </a:rPr>
              <a:t> Service </a:t>
            </a:r>
            <a:r>
              <a:rPr lang="en-US" sz="1200" b="0" i="0" kern="1200" dirty="0" err="1">
                <a:solidFill>
                  <a:schemeClr val="tx1"/>
                </a:solidFill>
                <a:effectLst/>
                <a:latin typeface="+mn-lt"/>
                <a:ea typeface="+mn-ea"/>
                <a:cs typeface="+mn-cs"/>
              </a:rPr>
              <a:t>ไหนบ้าง</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Metrics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ตัวเลขวัดประสิทธิภาพของระบบตามเวลา</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Logs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บันทึกรายละเอียดเหตุการณ์ที่เกิดขึ้นพร้อมเวลา</a:t>
            </a:r>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OpenTelemetry</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ทำงานอย่างไร</a:t>
            </a:r>
            <a:r>
              <a:rPr lang="en-US" sz="1200" b="1" i="0" kern="1200" dirty="0">
                <a:solidFill>
                  <a:schemeClr val="tx1"/>
                </a:solidFill>
                <a:effectLst/>
                <a:latin typeface="+mn-lt"/>
                <a:ea typeface="+mn-ea"/>
                <a:cs typeface="+mn-cs"/>
              </a:rPr>
              <a:t>?</a:t>
            </a:r>
          </a:p>
          <a:p>
            <a:pPr fontAlgn="t"/>
            <a:r>
              <a:rPr lang="en-US" sz="1200" b="1" i="0" kern="1200" dirty="0">
                <a:solidFill>
                  <a:schemeClr val="tx1"/>
                </a:solidFill>
                <a:effectLst/>
                <a:latin typeface="+mn-lt"/>
                <a:ea typeface="+mn-ea"/>
                <a:cs typeface="+mn-cs"/>
              </a:rPr>
              <a:t>API → SDK → Instrumentation → Exporter → Application Insights</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API / SDK</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เครื่องมือที่</a:t>
            </a:r>
            <a:r>
              <a:rPr lang="en-US" sz="1200" b="0" i="0" kern="1200" dirty="0">
                <a:solidFill>
                  <a:schemeClr val="tx1"/>
                </a:solidFill>
                <a:effectLst/>
                <a:latin typeface="+mn-lt"/>
                <a:ea typeface="+mn-ea"/>
                <a:cs typeface="+mn-cs"/>
              </a:rPr>
              <a:t> Application </a:t>
            </a:r>
            <a:r>
              <a:rPr lang="en-US" sz="1200" b="0" i="0" kern="1200" dirty="0" err="1">
                <a:solidFill>
                  <a:schemeClr val="tx1"/>
                </a:solidFill>
                <a:effectLst/>
                <a:latin typeface="+mn-lt"/>
                <a:ea typeface="+mn-ea"/>
                <a:cs typeface="+mn-cs"/>
              </a:rPr>
              <a:t>ใช้จัดการข้อมูล</a:t>
            </a:r>
            <a:r>
              <a:rPr lang="en-US" sz="1200" b="0" i="0" kern="1200" dirty="0">
                <a:solidFill>
                  <a:schemeClr val="tx1"/>
                </a:solidFill>
                <a:effectLst/>
                <a:latin typeface="+mn-lt"/>
                <a:ea typeface="+mn-ea"/>
                <a:cs typeface="+mn-cs"/>
              </a:rPr>
              <a:t> Telemetry</a:t>
            </a:r>
          </a:p>
          <a:p>
            <a:pPr lvl="0" fontAlgn="t"/>
            <a:r>
              <a:rPr lang="en-US" sz="1200" b="1" i="0" kern="1200" dirty="0">
                <a:solidFill>
                  <a:schemeClr val="tx1"/>
                </a:solidFill>
                <a:effectLst/>
                <a:latin typeface="+mn-lt"/>
                <a:ea typeface="+mn-ea"/>
                <a:cs typeface="+mn-cs"/>
              </a:rPr>
              <a:t>Instrumentation</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เก็บข้อมูลการทำงานจาก</a:t>
            </a:r>
            <a:r>
              <a:rPr lang="en-US" sz="1200" b="0" i="0" kern="1200" dirty="0">
                <a:solidFill>
                  <a:schemeClr val="tx1"/>
                </a:solidFill>
                <a:effectLst/>
                <a:latin typeface="+mn-lt"/>
                <a:ea typeface="+mn-ea"/>
                <a:cs typeface="+mn-cs"/>
              </a:rPr>
              <a:t> Application</a:t>
            </a:r>
          </a:p>
          <a:p>
            <a:pPr lvl="0" fontAlgn="t"/>
            <a:r>
              <a:rPr lang="en-US" sz="1200" b="1" i="0" kern="1200" dirty="0">
                <a:solidFill>
                  <a:schemeClr val="tx1"/>
                </a:solidFill>
                <a:effectLst/>
                <a:latin typeface="+mn-lt"/>
                <a:ea typeface="+mn-ea"/>
                <a:cs typeface="+mn-cs"/>
              </a:rPr>
              <a:t>Exporter</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ส่งข้อมูลที่เก็บได้ไปยังระบบปลายทาง</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Application Insights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รับข้อมูลไปใช้สำหรับติดตามและวิเคราะห์ระบบ</a:t>
            </a:r>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คิดว่า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OpenTelemetry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เป็น</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ระบบกล้องและเครื่องวัดสุขภาพของ</a:t>
            </a:r>
            <a:r>
              <a:rPr lang="en-US" sz="1200" b="1" i="0" kern="1200" dirty="0">
                <a:solidFill>
                  <a:schemeClr val="tx1"/>
                </a:solidFill>
                <a:effectLst/>
                <a:latin typeface="+mn-lt"/>
                <a:ea typeface="+mn-ea"/>
                <a:cs typeface="+mn-cs"/>
              </a:rPr>
              <a:t> Application</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Trace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ดูว่า</a:t>
            </a:r>
            <a:r>
              <a:rPr lang="en-US" sz="1200" b="0" i="0" kern="1200" dirty="0">
                <a:solidFill>
                  <a:schemeClr val="tx1"/>
                </a:solidFill>
                <a:effectLst/>
                <a:latin typeface="+mn-lt"/>
                <a:ea typeface="+mn-ea"/>
                <a:cs typeface="+mn-cs"/>
              </a:rPr>
              <a:t> Request </a:t>
            </a:r>
            <a:r>
              <a:rPr lang="en-US" sz="1200" b="0" i="0" kern="1200" dirty="0" err="1">
                <a:solidFill>
                  <a:schemeClr val="tx1"/>
                </a:solidFill>
                <a:effectLst/>
                <a:latin typeface="+mn-lt"/>
                <a:ea typeface="+mn-ea"/>
                <a:cs typeface="+mn-cs"/>
              </a:rPr>
              <a:t>เดินทางไปไหนบ้าง</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Metric</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ดูค่าตัวเลขสุขภาพของระบบ</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Log</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ดูบันทึกว่าเกิดอะไรขึ้น</a:t>
            </a:r>
            <a:endParaRPr lang="en-US" sz="1200" b="0"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OpenTelemetry</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ช่วยรวบรวม</a:t>
            </a:r>
            <a:r>
              <a:rPr lang="en-US" sz="1200" b="1" i="0" kern="1200" dirty="0">
                <a:solidFill>
                  <a:schemeClr val="tx1"/>
                </a:solidFill>
                <a:effectLst/>
                <a:latin typeface="+mn-lt"/>
                <a:ea typeface="+mn-ea"/>
                <a:cs typeface="+mn-cs"/>
              </a:rPr>
              <a:t> Trace, Metric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Log </a:t>
            </a:r>
            <a:r>
              <a:rPr lang="en-US" sz="1200" b="1" i="0" kern="1200" dirty="0" err="1">
                <a:solidFill>
                  <a:schemeClr val="tx1"/>
                </a:solidFill>
                <a:effectLst/>
                <a:latin typeface="+mn-lt"/>
                <a:ea typeface="+mn-ea"/>
                <a:cs typeface="+mn-cs"/>
              </a:rPr>
              <a:t>จาก</a:t>
            </a:r>
            <a:r>
              <a:rPr lang="en-US" sz="1200" b="1" i="0" kern="1200" dirty="0">
                <a:solidFill>
                  <a:schemeClr val="tx1"/>
                </a:solidFill>
                <a:effectLst/>
                <a:latin typeface="+mn-lt"/>
                <a:ea typeface="+mn-ea"/>
                <a:cs typeface="+mn-cs"/>
              </a:rPr>
              <a:t> Application </a:t>
            </a:r>
            <a:r>
              <a:rPr lang="en-US" sz="1200" b="1" i="0" kern="1200" dirty="0" err="1">
                <a:solidFill>
                  <a:schemeClr val="tx1"/>
                </a:solidFill>
                <a:effectLst/>
                <a:latin typeface="+mn-lt"/>
                <a:ea typeface="+mn-ea"/>
                <a:cs typeface="+mn-cs"/>
              </a:rPr>
              <a:t>แล้วส่งต่อไปยังระบบ</a:t>
            </a:r>
            <a:r>
              <a:rPr lang="en-US" sz="1200" b="1" i="0" kern="1200" dirty="0">
                <a:solidFill>
                  <a:schemeClr val="tx1"/>
                </a:solidFill>
                <a:effectLst/>
                <a:latin typeface="+mn-lt"/>
                <a:ea typeface="+mn-ea"/>
                <a:cs typeface="+mn-cs"/>
              </a:rPr>
              <a:t> Observability </a:t>
            </a:r>
            <a:r>
              <a:rPr lang="en-US" sz="1200" b="1" i="0" kern="1200" dirty="0" err="1">
                <a:solidFill>
                  <a:schemeClr val="tx1"/>
                </a:solidFill>
                <a:effectLst/>
                <a:latin typeface="+mn-lt"/>
                <a:ea typeface="+mn-ea"/>
                <a:cs typeface="+mn-cs"/>
              </a:rPr>
              <a:t>เช่น</a:t>
            </a:r>
            <a:r>
              <a:rPr lang="en-US" sz="1200" b="1" i="0" kern="1200" dirty="0">
                <a:solidFill>
                  <a:schemeClr val="tx1"/>
                </a:solidFill>
                <a:effectLst/>
                <a:latin typeface="+mn-lt"/>
                <a:ea typeface="+mn-ea"/>
                <a:cs typeface="+mn-cs"/>
              </a:rPr>
              <a:t> Application Insights </a:t>
            </a:r>
            <a:r>
              <a:rPr lang="en-US" sz="1200" b="1" i="0" kern="1200" dirty="0" err="1">
                <a:solidFill>
                  <a:schemeClr val="tx1"/>
                </a:solidFill>
                <a:effectLst/>
                <a:latin typeface="+mn-lt"/>
                <a:ea typeface="+mn-ea"/>
                <a:cs typeface="+mn-cs"/>
              </a:rPr>
              <a:t>เพื่อช่วยติดตามประสิทธิภาพและค้นหาจุดที่เกิดปัญหาได้ง่ายขึ้น</a:t>
            </a:r>
            <a:endParaRPr lang="en-US" sz="1200" b="0" i="0" kern="1200" dirty="0">
              <a:solidFill>
                <a:schemeClr val="tx1"/>
              </a:solidFill>
              <a:effectLst/>
              <a:latin typeface="+mn-lt"/>
              <a:ea typeface="+mn-ea"/>
              <a:cs typeface="+mn-cs"/>
            </a:endParaRPr>
          </a:p>
        </p:txBody>
      </p:sp>
      <p:sp>
        <p:nvSpPr>
          <p:cNvPr id="745268347"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163</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47801145" name="Slide Image Placeholder 1"/>
          <p:cNvSpPr>
            <a:spLocks noGrp="1" noRot="1" noChangeAspect="1"/>
          </p:cNvSpPr>
          <p:nvPr>
            <p:ph type="sldImg"/>
          </p:nvPr>
        </p:nvSpPr>
        <p:spPr bwMode="auto">
          <a:xfrm>
            <a:off x="217488" y="812800"/>
            <a:ext cx="7124700" cy="4008438"/>
          </a:xfrm>
        </p:spPr>
      </p:sp>
      <p:sp>
        <p:nvSpPr>
          <p:cNvPr id="176841580"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วิธีเพิ่ม</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OpenTelemetry</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เข้าไปใน</a:t>
            </a:r>
            <a:r>
              <a:rPr lang="en-US" sz="1200" b="1" i="0" kern="1200" dirty="0">
                <a:solidFill>
                  <a:schemeClr val="tx1"/>
                </a:solidFill>
                <a:effectLst/>
                <a:latin typeface="+mn-lt"/>
                <a:ea typeface="+mn-ea"/>
                <a:cs typeface="+mn-cs"/>
              </a:rPr>
              <a:t> Application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เพื่อเก็บข้อมูลการทำงานของระบบ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และส่งไปวิเคราะห์ใน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Application Insights</a:t>
            </a: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มี</a:t>
            </a:r>
            <a:r>
              <a:rPr lang="en-US" sz="1200" b="1" i="0" kern="1200" dirty="0">
                <a:solidFill>
                  <a:schemeClr val="tx1"/>
                </a:solidFill>
                <a:effectLst/>
                <a:latin typeface="+mn-lt"/>
                <a:ea typeface="+mn-ea"/>
                <a:cs typeface="+mn-cs"/>
              </a:rPr>
              <a:t> 3 </a:t>
            </a:r>
            <a:r>
              <a:rPr lang="en-US" sz="1200" b="1" i="0" kern="1200" dirty="0" err="1">
                <a:solidFill>
                  <a:schemeClr val="tx1"/>
                </a:solidFill>
                <a:effectLst/>
                <a:latin typeface="+mn-lt"/>
                <a:ea typeface="+mn-ea"/>
                <a:cs typeface="+mn-cs"/>
              </a:rPr>
              <a:t>วิธีหลัก</a:t>
            </a:r>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Auto-instrumentation</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ตั้งค่าแล้วให้ระบบเก็บข้อมูลให้อัตโนมัติ</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แทบไม่ต้องแก้โค้ด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แต่ปรับแต่งได้น้อย</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SDK </a:t>
            </a:r>
            <a:r>
              <a:rPr lang="en-US" sz="1200" b="1" i="0" kern="1200" dirty="0" err="1">
                <a:solidFill>
                  <a:schemeClr val="tx1"/>
                </a:solidFill>
                <a:effectLst/>
                <a:latin typeface="+mn-lt"/>
                <a:ea typeface="+mn-ea"/>
                <a:cs typeface="+mn-cs"/>
              </a:rPr>
              <a:t>แบบ</a:t>
            </a:r>
            <a:r>
              <a:rPr lang="en-US" sz="1200" b="1" i="0" kern="1200" dirty="0">
                <a:solidFill>
                  <a:schemeClr val="tx1"/>
                </a:solidFill>
                <a:effectLst/>
                <a:latin typeface="+mn-lt"/>
                <a:ea typeface="+mn-ea"/>
                <a:cs typeface="+mn-cs"/>
              </a:rPr>
              <a:t> Manual</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เพิ่ม</a:t>
            </a:r>
            <a:r>
              <a:rPr lang="en-US" sz="1200" b="0" i="0" kern="1200" dirty="0">
                <a:solidFill>
                  <a:schemeClr val="tx1"/>
                </a:solidFill>
                <a:effectLst/>
                <a:latin typeface="+mn-lt"/>
                <a:ea typeface="+mn-ea"/>
                <a:cs typeface="+mn-cs"/>
              </a:rPr>
              <a:t> SDK </a:t>
            </a:r>
            <a:r>
              <a:rPr lang="en-US" sz="1200" b="0" i="0" kern="1200" dirty="0" err="1">
                <a:solidFill>
                  <a:schemeClr val="tx1"/>
                </a:solidFill>
                <a:effectLst/>
                <a:latin typeface="+mn-lt"/>
                <a:ea typeface="+mn-ea"/>
                <a:cs typeface="+mn-cs"/>
              </a:rPr>
              <a:t>ในโค้ดเอง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ควบคุมรายละเอียดได้มาก</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Trace, Attributes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Sampling</a:t>
            </a:r>
          </a:p>
          <a:p>
            <a:pPr lvl="0" fontAlgn="t"/>
            <a:r>
              <a:rPr lang="en-US" sz="1200" b="1" i="0" kern="1200" dirty="0">
                <a:solidFill>
                  <a:schemeClr val="tx1"/>
                </a:solidFill>
                <a:effectLst/>
                <a:latin typeface="+mn-lt"/>
                <a:ea typeface="+mn-ea"/>
                <a:cs typeface="+mn-cs"/>
              </a:rPr>
              <a:t>Distro Package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รวม</a:t>
            </a:r>
            <a:r>
              <a:rPr lang="en-US" sz="1200" b="0" i="0" kern="1200" dirty="0">
                <a:solidFill>
                  <a:schemeClr val="tx1"/>
                </a:solidFill>
                <a:effectLst/>
                <a:latin typeface="+mn-lt"/>
                <a:ea typeface="+mn-ea"/>
                <a:cs typeface="+mn-cs"/>
              </a:rPr>
              <a:t> SDK, Exporter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Auto-instrumentation </a:t>
            </a:r>
            <a:r>
              <a:rPr lang="en-US" sz="1200" b="0" i="0" kern="1200" dirty="0" err="1">
                <a:solidFill>
                  <a:schemeClr val="tx1"/>
                </a:solidFill>
                <a:effectLst/>
                <a:latin typeface="+mn-lt"/>
                <a:ea typeface="+mn-ea"/>
                <a:cs typeface="+mn-cs"/>
              </a:rPr>
              <a:t>มาให้ในแพ็กเกจเดียว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ติดตั้งง่ายขึ้น</a:t>
            </a:r>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สิ่งที่ต้องตั้งค่า</a:t>
            </a:r>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Connection String</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บอกว่าจะส่ง</a:t>
            </a:r>
            <a:r>
              <a:rPr lang="en-US" sz="1200" b="0" i="0" kern="1200" dirty="0">
                <a:solidFill>
                  <a:schemeClr val="tx1"/>
                </a:solidFill>
                <a:effectLst/>
                <a:latin typeface="+mn-lt"/>
                <a:ea typeface="+mn-ea"/>
                <a:cs typeface="+mn-cs"/>
              </a:rPr>
              <a:t> Telemetry </a:t>
            </a:r>
            <a:r>
              <a:rPr lang="en-US" sz="1200" b="0" i="0" kern="1200" dirty="0" err="1">
                <a:solidFill>
                  <a:schemeClr val="tx1"/>
                </a:solidFill>
                <a:effectLst/>
                <a:latin typeface="+mn-lt"/>
                <a:ea typeface="+mn-ea"/>
                <a:cs typeface="+mn-cs"/>
              </a:rPr>
              <a:t>ไปที่</a:t>
            </a:r>
            <a:r>
              <a:rPr lang="en-US" sz="1200" b="0" i="0" kern="1200" dirty="0">
                <a:solidFill>
                  <a:schemeClr val="tx1"/>
                </a:solidFill>
                <a:effectLst/>
                <a:latin typeface="+mn-lt"/>
                <a:ea typeface="+mn-ea"/>
                <a:cs typeface="+mn-cs"/>
              </a:rPr>
              <a:t> Application Insights </a:t>
            </a:r>
            <a:r>
              <a:rPr lang="en-US" sz="1200" b="0" i="0" kern="1200" dirty="0" err="1">
                <a:solidFill>
                  <a:schemeClr val="tx1"/>
                </a:solidFill>
                <a:effectLst/>
                <a:latin typeface="+mn-lt"/>
                <a:ea typeface="+mn-ea"/>
                <a:cs typeface="+mn-cs"/>
              </a:rPr>
              <a:t>ใด</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Environment Variable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สไลด์แนะนำสำหรับเก็บค่าการตั้งค่าใน</a:t>
            </a:r>
            <a:r>
              <a:rPr lang="en-US" sz="1200" b="0" i="0" kern="1200" dirty="0">
                <a:solidFill>
                  <a:schemeClr val="tx1"/>
                </a:solidFill>
                <a:effectLst/>
                <a:latin typeface="+mn-lt"/>
                <a:ea typeface="+mn-ea"/>
                <a:cs typeface="+mn-cs"/>
              </a:rPr>
              <a:t> Production</a:t>
            </a:r>
          </a:p>
          <a:p>
            <a:pPr lvl="0" fontAlgn="t"/>
            <a:r>
              <a:rPr lang="en-US" sz="1200" b="0" i="0" kern="1200" dirty="0" err="1">
                <a:solidFill>
                  <a:schemeClr val="tx1"/>
                </a:solidFill>
                <a:effectLst/>
                <a:latin typeface="+mn-lt"/>
                <a:ea typeface="+mn-ea"/>
                <a:cs typeface="+mn-cs"/>
              </a:rPr>
              <a:t>กำหนด</a:t>
            </a:r>
            <a:r>
              <a:rPr lang="en-US" sz="1200" b="0" i="0" kern="1200" dirty="0">
                <a:solidFill>
                  <a:schemeClr val="tx1"/>
                </a:solidFill>
                <a:effectLst/>
                <a:latin typeface="+mn-lt"/>
                <a:ea typeface="+mn-ea"/>
                <a:cs typeface="+mn-cs"/>
              </a:rPr>
              <a:t> service.name, </a:t>
            </a:r>
            <a:r>
              <a:rPr lang="en-US" sz="1200" b="0" i="0" kern="1200" dirty="0" err="1">
                <a:solidFill>
                  <a:schemeClr val="tx1"/>
                </a:solidFill>
                <a:effectLst/>
                <a:latin typeface="+mn-lt"/>
                <a:ea typeface="+mn-ea"/>
                <a:cs typeface="+mn-cs"/>
              </a:rPr>
              <a:t>service.namespace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service.instance.id </a:t>
            </a:r>
            <a:r>
              <a:rPr lang="en-US" sz="1200" b="0" i="0" kern="1200" dirty="0" err="1">
                <a:solidFill>
                  <a:schemeClr val="tx1"/>
                </a:solidFill>
                <a:effectLst/>
                <a:latin typeface="+mn-lt"/>
                <a:ea typeface="+mn-ea"/>
                <a:cs typeface="+mn-cs"/>
              </a:rPr>
              <a:t>เพื่อแยกแยะว่า</a:t>
            </a:r>
            <a:r>
              <a:rPr lang="en-US" sz="1200" b="0" i="0" kern="1200" dirty="0">
                <a:solidFill>
                  <a:schemeClr val="tx1"/>
                </a:solidFill>
                <a:effectLst/>
                <a:latin typeface="+mn-lt"/>
                <a:ea typeface="+mn-ea"/>
                <a:cs typeface="+mn-cs"/>
              </a:rPr>
              <a:t> Telemetry </a:t>
            </a:r>
            <a:r>
              <a:rPr lang="en-US" sz="1200" b="0" i="0" kern="1200" dirty="0" err="1">
                <a:solidFill>
                  <a:schemeClr val="tx1"/>
                </a:solidFill>
                <a:effectLst/>
                <a:latin typeface="+mn-lt"/>
                <a:ea typeface="+mn-ea"/>
                <a:cs typeface="+mn-cs"/>
              </a:rPr>
              <a:t>มาจาก</a:t>
            </a:r>
            <a:r>
              <a:rPr lang="en-US" sz="1200" b="0" i="0" kern="1200" dirty="0">
                <a:solidFill>
                  <a:schemeClr val="tx1"/>
                </a:solidFill>
                <a:effectLst/>
                <a:latin typeface="+mn-lt"/>
                <a:ea typeface="+mn-ea"/>
                <a:cs typeface="+mn-cs"/>
              </a:rPr>
              <a:t> Service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Instance </a:t>
            </a:r>
            <a:r>
              <a:rPr lang="en-US" sz="1200" b="0" i="0" kern="1200" dirty="0" err="1">
                <a:solidFill>
                  <a:schemeClr val="tx1"/>
                </a:solidFill>
                <a:effectLst/>
                <a:latin typeface="+mn-lt"/>
                <a:ea typeface="+mn-ea"/>
                <a:cs typeface="+mn-cs"/>
              </a:rPr>
              <a:t>ใด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และนำไปแสดงใน</a:t>
            </a:r>
            <a:r>
              <a:rPr lang="en-US" sz="1200" b="0" i="0" kern="1200" dirty="0">
                <a:solidFill>
                  <a:schemeClr val="tx1"/>
                </a:solidFill>
                <a:effectLst/>
                <a:latin typeface="+mn-lt"/>
                <a:ea typeface="+mn-ea"/>
                <a:cs typeface="+mn-cs"/>
              </a:rPr>
              <a:t> Application Map</a:t>
            </a:r>
          </a:p>
          <a:p>
            <a:pPr fontAlgn="t"/>
            <a:r>
              <a:rPr lang="en-US" sz="1200" b="0" i="0" kern="1200" dirty="0" err="1">
                <a:solidFill>
                  <a:schemeClr val="tx1"/>
                </a:solidFill>
                <a:effectLst/>
                <a:latin typeface="+mn-lt"/>
                <a:ea typeface="+mn-ea"/>
                <a:cs typeface="+mn-cs"/>
              </a:rPr>
              <a:t>ตัวอย่างในภาพกำหนด</a:t>
            </a:r>
            <a:r>
              <a:rPr lang="en-US" sz="1200" b="0" i="0" kern="1200" dirty="0">
                <a:solidFill>
                  <a:schemeClr val="tx1"/>
                </a:solidFill>
                <a:effectLst/>
                <a:latin typeface="+mn-lt"/>
                <a:ea typeface="+mn-ea"/>
                <a:cs typeface="+mn-cs"/>
              </a:rPr>
              <a:t> Service </a:t>
            </a:r>
            <a:r>
              <a:rPr lang="en-US" sz="1200" b="0" i="0" kern="1200" dirty="0" err="1">
                <a:solidFill>
                  <a:schemeClr val="tx1"/>
                </a:solidFill>
                <a:effectLst/>
                <a:latin typeface="+mn-lt"/>
                <a:ea typeface="+mn-ea"/>
                <a:cs typeface="+mn-cs"/>
              </a:rPr>
              <a:t>เป็น</a:t>
            </a:r>
            <a:r>
              <a:rPr lang="en-US" sz="1200" b="0" i="0" kern="1200" dirty="0">
                <a:solidFill>
                  <a:schemeClr val="tx1"/>
                </a:solidFill>
                <a:effectLst/>
                <a:latin typeface="+mn-lt"/>
                <a:ea typeface="+mn-ea"/>
                <a:cs typeface="+mn-cs"/>
              </a:rPr>
              <a:t> embedding-service </a:t>
            </a:r>
            <a:r>
              <a:rPr lang="en-US" sz="1200" b="0" i="0" kern="1200" dirty="0" err="1">
                <a:solidFill>
                  <a:schemeClr val="tx1"/>
                </a:solidFill>
                <a:effectLst/>
                <a:latin typeface="+mn-lt"/>
                <a:ea typeface="+mn-ea"/>
                <a:cs typeface="+mn-cs"/>
              </a:rPr>
              <a:t>ภายใต้</a:t>
            </a:r>
            <a:r>
              <a:rPr lang="en-US" sz="1200" b="0" i="0" kern="1200" dirty="0">
                <a:solidFill>
                  <a:schemeClr val="tx1"/>
                </a:solidFill>
                <a:effectLst/>
                <a:latin typeface="+mn-lt"/>
                <a:ea typeface="+mn-ea"/>
                <a:cs typeface="+mn-cs"/>
              </a:rPr>
              <a:t> rag-pipeline</a:t>
            </a: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OpenTelemetry</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กล้องและเซนเซอร์ของ</a:t>
            </a:r>
            <a:r>
              <a:rPr lang="en-US" sz="1200" b="1" i="0" kern="1200" dirty="0">
                <a:solidFill>
                  <a:schemeClr val="tx1"/>
                </a:solidFill>
                <a:effectLst/>
                <a:latin typeface="+mn-lt"/>
                <a:ea typeface="+mn-ea"/>
                <a:cs typeface="+mn-cs"/>
              </a:rPr>
              <a:t> Application</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SDK = </a:t>
            </a:r>
            <a:r>
              <a:rPr lang="en-US" sz="1200" b="1" i="0" kern="1200" dirty="0" err="1">
                <a:solidFill>
                  <a:schemeClr val="tx1"/>
                </a:solidFill>
                <a:effectLst/>
                <a:latin typeface="+mn-lt"/>
                <a:ea typeface="+mn-ea"/>
                <a:cs typeface="+mn-cs"/>
              </a:rPr>
              <a:t>อุปกรณ์ที่ใช้เก็บข้อมูล</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Application Insights = </a:t>
            </a:r>
            <a:r>
              <a:rPr lang="en-US" sz="1200" b="1" i="0" kern="1200" dirty="0" err="1">
                <a:solidFill>
                  <a:schemeClr val="tx1"/>
                </a:solidFill>
                <a:effectLst/>
                <a:latin typeface="+mn-lt"/>
                <a:ea typeface="+mn-ea"/>
                <a:cs typeface="+mn-cs"/>
              </a:rPr>
              <a:t>ห้องควบคุมที่รับข้อมูลไปวิเคราะห์</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การเพิ่ม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OpenTelemetry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ทำให้</a:t>
            </a:r>
            <a:r>
              <a:rPr lang="en-US" sz="1200" b="0" i="0" kern="1200" dirty="0">
                <a:solidFill>
                  <a:schemeClr val="tx1"/>
                </a:solidFill>
                <a:effectLst/>
                <a:latin typeface="+mn-lt"/>
                <a:ea typeface="+mn-ea"/>
                <a:cs typeface="+mn-cs"/>
              </a:rPr>
              <a:t> Application </a:t>
            </a:r>
            <a:r>
              <a:rPr lang="en-US" sz="1200" b="1" i="0" kern="1200" dirty="0" err="1">
                <a:solidFill>
                  <a:schemeClr val="tx1"/>
                </a:solidFill>
                <a:effectLst/>
                <a:latin typeface="+mn-lt"/>
                <a:ea typeface="+mn-ea"/>
                <a:cs typeface="+mn-cs"/>
              </a:rPr>
              <a:t>ส่งข้อมูลการทำงานไปยัง</a:t>
            </a:r>
            <a:r>
              <a:rPr lang="en-US" sz="1200" b="1" i="0" kern="1200" dirty="0">
                <a:solidFill>
                  <a:schemeClr val="tx1"/>
                </a:solidFill>
                <a:effectLst/>
                <a:latin typeface="+mn-lt"/>
                <a:ea typeface="+mn-ea"/>
                <a:cs typeface="+mn-cs"/>
              </a:rPr>
              <a:t> Application Insights </a:t>
            </a:r>
            <a:r>
              <a:rPr lang="en-US" sz="1200" b="1" i="0" kern="1200" dirty="0" err="1">
                <a:solidFill>
                  <a:schemeClr val="tx1"/>
                </a:solidFill>
                <a:effectLst/>
                <a:latin typeface="+mn-lt"/>
                <a:ea typeface="+mn-ea"/>
                <a:cs typeface="+mn-cs"/>
              </a:rPr>
              <a:t>เพื่อช่วยติดตามและวิเคราะห์ระบบ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โดยสามารถเลือกได้ตั้งแต่แบบอัตโนมัติที่ติดตั้งง่าย</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ไปจนถึง</a:t>
            </a:r>
            <a:r>
              <a:rPr lang="en-US" sz="1200" b="0" i="0" kern="1200" dirty="0">
                <a:solidFill>
                  <a:schemeClr val="tx1"/>
                </a:solidFill>
                <a:effectLst/>
                <a:latin typeface="+mn-lt"/>
                <a:ea typeface="+mn-ea"/>
                <a:cs typeface="+mn-cs"/>
              </a:rPr>
              <a:t> SDK </a:t>
            </a:r>
            <a:r>
              <a:rPr lang="en-US" sz="1200" b="0" i="0" kern="1200" dirty="0" err="1">
                <a:solidFill>
                  <a:schemeClr val="tx1"/>
                </a:solidFill>
                <a:effectLst/>
                <a:latin typeface="+mn-lt"/>
                <a:ea typeface="+mn-ea"/>
                <a:cs typeface="+mn-cs"/>
              </a:rPr>
              <a:t>แบบ</a:t>
            </a:r>
            <a:r>
              <a:rPr lang="en-US" sz="1200" b="0" i="0" kern="1200" dirty="0">
                <a:solidFill>
                  <a:schemeClr val="tx1"/>
                </a:solidFill>
                <a:effectLst/>
                <a:latin typeface="+mn-lt"/>
                <a:ea typeface="+mn-ea"/>
                <a:cs typeface="+mn-cs"/>
              </a:rPr>
              <a:t> Manual </a:t>
            </a:r>
            <a:r>
              <a:rPr lang="en-US" sz="1200" b="0" i="0" kern="1200" dirty="0" err="1">
                <a:solidFill>
                  <a:schemeClr val="tx1"/>
                </a:solidFill>
                <a:effectLst/>
                <a:latin typeface="+mn-lt"/>
                <a:ea typeface="+mn-ea"/>
                <a:cs typeface="+mn-cs"/>
              </a:rPr>
              <a:t>ที่ควบคุมรายละเอียดได้มากกว่า</a:t>
            </a:r>
            <a:endParaRPr lang="en-US" sz="1200" b="0" i="0" kern="1200" dirty="0">
              <a:solidFill>
                <a:schemeClr val="tx1"/>
              </a:solidFill>
              <a:effectLst/>
              <a:latin typeface="+mn-lt"/>
              <a:ea typeface="+mn-ea"/>
              <a:cs typeface="+mn-cs"/>
            </a:endParaRPr>
          </a:p>
        </p:txBody>
      </p:sp>
      <p:sp>
        <p:nvSpPr>
          <p:cNvPr id="562421165"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164</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46290105" name="Slide Image Placeholder 1"/>
          <p:cNvSpPr>
            <a:spLocks noGrp="1" noRot="1" noChangeAspect="1"/>
          </p:cNvSpPr>
          <p:nvPr>
            <p:ph type="sldImg"/>
          </p:nvPr>
        </p:nvSpPr>
        <p:spPr bwMode="auto">
          <a:xfrm>
            <a:off x="217488" y="812800"/>
            <a:ext cx="7124700" cy="4008438"/>
          </a:xfrm>
        </p:spPr>
      </p:sp>
      <p:sp>
        <p:nvSpPr>
          <p:cNvPr id="176813310"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การตั้งค่า</a:t>
            </a:r>
            <a:r>
              <a:rPr lang="en-US" sz="1200" b="1" i="0" kern="1200" dirty="0">
                <a:solidFill>
                  <a:schemeClr val="tx1"/>
                </a:solidFill>
                <a:effectLst/>
                <a:latin typeface="+mn-lt"/>
                <a:ea typeface="+mn-ea"/>
                <a:cs typeface="+mn-cs"/>
              </a:rPr>
              <a:t> Span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Trace </a:t>
            </a:r>
            <a:r>
              <a:rPr lang="en-US" sz="1200" b="1" i="0" kern="1200" dirty="0" err="1">
                <a:solidFill>
                  <a:schemeClr val="tx1"/>
                </a:solidFill>
                <a:effectLst/>
                <a:latin typeface="+mn-lt"/>
                <a:ea typeface="+mn-ea"/>
                <a:cs typeface="+mn-cs"/>
              </a:rPr>
              <a:t>ใน</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OpenTelemetry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เพื่อให้มองเห็นว่าแต่ละขั้นตอนของ</a:t>
            </a:r>
            <a:r>
              <a:rPr lang="en-US" sz="1200" b="0" i="0" kern="1200" dirty="0">
                <a:solidFill>
                  <a:schemeClr val="tx1"/>
                </a:solidFill>
                <a:effectLst/>
                <a:latin typeface="+mn-lt"/>
                <a:ea typeface="+mn-ea"/>
                <a:cs typeface="+mn-cs"/>
              </a:rPr>
              <a:t> Application </a:t>
            </a:r>
            <a:r>
              <a:rPr lang="en-US" sz="1200" b="0" i="0" kern="1200" dirty="0" err="1">
                <a:solidFill>
                  <a:schemeClr val="tx1"/>
                </a:solidFill>
                <a:effectLst/>
                <a:latin typeface="+mn-lt"/>
                <a:ea typeface="+mn-ea"/>
                <a:cs typeface="+mn-cs"/>
              </a:rPr>
              <a:t>ทำงานอย่างไร</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ใช้ข้อมูลอะไร</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และเกิดปัญหาที่จุดไหน</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Span </a:t>
            </a:r>
            <a:r>
              <a:rPr lang="en-US" sz="1200" b="1" i="0" kern="1200" dirty="0" err="1">
                <a:solidFill>
                  <a:schemeClr val="tx1"/>
                </a:solidFill>
                <a:effectLst/>
                <a:latin typeface="+mn-lt"/>
                <a:ea typeface="+mn-ea"/>
                <a:cs typeface="+mn-cs"/>
              </a:rPr>
              <a:t>กับ</a:t>
            </a:r>
            <a:r>
              <a:rPr lang="en-US" sz="1200" b="1" i="0" kern="1200" dirty="0">
                <a:solidFill>
                  <a:schemeClr val="tx1"/>
                </a:solidFill>
                <a:effectLst/>
                <a:latin typeface="+mn-lt"/>
                <a:ea typeface="+mn-ea"/>
                <a:cs typeface="+mn-cs"/>
              </a:rPr>
              <a:t> Trace </a:t>
            </a:r>
            <a:r>
              <a:rPr lang="en-US" sz="1200" b="1" i="0" kern="1200" dirty="0" err="1">
                <a:solidFill>
                  <a:schemeClr val="tx1"/>
                </a:solidFill>
                <a:effectLst/>
                <a:latin typeface="+mn-lt"/>
                <a:ea typeface="+mn-ea"/>
                <a:cs typeface="+mn-cs"/>
              </a:rPr>
              <a:t>คืออะไร</a:t>
            </a:r>
            <a:r>
              <a:rPr lang="en-US" sz="1200" b="1" i="0" kern="1200" dirty="0">
                <a:solidFill>
                  <a:schemeClr val="tx1"/>
                </a:solidFill>
                <a:effectLst/>
                <a:latin typeface="+mn-lt"/>
                <a:ea typeface="+mn-ea"/>
                <a:cs typeface="+mn-cs"/>
              </a:rPr>
              <a:t>?</a:t>
            </a:r>
          </a:p>
          <a:p>
            <a:pPr lvl="0" fontAlgn="t"/>
            <a:r>
              <a:rPr lang="en-US" sz="1200" b="1" i="0" kern="1200" dirty="0">
                <a:solidFill>
                  <a:schemeClr val="tx1"/>
                </a:solidFill>
                <a:effectLst/>
                <a:latin typeface="+mn-lt"/>
                <a:ea typeface="+mn-ea"/>
                <a:cs typeface="+mn-cs"/>
              </a:rPr>
              <a:t>Trace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เส้นทางการทำงานทั้งหมดของ</a:t>
            </a:r>
            <a:r>
              <a:rPr lang="en-US" sz="1200" b="0" i="0" kern="1200" dirty="0">
                <a:solidFill>
                  <a:schemeClr val="tx1"/>
                </a:solidFill>
                <a:effectLst/>
                <a:latin typeface="+mn-lt"/>
                <a:ea typeface="+mn-ea"/>
                <a:cs typeface="+mn-cs"/>
              </a:rPr>
              <a:t> 1 Request</a:t>
            </a:r>
          </a:p>
          <a:p>
            <a:pPr lvl="0" fontAlgn="t"/>
            <a:r>
              <a:rPr lang="en-US" sz="1200" b="1" i="0" kern="1200" dirty="0">
                <a:solidFill>
                  <a:schemeClr val="tx1"/>
                </a:solidFill>
                <a:effectLst/>
                <a:latin typeface="+mn-lt"/>
                <a:ea typeface="+mn-ea"/>
                <a:cs typeface="+mn-cs"/>
              </a:rPr>
              <a:t>Span</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งานย่อยแต่ละขั้นตอนภายใน</a:t>
            </a:r>
            <a:r>
              <a:rPr lang="en-US" sz="1200" b="0" i="0" kern="1200" dirty="0">
                <a:solidFill>
                  <a:schemeClr val="tx1"/>
                </a:solidFill>
                <a:effectLst/>
                <a:latin typeface="+mn-lt"/>
                <a:ea typeface="+mn-ea"/>
                <a:cs typeface="+mn-cs"/>
              </a:rPr>
              <a:t> Trace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สร้าง</a:t>
            </a:r>
            <a:r>
              <a:rPr lang="en-US" sz="1200" b="0" i="0" kern="1200" dirty="0">
                <a:solidFill>
                  <a:schemeClr val="tx1"/>
                </a:solidFill>
                <a:effectLst/>
                <a:latin typeface="+mn-lt"/>
                <a:ea typeface="+mn-ea"/>
                <a:cs typeface="+mn-cs"/>
              </a:rPr>
              <a:t> Embedding”, “</a:t>
            </a:r>
            <a:r>
              <a:rPr lang="en-US" sz="1200" b="0" i="0" kern="1200" dirty="0" err="1">
                <a:solidFill>
                  <a:schemeClr val="tx1"/>
                </a:solidFill>
                <a:effectLst/>
                <a:latin typeface="+mn-lt"/>
                <a:ea typeface="+mn-ea"/>
                <a:cs typeface="+mn-cs"/>
              </a:rPr>
              <a:t>ค้นฐานข้อมูล</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เรียก</a:t>
            </a:r>
            <a:r>
              <a:rPr lang="en-US" sz="1200" b="0" i="0" kern="1200" dirty="0">
                <a:solidFill>
                  <a:schemeClr val="tx1"/>
                </a:solidFill>
                <a:effectLst/>
                <a:latin typeface="+mn-lt"/>
                <a:ea typeface="+mn-ea"/>
                <a:cs typeface="+mn-cs"/>
              </a:rPr>
              <a:t> AI Model”</a:t>
            </a:r>
          </a:p>
          <a:p>
            <a:pPr lvl="0" fontAlgn="t"/>
            <a:r>
              <a:rPr lang="en-US" sz="1200" b="1" i="0" kern="1200" dirty="0">
                <a:solidFill>
                  <a:schemeClr val="tx1"/>
                </a:solidFill>
                <a:effectLst/>
                <a:latin typeface="+mn-lt"/>
                <a:ea typeface="+mn-ea"/>
                <a:cs typeface="+mn-cs"/>
              </a:rPr>
              <a:t>Attribute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ข้อมูลประกอบของ</a:t>
            </a:r>
            <a:r>
              <a:rPr lang="en-US" sz="1200" b="0" i="0" kern="1200" dirty="0">
                <a:solidFill>
                  <a:schemeClr val="tx1"/>
                </a:solidFill>
                <a:effectLst/>
                <a:latin typeface="+mn-lt"/>
                <a:ea typeface="+mn-ea"/>
                <a:cs typeface="+mn-cs"/>
              </a:rPr>
              <a:t> Span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ชื่อ</a:t>
            </a:r>
            <a:r>
              <a:rPr lang="en-US" sz="1200" b="0" i="0" kern="1200" dirty="0">
                <a:solidFill>
                  <a:schemeClr val="tx1"/>
                </a:solidFill>
                <a:effectLst/>
                <a:latin typeface="+mn-lt"/>
                <a:ea typeface="+mn-ea"/>
                <a:cs typeface="+mn-cs"/>
              </a:rPr>
              <a:t> Model, </a:t>
            </a:r>
            <a:r>
              <a:rPr lang="en-US" sz="1200" b="0" i="0" kern="1200" dirty="0" err="1">
                <a:solidFill>
                  <a:schemeClr val="tx1"/>
                </a:solidFill>
                <a:effectLst/>
                <a:latin typeface="+mn-lt"/>
                <a:ea typeface="+mn-ea"/>
                <a:cs typeface="+mn-cs"/>
              </a:rPr>
              <a:t>จำนวน</a:t>
            </a:r>
            <a:r>
              <a:rPr lang="en-US" sz="1200" b="0" i="0" kern="1200" dirty="0">
                <a:solidFill>
                  <a:schemeClr val="tx1"/>
                </a:solidFill>
                <a:effectLst/>
                <a:latin typeface="+mn-lt"/>
                <a:ea typeface="+mn-ea"/>
                <a:cs typeface="+mn-cs"/>
              </a:rPr>
              <a:t> Token </a:t>
            </a:r>
            <a:r>
              <a:rPr lang="en-US" sz="1200" b="0" i="0" kern="1200" dirty="0" err="1">
                <a:solidFill>
                  <a:schemeClr val="tx1"/>
                </a:solidFill>
                <a:effectLst/>
                <a:latin typeface="+mn-lt"/>
                <a:ea typeface="+mn-ea"/>
                <a:cs typeface="+mn-cs"/>
              </a:rPr>
              <a:t>หรือจำนวนผลลัพธ์</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ตัวอย่างในภาพสร้าง</a:t>
            </a:r>
            <a:r>
              <a:rPr lang="en-US" sz="1200" b="0" i="0" kern="1200" dirty="0">
                <a:solidFill>
                  <a:schemeClr val="tx1"/>
                </a:solidFill>
                <a:effectLst/>
                <a:latin typeface="+mn-lt"/>
                <a:ea typeface="+mn-ea"/>
                <a:cs typeface="+mn-cs"/>
              </a:rPr>
              <a:t> Span </a:t>
            </a:r>
            <a:r>
              <a:rPr lang="en-US" sz="1200" b="0" i="0" kern="1200" dirty="0" err="1">
                <a:solidFill>
                  <a:schemeClr val="tx1"/>
                </a:solidFill>
                <a:effectLst/>
                <a:latin typeface="+mn-lt"/>
                <a:ea typeface="+mn-ea"/>
                <a:cs typeface="+mn-cs"/>
              </a:rPr>
              <a:t>ชื่อ</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GenerateEmbedding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และบันทึกว่าใช้</a:t>
            </a:r>
            <a:r>
              <a:rPr lang="en-US" sz="1200" b="0" i="0" kern="1200" dirty="0">
                <a:solidFill>
                  <a:schemeClr val="tx1"/>
                </a:solidFill>
                <a:effectLst/>
                <a:latin typeface="+mn-lt"/>
                <a:ea typeface="+mn-ea"/>
                <a:cs typeface="+mn-cs"/>
              </a:rPr>
              <a:t> Model </a:t>
            </a:r>
            <a:r>
              <a:rPr lang="en-US" sz="1200" b="0" i="0" kern="1200" dirty="0" err="1">
                <a:solidFill>
                  <a:schemeClr val="tx1"/>
                </a:solidFill>
                <a:effectLst/>
                <a:latin typeface="+mn-lt"/>
                <a:ea typeface="+mn-ea"/>
                <a:cs typeface="+mn-cs"/>
              </a:rPr>
              <a:t>ใดและใช้</a:t>
            </a:r>
            <a:r>
              <a:rPr lang="en-US" sz="1200" b="0" i="0" kern="1200" dirty="0">
                <a:solidFill>
                  <a:schemeClr val="tx1"/>
                </a:solidFill>
                <a:effectLst/>
                <a:latin typeface="+mn-lt"/>
                <a:ea typeface="+mn-ea"/>
                <a:cs typeface="+mn-cs"/>
              </a:rPr>
              <a:t> Token </a:t>
            </a:r>
            <a:r>
              <a:rPr lang="en-US" sz="1200" b="0" i="0" kern="1200" dirty="0" err="1">
                <a:solidFill>
                  <a:schemeClr val="tx1"/>
                </a:solidFill>
                <a:effectLst/>
                <a:latin typeface="+mn-lt"/>
                <a:ea typeface="+mn-ea"/>
                <a:cs typeface="+mn-cs"/>
              </a:rPr>
              <a:t>เท่าไร</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 Span </a:t>
            </a:r>
            <a:r>
              <a:rPr lang="en-US" sz="1200" b="1" i="0" kern="1200" dirty="0" err="1">
                <a:solidFill>
                  <a:schemeClr val="tx1"/>
                </a:solidFill>
                <a:effectLst/>
                <a:latin typeface="+mn-lt"/>
                <a:ea typeface="+mn-ea"/>
                <a:cs typeface="+mn-cs"/>
              </a:rPr>
              <a:t>สามารถเชื่อมกันเป็นลำดับได้</a:t>
            </a:r>
            <a:endParaRPr lang="en-US" sz="1200" b="1"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หากมีหลายขั้นตอน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สามารถสร้างความสัมพันธ์แบบ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Parent → Child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เพื่อให้เห็นว่างานใหญ่ประกอบด้วยงานย่อยอะไรบ้าง</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หากขั้นตอนใดเกิดข้อผิดพลาด</a:t>
            </a:r>
            <a:r>
              <a:rPr lang="en-US" sz="1200" b="0" i="0" kern="1200" dirty="0">
                <a:solidFill>
                  <a:schemeClr val="tx1"/>
                </a:solidFill>
                <a:effectLst/>
                <a:latin typeface="+mn-lt"/>
                <a:ea typeface="+mn-ea"/>
                <a:cs typeface="+mn-cs"/>
              </a:rPr>
              <a:t> SDK </a:t>
            </a:r>
            <a:r>
              <a:rPr lang="en-US" sz="1200" b="0" i="0" kern="1200" dirty="0" err="1">
                <a:solidFill>
                  <a:schemeClr val="tx1"/>
                </a:solidFill>
                <a:effectLst/>
                <a:latin typeface="+mn-lt"/>
                <a:ea typeface="+mn-ea"/>
                <a:cs typeface="+mn-cs"/>
              </a:rPr>
              <a:t>สามารถบันทึก</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Exception </a:t>
            </a:r>
            <a:r>
              <a:rPr lang="en-US" sz="1200" b="1" i="0" kern="1200" dirty="0" err="1">
                <a:solidFill>
                  <a:schemeClr val="tx1"/>
                </a:solidFill>
                <a:effectLst/>
                <a:latin typeface="+mn-lt"/>
                <a:ea typeface="+mn-ea"/>
                <a:cs typeface="+mn-cs"/>
              </a:rPr>
              <a:t>และสถานะ</a:t>
            </a:r>
            <a:r>
              <a:rPr lang="en-US" sz="1200" b="1" i="0" kern="1200" dirty="0">
                <a:solidFill>
                  <a:schemeClr val="tx1"/>
                </a:solidFill>
                <a:effectLst/>
                <a:latin typeface="+mn-lt"/>
                <a:ea typeface="+mn-ea"/>
                <a:cs typeface="+mn-cs"/>
              </a:rPr>
              <a:t> Error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เพื่อช่วยหาว่าปัญหาเกิดตรงไหน</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Trace </a:t>
            </a:r>
            <a:r>
              <a:rPr lang="en-US" sz="1200" b="1" i="0" kern="1200" dirty="0" err="1">
                <a:solidFill>
                  <a:schemeClr val="tx1"/>
                </a:solidFill>
                <a:effectLst/>
                <a:latin typeface="+mn-lt"/>
                <a:ea typeface="+mn-ea"/>
                <a:cs typeface="+mn-cs"/>
              </a:rPr>
              <a:t>แสดงภาพรวมของ</a:t>
            </a:r>
            <a:r>
              <a:rPr lang="en-US" sz="1200" b="1" i="0" kern="1200" dirty="0">
                <a:solidFill>
                  <a:schemeClr val="tx1"/>
                </a:solidFill>
                <a:effectLst/>
                <a:latin typeface="+mn-lt"/>
                <a:ea typeface="+mn-ea"/>
                <a:cs typeface="+mn-cs"/>
              </a:rPr>
              <a:t> Request </a:t>
            </a:r>
            <a:r>
              <a:rPr lang="en-US" sz="1200" b="1" i="0" kern="1200" dirty="0" err="1">
                <a:solidFill>
                  <a:schemeClr val="tx1"/>
                </a:solidFill>
                <a:effectLst/>
                <a:latin typeface="+mn-lt"/>
                <a:ea typeface="+mn-ea"/>
                <a:cs typeface="+mn-cs"/>
              </a:rPr>
              <a:t>ส่วน</a:t>
            </a:r>
            <a:r>
              <a:rPr lang="en-US" sz="1200" b="1" i="0" kern="1200" dirty="0">
                <a:solidFill>
                  <a:schemeClr val="tx1"/>
                </a:solidFill>
                <a:effectLst/>
                <a:latin typeface="+mn-lt"/>
                <a:ea typeface="+mn-ea"/>
                <a:cs typeface="+mn-cs"/>
              </a:rPr>
              <a:t> Span </a:t>
            </a:r>
            <a:r>
              <a:rPr lang="en-US" sz="1200" b="1" i="0" kern="1200" dirty="0" err="1">
                <a:solidFill>
                  <a:schemeClr val="tx1"/>
                </a:solidFill>
                <a:effectLst/>
                <a:latin typeface="+mn-lt"/>
                <a:ea typeface="+mn-ea"/>
                <a:cs typeface="+mn-cs"/>
              </a:rPr>
              <a:t>แสดงแต่ละขั้นตอนภายใน</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Attribute </a:t>
            </a:r>
            <a:r>
              <a:rPr lang="en-US" sz="1200" b="1" i="0" kern="1200" dirty="0" err="1">
                <a:solidFill>
                  <a:schemeClr val="tx1"/>
                </a:solidFill>
                <a:effectLst/>
                <a:latin typeface="+mn-lt"/>
                <a:ea typeface="+mn-ea"/>
                <a:cs typeface="+mn-cs"/>
              </a:rPr>
              <a:t>เพิ่มรายละเอียด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ทำให้สามารถติดตามว่า</a:t>
            </a:r>
            <a:r>
              <a:rPr lang="en-US" sz="1200" b="0" i="0" kern="1200" dirty="0">
                <a:solidFill>
                  <a:schemeClr val="tx1"/>
                </a:solidFill>
                <a:effectLst/>
                <a:latin typeface="+mn-lt"/>
                <a:ea typeface="+mn-ea"/>
                <a:cs typeface="+mn-cs"/>
              </a:rPr>
              <a:t> Application </a:t>
            </a:r>
            <a:r>
              <a:rPr lang="en-US" sz="1200" b="0" i="0" kern="1200" dirty="0" err="1">
                <a:solidFill>
                  <a:schemeClr val="tx1"/>
                </a:solidFill>
                <a:effectLst/>
                <a:latin typeface="+mn-lt"/>
                <a:ea typeface="+mn-ea"/>
                <a:cs typeface="+mn-cs"/>
              </a:rPr>
              <a:t>ใช้เวลาหรือเกิด</a:t>
            </a:r>
            <a:r>
              <a:rPr lang="en-US" sz="1200" b="0" i="0" kern="1200" dirty="0">
                <a:solidFill>
                  <a:schemeClr val="tx1"/>
                </a:solidFill>
                <a:effectLst/>
                <a:latin typeface="+mn-lt"/>
                <a:ea typeface="+mn-ea"/>
                <a:cs typeface="+mn-cs"/>
              </a:rPr>
              <a:t> Error </a:t>
            </a:r>
            <a:r>
              <a:rPr lang="en-US" sz="1200" b="0" i="0" kern="1200" dirty="0" err="1">
                <a:solidFill>
                  <a:schemeClr val="tx1"/>
                </a:solidFill>
                <a:effectLst/>
                <a:latin typeface="+mn-lt"/>
                <a:ea typeface="+mn-ea"/>
                <a:cs typeface="+mn-cs"/>
              </a:rPr>
              <a:t>ที่ขั้นตอนไหนได้ง่ายขึ้น</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p:txBody>
      </p:sp>
      <p:sp>
        <p:nvSpPr>
          <p:cNvPr id="1931138338"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85B264-E53A-7301-379E-73E6A5CA84A9}"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165</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67883300" name="Slide Image Placeholder 1"/>
          <p:cNvSpPr>
            <a:spLocks noGrp="1" noRot="1" noChangeAspect="1"/>
          </p:cNvSpPr>
          <p:nvPr>
            <p:ph type="sldImg"/>
          </p:nvPr>
        </p:nvSpPr>
        <p:spPr bwMode="auto">
          <a:xfrm>
            <a:off x="217488" y="812800"/>
            <a:ext cx="7124700" cy="4008438"/>
          </a:xfrm>
        </p:spPr>
      </p:sp>
      <p:sp>
        <p:nvSpPr>
          <p:cNvPr id="1866600855"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การส่งข้อมูล</a:t>
            </a:r>
            <a:r>
              <a:rPr lang="en-US" sz="1200" b="1" i="0" kern="1200" dirty="0">
                <a:solidFill>
                  <a:schemeClr val="tx1"/>
                </a:solidFill>
                <a:effectLst/>
                <a:latin typeface="+mn-lt"/>
                <a:ea typeface="+mn-ea"/>
                <a:cs typeface="+mn-cs"/>
              </a:rPr>
              <a:t> Telemetry </a:t>
            </a:r>
            <a:r>
              <a:rPr lang="en-US" sz="1200" b="1" i="0" kern="1200" dirty="0" err="1">
                <a:solidFill>
                  <a:schemeClr val="tx1"/>
                </a:solidFill>
                <a:effectLst/>
                <a:latin typeface="+mn-lt"/>
                <a:ea typeface="+mn-ea"/>
                <a:cs typeface="+mn-cs"/>
              </a:rPr>
              <a:t>จาก</a:t>
            </a:r>
            <a:r>
              <a:rPr lang="en-US" sz="1200" b="1" i="0" kern="1200" dirty="0">
                <a:solidFill>
                  <a:schemeClr val="tx1"/>
                </a:solidFill>
                <a:effectLst/>
                <a:latin typeface="+mn-lt"/>
                <a:ea typeface="+mn-ea"/>
                <a:cs typeface="+mn-cs"/>
              </a:rPr>
              <a:t> Application </a:t>
            </a:r>
            <a:r>
              <a:rPr lang="en-US" sz="1200" b="1" i="0" kern="1200" dirty="0" err="1">
                <a:solidFill>
                  <a:schemeClr val="tx1"/>
                </a:solidFill>
                <a:effectLst/>
                <a:latin typeface="+mn-lt"/>
                <a:ea typeface="+mn-ea"/>
                <a:cs typeface="+mn-cs"/>
              </a:rPr>
              <a:t>ไปยัง</a:t>
            </a:r>
            <a:r>
              <a:rPr lang="en-US" sz="1200" b="1" i="0" kern="1200" dirty="0">
                <a:solidFill>
                  <a:schemeClr val="tx1"/>
                </a:solidFill>
                <a:effectLst/>
                <a:latin typeface="+mn-lt"/>
                <a:ea typeface="+mn-ea"/>
                <a:cs typeface="+mn-cs"/>
              </a:rPr>
              <a:t> Azure Monitor / Application Insights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เพื่อใช้ติดตามประสิทธิภาพและวิเคราะห์ปัญหาของระบบ</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ข้อมูลถูกส่งอย่างไร</a:t>
            </a:r>
            <a:r>
              <a:rPr lang="en-US" sz="1200" b="1" i="0" kern="1200" dirty="0">
                <a:solidFill>
                  <a:schemeClr val="tx1"/>
                </a:solidFill>
                <a:effectLst/>
                <a:latin typeface="+mn-lt"/>
                <a:ea typeface="+mn-ea"/>
                <a:cs typeface="+mn-cs"/>
              </a:rPr>
              <a:t>?</a:t>
            </a:r>
          </a:p>
          <a:p>
            <a:pPr lvl="0" fontAlgn="t"/>
            <a:r>
              <a:rPr lang="en-US" sz="1200" b="1" i="0" kern="1200" dirty="0">
                <a:solidFill>
                  <a:schemeClr val="tx1"/>
                </a:solidFill>
                <a:effectLst/>
                <a:latin typeface="+mn-lt"/>
                <a:ea typeface="+mn-ea"/>
                <a:cs typeface="+mn-cs"/>
              </a:rPr>
              <a:t>Direct Export</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ส่ง</a:t>
            </a:r>
            <a:r>
              <a:rPr lang="en-US" sz="1200" b="0" i="0" kern="1200" dirty="0">
                <a:solidFill>
                  <a:schemeClr val="tx1"/>
                </a:solidFill>
                <a:effectLst/>
                <a:latin typeface="+mn-lt"/>
                <a:ea typeface="+mn-ea"/>
                <a:cs typeface="+mn-cs"/>
              </a:rPr>
              <a:t> Telemetry </a:t>
            </a:r>
            <a:r>
              <a:rPr lang="en-US" sz="1200" b="0" i="0" kern="1200" dirty="0" err="1">
                <a:solidFill>
                  <a:schemeClr val="tx1"/>
                </a:solidFill>
                <a:effectLst/>
                <a:latin typeface="+mn-lt"/>
                <a:ea typeface="+mn-ea"/>
                <a:cs typeface="+mn-cs"/>
              </a:rPr>
              <a:t>ตรงไปยัง</a:t>
            </a:r>
            <a:r>
              <a:rPr lang="en-US" sz="1200" b="0" i="0" kern="1200" dirty="0">
                <a:solidFill>
                  <a:schemeClr val="tx1"/>
                </a:solidFill>
                <a:effectLst/>
                <a:latin typeface="+mn-lt"/>
                <a:ea typeface="+mn-ea"/>
                <a:cs typeface="+mn-cs"/>
              </a:rPr>
              <a:t> Application Insights</a:t>
            </a:r>
          </a:p>
          <a:p>
            <a:pPr lvl="0" fontAlgn="t"/>
            <a:r>
              <a:rPr lang="en-US" sz="1200" b="0" i="0" kern="1200" dirty="0" err="1">
                <a:solidFill>
                  <a:schemeClr val="tx1"/>
                </a:solidFill>
                <a:effectLst/>
                <a:latin typeface="+mn-lt"/>
                <a:ea typeface="+mn-ea"/>
                <a:cs typeface="+mn-cs"/>
              </a:rPr>
              <a:t>ข้อมูลจะถูกจัดเก็บตามประเภท</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Requests, Dependencies, Traces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Exceptions</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หาก</a:t>
            </a:r>
            <a:r>
              <a:rPr lang="en-US" sz="1200" b="0" i="0" kern="1200" dirty="0">
                <a:solidFill>
                  <a:schemeClr val="tx1"/>
                </a:solidFill>
                <a:effectLst/>
                <a:latin typeface="+mn-lt"/>
                <a:ea typeface="+mn-ea"/>
                <a:cs typeface="+mn-cs"/>
              </a:rPr>
              <a:t> Network </a:t>
            </a:r>
            <a:r>
              <a:rPr lang="en-US" sz="1200" b="0" i="0" kern="1200" dirty="0" err="1">
                <a:solidFill>
                  <a:schemeClr val="tx1"/>
                </a:solidFill>
                <a:effectLst/>
                <a:latin typeface="+mn-lt"/>
                <a:ea typeface="+mn-ea"/>
                <a:cs typeface="+mn-cs"/>
              </a:rPr>
              <a:t>ขาดชั่วคราว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สามารถ</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พักข้อมูลไว้แบบ</a:t>
            </a:r>
            <a:r>
              <a:rPr lang="en-US" sz="1200" b="1" i="0" kern="1200" dirty="0">
                <a:solidFill>
                  <a:schemeClr val="tx1"/>
                </a:solidFill>
                <a:effectLst/>
                <a:latin typeface="+mn-lt"/>
                <a:ea typeface="+mn-ea"/>
                <a:cs typeface="+mn-cs"/>
              </a:rPr>
              <a:t> Offline </a:t>
            </a:r>
            <a:r>
              <a:rPr lang="en-US" sz="1200" b="1" i="0" kern="1200" dirty="0" err="1">
                <a:solidFill>
                  <a:schemeClr val="tx1"/>
                </a:solidFill>
                <a:effectLst/>
                <a:latin typeface="+mn-lt"/>
                <a:ea typeface="+mn-ea"/>
                <a:cs typeface="+mn-cs"/>
              </a:rPr>
              <a:t>ได้สูงสุด</a:t>
            </a:r>
            <a:r>
              <a:rPr lang="en-US" sz="1200" b="1" i="0" kern="1200" dirty="0">
                <a:solidFill>
                  <a:schemeClr val="tx1"/>
                </a:solidFill>
                <a:effectLst/>
                <a:latin typeface="+mn-lt"/>
                <a:ea typeface="+mn-ea"/>
                <a:cs typeface="+mn-cs"/>
              </a:rPr>
              <a:t> 48 </a:t>
            </a:r>
            <a:r>
              <a:rPr lang="en-US" sz="1200" b="1" i="0" kern="1200" dirty="0" err="1">
                <a:solidFill>
                  <a:schemeClr val="tx1"/>
                </a:solidFill>
                <a:effectLst/>
                <a:latin typeface="+mn-lt"/>
                <a:ea typeface="+mn-ea"/>
                <a:cs typeface="+mn-cs"/>
              </a:rPr>
              <a:t>ชั่วโมง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แล้วค่อยส่งเมื่อเชื่อมต่อได้อีกครั้ง</a:t>
            </a:r>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Sampling </a:t>
            </a:r>
            <a:r>
              <a:rPr lang="en-US" sz="1200" b="1" i="0" kern="1200" dirty="0" err="1">
                <a:solidFill>
                  <a:schemeClr val="tx1"/>
                </a:solidFill>
                <a:effectLst/>
                <a:latin typeface="+mn-lt"/>
                <a:ea typeface="+mn-ea"/>
                <a:cs typeface="+mn-cs"/>
              </a:rPr>
              <a:t>คืออะไร</a:t>
            </a:r>
            <a:r>
              <a:rPr lang="en-US" sz="1200" b="1" i="0" kern="1200" dirty="0">
                <a:solidFill>
                  <a:schemeClr val="tx1"/>
                </a:solidFill>
                <a:effectLst/>
                <a:latin typeface="+mn-lt"/>
                <a:ea typeface="+mn-ea"/>
                <a:cs typeface="+mn-cs"/>
              </a:rPr>
              <a:t>?</a:t>
            </a:r>
          </a:p>
          <a:p>
            <a:pPr fontAlgn="t"/>
            <a:r>
              <a:rPr lang="en-US" sz="1200" b="0" i="0" kern="1200" dirty="0" err="1">
                <a:solidFill>
                  <a:schemeClr val="tx1"/>
                </a:solidFill>
                <a:effectLst/>
                <a:latin typeface="+mn-lt"/>
                <a:ea typeface="+mn-ea"/>
                <a:cs typeface="+mn-cs"/>
              </a:rPr>
              <a:t>เมื่อระบบมีข้อมูล</a:t>
            </a:r>
            <a:r>
              <a:rPr lang="en-US" sz="1200" b="0" i="0" kern="1200" dirty="0">
                <a:solidFill>
                  <a:schemeClr val="tx1"/>
                </a:solidFill>
                <a:effectLst/>
                <a:latin typeface="+mn-lt"/>
                <a:ea typeface="+mn-ea"/>
                <a:cs typeface="+mn-cs"/>
              </a:rPr>
              <a:t> Trace </a:t>
            </a:r>
            <a:r>
              <a:rPr lang="en-US" sz="1200" b="0" i="0" kern="1200" dirty="0" err="1">
                <a:solidFill>
                  <a:schemeClr val="tx1"/>
                </a:solidFill>
                <a:effectLst/>
                <a:latin typeface="+mn-lt"/>
                <a:ea typeface="+mn-ea"/>
                <a:cs typeface="+mn-cs"/>
              </a:rPr>
              <a:t>จำนวนมาก</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อาจไม่จำเป็นต้องเก็บทุก</a:t>
            </a:r>
            <a:r>
              <a:rPr lang="en-US" sz="1200" b="0" i="0" kern="1200" dirty="0">
                <a:solidFill>
                  <a:schemeClr val="tx1"/>
                </a:solidFill>
                <a:effectLst/>
                <a:latin typeface="+mn-lt"/>
                <a:ea typeface="+mn-ea"/>
                <a:cs typeface="+mn-cs"/>
              </a:rPr>
              <a:t> Trace </a:t>
            </a:r>
            <a:r>
              <a:rPr lang="en-US" sz="1200" b="0" i="0" kern="1200" dirty="0" err="1">
                <a:solidFill>
                  <a:schemeClr val="tx1"/>
                </a:solidFill>
                <a:effectLst/>
                <a:latin typeface="+mn-lt"/>
                <a:ea typeface="+mn-ea"/>
                <a:cs typeface="+mn-cs"/>
              </a:rPr>
              <a:t>จึงใช้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Sampling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เพื่อลดปริมาณข้อมูล</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Fixed-percentage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เก็บเพียงเปอร์เซ็นต์ที่กำหนด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20% ของ Trace </a:t>
            </a:r>
            <a:r>
              <a:rPr lang="en-US" sz="1200" b="0" i="0" kern="1200" dirty="0" err="1">
                <a:solidFill>
                  <a:schemeClr val="tx1"/>
                </a:solidFill>
                <a:effectLst/>
                <a:latin typeface="+mn-lt"/>
                <a:ea typeface="+mn-ea"/>
                <a:cs typeface="+mn-cs"/>
              </a:rPr>
              <a:t>ทั้งหมด</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Rate-limited</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จำกัดจำนวน</a:t>
            </a:r>
            <a:r>
              <a:rPr lang="en-US" sz="1200" b="0" i="0" kern="1200" dirty="0">
                <a:solidFill>
                  <a:schemeClr val="tx1"/>
                </a:solidFill>
                <a:effectLst/>
                <a:latin typeface="+mn-lt"/>
                <a:ea typeface="+mn-ea"/>
                <a:cs typeface="+mn-cs"/>
              </a:rPr>
              <a:t> Trace </a:t>
            </a:r>
            <a:r>
              <a:rPr lang="en-US" sz="1200" b="0" i="0" kern="1200" dirty="0" err="1">
                <a:solidFill>
                  <a:schemeClr val="tx1"/>
                </a:solidFill>
                <a:effectLst/>
                <a:latin typeface="+mn-lt"/>
                <a:ea typeface="+mn-ea"/>
                <a:cs typeface="+mn-cs"/>
              </a:rPr>
              <a:t>ที่เก็บต่อวินาที</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Metrics </a:t>
            </a:r>
            <a:r>
              <a:rPr lang="en-US" sz="1200" b="1" i="0" kern="1200" dirty="0" err="1">
                <a:solidFill>
                  <a:schemeClr val="tx1"/>
                </a:solidFill>
                <a:effectLst/>
                <a:latin typeface="+mn-lt"/>
                <a:ea typeface="+mn-ea"/>
                <a:cs typeface="+mn-cs"/>
              </a:rPr>
              <a:t>ไม่ถูก</a:t>
            </a:r>
            <a:r>
              <a:rPr lang="en-US" sz="1200" b="1" i="0" kern="1200" dirty="0">
                <a:solidFill>
                  <a:schemeClr val="tx1"/>
                </a:solidFill>
                <a:effectLst/>
                <a:latin typeface="+mn-lt"/>
                <a:ea typeface="+mn-ea"/>
                <a:cs typeface="+mn-cs"/>
              </a:rPr>
              <a:t> Sampling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ตามสไลด์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มีเฉพาะข้อมูล</a:t>
            </a:r>
            <a:r>
              <a:rPr lang="en-US" sz="1200" b="0" i="0" kern="1200" dirty="0">
                <a:solidFill>
                  <a:schemeClr val="tx1"/>
                </a:solidFill>
                <a:effectLst/>
                <a:latin typeface="+mn-lt"/>
                <a:ea typeface="+mn-ea"/>
                <a:cs typeface="+mn-cs"/>
              </a:rPr>
              <a:t> Trace </a:t>
            </a:r>
            <a:r>
              <a:rPr lang="en-US" sz="1200" b="0" i="0" kern="1200" dirty="0" err="1">
                <a:solidFill>
                  <a:schemeClr val="tx1"/>
                </a:solidFill>
                <a:effectLst/>
                <a:latin typeface="+mn-lt"/>
                <a:ea typeface="+mn-ea"/>
                <a:cs typeface="+mn-cs"/>
              </a:rPr>
              <a:t>ที่ได้รับผล</a:t>
            </a:r>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Application </a:t>
            </a:r>
            <a:r>
              <a:rPr lang="en-US" sz="1200" b="0" i="0" kern="1200" dirty="0" err="1">
                <a:solidFill>
                  <a:schemeClr val="tx1"/>
                </a:solidFill>
                <a:effectLst/>
                <a:latin typeface="+mn-lt"/>
                <a:ea typeface="+mn-ea"/>
                <a:cs typeface="+mn-cs"/>
              </a:rPr>
              <a:t>ส่ง</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Telemetry → Application Insights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เพื่อใช้</a:t>
            </a:r>
            <a:r>
              <a:rPr lang="en-US" sz="1200" b="0" i="0" kern="1200" dirty="0">
                <a:solidFill>
                  <a:schemeClr val="tx1"/>
                </a:solidFill>
                <a:effectLst/>
                <a:latin typeface="+mn-lt"/>
                <a:ea typeface="+mn-ea"/>
                <a:cs typeface="+mn-cs"/>
              </a:rPr>
              <a:t> Monitor </a:t>
            </a:r>
            <a:r>
              <a:rPr lang="en-US" sz="1200" b="0" i="0" kern="1200" dirty="0" err="1">
                <a:solidFill>
                  <a:schemeClr val="tx1"/>
                </a:solidFill>
                <a:effectLst/>
                <a:latin typeface="+mn-lt"/>
                <a:ea typeface="+mn-ea"/>
                <a:cs typeface="+mn-cs"/>
              </a:rPr>
              <a:t>ระบบ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และถ้ามี</a:t>
            </a:r>
            <a:r>
              <a:rPr lang="en-US" sz="1200" b="0" i="0" kern="1200" dirty="0">
                <a:solidFill>
                  <a:schemeClr val="tx1"/>
                </a:solidFill>
                <a:effectLst/>
                <a:latin typeface="+mn-lt"/>
                <a:ea typeface="+mn-ea"/>
                <a:cs typeface="+mn-cs"/>
              </a:rPr>
              <a:t> Trace </a:t>
            </a:r>
            <a:r>
              <a:rPr lang="en-US" sz="1200" b="0" i="0" kern="1200" dirty="0" err="1">
                <a:solidFill>
                  <a:schemeClr val="tx1"/>
                </a:solidFill>
                <a:effectLst/>
                <a:latin typeface="+mn-lt"/>
                <a:ea typeface="+mn-ea"/>
                <a:cs typeface="+mn-cs"/>
              </a:rPr>
              <a:t>จำนวนมากก็ใช้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Sampling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เพื่อลดปริมาณข้อมูลที่ต้องจัดเก็บ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โดยยังคง</a:t>
            </a:r>
            <a:r>
              <a:rPr lang="en-US" sz="1200" b="0" i="0" kern="1200" dirty="0">
                <a:solidFill>
                  <a:schemeClr val="tx1"/>
                </a:solidFill>
                <a:effectLst/>
                <a:latin typeface="+mn-lt"/>
                <a:ea typeface="+mn-ea"/>
                <a:cs typeface="+mn-cs"/>
              </a:rPr>
              <a:t> Metrics </a:t>
            </a:r>
            <a:r>
              <a:rPr lang="en-US" sz="1200" b="0" i="0" kern="1200" dirty="0" err="1">
                <a:solidFill>
                  <a:schemeClr val="tx1"/>
                </a:solidFill>
                <a:effectLst/>
                <a:latin typeface="+mn-lt"/>
                <a:ea typeface="+mn-ea"/>
                <a:cs typeface="+mn-cs"/>
              </a:rPr>
              <a:t>ไว้</a:t>
            </a:r>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p:txBody>
      </p:sp>
      <p:sp>
        <p:nvSpPr>
          <p:cNvPr id="40631155"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083503-C3B6-8BB4-FAED-F5CF27F2E3C3}"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166</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8589259" name="Slide Image Placeholder 1"/>
          <p:cNvSpPr>
            <a:spLocks noGrp="1" noRot="1" noChangeAspect="1"/>
          </p:cNvSpPr>
          <p:nvPr>
            <p:ph type="sldImg"/>
          </p:nvPr>
        </p:nvSpPr>
        <p:spPr bwMode="auto">
          <a:xfrm>
            <a:off x="217488" y="812800"/>
            <a:ext cx="7124700" cy="4008438"/>
          </a:xfrm>
        </p:spPr>
      </p:sp>
      <p:sp>
        <p:nvSpPr>
          <p:cNvPr id="1762162564"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การใช้</a:t>
            </a:r>
            <a:r>
              <a:rPr lang="en-US" sz="1200" b="1" i="0" kern="1200" dirty="0">
                <a:solidFill>
                  <a:schemeClr val="tx1"/>
                </a:solidFill>
                <a:effectLst/>
                <a:latin typeface="+mn-lt"/>
                <a:ea typeface="+mn-ea"/>
                <a:cs typeface="+mn-cs"/>
              </a:rPr>
              <a:t> Trace </a:t>
            </a:r>
            <a:r>
              <a:rPr lang="en-US" sz="1200" b="1" i="0" kern="1200" dirty="0" err="1">
                <a:solidFill>
                  <a:schemeClr val="tx1"/>
                </a:solidFill>
                <a:effectLst/>
                <a:latin typeface="+mn-lt"/>
                <a:ea typeface="+mn-ea"/>
                <a:cs typeface="+mn-cs"/>
              </a:rPr>
              <a:t>เพื่อหาสาเหตุว่าระบบที่ประกอบด้วยหลาย</a:t>
            </a:r>
            <a:r>
              <a:rPr lang="en-US" sz="1200" b="1" i="0" kern="1200" dirty="0">
                <a:solidFill>
                  <a:schemeClr val="tx1"/>
                </a:solidFill>
                <a:effectLst/>
                <a:latin typeface="+mn-lt"/>
                <a:ea typeface="+mn-ea"/>
                <a:cs typeface="+mn-cs"/>
              </a:rPr>
              <a:t> Service </a:t>
            </a:r>
            <a:r>
              <a:rPr lang="en-US" sz="1200" b="1" i="0" kern="1200" dirty="0" err="1">
                <a:solidFill>
                  <a:schemeClr val="tx1"/>
                </a:solidFill>
                <a:effectLst/>
                <a:latin typeface="+mn-lt"/>
                <a:ea typeface="+mn-ea"/>
                <a:cs typeface="+mn-cs"/>
              </a:rPr>
              <a:t>ช้าหรือมีปัญหาที่จุดไหน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โดยใช้</a:t>
            </a:r>
            <a:r>
              <a:rPr lang="en-US" sz="1200" b="0" i="0" kern="1200" dirty="0">
                <a:solidFill>
                  <a:schemeClr val="tx1"/>
                </a:solidFill>
                <a:effectLst/>
                <a:latin typeface="+mn-lt"/>
                <a:ea typeface="+mn-ea"/>
                <a:cs typeface="+mn-cs"/>
              </a:rPr>
              <a:t> Application Insights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KQL</a:t>
            </a: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เครื่องมือหลัก</a:t>
            </a:r>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Application Map</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ดูว่า</a:t>
            </a:r>
            <a:r>
              <a:rPr lang="en-US" sz="1200" b="0" i="0" kern="1200" dirty="0">
                <a:solidFill>
                  <a:schemeClr val="tx1"/>
                </a:solidFill>
                <a:effectLst/>
                <a:latin typeface="+mn-lt"/>
                <a:ea typeface="+mn-ea"/>
                <a:cs typeface="+mn-cs"/>
              </a:rPr>
              <a:t> Service </a:t>
            </a:r>
            <a:r>
              <a:rPr lang="en-US" sz="1200" b="0" i="0" kern="1200" dirty="0" err="1">
                <a:solidFill>
                  <a:schemeClr val="tx1"/>
                </a:solidFill>
                <a:effectLst/>
                <a:latin typeface="+mn-lt"/>
                <a:ea typeface="+mn-ea"/>
                <a:cs typeface="+mn-cs"/>
              </a:rPr>
              <a:t>ต่าง</a:t>
            </a:r>
            <a:r>
              <a:rPr lang="en-US" sz="1200" b="0" i="0" kern="1200" dirty="0">
                <a:solidFill>
                  <a:schemeClr val="tx1"/>
                </a:solidFill>
                <a:effectLst/>
                <a:latin typeface="+mn-lt"/>
                <a:ea typeface="+mn-ea"/>
                <a:cs typeface="+mn-cs"/>
              </a:rPr>
              <a:t> ๆ </a:t>
            </a:r>
            <a:r>
              <a:rPr lang="en-US" sz="1200" b="0" i="0" kern="1200" dirty="0" err="1">
                <a:solidFill>
                  <a:schemeClr val="tx1"/>
                </a:solidFill>
                <a:effectLst/>
                <a:latin typeface="+mn-lt"/>
                <a:ea typeface="+mn-ea"/>
                <a:cs typeface="+mn-cs"/>
              </a:rPr>
              <a:t>เชื่อมต่อกันอย่างไร</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พร้อมเวลาในการตอบสนองและอัตราความล้มเหลว</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End-to-end Transaction</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ดู</a:t>
            </a:r>
            <a:r>
              <a:rPr lang="en-US" sz="1200" b="0" i="0" kern="1200" dirty="0">
                <a:solidFill>
                  <a:schemeClr val="tx1"/>
                </a:solidFill>
                <a:effectLst/>
                <a:latin typeface="+mn-lt"/>
                <a:ea typeface="+mn-ea"/>
                <a:cs typeface="+mn-cs"/>
              </a:rPr>
              <a:t> Request </a:t>
            </a:r>
            <a:r>
              <a:rPr lang="en-US" sz="1200" b="0" i="0" kern="1200" dirty="0" err="1">
                <a:solidFill>
                  <a:schemeClr val="tx1"/>
                </a:solidFill>
                <a:effectLst/>
                <a:latin typeface="+mn-lt"/>
                <a:ea typeface="+mn-ea"/>
                <a:cs typeface="+mn-cs"/>
              </a:rPr>
              <a:t>หนึ่งรายการตั้งแต่ต้นจนจบ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และเห็นว่าแต่ละขั้นตอนใช้เวลานานเท่าไร</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Span Details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ดูรายละเอียดของแต่ละขั้นตอน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รวมถึงข้อมูลเพิ่มเติมและ</a:t>
            </a:r>
            <a:r>
              <a:rPr lang="en-US" sz="1200" b="0" i="0" kern="1200" dirty="0">
                <a:solidFill>
                  <a:schemeClr val="tx1"/>
                </a:solidFill>
                <a:effectLst/>
                <a:latin typeface="+mn-lt"/>
                <a:ea typeface="+mn-ea"/>
                <a:cs typeface="+mn-cs"/>
              </a:rPr>
              <a:t> Exception</a:t>
            </a: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 KQL </a:t>
            </a:r>
            <a:r>
              <a:rPr lang="en-US" sz="1200" b="1" i="0" kern="1200" dirty="0" err="1">
                <a:solidFill>
                  <a:schemeClr val="tx1"/>
                </a:solidFill>
                <a:effectLst/>
                <a:latin typeface="+mn-lt"/>
                <a:ea typeface="+mn-ea"/>
                <a:cs typeface="+mn-cs"/>
              </a:rPr>
              <a:t>ช่วยหาอะไร</a:t>
            </a:r>
            <a:r>
              <a:rPr lang="en-US" sz="1200" b="1" i="0" kern="1200" dirty="0">
                <a:solidFill>
                  <a:schemeClr val="tx1"/>
                </a:solidFill>
                <a:effectLst/>
                <a:latin typeface="+mn-lt"/>
                <a:ea typeface="+mn-ea"/>
                <a:cs typeface="+mn-cs"/>
              </a:rPr>
              <a:t>?</a:t>
            </a:r>
          </a:p>
          <a:p>
            <a:pPr fontAlgn="t"/>
            <a:r>
              <a:rPr lang="en-US" sz="1200" b="1" i="0" kern="1200" dirty="0">
                <a:solidFill>
                  <a:schemeClr val="tx1"/>
                </a:solidFill>
                <a:effectLst/>
                <a:latin typeface="+mn-lt"/>
                <a:ea typeface="+mn-ea"/>
                <a:cs typeface="+mn-cs"/>
              </a:rPr>
              <a:t>KQL (Kusto Query Language)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ใช้ค้นและวิเคราะห์ข้อมูล</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หา</a:t>
            </a:r>
            <a:r>
              <a:rPr lang="en-US" sz="1200" b="0" i="0" kern="1200" dirty="0">
                <a:solidFill>
                  <a:schemeClr val="tx1"/>
                </a:solidFill>
                <a:effectLst/>
                <a:latin typeface="+mn-lt"/>
                <a:ea typeface="+mn-ea"/>
                <a:cs typeface="+mn-cs"/>
              </a:rPr>
              <a:t> Request </a:t>
            </a:r>
            <a:r>
              <a:rPr lang="en-US" sz="1200" b="0" i="0" kern="1200" dirty="0" err="1">
                <a:solidFill>
                  <a:schemeClr val="tx1"/>
                </a:solidFill>
                <a:effectLst/>
                <a:latin typeface="+mn-lt"/>
                <a:ea typeface="+mn-ea"/>
                <a:cs typeface="+mn-cs"/>
              </a:rPr>
              <a:t>ที่ใช้เวลานานกว่า</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3 </a:t>
            </a:r>
            <a:r>
              <a:rPr lang="en-US" sz="1200" b="1" i="0" kern="1200" dirty="0" err="1">
                <a:solidFill>
                  <a:schemeClr val="tx1"/>
                </a:solidFill>
                <a:effectLst/>
                <a:latin typeface="+mn-lt"/>
                <a:ea typeface="+mn-ea"/>
                <a:cs typeface="+mn-cs"/>
              </a:rPr>
              <a:t>วินาที</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เชื่อม</a:t>
            </a:r>
            <a:r>
              <a:rPr lang="en-US" sz="1200" b="0" i="0" kern="1200" dirty="0">
                <a:solidFill>
                  <a:schemeClr val="tx1"/>
                </a:solidFill>
                <a:effectLst/>
                <a:latin typeface="+mn-lt"/>
                <a:ea typeface="+mn-ea"/>
                <a:cs typeface="+mn-cs"/>
              </a:rPr>
              <a:t> Request </a:t>
            </a:r>
            <a:r>
              <a:rPr lang="en-US" sz="1200" b="0" i="0" kern="1200" dirty="0" err="1">
                <a:solidFill>
                  <a:schemeClr val="tx1"/>
                </a:solidFill>
                <a:effectLst/>
                <a:latin typeface="+mn-lt"/>
                <a:ea typeface="+mn-ea"/>
                <a:cs typeface="+mn-cs"/>
              </a:rPr>
              <a:t>กับ</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Dependency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เพื่อหาว่าระบบย่อยใดเป็นต้นเหตุของความล่าช้า</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ตรวจข้อมูลเฉพาะด้าน</a:t>
            </a:r>
            <a:r>
              <a:rPr lang="en-US" sz="1200" b="0" i="0" kern="1200" dirty="0">
                <a:solidFill>
                  <a:schemeClr val="tx1"/>
                </a:solidFill>
                <a:effectLst/>
                <a:latin typeface="+mn-lt"/>
                <a:ea typeface="+mn-ea"/>
                <a:cs typeface="+mn-cs"/>
              </a:rPr>
              <a:t> AI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จำนวน</a:t>
            </a:r>
            <a:r>
              <a:rPr lang="en-US" sz="1200" b="1" i="0" kern="1200" dirty="0">
                <a:solidFill>
                  <a:schemeClr val="tx1"/>
                </a:solidFill>
                <a:effectLst/>
                <a:latin typeface="+mn-lt"/>
                <a:ea typeface="+mn-ea"/>
                <a:cs typeface="+mn-cs"/>
              </a:rPr>
              <a:t> Token </a:t>
            </a:r>
            <a:r>
              <a:rPr lang="en-US" sz="1200" b="1" i="0" kern="1200" dirty="0" err="1">
                <a:solidFill>
                  <a:schemeClr val="tx1"/>
                </a:solidFill>
                <a:effectLst/>
                <a:latin typeface="+mn-lt"/>
                <a:ea typeface="+mn-ea"/>
                <a:cs typeface="+mn-cs"/>
              </a:rPr>
              <a:t>และชื่อ</a:t>
            </a:r>
            <a:r>
              <a:rPr lang="en-US" sz="1200" b="1" i="0" kern="1200" dirty="0">
                <a:solidFill>
                  <a:schemeClr val="tx1"/>
                </a:solidFill>
                <a:effectLst/>
                <a:latin typeface="+mn-lt"/>
                <a:ea typeface="+mn-ea"/>
                <a:cs typeface="+mn-cs"/>
              </a:rPr>
              <a:t> Model</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เฝ้าระวังปัญหา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Embedding Timeout, Search Cold Start </a:t>
            </a:r>
            <a:r>
              <a:rPr lang="en-US" sz="1200" b="1" i="0" kern="1200" dirty="0" err="1">
                <a:solidFill>
                  <a:schemeClr val="tx1"/>
                </a:solidFill>
                <a:effectLst/>
                <a:latin typeface="+mn-lt"/>
                <a:ea typeface="+mn-ea"/>
                <a:cs typeface="+mn-cs"/>
              </a:rPr>
              <a:t>และ</a:t>
            </a:r>
            <a:r>
              <a:rPr lang="en-US" sz="1200" b="1" i="0" kern="1200" dirty="0">
                <a:solidFill>
                  <a:schemeClr val="tx1"/>
                </a:solidFill>
                <a:effectLst/>
                <a:latin typeface="+mn-lt"/>
                <a:ea typeface="+mn-ea"/>
                <a:cs typeface="+mn-cs"/>
              </a:rPr>
              <a:t> LLM Rate Limiting</a:t>
            </a:r>
          </a:p>
          <a:p>
            <a:pPr lvl="0" fontAlgn="t"/>
            <a:endParaRPr lang="en-US" sz="1200" b="1"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เมื่อระบบ</a:t>
            </a:r>
            <a:r>
              <a:rPr lang="en-US" sz="1200" b="0" i="0" kern="1200" dirty="0">
                <a:solidFill>
                  <a:schemeClr val="tx1"/>
                </a:solidFill>
                <a:effectLst/>
                <a:latin typeface="+mn-lt"/>
                <a:ea typeface="+mn-ea"/>
                <a:cs typeface="+mn-cs"/>
              </a:rPr>
              <a:t> AI </a:t>
            </a:r>
            <a:r>
              <a:rPr lang="en-US" sz="1200" b="1" i="0" kern="1200" dirty="0" err="1">
                <a:solidFill>
                  <a:schemeClr val="tx1"/>
                </a:solidFill>
                <a:effectLst/>
                <a:latin typeface="+mn-lt"/>
                <a:ea typeface="+mn-ea"/>
                <a:cs typeface="+mn-cs"/>
              </a:rPr>
              <a:t>ช้าหรือเกิด</a:t>
            </a:r>
            <a:r>
              <a:rPr lang="en-US" sz="1200" b="1" i="0" kern="1200" dirty="0">
                <a:solidFill>
                  <a:schemeClr val="tx1"/>
                </a:solidFill>
                <a:effectLst/>
                <a:latin typeface="+mn-lt"/>
                <a:ea typeface="+mn-ea"/>
                <a:cs typeface="+mn-cs"/>
              </a:rPr>
              <a:t> Error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สามารถใช้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Trace + Application Insights + KQL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ไล่ดู</a:t>
            </a:r>
            <a:r>
              <a:rPr lang="en-US" sz="1200" b="0" i="0" kern="1200" dirty="0">
                <a:solidFill>
                  <a:schemeClr val="tx1"/>
                </a:solidFill>
                <a:effectLst/>
                <a:latin typeface="+mn-lt"/>
                <a:ea typeface="+mn-ea"/>
                <a:cs typeface="+mn-cs"/>
              </a:rPr>
              <a:t> Request </a:t>
            </a:r>
            <a:r>
              <a:rPr lang="en-US" sz="1200" b="0" i="0" kern="1200" dirty="0" err="1">
                <a:solidFill>
                  <a:schemeClr val="tx1"/>
                </a:solidFill>
                <a:effectLst/>
                <a:latin typeface="+mn-lt"/>
                <a:ea typeface="+mn-ea"/>
                <a:cs typeface="+mn-cs"/>
              </a:rPr>
              <a:t>ตั้งแต่ต้นจนจบ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เพื่อระบุว่า</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ช้าหรือผิดพลาดที่</a:t>
            </a:r>
            <a:r>
              <a:rPr lang="en-US" sz="1200" b="1" i="0" kern="1200" dirty="0">
                <a:solidFill>
                  <a:schemeClr val="tx1"/>
                </a:solidFill>
                <a:effectLst/>
                <a:latin typeface="+mn-lt"/>
                <a:ea typeface="+mn-ea"/>
                <a:cs typeface="+mn-cs"/>
              </a:rPr>
              <a:t> Service/</a:t>
            </a:r>
            <a:r>
              <a:rPr lang="en-US" sz="1200" b="1" i="0" kern="1200" dirty="0" err="1">
                <a:solidFill>
                  <a:schemeClr val="tx1"/>
                </a:solidFill>
                <a:effectLst/>
                <a:latin typeface="+mn-lt"/>
                <a:ea typeface="+mn-ea"/>
                <a:cs typeface="+mn-cs"/>
              </a:rPr>
              <a:t>ขั้นตอนไหน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ได้ง่ายขึ้น</a:t>
            </a:r>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p:txBody>
      </p:sp>
      <p:sp>
        <p:nvSpPr>
          <p:cNvPr id="953057398"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1DDF34-EC6B-0BAA-424D-C9ACACE3EF9F}"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167</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88025922" name="Slide Image Placeholder 1"/>
          <p:cNvSpPr>
            <a:spLocks noGrp="1" noRot="1" noChangeAspect="1"/>
          </p:cNvSpPr>
          <p:nvPr>
            <p:ph type="sldImg"/>
          </p:nvPr>
        </p:nvSpPr>
        <p:spPr bwMode="auto">
          <a:xfrm>
            <a:off x="217488" y="812800"/>
            <a:ext cx="7124700" cy="4008438"/>
          </a:xfrm>
        </p:spPr>
      </p:sp>
      <p:sp>
        <p:nvSpPr>
          <p:cNvPr id="844637932" name="Notes Placeholder 2"/>
          <p:cNvSpPr>
            <a:spLocks noGrp="1"/>
          </p:cNvSpPr>
          <p:nvPr>
            <p:ph type="body" idx="1"/>
          </p:nvPr>
        </p:nvSpPr>
        <p:spPr bwMode="auto"/>
        <p:txBody>
          <a:bodyPr/>
          <a:lstStyle/>
          <a:p>
            <a:pPr>
              <a:lnSpc>
                <a:spcPct val="90000"/>
              </a:lnSpc>
              <a:spcAft>
                <a:spcPts val="332"/>
              </a:spcAft>
              <a:defRPr/>
            </a:pPr>
            <a:r>
              <a:rPr lang="en-US"/>
              <a:t>This exercise requires an Azure subscription, which should be provided by the lab hoster supporting your delivery of this course.</a:t>
            </a:r>
            <a:endParaRPr lang="en-US">
              <a:solidFill>
                <a:srgbClr val="444444"/>
              </a:solidFill>
            </a:endParaRPr>
          </a:p>
          <a:p>
            <a:pPr>
              <a:lnSpc>
                <a:spcPct val="90000"/>
              </a:lnSpc>
              <a:spcAft>
                <a:spcPts val="332"/>
              </a:spcAft>
              <a:defRPr/>
            </a:pPr>
            <a:r>
              <a:rPr lang="en-US"/>
              <a:t>If you are not able to provide students with Azure subscriptions, you can demonstrate the lab using your own subscription (if you have one available).</a:t>
            </a:r>
            <a:endParaRPr/>
          </a:p>
        </p:txBody>
      </p:sp>
      <p:sp>
        <p:nvSpPr>
          <p:cNvPr id="1604967506" name="Header Placeholder 3"/>
          <p:cNvSpPr>
            <a:spLocks noGrp="1"/>
          </p:cNvSpPr>
          <p:nvPr>
            <p:ph type="hdr" sz="quarter"/>
          </p:nvPr>
        </p:nvSpPr>
        <p:spPr bwMode="auto"/>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1254291061" name="Footer Placeholder 4"/>
          <p:cNvSpPr>
            <a:spLocks noGrp="1"/>
          </p:cNvSpPr>
          <p:nvPr>
            <p:ph type="ftr" sz="quarter" idx="4"/>
          </p:nvPr>
        </p:nvSpPr>
        <p:spPr bwMode="auto"/>
        <p:txBody>
          <a:bodyPr/>
          <a:lstStyle/>
          <a:p>
            <a:pPr marL="0" marR="0" lvl="0" indent="0" algn="l" defTabSz="914098" rtl="0" eaLnBrk="1" fontAlgn="auto" latinLnBrk="0" hangingPunct="1">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a:ea typeface="Segoe UI"/>
                <a:cs typeface="Segoe UI"/>
              </a:rPr>
              <a:t>© Microsoft Corporation. All rights reserved. MICROSOFT MAKES NO WARRANTIES, EXPRESS, IMPLIED OR STATUTORY, AS TO THE INFORMATION IN THIS PRESENTATION.</a:t>
            </a:r>
            <a:endParaRPr kumimoji="0" sz="1200" b="0" i="0" u="none" strike="noStrike" kern="0" cap="none" spc="0" normalizeH="0" baseline="0" noProof="0">
              <a:ln>
                <a:noFill/>
              </a:ln>
              <a:solidFill>
                <a:prstClr val="black"/>
              </a:solidFill>
              <a:effectLst/>
              <a:uLnTx/>
              <a:uFillTx/>
              <a:latin typeface="Aptos"/>
              <a:cs typeface="Arial"/>
            </a:endParaRPr>
          </a:p>
        </p:txBody>
      </p:sp>
      <p:sp>
        <p:nvSpPr>
          <p:cNvPr id="98587829" name="Date Placeholder 5"/>
          <p:cNvSpPr>
            <a:spLocks noGrp="1"/>
          </p:cNvSpPr>
          <p:nvPr>
            <p:ph type="dt" idx="1"/>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FD8069-D363-B1FD-C85A-30544EF19ECA}" type="datetime8">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10/27/2026 8:46 AM</a:t>
            </a:fld>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490149776" name="Slide Number Placeholder 6"/>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32D111-37E3-EE75-0870-1F0A4C533A8B}"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168</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75827129" name="Slide Image Placeholder 1"/>
          <p:cNvSpPr>
            <a:spLocks noGrp="1" noRot="1" noChangeAspect="1"/>
          </p:cNvSpPr>
          <p:nvPr>
            <p:ph type="sldImg"/>
          </p:nvPr>
        </p:nvSpPr>
        <p:spPr bwMode="auto">
          <a:xfrm>
            <a:off x="217488" y="812800"/>
            <a:ext cx="7124700" cy="4008438"/>
          </a:xfrm>
        </p:spPr>
      </p:sp>
      <p:sp>
        <p:nvSpPr>
          <p:cNvPr id="1155684721" name="Notes Placeholder 2"/>
          <p:cNvSpPr>
            <a:spLocks noGrp="1"/>
          </p:cNvSpPr>
          <p:nvPr>
            <p:ph type="body" idx="1"/>
          </p:nvPr>
        </p:nvSpPr>
        <p:spPr bwMode="auto"/>
        <p:txBody>
          <a:bodyPr/>
          <a:lstStyle/>
          <a:p>
            <a:pPr>
              <a:defRPr/>
            </a:pPr>
            <a:r>
              <a:rPr lang="en-US"/>
              <a:t>Link to module: </a:t>
            </a:r>
            <a:r>
              <a:rPr lang="en-US" u="sng">
                <a:solidFill>
                  <a:schemeClr val="hlink"/>
                </a:solidFill>
                <a:hlinkClick r:id="rId3"/>
              </a:rPr>
              <a:t>https://learn.microsoft.com/training/modules/analyze-telemetry-logs-metrics/</a:t>
            </a:r>
            <a:endParaRPr/>
          </a:p>
          <a:p>
            <a:pPr>
              <a:defRPr/>
            </a:pPr>
            <a:endParaRPr lang="en-US"/>
          </a:p>
        </p:txBody>
      </p:sp>
      <p:sp>
        <p:nvSpPr>
          <p:cNvPr id="207788041" name="Slide Number Placeholder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4D7BB-47DA-46D4-B152-A08B9EBCF1F1}"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169</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27792153" name="Slide Image Placeholder 1"/>
          <p:cNvSpPr>
            <a:spLocks noGrp="1" noRot="1" noChangeAspect="1"/>
          </p:cNvSpPr>
          <p:nvPr>
            <p:ph type="sldImg"/>
          </p:nvPr>
        </p:nvSpPr>
        <p:spPr bwMode="auto">
          <a:xfrm>
            <a:off x="217488" y="812800"/>
            <a:ext cx="7124700" cy="4008438"/>
          </a:xfrm>
        </p:spPr>
      </p:sp>
      <p:sp>
        <p:nvSpPr>
          <p:cNvPr id="254651928"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พื้นฐานการใช้</a:t>
            </a:r>
            <a:r>
              <a:rPr lang="en-US" sz="1200" b="1" i="0" kern="1200" dirty="0">
                <a:solidFill>
                  <a:schemeClr val="tx1"/>
                </a:solidFill>
                <a:effectLst/>
                <a:latin typeface="+mn-lt"/>
                <a:ea typeface="+mn-ea"/>
                <a:cs typeface="+mn-cs"/>
              </a:rPr>
              <a:t> KQL (Kusto Query Language)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เพื่อค้นหาและวิเคราะห์ข้อมูลที่เก็บอยู่ใน</a:t>
            </a:r>
            <a:r>
              <a:rPr lang="en-US" sz="1200" b="0" i="0" kern="1200" dirty="0">
                <a:solidFill>
                  <a:schemeClr val="tx1"/>
                </a:solidFill>
                <a:effectLst/>
                <a:latin typeface="+mn-lt"/>
                <a:ea typeface="+mn-ea"/>
                <a:cs typeface="+mn-cs"/>
              </a:rPr>
              <a:t> Application Insights</a:t>
            </a: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ตารางข้อมูลหลักที่ควรรู้</a:t>
            </a:r>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requests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เก็บคำขอที่เข้ามายังระบบ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HTTP Request, </a:t>
            </a:r>
            <a:r>
              <a:rPr lang="en-US" sz="1200" b="0" i="0" kern="1200" dirty="0" err="1">
                <a:solidFill>
                  <a:schemeClr val="tx1"/>
                </a:solidFill>
                <a:effectLst/>
                <a:latin typeface="+mn-lt"/>
                <a:ea typeface="+mn-ea"/>
                <a:cs typeface="+mn-cs"/>
              </a:rPr>
              <a:t>ระยะเวลาตอบสนอง</a:t>
            </a:r>
            <a:r>
              <a:rPr lang="en-US" sz="1200" b="0" i="0" kern="1200" dirty="0">
                <a:solidFill>
                  <a:schemeClr val="tx1"/>
                </a:solidFill>
                <a:effectLst/>
                <a:latin typeface="+mn-lt"/>
                <a:ea typeface="+mn-ea"/>
                <a:cs typeface="+mn-cs"/>
              </a:rPr>
              <a:t>, Response Code </a:t>
            </a:r>
            <a:r>
              <a:rPr lang="en-US" sz="1200" b="0" i="0" kern="1200" dirty="0" err="1">
                <a:solidFill>
                  <a:schemeClr val="tx1"/>
                </a:solidFill>
                <a:effectLst/>
                <a:latin typeface="+mn-lt"/>
                <a:ea typeface="+mn-ea"/>
                <a:cs typeface="+mn-cs"/>
              </a:rPr>
              <a:t>และสำเร็จหรือไม่</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dependencies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เก็บการเรียกจากระบบเราออกไปยังระบบอื่น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Database, API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AI Model</a:t>
            </a:r>
          </a:p>
          <a:p>
            <a:pPr lvl="0" fontAlgn="t"/>
            <a:r>
              <a:rPr lang="en-US" sz="1200" b="1" i="0" kern="1200" dirty="0">
                <a:solidFill>
                  <a:schemeClr val="tx1"/>
                </a:solidFill>
                <a:effectLst/>
                <a:latin typeface="+mn-lt"/>
                <a:ea typeface="+mn-ea"/>
                <a:cs typeface="+mn-cs"/>
              </a:rPr>
              <a:t>exceptions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เก็บ</a:t>
            </a:r>
            <a:r>
              <a:rPr lang="en-US" sz="1200" b="0" i="0" kern="1200" dirty="0">
                <a:solidFill>
                  <a:schemeClr val="tx1"/>
                </a:solidFill>
                <a:effectLst/>
                <a:latin typeface="+mn-lt"/>
                <a:ea typeface="+mn-ea"/>
                <a:cs typeface="+mn-cs"/>
              </a:rPr>
              <a:t> Error </a:t>
            </a:r>
            <a:r>
              <a:rPr lang="en-US" sz="1200" b="0" i="0" kern="1200" dirty="0" err="1">
                <a:solidFill>
                  <a:schemeClr val="tx1"/>
                </a:solidFill>
                <a:effectLst/>
                <a:latin typeface="+mn-lt"/>
                <a:ea typeface="+mn-ea"/>
                <a:cs typeface="+mn-cs"/>
              </a:rPr>
              <a:t>และรายละเอียด</a:t>
            </a:r>
            <a:r>
              <a:rPr lang="en-US" sz="1200" b="0" i="0" kern="1200" dirty="0">
                <a:solidFill>
                  <a:schemeClr val="tx1"/>
                </a:solidFill>
                <a:effectLst/>
                <a:latin typeface="+mn-lt"/>
                <a:ea typeface="+mn-ea"/>
                <a:cs typeface="+mn-cs"/>
              </a:rPr>
              <a:t> Stack Trace</a:t>
            </a:r>
          </a:p>
          <a:p>
            <a:pPr lvl="0" fontAlgn="t"/>
            <a:r>
              <a:rPr lang="en-US" sz="1200" b="1" i="0" kern="1200" dirty="0">
                <a:solidFill>
                  <a:schemeClr val="tx1"/>
                </a:solidFill>
                <a:effectLst/>
                <a:latin typeface="+mn-lt"/>
                <a:ea typeface="+mn-ea"/>
                <a:cs typeface="+mn-cs"/>
              </a:rPr>
              <a:t>traces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เก็บ</a:t>
            </a:r>
            <a:r>
              <a:rPr lang="en-US" sz="1200" b="0" i="0" kern="1200" dirty="0">
                <a:solidFill>
                  <a:schemeClr val="tx1"/>
                </a:solidFill>
                <a:effectLst/>
                <a:latin typeface="+mn-lt"/>
                <a:ea typeface="+mn-ea"/>
                <a:cs typeface="+mn-cs"/>
              </a:rPr>
              <a:t> Log </a:t>
            </a:r>
            <a:r>
              <a:rPr lang="en-US" sz="1200" b="0" i="0" kern="1200" dirty="0" err="1">
                <a:solidFill>
                  <a:schemeClr val="tx1"/>
                </a:solidFill>
                <a:effectLst/>
                <a:latin typeface="+mn-lt"/>
                <a:ea typeface="+mn-ea"/>
                <a:cs typeface="+mn-cs"/>
              </a:rPr>
              <a:t>หรือข้อความที่</a:t>
            </a:r>
            <a:r>
              <a:rPr lang="en-US" sz="1200" b="0" i="0" kern="1200" dirty="0">
                <a:solidFill>
                  <a:schemeClr val="tx1"/>
                </a:solidFill>
                <a:effectLst/>
                <a:latin typeface="+mn-lt"/>
                <a:ea typeface="+mn-ea"/>
                <a:cs typeface="+mn-cs"/>
              </a:rPr>
              <a:t> Application </a:t>
            </a:r>
            <a:r>
              <a:rPr lang="en-US" sz="1200" b="0" i="0" kern="1200" dirty="0" err="1">
                <a:solidFill>
                  <a:schemeClr val="tx1"/>
                </a:solidFill>
                <a:effectLst/>
                <a:latin typeface="+mn-lt"/>
                <a:ea typeface="+mn-ea"/>
                <a:cs typeface="+mn-cs"/>
              </a:rPr>
              <a:t>บันทึกไว้</a:t>
            </a:r>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คำสั่ง</a:t>
            </a:r>
            <a:r>
              <a:rPr lang="en-US" sz="1200" b="1" i="0" kern="1200" dirty="0">
                <a:solidFill>
                  <a:schemeClr val="tx1"/>
                </a:solidFill>
                <a:effectLst/>
                <a:latin typeface="+mn-lt"/>
                <a:ea typeface="+mn-ea"/>
                <a:cs typeface="+mn-cs"/>
              </a:rPr>
              <a:t> KQL </a:t>
            </a:r>
            <a:r>
              <a:rPr lang="en-US" sz="1200" b="1" i="0" kern="1200" dirty="0" err="1">
                <a:solidFill>
                  <a:schemeClr val="tx1"/>
                </a:solidFill>
                <a:effectLst/>
                <a:latin typeface="+mn-lt"/>
                <a:ea typeface="+mn-ea"/>
                <a:cs typeface="+mn-cs"/>
              </a:rPr>
              <a:t>พื้นฐาน</a:t>
            </a:r>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where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กรองข้อมูลตามเงื่อนไข</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project</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เลือกหรือเปลี่ยนชื่อ</a:t>
            </a:r>
            <a:r>
              <a:rPr lang="en-US" sz="1200" b="0" i="0" kern="1200" dirty="0">
                <a:solidFill>
                  <a:schemeClr val="tx1"/>
                </a:solidFill>
                <a:effectLst/>
                <a:latin typeface="+mn-lt"/>
                <a:ea typeface="+mn-ea"/>
                <a:cs typeface="+mn-cs"/>
              </a:rPr>
              <a:t> Column </a:t>
            </a:r>
            <a:r>
              <a:rPr lang="en-US" sz="1200" b="0" i="0" kern="1200" dirty="0" err="1">
                <a:solidFill>
                  <a:schemeClr val="tx1"/>
                </a:solidFill>
                <a:effectLst/>
                <a:latin typeface="+mn-lt"/>
                <a:ea typeface="+mn-ea"/>
                <a:cs typeface="+mn-cs"/>
              </a:rPr>
              <a:t>ที่ต้องการแสดง</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take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หยิบข้อมูลจำนวน</a:t>
            </a:r>
            <a:r>
              <a:rPr lang="en-US" sz="1200" b="0" i="0" kern="1200" dirty="0">
                <a:solidFill>
                  <a:schemeClr val="tx1"/>
                </a:solidFill>
                <a:effectLst/>
                <a:latin typeface="+mn-lt"/>
                <a:ea typeface="+mn-ea"/>
                <a:cs typeface="+mn-cs"/>
              </a:rPr>
              <a:t> N </a:t>
            </a:r>
            <a:r>
              <a:rPr lang="en-US" sz="1200" b="0" i="0" kern="1200" dirty="0" err="1">
                <a:solidFill>
                  <a:schemeClr val="tx1"/>
                </a:solidFill>
                <a:effectLst/>
                <a:latin typeface="+mn-lt"/>
                <a:ea typeface="+mn-ea"/>
                <a:cs typeface="+mn-cs"/>
              </a:rPr>
              <a:t>รายการ</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top</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เลือก</a:t>
            </a:r>
            <a:r>
              <a:rPr lang="en-US" sz="1200" b="0" i="0" kern="1200" dirty="0">
                <a:solidFill>
                  <a:schemeClr val="tx1"/>
                </a:solidFill>
                <a:effectLst/>
                <a:latin typeface="+mn-lt"/>
                <a:ea typeface="+mn-ea"/>
                <a:cs typeface="+mn-cs"/>
              </a:rPr>
              <a:t> N </a:t>
            </a:r>
            <a:r>
              <a:rPr lang="en-US" sz="1200" b="0" i="0" kern="1200" dirty="0" err="1">
                <a:solidFill>
                  <a:schemeClr val="tx1"/>
                </a:solidFill>
                <a:effectLst/>
                <a:latin typeface="+mn-lt"/>
                <a:ea typeface="+mn-ea"/>
                <a:cs typeface="+mn-cs"/>
              </a:rPr>
              <a:t>รายการโดยเรียงตามค่าที่กำหนด</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has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ค้นหาคำ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โดยใช้</a:t>
            </a:r>
            <a:r>
              <a:rPr lang="en-US" sz="1200" b="0" i="0" kern="1200" dirty="0">
                <a:solidFill>
                  <a:schemeClr val="tx1"/>
                </a:solidFill>
                <a:effectLst/>
                <a:latin typeface="+mn-lt"/>
                <a:ea typeface="+mn-ea"/>
                <a:cs typeface="+mn-cs"/>
              </a:rPr>
              <a:t> Term Index </a:t>
            </a:r>
            <a:r>
              <a:rPr lang="en-US" sz="1200" b="0" i="0" kern="1200" dirty="0" err="1">
                <a:solidFill>
                  <a:schemeClr val="tx1"/>
                </a:solidFill>
                <a:effectLst/>
                <a:latin typeface="+mn-lt"/>
                <a:ea typeface="+mn-ea"/>
                <a:cs typeface="+mn-cs"/>
              </a:rPr>
              <a:t>จึงเหมาะกับการค้นหาคำ</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contains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ค้นหาข้อความบางส่วน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แต่ช้ากว่า</a:t>
            </a:r>
            <a:r>
              <a:rPr lang="en-US" sz="1200" b="0" i="0" kern="1200" dirty="0">
                <a:solidFill>
                  <a:schemeClr val="tx1"/>
                </a:solidFill>
                <a:effectLst/>
                <a:latin typeface="+mn-lt"/>
                <a:ea typeface="+mn-ea"/>
                <a:cs typeface="+mn-cs"/>
              </a:rPr>
              <a:t> has</a:t>
            </a:r>
          </a:p>
          <a:p>
            <a:pPr lvl="0" fontAlgn="t"/>
            <a:endParaRPr lang="en-US" sz="1200" b="0"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Application Insights = </a:t>
            </a:r>
            <a:r>
              <a:rPr lang="en-US" sz="1200" b="1" i="0" kern="1200" dirty="0" err="1">
                <a:solidFill>
                  <a:schemeClr val="tx1"/>
                </a:solidFill>
                <a:effectLst/>
                <a:latin typeface="+mn-lt"/>
                <a:ea typeface="+mn-ea"/>
                <a:cs typeface="+mn-cs"/>
              </a:rPr>
              <a:t>คลังข้อมูลการทำงานของระบบ</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KQL = </a:t>
            </a:r>
            <a:r>
              <a:rPr lang="en-US" sz="1200" b="1" i="0" kern="1200" dirty="0" err="1">
                <a:solidFill>
                  <a:schemeClr val="tx1"/>
                </a:solidFill>
                <a:effectLst/>
                <a:latin typeface="+mn-lt"/>
                <a:ea typeface="+mn-ea"/>
                <a:cs typeface="+mn-cs"/>
              </a:rPr>
              <a:t>ภาษาที่ใช้ถามและวิเคราะห์ข้อมูลในคลังนั้น</a:t>
            </a:r>
            <a:endParaRPr lang="en-US" sz="1200" b="0" i="0" kern="1200" dirty="0">
              <a:solidFill>
                <a:schemeClr val="tx1"/>
              </a:solidFill>
              <a:effectLst/>
              <a:latin typeface="+mn-lt"/>
              <a:ea typeface="+mn-ea"/>
              <a:cs typeface="+mn-cs"/>
            </a:endParaRPr>
          </a:p>
          <a:p>
            <a:pPr fontAlgn="t"/>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KQL </a:t>
            </a:r>
            <a:r>
              <a:rPr lang="en-US" sz="1200" b="0" i="0" kern="1200" dirty="0" err="1">
                <a:solidFill>
                  <a:schemeClr val="tx1"/>
                </a:solidFill>
                <a:effectLst/>
                <a:latin typeface="+mn-lt"/>
                <a:ea typeface="+mn-ea"/>
                <a:cs typeface="+mn-cs"/>
              </a:rPr>
              <a:t>ช่วยให้เราค้นข้อมูลใน</a:t>
            </a:r>
            <a:r>
              <a:rPr lang="en-US" sz="1200" b="0" i="0" kern="1200" dirty="0">
                <a:solidFill>
                  <a:schemeClr val="tx1"/>
                </a:solidFill>
                <a:effectLst/>
                <a:latin typeface="+mn-lt"/>
                <a:ea typeface="+mn-ea"/>
                <a:cs typeface="+mn-cs"/>
              </a:rPr>
              <a:t> Application Insights </a:t>
            </a:r>
            <a:r>
              <a:rPr lang="en-US" sz="1200" b="0" i="0" kern="1200" dirty="0" err="1">
                <a:solidFill>
                  <a:schemeClr val="tx1"/>
                </a:solidFill>
                <a:effectLst/>
                <a:latin typeface="+mn-lt"/>
                <a:ea typeface="+mn-ea"/>
                <a:cs typeface="+mn-cs"/>
              </a:rPr>
              <a:t>เพื่อดูว่า</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ระบบได้รับ</a:t>
            </a:r>
            <a:r>
              <a:rPr lang="en-US" sz="1200" b="1" i="0" kern="1200" dirty="0">
                <a:solidFill>
                  <a:schemeClr val="tx1"/>
                </a:solidFill>
                <a:effectLst/>
                <a:latin typeface="+mn-lt"/>
                <a:ea typeface="+mn-ea"/>
                <a:cs typeface="+mn-cs"/>
              </a:rPr>
              <a:t> Request </a:t>
            </a:r>
            <a:r>
              <a:rPr lang="en-US" sz="1200" b="1" i="0" kern="1200" dirty="0" err="1">
                <a:solidFill>
                  <a:schemeClr val="tx1"/>
                </a:solidFill>
                <a:effectLst/>
                <a:latin typeface="+mn-lt"/>
                <a:ea typeface="+mn-ea"/>
                <a:cs typeface="+mn-cs"/>
              </a:rPr>
              <a:t>อะไร</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เรียกระบบภายนอกอะไร</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เกิด</a:t>
            </a:r>
            <a:r>
              <a:rPr lang="en-US" sz="1200" b="1" i="0" kern="1200" dirty="0">
                <a:solidFill>
                  <a:schemeClr val="tx1"/>
                </a:solidFill>
                <a:effectLst/>
                <a:latin typeface="+mn-lt"/>
                <a:ea typeface="+mn-ea"/>
                <a:cs typeface="+mn-cs"/>
              </a:rPr>
              <a:t> Error </a:t>
            </a:r>
            <a:r>
              <a:rPr lang="en-US" sz="1200" b="1" i="0" kern="1200" dirty="0" err="1">
                <a:solidFill>
                  <a:schemeClr val="tx1"/>
                </a:solidFill>
                <a:effectLst/>
                <a:latin typeface="+mn-lt"/>
                <a:ea typeface="+mn-ea"/>
                <a:cs typeface="+mn-cs"/>
              </a:rPr>
              <a:t>ที่ไหน</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และมี</a:t>
            </a:r>
            <a:r>
              <a:rPr lang="en-US" sz="1200" b="1" i="0" kern="1200" dirty="0">
                <a:solidFill>
                  <a:schemeClr val="tx1"/>
                </a:solidFill>
                <a:effectLst/>
                <a:latin typeface="+mn-lt"/>
                <a:ea typeface="+mn-ea"/>
                <a:cs typeface="+mn-cs"/>
              </a:rPr>
              <a:t> Log </a:t>
            </a:r>
            <a:r>
              <a:rPr lang="en-US" sz="1200" b="1" i="0" kern="1200" dirty="0" err="1">
                <a:solidFill>
                  <a:schemeClr val="tx1"/>
                </a:solidFill>
                <a:effectLst/>
                <a:latin typeface="+mn-lt"/>
                <a:ea typeface="+mn-ea"/>
                <a:cs typeface="+mn-cs"/>
              </a:rPr>
              <a:t>อะไรบ้าง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โดยใช้คำสั่งพื้นฐานอย่าง</a:t>
            </a:r>
            <a:r>
              <a:rPr lang="en-US" sz="1200" b="0" i="0" kern="1200" dirty="0">
                <a:solidFill>
                  <a:schemeClr val="tx1"/>
                </a:solidFill>
                <a:effectLst/>
                <a:latin typeface="+mn-lt"/>
                <a:ea typeface="+mn-ea"/>
                <a:cs typeface="+mn-cs"/>
              </a:rPr>
              <a:t> where, project, take </a:t>
            </a:r>
            <a:r>
              <a:rPr lang="en-US" sz="1200" b="0" i="0" kern="1200" dirty="0" err="1">
                <a:solidFill>
                  <a:schemeClr val="tx1"/>
                </a:solidFill>
                <a:effectLst/>
                <a:latin typeface="+mn-lt"/>
                <a:ea typeface="+mn-ea"/>
                <a:cs typeface="+mn-cs"/>
              </a:rPr>
              <a:t>และ</a:t>
            </a:r>
            <a:r>
              <a:rPr lang="en-US" sz="1200" b="0" i="0" kern="1200" dirty="0">
                <a:solidFill>
                  <a:schemeClr val="tx1"/>
                </a:solidFill>
                <a:effectLst/>
                <a:latin typeface="+mn-lt"/>
                <a:ea typeface="+mn-ea"/>
                <a:cs typeface="+mn-cs"/>
              </a:rPr>
              <a:t> top </a:t>
            </a:r>
          </a:p>
        </p:txBody>
      </p:sp>
      <p:sp>
        <p:nvSpPr>
          <p:cNvPr id="913454804"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28E26C-F9C7-A99A-F8D9-A2B511D66EC9}"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170</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85379157" name="Slide Image Placeholder 1"/>
          <p:cNvSpPr>
            <a:spLocks noGrp="1" noRot="1" noChangeAspect="1"/>
          </p:cNvSpPr>
          <p:nvPr>
            <p:ph type="sldImg"/>
          </p:nvPr>
        </p:nvSpPr>
        <p:spPr bwMode="auto">
          <a:xfrm>
            <a:off x="217488" y="812800"/>
            <a:ext cx="7124700" cy="4008438"/>
          </a:xfrm>
        </p:spPr>
      </p:sp>
      <p:sp>
        <p:nvSpPr>
          <p:cNvPr id="1558505151" name="Notes Placeholder 2"/>
          <p:cNvSpPr>
            <a:spLocks noGrp="1"/>
          </p:cNvSpPr>
          <p:nvPr>
            <p:ph type="body" idx="1"/>
          </p:nvPr>
        </p:nvSpPr>
        <p:spPr bwMode="auto"/>
        <p:txBody>
          <a:bodyPr/>
          <a:lstStyle/>
          <a:p>
            <a:pPr fontAlgn="t"/>
            <a:r>
              <a:rPr lang="en-US" sz="1200" b="1" i="0" kern="1200" dirty="0">
                <a:solidFill>
                  <a:schemeClr val="tx1"/>
                </a:solidFill>
                <a:effectLst/>
                <a:latin typeface="+mn-lt"/>
                <a:ea typeface="+mn-ea"/>
                <a:cs typeface="+mn-cs"/>
              </a:rPr>
              <a:t>KQL </a:t>
            </a:r>
            <a:r>
              <a:rPr lang="en-US" sz="1200" b="1" i="0" kern="1200" dirty="0" err="1">
                <a:solidFill>
                  <a:schemeClr val="tx1"/>
                </a:solidFill>
                <a:effectLst/>
                <a:latin typeface="+mn-lt"/>
                <a:ea typeface="+mn-ea"/>
                <a:cs typeface="+mn-cs"/>
              </a:rPr>
              <a:t>ขั้นต่อจากพื้นฐาน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คือการนำข้อมูลจำนวนมากมาสรุปเป็นตัวเลขและแสดงเป็นกราฟ</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เพื่อดูแนวโน้มของระบบได้ง่ายขึ้น</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คำสั่งสำคัญ</a:t>
            </a:r>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summarize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รวมและสรุปข้อมูล</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endParaRPr lang="en-US" sz="1200" b="0" i="0" kern="1200" dirty="0">
              <a:solidFill>
                <a:schemeClr val="tx1"/>
              </a:solidFill>
              <a:effectLst/>
              <a:latin typeface="+mn-lt"/>
              <a:ea typeface="+mn-ea"/>
              <a:cs typeface="+mn-cs"/>
            </a:endParaRPr>
          </a:p>
          <a:p>
            <a:pPr lvl="1" fontAlgn="t"/>
            <a:r>
              <a:rPr lang="en-US" sz="1200" b="0" i="0" kern="1200" dirty="0">
                <a:solidFill>
                  <a:schemeClr val="tx1"/>
                </a:solidFill>
                <a:effectLst/>
                <a:latin typeface="+mn-lt"/>
                <a:ea typeface="+mn-ea"/>
                <a:cs typeface="+mn-cs"/>
              </a:rPr>
              <a:t>count() = </a:t>
            </a:r>
            <a:r>
              <a:rPr lang="en-US" sz="1200" b="0" i="0" kern="1200" dirty="0" err="1">
                <a:solidFill>
                  <a:schemeClr val="tx1"/>
                </a:solidFill>
                <a:effectLst/>
                <a:latin typeface="+mn-lt"/>
                <a:ea typeface="+mn-ea"/>
                <a:cs typeface="+mn-cs"/>
              </a:rPr>
              <a:t>นับจำนวน</a:t>
            </a:r>
            <a:endParaRPr lang="en-US" sz="1200" b="0" i="0" kern="1200" dirty="0">
              <a:solidFill>
                <a:schemeClr val="tx1"/>
              </a:solidFill>
              <a:effectLst/>
              <a:latin typeface="+mn-lt"/>
              <a:ea typeface="+mn-ea"/>
              <a:cs typeface="+mn-cs"/>
            </a:endParaRPr>
          </a:p>
          <a:p>
            <a:pPr lvl="1" fontAlgn="t"/>
            <a:r>
              <a:rPr lang="en-US" sz="1200" b="0" i="0" kern="1200" dirty="0">
                <a:solidFill>
                  <a:schemeClr val="tx1"/>
                </a:solidFill>
                <a:effectLst/>
                <a:latin typeface="+mn-lt"/>
                <a:ea typeface="+mn-ea"/>
                <a:cs typeface="+mn-cs"/>
              </a:rPr>
              <a:t>avg() = </a:t>
            </a:r>
            <a:r>
              <a:rPr lang="en-US" sz="1200" b="0" i="0" kern="1200" dirty="0" err="1">
                <a:solidFill>
                  <a:schemeClr val="tx1"/>
                </a:solidFill>
                <a:effectLst/>
                <a:latin typeface="+mn-lt"/>
                <a:ea typeface="+mn-ea"/>
                <a:cs typeface="+mn-cs"/>
              </a:rPr>
              <a:t>หาค่าเฉลี่ย</a:t>
            </a:r>
            <a:endParaRPr lang="en-US" sz="1200" b="0" i="0" kern="1200" dirty="0">
              <a:solidFill>
                <a:schemeClr val="tx1"/>
              </a:solidFill>
              <a:effectLst/>
              <a:latin typeface="+mn-lt"/>
              <a:ea typeface="+mn-ea"/>
              <a:cs typeface="+mn-cs"/>
            </a:endParaRPr>
          </a:p>
          <a:p>
            <a:pPr lvl="1" fontAlgn="t"/>
            <a:r>
              <a:rPr lang="en-US" sz="1200" b="0" i="0" kern="1200" dirty="0">
                <a:solidFill>
                  <a:schemeClr val="tx1"/>
                </a:solidFill>
                <a:effectLst/>
                <a:latin typeface="+mn-lt"/>
                <a:ea typeface="+mn-ea"/>
                <a:cs typeface="+mn-cs"/>
              </a:rPr>
              <a:t>percentile() = </a:t>
            </a:r>
            <a:r>
              <a:rPr lang="en-US" sz="1200" b="0" i="0" kern="1200" dirty="0" err="1">
                <a:solidFill>
                  <a:schemeClr val="tx1"/>
                </a:solidFill>
                <a:effectLst/>
                <a:latin typeface="+mn-lt"/>
                <a:ea typeface="+mn-ea"/>
                <a:cs typeface="+mn-cs"/>
              </a:rPr>
              <a:t>หาค่า</a:t>
            </a:r>
            <a:r>
              <a:rPr lang="en-US" sz="1200" b="0" i="0" kern="1200" dirty="0">
                <a:solidFill>
                  <a:schemeClr val="tx1"/>
                </a:solidFill>
                <a:effectLst/>
                <a:latin typeface="+mn-lt"/>
                <a:ea typeface="+mn-ea"/>
                <a:cs typeface="+mn-cs"/>
              </a:rPr>
              <a:t> Percentile</a:t>
            </a:r>
          </a:p>
          <a:p>
            <a:pPr lvl="0" fontAlgn="t"/>
            <a:r>
              <a:rPr lang="en-US" sz="1200" b="1" i="0" kern="1200" dirty="0">
                <a:solidFill>
                  <a:schemeClr val="tx1"/>
                </a:solidFill>
                <a:effectLst/>
                <a:latin typeface="+mn-lt"/>
                <a:ea typeface="+mn-ea"/>
                <a:cs typeface="+mn-cs"/>
              </a:rPr>
              <a:t>bin()</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แบ่งข้อมูลตามช่วงเวลา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ทุก</a:t>
            </a:r>
            <a:r>
              <a:rPr lang="en-US" sz="1200" b="1" i="0" kern="1200" dirty="0">
                <a:solidFill>
                  <a:schemeClr val="tx1"/>
                </a:solidFill>
                <a:effectLst/>
                <a:latin typeface="+mn-lt"/>
                <a:ea typeface="+mn-ea"/>
                <a:cs typeface="+mn-cs"/>
              </a:rPr>
              <a:t> 1 </a:t>
            </a:r>
            <a:r>
              <a:rPr lang="en-US" sz="1200" b="1" i="0" kern="1200" dirty="0" err="1">
                <a:solidFill>
                  <a:schemeClr val="tx1"/>
                </a:solidFill>
                <a:effectLst/>
                <a:latin typeface="+mn-lt"/>
                <a:ea typeface="+mn-ea"/>
                <a:cs typeface="+mn-cs"/>
              </a:rPr>
              <a:t>ชั่วโมง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เพื่อดูแนวโน้ม</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render</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แสดงผลเป็นกราฟ</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endParaRPr lang="en-US" sz="1200" b="0" i="0" kern="1200" dirty="0">
              <a:solidFill>
                <a:schemeClr val="tx1"/>
              </a:solidFill>
              <a:effectLst/>
              <a:latin typeface="+mn-lt"/>
              <a:ea typeface="+mn-ea"/>
              <a:cs typeface="+mn-cs"/>
            </a:endParaRPr>
          </a:p>
          <a:p>
            <a:pPr lvl="1" fontAlgn="t"/>
            <a:r>
              <a:rPr lang="en-US" sz="1200" b="0" i="0" kern="1200" dirty="0" err="1">
                <a:solidFill>
                  <a:schemeClr val="tx1"/>
                </a:solidFill>
                <a:effectLst/>
                <a:latin typeface="+mn-lt"/>
                <a:ea typeface="+mn-ea"/>
                <a:cs typeface="+mn-cs"/>
              </a:rPr>
              <a:t>timechart</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กราฟตามเวลา</a:t>
            </a:r>
            <a:endParaRPr lang="en-US" sz="1200" b="0" i="0" kern="1200" dirty="0">
              <a:solidFill>
                <a:schemeClr val="tx1"/>
              </a:solidFill>
              <a:effectLst/>
              <a:latin typeface="+mn-lt"/>
              <a:ea typeface="+mn-ea"/>
              <a:cs typeface="+mn-cs"/>
            </a:endParaRPr>
          </a:p>
          <a:p>
            <a:pPr lvl="1" fontAlgn="t"/>
            <a:r>
              <a:rPr lang="en-US" sz="1200" b="0" i="0" kern="1200" dirty="0" err="1">
                <a:solidFill>
                  <a:schemeClr val="tx1"/>
                </a:solidFill>
                <a:effectLst/>
                <a:latin typeface="+mn-lt"/>
                <a:ea typeface="+mn-ea"/>
                <a:cs typeface="+mn-cs"/>
              </a:rPr>
              <a:t>barchart</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กราฟแท่ง</a:t>
            </a:r>
            <a:endParaRPr lang="en-US" sz="1200" b="0" i="0" kern="1200" dirty="0">
              <a:solidFill>
                <a:schemeClr val="tx1"/>
              </a:solidFill>
              <a:effectLst/>
              <a:latin typeface="+mn-lt"/>
              <a:ea typeface="+mn-ea"/>
              <a:cs typeface="+mn-cs"/>
            </a:endParaRPr>
          </a:p>
          <a:p>
            <a:pPr lvl="1" fontAlgn="t"/>
            <a:r>
              <a:rPr lang="en-US" sz="1200" b="0" i="0" kern="1200" dirty="0" err="1">
                <a:solidFill>
                  <a:schemeClr val="tx1"/>
                </a:solidFill>
                <a:effectLst/>
                <a:latin typeface="+mn-lt"/>
                <a:ea typeface="+mn-ea"/>
                <a:cs typeface="+mn-cs"/>
              </a:rPr>
              <a:t>piechart</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กราฟวงกลม</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Query </a:t>
            </a:r>
            <a:r>
              <a:rPr lang="en-US" sz="1200" b="0" i="0" kern="1200" dirty="0" err="1">
                <a:solidFill>
                  <a:schemeClr val="tx1"/>
                </a:solidFill>
                <a:effectLst/>
                <a:latin typeface="+mn-lt"/>
                <a:ea typeface="+mn-ea"/>
                <a:cs typeface="+mn-cs"/>
              </a:rPr>
              <a:t>ตัวอย่างกำลังวิเคราะห์</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Requests </a:t>
            </a:r>
            <a:r>
              <a:rPr lang="en-US" sz="1200" b="1" i="0" kern="1200" dirty="0" err="1">
                <a:solidFill>
                  <a:schemeClr val="tx1"/>
                </a:solidFill>
                <a:effectLst/>
                <a:latin typeface="+mn-lt"/>
                <a:ea typeface="+mn-ea"/>
                <a:cs typeface="+mn-cs"/>
              </a:rPr>
              <a:t>ในช่วง</a:t>
            </a:r>
            <a:r>
              <a:rPr lang="en-US" sz="1200" b="1" i="0" kern="1200" dirty="0">
                <a:solidFill>
                  <a:schemeClr val="tx1"/>
                </a:solidFill>
                <a:effectLst/>
                <a:latin typeface="+mn-lt"/>
                <a:ea typeface="+mn-ea"/>
                <a:cs typeface="+mn-cs"/>
              </a:rPr>
              <a:t> 24 </a:t>
            </a:r>
            <a:r>
              <a:rPr lang="en-US" sz="1200" b="1" i="0" kern="1200" dirty="0" err="1">
                <a:solidFill>
                  <a:schemeClr val="tx1"/>
                </a:solidFill>
                <a:effectLst/>
                <a:latin typeface="+mn-lt"/>
                <a:ea typeface="+mn-ea"/>
                <a:cs typeface="+mn-cs"/>
              </a:rPr>
              <a:t>ชั่วโมงที่ผ่านมา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แล้ว</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แบ่งข้อมูลทุก</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1 </a:t>
            </a:r>
            <a:r>
              <a:rPr lang="en-US" sz="1200" b="1" i="0" kern="1200" dirty="0" err="1">
                <a:solidFill>
                  <a:schemeClr val="tx1"/>
                </a:solidFill>
                <a:effectLst/>
                <a:latin typeface="+mn-lt"/>
                <a:ea typeface="+mn-ea"/>
                <a:cs typeface="+mn-cs"/>
              </a:rPr>
              <a:t>ชั่วโมง</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นับจำนวน</a:t>
            </a:r>
            <a:r>
              <a:rPr lang="en-US" sz="1200" b="0" i="0" kern="1200" dirty="0">
                <a:solidFill>
                  <a:schemeClr val="tx1"/>
                </a:solidFill>
                <a:effectLst/>
                <a:latin typeface="+mn-lt"/>
                <a:ea typeface="+mn-ea"/>
                <a:cs typeface="+mn-cs"/>
              </a:rPr>
              <a:t> Request → </a:t>
            </a:r>
            <a:r>
              <a:rPr lang="en-US" sz="1200" b="0" i="0" kern="1200" dirty="0" err="1">
                <a:solidFill>
                  <a:schemeClr val="tx1"/>
                </a:solidFill>
                <a:effectLst/>
                <a:latin typeface="+mn-lt"/>
                <a:ea typeface="+mn-ea"/>
                <a:cs typeface="+mn-cs"/>
              </a:rPr>
              <a:t>หาเวลาเฉลี่ยในการตอบสนอง</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แยกตาม</a:t>
            </a:r>
            <a:r>
              <a:rPr lang="en-US" sz="1200" b="0" i="0" kern="1200" dirty="0">
                <a:solidFill>
                  <a:schemeClr val="tx1"/>
                </a:solidFill>
                <a:effectLst/>
                <a:latin typeface="+mn-lt"/>
                <a:ea typeface="+mn-ea"/>
                <a:cs typeface="+mn-cs"/>
              </a:rPr>
              <a:t> Service → </a:t>
            </a:r>
            <a:r>
              <a:rPr lang="en-US" sz="1200" b="0" i="0" kern="1200" dirty="0" err="1">
                <a:solidFill>
                  <a:schemeClr val="tx1"/>
                </a:solidFill>
                <a:effectLst/>
                <a:latin typeface="+mn-lt"/>
                <a:ea typeface="+mn-ea"/>
                <a:cs typeface="+mn-cs"/>
              </a:rPr>
              <a:t>แสดงเป็นกราฟ</a:t>
            </a:r>
            <a:r>
              <a:rPr lang="en-US" sz="1200" b="0" i="0" kern="1200" dirty="0">
                <a:solidFill>
                  <a:schemeClr val="tx1"/>
                </a:solidFill>
                <a:effectLst/>
                <a:latin typeface="+mn-lt"/>
                <a:ea typeface="+mn-ea"/>
                <a:cs typeface="+mn-cs"/>
              </a:rPr>
              <a:t> Time Chart</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summarize = </a:t>
            </a:r>
            <a:r>
              <a:rPr lang="en-US" sz="1200" b="1" i="0" kern="1200" dirty="0" err="1">
                <a:solidFill>
                  <a:schemeClr val="tx1"/>
                </a:solidFill>
                <a:effectLst/>
                <a:latin typeface="+mn-lt"/>
                <a:ea typeface="+mn-ea"/>
                <a:cs typeface="+mn-cs"/>
              </a:rPr>
              <a:t>สรุปตัวเลข</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bin = </a:t>
            </a:r>
            <a:r>
              <a:rPr lang="en-US" sz="1200" b="1" i="0" kern="1200" dirty="0" err="1">
                <a:solidFill>
                  <a:schemeClr val="tx1"/>
                </a:solidFill>
                <a:effectLst/>
                <a:latin typeface="+mn-lt"/>
                <a:ea typeface="+mn-ea"/>
                <a:cs typeface="+mn-cs"/>
              </a:rPr>
              <a:t>แบ่งเป็นช่วงเวลา</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render = </a:t>
            </a:r>
            <a:r>
              <a:rPr lang="en-US" sz="1200" b="1" i="0" kern="1200" dirty="0" err="1">
                <a:solidFill>
                  <a:schemeClr val="tx1"/>
                </a:solidFill>
                <a:effectLst/>
                <a:latin typeface="+mn-lt"/>
                <a:ea typeface="+mn-ea"/>
                <a:cs typeface="+mn-cs"/>
              </a:rPr>
              <a:t>เอาผลลัพธ์มาทำกราฟ</a:t>
            </a:r>
            <a:endParaRPr lang="en-US" sz="1200" b="1"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KQL </a:t>
            </a:r>
            <a:r>
              <a:rPr lang="en-US" sz="1200" b="0" i="0" kern="1200" dirty="0" err="1">
                <a:solidFill>
                  <a:schemeClr val="tx1"/>
                </a:solidFill>
                <a:effectLst/>
                <a:latin typeface="+mn-lt"/>
                <a:ea typeface="+mn-ea"/>
                <a:cs typeface="+mn-cs"/>
              </a:rPr>
              <a:t>ไม่ได้ใช้แค่ค้นหา</a:t>
            </a:r>
            <a:r>
              <a:rPr lang="en-US" sz="1200" b="0" i="0" kern="1200" dirty="0">
                <a:solidFill>
                  <a:schemeClr val="tx1"/>
                </a:solidFill>
                <a:effectLst/>
                <a:latin typeface="+mn-lt"/>
                <a:ea typeface="+mn-ea"/>
                <a:cs typeface="+mn-cs"/>
              </a:rPr>
              <a:t> Log </a:t>
            </a:r>
            <a:r>
              <a:rPr lang="en-US" sz="1200" b="0" i="0" kern="1200" dirty="0" err="1">
                <a:solidFill>
                  <a:schemeClr val="tx1"/>
                </a:solidFill>
                <a:effectLst/>
                <a:latin typeface="+mn-lt"/>
                <a:ea typeface="+mn-ea"/>
                <a:cs typeface="+mn-cs"/>
              </a:rPr>
              <a:t>แต่สามารถ</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สรุปข้อมูลและสร้างกราฟเพื่อดูแนวโน้มของระบบ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จำนวน</a:t>
            </a:r>
            <a:r>
              <a:rPr lang="en-US" sz="1200" b="0" i="0" kern="1200" dirty="0">
                <a:solidFill>
                  <a:schemeClr val="tx1"/>
                </a:solidFill>
                <a:effectLst/>
                <a:latin typeface="+mn-lt"/>
                <a:ea typeface="+mn-ea"/>
                <a:cs typeface="+mn-cs"/>
              </a:rPr>
              <a:t> Request </a:t>
            </a:r>
            <a:r>
              <a:rPr lang="en-US" sz="1200" b="0" i="0" kern="1200" dirty="0" err="1">
                <a:solidFill>
                  <a:schemeClr val="tx1"/>
                </a:solidFill>
                <a:effectLst/>
                <a:latin typeface="+mn-lt"/>
                <a:ea typeface="+mn-ea"/>
                <a:cs typeface="+mn-cs"/>
              </a:rPr>
              <a:t>และความเร็วในการตอบสนองในแต่ละช่วงเวลาได้ครับ</a:t>
            </a:r>
            <a:endParaRPr lang="en-US" sz="1200" b="0" i="0" kern="1200" dirty="0">
              <a:solidFill>
                <a:schemeClr val="tx1"/>
              </a:solidFill>
              <a:effectLst/>
              <a:latin typeface="+mn-lt"/>
              <a:ea typeface="+mn-ea"/>
              <a:cs typeface="+mn-cs"/>
            </a:endParaRPr>
          </a:p>
        </p:txBody>
      </p:sp>
      <p:sp>
        <p:nvSpPr>
          <p:cNvPr id="2047967080"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1C9CAB2-F6D1-5DF8-53D6-33F8B28B7A84}"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171</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13745689" name="Slide Image Placeholder 1"/>
          <p:cNvSpPr>
            <a:spLocks noGrp="1" noRot="1" noChangeAspect="1"/>
          </p:cNvSpPr>
          <p:nvPr>
            <p:ph type="sldImg"/>
          </p:nvPr>
        </p:nvSpPr>
        <p:spPr bwMode="auto">
          <a:xfrm>
            <a:off x="217488" y="812800"/>
            <a:ext cx="7124700" cy="4008438"/>
          </a:xfrm>
        </p:spPr>
      </p:sp>
      <p:sp>
        <p:nvSpPr>
          <p:cNvPr id="1925966819"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การใช้</a:t>
            </a:r>
            <a:r>
              <a:rPr lang="en-US" sz="1200" b="1" i="0" kern="1200" dirty="0">
                <a:solidFill>
                  <a:schemeClr val="tx1"/>
                </a:solidFill>
                <a:effectLst/>
                <a:latin typeface="+mn-lt"/>
                <a:ea typeface="+mn-ea"/>
                <a:cs typeface="+mn-cs"/>
              </a:rPr>
              <a:t> KQL </a:t>
            </a:r>
            <a:r>
              <a:rPr lang="en-US" sz="1200" b="1" i="0" kern="1200" dirty="0" err="1">
                <a:solidFill>
                  <a:schemeClr val="tx1"/>
                </a:solidFill>
                <a:effectLst/>
                <a:latin typeface="+mn-lt"/>
                <a:ea typeface="+mn-ea"/>
                <a:cs typeface="+mn-cs"/>
              </a:rPr>
              <a:t>ตรวจสอบ</a:t>
            </a:r>
            <a:r>
              <a:rPr lang="en-US" sz="1200" b="1" i="0" kern="1200" dirty="0">
                <a:solidFill>
                  <a:schemeClr val="tx1"/>
                </a:solidFill>
                <a:effectLst/>
                <a:latin typeface="+mn-lt"/>
                <a:ea typeface="+mn-ea"/>
                <a:cs typeface="+mn-cs"/>
              </a:rPr>
              <a:t> Error </a:t>
            </a:r>
            <a:r>
              <a:rPr lang="en-US" sz="1200" b="1" i="0" kern="1200" dirty="0" err="1">
                <a:solidFill>
                  <a:schemeClr val="tx1"/>
                </a:solidFill>
                <a:effectLst/>
                <a:latin typeface="+mn-lt"/>
                <a:ea typeface="+mn-ea"/>
                <a:cs typeface="+mn-cs"/>
              </a:rPr>
              <a:t>และหาต้นเหตุของปัญหาด้าน</a:t>
            </a:r>
            <a:r>
              <a:rPr lang="en-US" sz="1200" b="1" i="0" kern="1200" dirty="0">
                <a:solidFill>
                  <a:schemeClr val="tx1"/>
                </a:solidFill>
                <a:effectLst/>
                <a:latin typeface="+mn-lt"/>
                <a:ea typeface="+mn-ea"/>
                <a:cs typeface="+mn-cs"/>
              </a:rPr>
              <a:t> Performance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ในระบบที่มีหลาย</a:t>
            </a:r>
            <a:r>
              <a:rPr lang="en-US" sz="1200" b="0" i="0" kern="1200" dirty="0">
                <a:solidFill>
                  <a:schemeClr val="tx1"/>
                </a:solidFill>
                <a:effectLst/>
                <a:latin typeface="+mn-lt"/>
                <a:ea typeface="+mn-ea"/>
                <a:cs typeface="+mn-cs"/>
              </a:rPr>
              <a:t> Service</a:t>
            </a: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หลักการสำคัญ</a:t>
            </a:r>
            <a:endParaRPr lang="en-US" sz="1200" b="1"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lvl="0" fontAlgn="t"/>
            <a:r>
              <a:rPr lang="en-US" sz="1200" b="1" i="0" kern="1200" dirty="0" err="1">
                <a:solidFill>
                  <a:schemeClr val="tx1"/>
                </a:solidFill>
                <a:effectLst/>
                <a:latin typeface="+mn-lt"/>
                <a:ea typeface="+mn-ea"/>
                <a:cs typeface="+mn-cs"/>
              </a:rPr>
              <a:t>ตรวจ</a:t>
            </a:r>
            <a:r>
              <a:rPr lang="en-US" sz="1200" b="1" i="0" kern="1200" dirty="0">
                <a:solidFill>
                  <a:schemeClr val="tx1"/>
                </a:solidFill>
                <a:effectLst/>
                <a:latin typeface="+mn-lt"/>
                <a:ea typeface="+mn-ea"/>
                <a:cs typeface="+mn-cs"/>
              </a:rPr>
              <a:t> Error</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ดูข้อมูลจาก</a:t>
            </a:r>
            <a:r>
              <a:rPr lang="en-US" sz="1200" b="0" i="0" kern="1200" dirty="0">
                <a:solidFill>
                  <a:schemeClr val="tx1"/>
                </a:solidFill>
                <a:effectLst/>
                <a:latin typeface="+mn-lt"/>
                <a:ea typeface="+mn-ea"/>
                <a:cs typeface="+mn-cs"/>
              </a:rPr>
              <a:t> exceptions </a:t>
            </a:r>
            <a:r>
              <a:rPr lang="en-US" sz="1200" b="0" i="0" kern="1200" dirty="0" err="1">
                <a:solidFill>
                  <a:schemeClr val="tx1"/>
                </a:solidFill>
                <a:effectLst/>
                <a:latin typeface="+mn-lt"/>
                <a:ea typeface="+mn-ea"/>
                <a:cs typeface="+mn-cs"/>
              </a:rPr>
              <a:t>แล้วจัดกลุ่มตามประเภทของ</a:t>
            </a:r>
            <a:r>
              <a:rPr lang="en-US" sz="1200" b="0" i="0" kern="1200" dirty="0">
                <a:solidFill>
                  <a:schemeClr val="tx1"/>
                </a:solidFill>
                <a:effectLst/>
                <a:latin typeface="+mn-lt"/>
                <a:ea typeface="+mn-ea"/>
                <a:cs typeface="+mn-cs"/>
              </a:rPr>
              <a:t> Error </a:t>
            </a:r>
            <a:r>
              <a:rPr lang="en-US" sz="1200" b="0" i="0" kern="1200" dirty="0" err="1">
                <a:solidFill>
                  <a:schemeClr val="tx1"/>
                </a:solidFill>
                <a:effectLst/>
                <a:latin typeface="+mn-lt"/>
                <a:ea typeface="+mn-ea"/>
                <a:cs typeface="+mn-cs"/>
              </a:rPr>
              <a:t>เพื่อดูว่าปัญหาอะไรเกิดบ่อย</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หากระบบใช้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Sampling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ควรใช้</a:t>
            </a:r>
            <a:r>
              <a:rPr lang="en-US" sz="1200" b="0" i="0" kern="1200" dirty="0">
                <a:solidFill>
                  <a:schemeClr val="tx1"/>
                </a:solidFill>
                <a:effectLst/>
                <a:latin typeface="+mn-lt"/>
                <a:ea typeface="+mn-ea"/>
                <a:cs typeface="+mn-cs"/>
              </a:rPr>
              <a:t> sum(</a:t>
            </a:r>
            <a:r>
              <a:rPr lang="en-US" sz="1200" b="0" i="0" kern="1200" dirty="0" err="1">
                <a:solidFill>
                  <a:schemeClr val="tx1"/>
                </a:solidFill>
                <a:effectLst/>
                <a:latin typeface="+mn-lt"/>
                <a:ea typeface="+mn-ea"/>
                <a:cs typeface="+mn-cs"/>
              </a:rPr>
              <a:t>itemCount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แทน</a:t>
            </a:r>
            <a:r>
              <a:rPr lang="en-US" sz="1200" b="0" i="0" kern="1200" dirty="0">
                <a:solidFill>
                  <a:schemeClr val="tx1"/>
                </a:solidFill>
                <a:effectLst/>
                <a:latin typeface="+mn-lt"/>
                <a:ea typeface="+mn-ea"/>
                <a:cs typeface="+mn-cs"/>
              </a:rPr>
              <a:t> count() </a:t>
            </a:r>
            <a:r>
              <a:rPr lang="en-US" sz="1200" b="0" i="0" kern="1200" dirty="0" err="1">
                <a:solidFill>
                  <a:schemeClr val="tx1"/>
                </a:solidFill>
                <a:effectLst/>
                <a:latin typeface="+mn-lt"/>
                <a:ea typeface="+mn-ea"/>
                <a:cs typeface="+mn-cs"/>
              </a:rPr>
              <a:t>เพื่อให้จำนวน</a:t>
            </a:r>
            <a:r>
              <a:rPr lang="en-US" sz="1200" b="0" i="0" kern="1200" dirty="0">
                <a:solidFill>
                  <a:schemeClr val="tx1"/>
                </a:solidFill>
                <a:effectLst/>
                <a:latin typeface="+mn-lt"/>
                <a:ea typeface="+mn-ea"/>
                <a:cs typeface="+mn-cs"/>
              </a:rPr>
              <a:t> Error </a:t>
            </a:r>
            <a:r>
              <a:rPr lang="en-US" sz="1200" b="0" i="0" kern="1200" dirty="0" err="1">
                <a:solidFill>
                  <a:schemeClr val="tx1"/>
                </a:solidFill>
                <a:effectLst/>
                <a:latin typeface="+mn-lt"/>
                <a:ea typeface="+mn-ea"/>
                <a:cs typeface="+mn-cs"/>
              </a:rPr>
              <a:t>สอดคล้องกับข้อมูลที่</a:t>
            </a:r>
            <a:r>
              <a:rPr lang="en-US" sz="1200" b="0" i="0" kern="1200" dirty="0">
                <a:solidFill>
                  <a:schemeClr val="tx1"/>
                </a:solidFill>
                <a:effectLst/>
                <a:latin typeface="+mn-lt"/>
                <a:ea typeface="+mn-ea"/>
                <a:cs typeface="+mn-cs"/>
              </a:rPr>
              <a:t> Sampling </a:t>
            </a:r>
            <a:r>
              <a:rPr lang="en-US" sz="1200" b="0" i="0" kern="1200" dirty="0" err="1">
                <a:solidFill>
                  <a:schemeClr val="tx1"/>
                </a:solidFill>
                <a:effectLst/>
                <a:latin typeface="+mn-lt"/>
                <a:ea typeface="+mn-ea"/>
                <a:cs typeface="+mn-cs"/>
              </a:rPr>
              <a:t>ไว้</a:t>
            </a:r>
            <a:endParaRPr lang="en-US" sz="1200" b="0" i="0" kern="1200" dirty="0">
              <a:solidFill>
                <a:schemeClr val="tx1"/>
              </a:solidFill>
              <a:effectLst/>
              <a:latin typeface="+mn-lt"/>
              <a:ea typeface="+mn-ea"/>
              <a:cs typeface="+mn-cs"/>
            </a:endParaRPr>
          </a:p>
          <a:p>
            <a:pPr lvl="0" fontAlgn="t"/>
            <a:r>
              <a:rPr lang="en-US" sz="1200" b="1" i="0" kern="1200" dirty="0" err="1">
                <a:solidFill>
                  <a:schemeClr val="tx1"/>
                </a:solidFill>
                <a:effectLst/>
                <a:latin typeface="+mn-lt"/>
                <a:ea typeface="+mn-ea"/>
                <a:cs typeface="+mn-cs"/>
              </a:rPr>
              <a:t>แบ่งตามเวลา</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ทุก</a:t>
            </a:r>
            <a:r>
              <a:rPr lang="en-US" sz="1200" b="0" i="0" kern="1200" dirty="0">
                <a:solidFill>
                  <a:schemeClr val="tx1"/>
                </a:solidFill>
                <a:effectLst/>
                <a:latin typeface="+mn-lt"/>
                <a:ea typeface="+mn-ea"/>
                <a:cs typeface="+mn-cs"/>
              </a:rPr>
              <a:t> 1 </a:t>
            </a:r>
            <a:r>
              <a:rPr lang="en-US" sz="1200" b="0" i="0" kern="1200" dirty="0" err="1">
                <a:solidFill>
                  <a:schemeClr val="tx1"/>
                </a:solidFill>
                <a:effectLst/>
                <a:latin typeface="+mn-lt"/>
                <a:ea typeface="+mn-ea"/>
                <a:cs typeface="+mn-cs"/>
              </a:rPr>
              <a:t>ชั่วโมง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แล้วแสดงเป็นกราฟ</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เพื่อดูว่าช่วงใด</a:t>
            </a:r>
            <a:r>
              <a:rPr lang="en-US" sz="1200" b="0" i="0" kern="1200" dirty="0">
                <a:solidFill>
                  <a:schemeClr val="tx1"/>
                </a:solidFill>
                <a:effectLst/>
                <a:latin typeface="+mn-lt"/>
                <a:ea typeface="+mn-ea"/>
                <a:cs typeface="+mn-cs"/>
              </a:rPr>
              <a:t> Error </a:t>
            </a:r>
            <a:r>
              <a:rPr lang="en-US" sz="1200" b="0" i="0" kern="1200" dirty="0" err="1">
                <a:solidFill>
                  <a:schemeClr val="tx1"/>
                </a:solidFill>
                <a:effectLst/>
                <a:latin typeface="+mn-lt"/>
                <a:ea typeface="+mn-ea"/>
                <a:cs typeface="+mn-cs"/>
              </a:rPr>
              <a:t>เพิ่มขึ้น</a:t>
            </a:r>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ตามหาปัญหาข้ามหลาย</a:t>
            </a:r>
            <a:r>
              <a:rPr lang="en-US" sz="1200" b="1" i="0" kern="1200" dirty="0">
                <a:solidFill>
                  <a:schemeClr val="tx1"/>
                </a:solidFill>
                <a:effectLst/>
                <a:latin typeface="+mn-lt"/>
                <a:ea typeface="+mn-ea"/>
                <a:cs typeface="+mn-cs"/>
              </a:rPr>
              <a:t> Service</a:t>
            </a:r>
          </a:p>
          <a:p>
            <a:pPr fontAlgn="t"/>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operation_Id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เป็นเหมือน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t>
            </a:r>
            <a:r>
              <a:rPr lang="en-US" sz="1200" b="1" i="0" kern="1200" dirty="0" err="1">
                <a:solidFill>
                  <a:schemeClr val="tx1"/>
                </a:solidFill>
                <a:effectLst/>
                <a:latin typeface="+mn-lt"/>
                <a:ea typeface="+mn-ea"/>
                <a:cs typeface="+mn-cs"/>
              </a:rPr>
              <a:t>เลขติดตาม</a:t>
            </a:r>
            <a:r>
              <a:rPr lang="en-US" sz="1200" b="1" i="0" kern="1200" dirty="0">
                <a:solidFill>
                  <a:schemeClr val="tx1"/>
                </a:solidFill>
                <a:effectLst/>
                <a:latin typeface="+mn-lt"/>
                <a:ea typeface="+mn-ea"/>
                <a:cs typeface="+mn-cs"/>
              </a:rPr>
              <a:t> Request”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เพื่อเชื่อมข้อมูลจากหลายตารางหรือหลายขั้นตอนเข้าด้วยกัน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ทำให้สามารถไล่ดู</a:t>
            </a:r>
            <a:r>
              <a:rPr lang="en-US" sz="1200" b="0" i="0" kern="1200" dirty="0">
                <a:solidFill>
                  <a:schemeClr val="tx1"/>
                </a:solidFill>
                <a:effectLst/>
                <a:latin typeface="+mn-lt"/>
                <a:ea typeface="+mn-ea"/>
                <a:cs typeface="+mn-cs"/>
              </a:rPr>
              <a:t> Request </a:t>
            </a:r>
            <a:r>
              <a:rPr lang="en-US" sz="1200" b="0" i="0" kern="1200" dirty="0" err="1">
                <a:solidFill>
                  <a:schemeClr val="tx1"/>
                </a:solidFill>
                <a:effectLst/>
                <a:latin typeface="+mn-lt"/>
                <a:ea typeface="+mn-ea"/>
                <a:cs typeface="+mn-cs"/>
              </a:rPr>
              <a:t>หนึ่งรายการตั้งแต่ต้นจนจบได้</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exceptions = </a:t>
            </a:r>
            <a:r>
              <a:rPr lang="en-US" sz="1200" b="1" i="0" kern="1200" dirty="0" err="1">
                <a:solidFill>
                  <a:schemeClr val="tx1"/>
                </a:solidFill>
                <a:effectLst/>
                <a:latin typeface="+mn-lt"/>
                <a:ea typeface="+mn-ea"/>
                <a:cs typeface="+mn-cs"/>
              </a:rPr>
              <a:t>ดูว่าเกิด</a:t>
            </a:r>
            <a:r>
              <a:rPr lang="en-US" sz="1200" b="1" i="0" kern="1200" dirty="0">
                <a:solidFill>
                  <a:schemeClr val="tx1"/>
                </a:solidFill>
                <a:effectLst/>
                <a:latin typeface="+mn-lt"/>
                <a:ea typeface="+mn-ea"/>
                <a:cs typeface="+mn-cs"/>
              </a:rPr>
              <a:t> Error </a:t>
            </a:r>
            <a:r>
              <a:rPr lang="en-US" sz="1200" b="1" i="0" kern="1200" dirty="0" err="1">
                <a:solidFill>
                  <a:schemeClr val="tx1"/>
                </a:solidFill>
                <a:effectLst/>
                <a:latin typeface="+mn-lt"/>
                <a:ea typeface="+mn-ea"/>
                <a:cs typeface="+mn-cs"/>
              </a:rPr>
              <a:t>อะไร</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sum(</a:t>
            </a:r>
            <a:r>
              <a:rPr lang="en-US" sz="1200" b="1" i="0" kern="1200" dirty="0" err="1">
                <a:solidFill>
                  <a:schemeClr val="tx1"/>
                </a:solidFill>
                <a:effectLst/>
                <a:latin typeface="+mn-lt"/>
                <a:ea typeface="+mn-ea"/>
                <a:cs typeface="+mn-cs"/>
              </a:rPr>
              <a:t>itemCount</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นับให้สอดคล้องเมื่อมี</a:t>
            </a:r>
            <a:r>
              <a:rPr lang="en-US" sz="1200" b="1" i="0" kern="1200" dirty="0">
                <a:solidFill>
                  <a:schemeClr val="tx1"/>
                </a:solidFill>
                <a:effectLst/>
                <a:latin typeface="+mn-lt"/>
                <a:ea typeface="+mn-ea"/>
                <a:cs typeface="+mn-cs"/>
              </a:rPr>
              <a:t> Sampling</a:t>
            </a:r>
            <a:br>
              <a:rPr lang="en-US" sz="1200" b="0" i="0" kern="1200" dirty="0">
                <a:solidFill>
                  <a:schemeClr val="tx1"/>
                </a:solidFill>
                <a:effectLst/>
                <a:latin typeface="+mn-lt"/>
                <a:ea typeface="+mn-ea"/>
                <a:cs typeface="+mn-cs"/>
              </a:rPr>
            </a:br>
            <a:r>
              <a:rPr lang="en-US" sz="1200" b="1" i="0" kern="1200" dirty="0" err="1">
                <a:solidFill>
                  <a:schemeClr val="tx1"/>
                </a:solidFill>
                <a:effectLst/>
                <a:latin typeface="+mn-lt"/>
                <a:ea typeface="+mn-ea"/>
                <a:cs typeface="+mn-cs"/>
              </a:rPr>
              <a:t>operation_Id</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รหัสตามรอย</a:t>
            </a:r>
            <a:r>
              <a:rPr lang="en-US" sz="1200" b="1" i="0" kern="1200" dirty="0">
                <a:solidFill>
                  <a:schemeClr val="tx1"/>
                </a:solidFill>
                <a:effectLst/>
                <a:latin typeface="+mn-lt"/>
                <a:ea typeface="+mn-ea"/>
                <a:cs typeface="+mn-cs"/>
              </a:rPr>
              <a:t> Request </a:t>
            </a:r>
            <a:r>
              <a:rPr lang="en-US" sz="1200" b="1" i="0" kern="1200" dirty="0" err="1">
                <a:solidFill>
                  <a:schemeClr val="tx1"/>
                </a:solidFill>
                <a:effectLst/>
                <a:latin typeface="+mn-lt"/>
                <a:ea typeface="+mn-ea"/>
                <a:cs typeface="+mn-cs"/>
              </a:rPr>
              <a:t>ข้าม</a:t>
            </a:r>
            <a:r>
              <a:rPr lang="en-US" sz="1200" b="1" i="0" kern="1200" dirty="0">
                <a:solidFill>
                  <a:schemeClr val="tx1"/>
                </a:solidFill>
                <a:effectLst/>
                <a:latin typeface="+mn-lt"/>
                <a:ea typeface="+mn-ea"/>
                <a:cs typeface="+mn-cs"/>
              </a:rPr>
              <a:t> Service</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KQL = </a:t>
            </a:r>
            <a:r>
              <a:rPr lang="en-US" sz="1200" b="1" i="0" kern="1200" dirty="0" err="1">
                <a:solidFill>
                  <a:schemeClr val="tx1"/>
                </a:solidFill>
                <a:effectLst/>
                <a:latin typeface="+mn-lt"/>
                <a:ea typeface="+mn-ea"/>
                <a:cs typeface="+mn-cs"/>
              </a:rPr>
              <a:t>เครื่องมือใช้ค้นและวิเคราะห์ข้อมูลเหล่านี้</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เมื่อระบบมี</a:t>
            </a:r>
            <a:r>
              <a:rPr lang="en-US" sz="1200" b="0" i="0" kern="1200" dirty="0">
                <a:solidFill>
                  <a:schemeClr val="tx1"/>
                </a:solidFill>
                <a:effectLst/>
                <a:latin typeface="+mn-lt"/>
                <a:ea typeface="+mn-ea"/>
                <a:cs typeface="+mn-cs"/>
              </a:rPr>
              <a:t> Error </a:t>
            </a:r>
            <a:r>
              <a:rPr lang="en-US" sz="1200" b="0" i="0" kern="1200" dirty="0" err="1">
                <a:solidFill>
                  <a:schemeClr val="tx1"/>
                </a:solidFill>
                <a:effectLst/>
                <a:latin typeface="+mn-lt"/>
                <a:ea typeface="+mn-ea"/>
                <a:cs typeface="+mn-cs"/>
              </a:rPr>
              <a:t>หรือทำงานช้า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เราสามารถใช้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KQL + Application Insights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เพื่อดูว่า</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เกิดปัญหาอะไร</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เมื่อไร</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และเชื่อมโยงไปยังขั้นตอนหรือ</a:t>
            </a:r>
            <a:r>
              <a:rPr lang="en-US" sz="1200" b="1" i="0" kern="1200" dirty="0">
                <a:solidFill>
                  <a:schemeClr val="tx1"/>
                </a:solidFill>
                <a:effectLst/>
                <a:latin typeface="+mn-lt"/>
                <a:ea typeface="+mn-ea"/>
                <a:cs typeface="+mn-cs"/>
              </a:rPr>
              <a:t> Service </a:t>
            </a:r>
            <a:r>
              <a:rPr lang="en-US" sz="1200" b="1" i="0" kern="1200" dirty="0" err="1">
                <a:solidFill>
                  <a:schemeClr val="tx1"/>
                </a:solidFill>
                <a:effectLst/>
                <a:latin typeface="+mn-lt"/>
                <a:ea typeface="+mn-ea"/>
                <a:cs typeface="+mn-cs"/>
              </a:rPr>
              <a:t>ใด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ทำให้หาต้นเหตุของปัญหาได้ง่ายขึ้น</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p:txBody>
      </p:sp>
      <p:sp>
        <p:nvSpPr>
          <p:cNvPr id="802446446"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A7419B-365F-B908-E1EF-866741C93B15}"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172</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30205429" name="Slide Image Placeholder 1"/>
          <p:cNvSpPr>
            <a:spLocks noGrp="1" noRot="1" noChangeAspect="1"/>
          </p:cNvSpPr>
          <p:nvPr>
            <p:ph type="sldImg"/>
          </p:nvPr>
        </p:nvSpPr>
        <p:spPr bwMode="auto">
          <a:xfrm>
            <a:off x="217488" y="812800"/>
            <a:ext cx="7124700" cy="4008438"/>
          </a:xfrm>
        </p:spPr>
      </p:sp>
      <p:sp>
        <p:nvSpPr>
          <p:cNvPr id="1650621295"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วิธีใช้</a:t>
            </a:r>
            <a:r>
              <a:rPr lang="en-US" sz="1200" b="1" i="0" kern="1200" dirty="0">
                <a:solidFill>
                  <a:schemeClr val="tx1"/>
                </a:solidFill>
                <a:effectLst/>
                <a:latin typeface="+mn-lt"/>
                <a:ea typeface="+mn-ea"/>
                <a:cs typeface="+mn-cs"/>
              </a:rPr>
              <a:t> Logs </a:t>
            </a:r>
            <a:r>
              <a:rPr lang="en-US" sz="1200" b="1" i="0" kern="1200" dirty="0" err="1">
                <a:solidFill>
                  <a:schemeClr val="tx1"/>
                </a:solidFill>
                <a:effectLst/>
                <a:latin typeface="+mn-lt"/>
                <a:ea typeface="+mn-ea"/>
                <a:cs typeface="+mn-cs"/>
              </a:rPr>
              <a:t>วิเคราะห์ว่าระบบช้าหรือล้มเหลว</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เพราะ</a:t>
            </a:r>
            <a:r>
              <a:rPr lang="en-US" sz="1200" b="1" i="0" kern="1200" dirty="0">
                <a:solidFill>
                  <a:schemeClr val="tx1"/>
                </a:solidFill>
                <a:effectLst/>
                <a:latin typeface="+mn-lt"/>
                <a:ea typeface="+mn-ea"/>
                <a:cs typeface="+mn-cs"/>
              </a:rPr>
              <a:t> Service </a:t>
            </a:r>
            <a:r>
              <a:rPr lang="en-US" sz="1200" b="1" i="0" kern="1200" dirty="0" err="1">
                <a:solidFill>
                  <a:schemeClr val="tx1"/>
                </a:solidFill>
                <a:effectLst/>
                <a:latin typeface="+mn-lt"/>
                <a:ea typeface="+mn-ea"/>
                <a:cs typeface="+mn-cs"/>
              </a:rPr>
              <a:t>ภายนอกตัวใด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Database, API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AI Model</a:t>
            </a:r>
          </a:p>
          <a:p>
            <a:pPr fontAlgn="t"/>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หลักการสำคัญ</a:t>
            </a:r>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dependencies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เก็บข้อมูลการเรียกจากระบบของเราไปยังบริการอื่น</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Latency</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เวลาที่ต้องรอ</a:t>
            </a:r>
            <a:r>
              <a:rPr lang="en-US" sz="1200" b="0" i="0" kern="1200" dirty="0">
                <a:solidFill>
                  <a:schemeClr val="tx1"/>
                </a:solidFill>
                <a:effectLst/>
                <a:latin typeface="+mn-lt"/>
                <a:ea typeface="+mn-ea"/>
                <a:cs typeface="+mn-cs"/>
              </a:rPr>
              <a:t> Service </a:t>
            </a:r>
            <a:r>
              <a:rPr lang="en-US" sz="1200" b="0" i="0" kern="1200" dirty="0" err="1">
                <a:solidFill>
                  <a:schemeClr val="tx1"/>
                </a:solidFill>
                <a:effectLst/>
                <a:latin typeface="+mn-lt"/>
                <a:ea typeface="+mn-ea"/>
                <a:cs typeface="+mn-cs"/>
              </a:rPr>
              <a:t>ปลายทางตอบกลับ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ยิ่งสูงยิ่งช้า</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Percentile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ช่วยมองหากรณีที่ช้าผิดปกติ</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ซึ่งค่าเฉลี่ยอาจมองไม่เห็น</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หากมีการเรียกที่ล้มเหลว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สามารถจัดกลุ่มตาม</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Service </a:t>
            </a:r>
            <a:r>
              <a:rPr lang="en-US" sz="1200" b="1" i="0" kern="1200" dirty="0" err="1">
                <a:solidFill>
                  <a:schemeClr val="tx1"/>
                </a:solidFill>
                <a:effectLst/>
                <a:latin typeface="+mn-lt"/>
                <a:ea typeface="+mn-ea"/>
                <a:cs typeface="+mn-cs"/>
              </a:rPr>
              <a:t>ปลายทางและ</a:t>
            </a:r>
            <a:r>
              <a:rPr lang="en-US" sz="1200" b="1" i="0" kern="1200" dirty="0">
                <a:solidFill>
                  <a:schemeClr val="tx1"/>
                </a:solidFill>
                <a:effectLst/>
                <a:latin typeface="+mn-lt"/>
                <a:ea typeface="+mn-ea"/>
                <a:cs typeface="+mn-cs"/>
              </a:rPr>
              <a:t> Result Code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เพื่อช่วยหาจุดที่เป็นคอขวด</a:t>
            </a:r>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Error Code </a:t>
            </a:r>
            <a:r>
              <a:rPr lang="en-US" sz="1200" b="1" i="0" kern="1200" dirty="0" err="1">
                <a:solidFill>
                  <a:schemeClr val="tx1"/>
                </a:solidFill>
                <a:effectLst/>
                <a:latin typeface="+mn-lt"/>
                <a:ea typeface="+mn-ea"/>
                <a:cs typeface="+mn-cs"/>
              </a:rPr>
              <a:t>ที่ควรรู้</a:t>
            </a:r>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HTTP 429</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เรียกบริการถี่เกินข้อจำกัด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Rate Limit</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HTTP 500</a:t>
            </a:r>
            <a:r>
              <a:rPr lang="en-US" sz="1200" b="0" i="0" kern="1200" dirty="0">
                <a:solidFill>
                  <a:schemeClr val="tx1"/>
                </a:solidFill>
                <a:effectLst/>
                <a:latin typeface="+mn-lt"/>
                <a:ea typeface="+mn-ea"/>
                <a:cs typeface="+mn-cs"/>
              </a:rPr>
              <a:t> → Service </a:t>
            </a:r>
            <a:r>
              <a:rPr lang="en-US" sz="1200" b="0" i="0" kern="1200" dirty="0" err="1">
                <a:solidFill>
                  <a:schemeClr val="tx1"/>
                </a:solidFill>
                <a:effectLst/>
                <a:latin typeface="+mn-lt"/>
                <a:ea typeface="+mn-ea"/>
                <a:cs typeface="+mn-cs"/>
              </a:rPr>
              <a:t>ปลายทางเกิดข้อผิดพลาด</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Timeout </a:t>
            </a:r>
            <a:r>
              <a:rPr lang="en-US" sz="1200" b="1" i="0" kern="1200" dirty="0" err="1">
                <a:solidFill>
                  <a:schemeClr val="tx1"/>
                </a:solidFill>
                <a:effectLst/>
                <a:latin typeface="+mn-lt"/>
                <a:ea typeface="+mn-ea"/>
                <a:cs typeface="+mn-cs"/>
              </a:rPr>
              <a:t>และไม่มี</a:t>
            </a:r>
            <a:r>
              <a:rPr lang="en-US" sz="1200" b="1" i="0" kern="1200" dirty="0">
                <a:solidFill>
                  <a:schemeClr val="tx1"/>
                </a:solidFill>
                <a:effectLst/>
                <a:latin typeface="+mn-lt"/>
                <a:ea typeface="+mn-ea"/>
                <a:cs typeface="+mn-cs"/>
              </a:rPr>
              <a:t> Result Code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อาจเกี่ยวข้องกับ</a:t>
            </a:r>
            <a:r>
              <a:rPr lang="en-US" sz="1200" b="0" i="0" kern="1200" dirty="0">
                <a:solidFill>
                  <a:schemeClr val="tx1"/>
                </a:solidFill>
                <a:effectLst/>
                <a:latin typeface="+mn-lt"/>
                <a:ea typeface="+mn-ea"/>
                <a:cs typeface="+mn-cs"/>
              </a:rPr>
              <a:t> Network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Service </a:t>
            </a:r>
            <a:r>
              <a:rPr lang="en-US" sz="1200" b="0" i="0" kern="1200" dirty="0" err="1">
                <a:solidFill>
                  <a:schemeClr val="tx1"/>
                </a:solidFill>
                <a:effectLst/>
                <a:latin typeface="+mn-lt"/>
                <a:ea typeface="+mn-ea"/>
                <a:cs typeface="+mn-cs"/>
              </a:rPr>
              <a:t>ปลายทางรับภาระมากเกินไป</a:t>
            </a:r>
            <a:endParaRPr lang="en-US" sz="1200" b="0"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Dependencies = </a:t>
            </a:r>
            <a:r>
              <a:rPr lang="en-US" sz="1200" b="1" i="0" kern="1200" dirty="0" err="1">
                <a:solidFill>
                  <a:schemeClr val="tx1"/>
                </a:solidFill>
                <a:effectLst/>
                <a:latin typeface="+mn-lt"/>
                <a:ea typeface="+mn-ea"/>
                <a:cs typeface="+mn-cs"/>
              </a:rPr>
              <a:t>เราเรียกใคร</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Latency = </a:t>
            </a:r>
            <a:r>
              <a:rPr lang="en-US" sz="1200" b="1" i="0" kern="1200" dirty="0" err="1">
                <a:solidFill>
                  <a:schemeClr val="tx1"/>
                </a:solidFill>
                <a:effectLst/>
                <a:latin typeface="+mn-lt"/>
                <a:ea typeface="+mn-ea"/>
                <a:cs typeface="+mn-cs"/>
              </a:rPr>
              <a:t>ต้องรอนานแค่ไหน</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Result Code = </a:t>
            </a:r>
            <a:r>
              <a:rPr lang="en-US" sz="1200" b="1" i="0" kern="1200" dirty="0" err="1">
                <a:solidFill>
                  <a:schemeClr val="tx1"/>
                </a:solidFill>
                <a:effectLst/>
                <a:latin typeface="+mn-lt"/>
                <a:ea typeface="+mn-ea"/>
                <a:cs typeface="+mn-cs"/>
              </a:rPr>
              <a:t>ผลการเรียกสำเร็จหรือมีปัญหาอะไร</a:t>
            </a:r>
            <a:endParaRPr lang="en-US" sz="1200" b="1"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เมื่อ</a:t>
            </a:r>
            <a:r>
              <a:rPr lang="en-US" sz="1200" b="0" i="0" kern="1200" dirty="0">
                <a:solidFill>
                  <a:schemeClr val="tx1"/>
                </a:solidFill>
                <a:effectLst/>
                <a:latin typeface="+mn-lt"/>
                <a:ea typeface="+mn-ea"/>
                <a:cs typeface="+mn-cs"/>
              </a:rPr>
              <a:t> Application </a:t>
            </a:r>
            <a:r>
              <a:rPr lang="en-US" sz="1200" b="0" i="0" kern="1200" dirty="0" err="1">
                <a:solidFill>
                  <a:schemeClr val="tx1"/>
                </a:solidFill>
                <a:effectLst/>
                <a:latin typeface="+mn-lt"/>
                <a:ea typeface="+mn-ea"/>
                <a:cs typeface="+mn-cs"/>
              </a:rPr>
              <a:t>ช้า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ให้ตรวจ</a:t>
            </a:r>
            <a:r>
              <a:rPr lang="en-US" sz="1200" b="0" i="0" kern="1200" dirty="0">
                <a:solidFill>
                  <a:schemeClr val="tx1"/>
                </a:solidFill>
                <a:effectLst/>
                <a:latin typeface="+mn-lt"/>
                <a:ea typeface="+mn-ea"/>
                <a:cs typeface="+mn-cs"/>
              </a:rPr>
              <a:t> dependencies </a:t>
            </a:r>
            <a:r>
              <a:rPr lang="en-US" sz="1200" b="0" i="0" kern="1200" dirty="0" err="1">
                <a:solidFill>
                  <a:schemeClr val="tx1"/>
                </a:solidFill>
                <a:effectLst/>
                <a:latin typeface="+mn-lt"/>
                <a:ea typeface="+mn-ea"/>
                <a:cs typeface="+mn-cs"/>
              </a:rPr>
              <a:t>เพื่อดูว่า</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กำลังรอบริการใดนานผิดปกติ</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และใช้</a:t>
            </a:r>
            <a:r>
              <a:rPr lang="en-US" sz="1200" b="0" i="0" kern="1200" dirty="0">
                <a:solidFill>
                  <a:schemeClr val="tx1"/>
                </a:solidFill>
                <a:effectLst/>
                <a:latin typeface="+mn-lt"/>
                <a:ea typeface="+mn-ea"/>
                <a:cs typeface="+mn-cs"/>
              </a:rPr>
              <a:t> Result Code </a:t>
            </a:r>
            <a:r>
              <a:rPr lang="en-US" sz="1200" b="0" i="0" kern="1200" dirty="0" err="1">
                <a:solidFill>
                  <a:schemeClr val="tx1"/>
                </a:solidFill>
                <a:effectLst/>
                <a:latin typeface="+mn-lt"/>
                <a:ea typeface="+mn-ea"/>
                <a:cs typeface="+mn-cs"/>
              </a:rPr>
              <a:t>ช่วยแยกว่าปัญหาเกิดจาก</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Rate Limit, Server Error </a:t>
            </a:r>
            <a:r>
              <a:rPr lang="en-US" sz="1200" b="1" i="0" kern="1200" dirty="0" err="1">
                <a:solidFill>
                  <a:schemeClr val="tx1"/>
                </a:solidFill>
                <a:effectLst/>
                <a:latin typeface="+mn-lt"/>
                <a:ea typeface="+mn-ea"/>
                <a:cs typeface="+mn-cs"/>
              </a:rPr>
              <a:t>หรือ</a:t>
            </a:r>
            <a:r>
              <a:rPr lang="en-US" sz="1200" b="1" i="0" kern="1200" dirty="0">
                <a:solidFill>
                  <a:schemeClr val="tx1"/>
                </a:solidFill>
                <a:effectLst/>
                <a:latin typeface="+mn-lt"/>
                <a:ea typeface="+mn-ea"/>
                <a:cs typeface="+mn-cs"/>
              </a:rPr>
              <a:t> Timeout</a:t>
            </a:r>
            <a:endParaRPr lang="en-US" sz="1200" b="0" i="0" kern="1200" dirty="0">
              <a:solidFill>
                <a:schemeClr val="tx1"/>
              </a:solidFill>
              <a:effectLst/>
              <a:latin typeface="+mn-lt"/>
              <a:ea typeface="+mn-ea"/>
              <a:cs typeface="+mn-cs"/>
            </a:endParaRPr>
          </a:p>
        </p:txBody>
      </p:sp>
      <p:sp>
        <p:nvSpPr>
          <p:cNvPr id="531892768"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66AE2FB-990C-3B5C-28E1-5383347FE9A1}"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173</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13353558" name="Slide Image Placeholder 1"/>
          <p:cNvSpPr>
            <a:spLocks noGrp="1" noRot="1" noChangeAspect="1"/>
          </p:cNvSpPr>
          <p:nvPr>
            <p:ph type="sldImg"/>
          </p:nvPr>
        </p:nvSpPr>
        <p:spPr bwMode="auto">
          <a:xfrm>
            <a:off x="217488" y="812800"/>
            <a:ext cx="7124700" cy="4008438"/>
          </a:xfrm>
        </p:spPr>
      </p:sp>
      <p:sp>
        <p:nvSpPr>
          <p:cNvPr id="604680243"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การสร้าง</a:t>
            </a:r>
            <a:r>
              <a:rPr lang="en-US" sz="1200" b="1" i="0" kern="1200" dirty="0">
                <a:solidFill>
                  <a:schemeClr val="tx1"/>
                </a:solidFill>
                <a:effectLst/>
                <a:latin typeface="+mn-lt"/>
                <a:ea typeface="+mn-ea"/>
                <a:cs typeface="+mn-cs"/>
              </a:rPr>
              <a:t> Dashboard </a:t>
            </a:r>
            <a:r>
              <a:rPr lang="en-US" sz="1200" b="1" i="0" kern="1200" dirty="0" err="1">
                <a:solidFill>
                  <a:schemeClr val="tx1"/>
                </a:solidFill>
                <a:effectLst/>
                <a:latin typeface="+mn-lt"/>
                <a:ea typeface="+mn-ea"/>
                <a:cs typeface="+mn-cs"/>
              </a:rPr>
              <a:t>สำหรับติดตามสุขภาพและประสิทธิภาพของ</a:t>
            </a:r>
            <a:r>
              <a:rPr lang="en-US" sz="1200" b="1" i="0" kern="1200" dirty="0">
                <a:solidFill>
                  <a:schemeClr val="tx1"/>
                </a:solidFill>
                <a:effectLst/>
                <a:latin typeface="+mn-lt"/>
                <a:ea typeface="+mn-ea"/>
                <a:cs typeface="+mn-cs"/>
              </a:rPr>
              <a:t> Application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โดยนำข้อมูล</a:t>
            </a:r>
            <a:r>
              <a:rPr lang="en-US" sz="1200" b="0" i="0" kern="1200" dirty="0">
                <a:solidFill>
                  <a:schemeClr val="tx1"/>
                </a:solidFill>
                <a:effectLst/>
                <a:latin typeface="+mn-lt"/>
                <a:ea typeface="+mn-ea"/>
                <a:cs typeface="+mn-cs"/>
              </a:rPr>
              <a:t> Telemetry </a:t>
            </a:r>
            <a:r>
              <a:rPr lang="en-US" sz="1200" b="0" i="0" kern="1200" dirty="0" err="1">
                <a:solidFill>
                  <a:schemeClr val="tx1"/>
                </a:solidFill>
                <a:effectLst/>
                <a:latin typeface="+mn-lt"/>
                <a:ea typeface="+mn-ea"/>
                <a:cs typeface="+mn-cs"/>
              </a:rPr>
              <a:t>จาก</a:t>
            </a:r>
            <a:r>
              <a:rPr lang="en-US" sz="1200" b="0" i="0" kern="1200" dirty="0">
                <a:solidFill>
                  <a:schemeClr val="tx1"/>
                </a:solidFill>
                <a:effectLst/>
                <a:latin typeface="+mn-lt"/>
                <a:ea typeface="+mn-ea"/>
                <a:cs typeface="+mn-cs"/>
              </a:rPr>
              <a:t> Application Insights </a:t>
            </a:r>
            <a:r>
              <a:rPr lang="en-US" sz="1200" b="0" i="0" kern="1200" dirty="0" err="1">
                <a:solidFill>
                  <a:schemeClr val="tx1"/>
                </a:solidFill>
                <a:effectLst/>
                <a:latin typeface="+mn-lt"/>
                <a:ea typeface="+mn-ea"/>
                <a:cs typeface="+mn-cs"/>
              </a:rPr>
              <a:t>มาแสดงเป็นกราฟและตัวชี้วัดที่ดูง่าย</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Azure Dashboard </a:t>
            </a:r>
            <a:r>
              <a:rPr lang="en-US" sz="1200" b="1" i="0" kern="1200" dirty="0" err="1">
                <a:solidFill>
                  <a:schemeClr val="tx1"/>
                </a:solidFill>
                <a:effectLst/>
                <a:latin typeface="+mn-lt"/>
                <a:ea typeface="+mn-ea"/>
                <a:cs typeface="+mn-cs"/>
              </a:rPr>
              <a:t>ใช้ทำอะไร</a:t>
            </a:r>
            <a:r>
              <a:rPr lang="en-US" sz="1200" b="1" i="0" kern="1200" dirty="0">
                <a:solidFill>
                  <a:schemeClr val="tx1"/>
                </a:solidFill>
                <a:effectLst/>
                <a:latin typeface="+mn-lt"/>
                <a:ea typeface="+mn-ea"/>
                <a:cs typeface="+mn-cs"/>
              </a:rPr>
              <a:t>?</a:t>
            </a:r>
          </a:p>
          <a:p>
            <a:pPr fontAlgn="t"/>
            <a:r>
              <a:rPr lang="en-US" sz="1200" b="0" i="0" kern="1200" dirty="0" err="1">
                <a:solidFill>
                  <a:schemeClr val="tx1"/>
                </a:solidFill>
                <a:effectLst/>
                <a:latin typeface="+mn-lt"/>
                <a:ea typeface="+mn-ea"/>
                <a:cs typeface="+mn-cs"/>
              </a:rPr>
              <a:t>สามารถรวมข้อมูลจาก</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Azure Resources </a:t>
            </a:r>
            <a:r>
              <a:rPr lang="en-US" sz="1200" b="1" i="0" kern="1200" dirty="0" err="1">
                <a:solidFill>
                  <a:schemeClr val="tx1"/>
                </a:solidFill>
                <a:effectLst/>
                <a:latin typeface="+mn-lt"/>
                <a:ea typeface="+mn-ea"/>
                <a:cs typeface="+mn-cs"/>
              </a:rPr>
              <a:t>หลายตัว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มาไว้บนหน้าจอเดียว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และแสดงข้อมูลแบบอัปเดตอัตโนมัติ</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Server Response Time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ระบบตอบสนองเร็วแค่ไหน</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Failed Requests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มี</a:t>
            </a:r>
            <a:r>
              <a:rPr lang="en-US" sz="1200" b="0" i="0" kern="1200" dirty="0">
                <a:solidFill>
                  <a:schemeClr val="tx1"/>
                </a:solidFill>
                <a:effectLst/>
                <a:latin typeface="+mn-lt"/>
                <a:ea typeface="+mn-ea"/>
                <a:cs typeface="+mn-cs"/>
              </a:rPr>
              <a:t> Request </a:t>
            </a:r>
            <a:r>
              <a:rPr lang="en-US" sz="1200" b="0" i="0" kern="1200" dirty="0" err="1">
                <a:solidFill>
                  <a:schemeClr val="tx1"/>
                </a:solidFill>
                <a:effectLst/>
                <a:latin typeface="+mn-lt"/>
                <a:ea typeface="+mn-ea"/>
                <a:cs typeface="+mn-cs"/>
              </a:rPr>
              <a:t>ล้มเหลวมากแค่ไหน</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Dependency Failures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การเรียก</a:t>
            </a:r>
            <a:r>
              <a:rPr lang="en-US" sz="1200" b="0" i="0" kern="1200" dirty="0">
                <a:solidFill>
                  <a:schemeClr val="tx1"/>
                </a:solidFill>
                <a:effectLst/>
                <a:latin typeface="+mn-lt"/>
                <a:ea typeface="+mn-ea"/>
                <a:cs typeface="+mn-cs"/>
              </a:rPr>
              <a:t> Database, API </a:t>
            </a:r>
            <a:r>
              <a:rPr lang="en-US" sz="1200" b="0" i="0" kern="1200" dirty="0" err="1">
                <a:solidFill>
                  <a:schemeClr val="tx1"/>
                </a:solidFill>
                <a:effectLst/>
                <a:latin typeface="+mn-lt"/>
                <a:ea typeface="+mn-ea"/>
                <a:cs typeface="+mn-cs"/>
              </a:rPr>
              <a:t>หรือ</a:t>
            </a:r>
            <a:r>
              <a:rPr lang="en-US" sz="1200" b="0" i="0" kern="1200" dirty="0">
                <a:solidFill>
                  <a:schemeClr val="tx1"/>
                </a:solidFill>
                <a:effectLst/>
                <a:latin typeface="+mn-lt"/>
                <a:ea typeface="+mn-ea"/>
                <a:cs typeface="+mn-cs"/>
              </a:rPr>
              <a:t> Service </a:t>
            </a:r>
            <a:r>
              <a:rPr lang="en-US" sz="1200" b="0" i="0" kern="1200" dirty="0" err="1">
                <a:solidFill>
                  <a:schemeClr val="tx1"/>
                </a:solidFill>
                <a:effectLst/>
                <a:latin typeface="+mn-lt"/>
                <a:ea typeface="+mn-ea"/>
                <a:cs typeface="+mn-cs"/>
              </a:rPr>
              <a:t>อื่นล้มเหลวหรือไม่</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Request Rate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มี</a:t>
            </a:r>
            <a:r>
              <a:rPr lang="en-US" sz="1200" b="0" i="0" kern="1200" dirty="0">
                <a:solidFill>
                  <a:schemeClr val="tx1"/>
                </a:solidFill>
                <a:effectLst/>
                <a:latin typeface="+mn-lt"/>
                <a:ea typeface="+mn-ea"/>
                <a:cs typeface="+mn-cs"/>
              </a:rPr>
              <a:t> Request </a:t>
            </a:r>
            <a:r>
              <a:rPr lang="en-US" sz="1200" b="0" i="0" kern="1200" dirty="0" err="1">
                <a:solidFill>
                  <a:schemeClr val="tx1"/>
                </a:solidFill>
                <a:effectLst/>
                <a:latin typeface="+mn-lt"/>
                <a:ea typeface="+mn-ea"/>
                <a:cs typeface="+mn-cs"/>
              </a:rPr>
              <a:t>เข้ามามากน้อยเพียงใด</a:t>
            </a:r>
            <a:endParaRPr lang="en-US" sz="1200" b="0"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เลือกวิธีสรุปตัวเลขให้เหมาะสม</a:t>
            </a:r>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Average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ดูพฤติกรรมโดยเฉลี่ย</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Sum</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ดูจำนวนรวม</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Max</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ดูค่าสูงสุดหรือกรณีที่แย่ที่สุด</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จากนั้นสามารถ</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Pin </a:t>
            </a:r>
            <a:r>
              <a:rPr lang="en-US" sz="1200" b="1" i="0" kern="1200" dirty="0" err="1">
                <a:solidFill>
                  <a:schemeClr val="tx1"/>
                </a:solidFill>
                <a:effectLst/>
                <a:latin typeface="+mn-lt"/>
                <a:ea typeface="+mn-ea"/>
                <a:cs typeface="+mn-cs"/>
              </a:rPr>
              <a:t>กราฟที่สำคัญลง</a:t>
            </a:r>
            <a:r>
              <a:rPr lang="en-US" sz="1200" b="1" i="0" kern="1200" dirty="0">
                <a:solidFill>
                  <a:schemeClr val="tx1"/>
                </a:solidFill>
                <a:effectLst/>
                <a:latin typeface="+mn-lt"/>
                <a:ea typeface="+mn-ea"/>
                <a:cs typeface="+mn-cs"/>
              </a:rPr>
              <a:t> Azure Dashboard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เพื่อดูสถานะระบบได้ในหน้าเดียว</a:t>
            </a:r>
            <a:endParaRPr lang="en-US" sz="1200" b="0"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Application Insights = </a:t>
            </a:r>
            <a:r>
              <a:rPr lang="en-US" sz="1200" b="1" i="0" kern="1200" dirty="0" err="1">
                <a:solidFill>
                  <a:schemeClr val="tx1"/>
                </a:solidFill>
                <a:effectLst/>
                <a:latin typeface="+mn-lt"/>
                <a:ea typeface="+mn-ea"/>
                <a:cs typeface="+mn-cs"/>
              </a:rPr>
              <a:t>เก็บและวิเคราะห์ข้อมูลสุขภาพระบบ</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Metrics = </a:t>
            </a:r>
            <a:r>
              <a:rPr lang="en-US" sz="1200" b="1" i="0" kern="1200" dirty="0" err="1">
                <a:solidFill>
                  <a:schemeClr val="tx1"/>
                </a:solidFill>
                <a:effectLst/>
                <a:latin typeface="+mn-lt"/>
                <a:ea typeface="+mn-ea"/>
                <a:cs typeface="+mn-cs"/>
              </a:rPr>
              <a:t>ตัวเลขสุขภาพของระบบ</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Azure Dashboard = </a:t>
            </a:r>
            <a:r>
              <a:rPr lang="en-US" sz="1200" b="1" i="0" kern="1200" dirty="0" err="1">
                <a:solidFill>
                  <a:schemeClr val="tx1"/>
                </a:solidFill>
                <a:effectLst/>
                <a:latin typeface="+mn-lt"/>
                <a:ea typeface="+mn-ea"/>
                <a:cs typeface="+mn-cs"/>
              </a:rPr>
              <a:t>หน้าปัดที่รวมตัวเลขสำคัญมาให้ดูง่าย</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Azure Dashboard </a:t>
            </a:r>
            <a:r>
              <a:rPr lang="en-US" sz="1200" b="0" i="0" kern="1200" dirty="0" err="1">
                <a:solidFill>
                  <a:schemeClr val="tx1"/>
                </a:solidFill>
                <a:effectLst/>
                <a:latin typeface="+mn-lt"/>
                <a:ea typeface="+mn-ea"/>
                <a:cs typeface="+mn-cs"/>
              </a:rPr>
              <a:t>ช่วยเปลี่ยนข้อมูล</a:t>
            </a:r>
            <a:r>
              <a:rPr lang="en-US" sz="1200" b="0" i="0" kern="1200" dirty="0">
                <a:solidFill>
                  <a:schemeClr val="tx1"/>
                </a:solidFill>
                <a:effectLst/>
                <a:latin typeface="+mn-lt"/>
                <a:ea typeface="+mn-ea"/>
                <a:cs typeface="+mn-cs"/>
              </a:rPr>
              <a:t> Telemetry </a:t>
            </a:r>
            <a:r>
              <a:rPr lang="en-US" sz="1200" b="0" i="0" kern="1200" dirty="0" err="1">
                <a:solidFill>
                  <a:schemeClr val="tx1"/>
                </a:solidFill>
                <a:effectLst/>
                <a:latin typeface="+mn-lt"/>
                <a:ea typeface="+mn-ea"/>
                <a:cs typeface="+mn-cs"/>
              </a:rPr>
              <a:t>ให้เป็น</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หน้าจอติดตามระบบแบบรวบรัด</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ทำให้เห็นได้เร็วว่า</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ระบบช้าหรือไม่</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มี</a:t>
            </a:r>
            <a:r>
              <a:rPr lang="en-US" sz="1200" b="1" i="0" kern="1200" dirty="0">
                <a:solidFill>
                  <a:schemeClr val="tx1"/>
                </a:solidFill>
                <a:effectLst/>
                <a:latin typeface="+mn-lt"/>
                <a:ea typeface="+mn-ea"/>
                <a:cs typeface="+mn-cs"/>
              </a:rPr>
              <a:t> Error </a:t>
            </a:r>
            <a:r>
              <a:rPr lang="en-US" sz="1200" b="1" i="0" kern="1200" dirty="0" err="1">
                <a:solidFill>
                  <a:schemeClr val="tx1"/>
                </a:solidFill>
                <a:effectLst/>
                <a:latin typeface="+mn-lt"/>
                <a:ea typeface="+mn-ea"/>
                <a:cs typeface="+mn-cs"/>
              </a:rPr>
              <a:t>มากแค่ไหน</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และปริมาณการใช้งานเป็นอย่างไร</a:t>
            </a:r>
            <a:endParaRPr lang="en-US" sz="1200" b="0" i="0" kern="1200" dirty="0">
              <a:solidFill>
                <a:schemeClr val="tx1"/>
              </a:solidFill>
              <a:effectLst/>
              <a:latin typeface="+mn-lt"/>
              <a:ea typeface="+mn-ea"/>
              <a:cs typeface="+mn-cs"/>
            </a:endParaRPr>
          </a:p>
        </p:txBody>
      </p:sp>
      <p:sp>
        <p:nvSpPr>
          <p:cNvPr id="1928974866"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87BBCB-4CFC-EB03-FC92-563F822F9A00}"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174</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32367923" name="Slide Image Placeholder 1"/>
          <p:cNvSpPr>
            <a:spLocks noGrp="1" noRot="1" noChangeAspect="1"/>
          </p:cNvSpPr>
          <p:nvPr>
            <p:ph type="sldImg"/>
          </p:nvPr>
        </p:nvSpPr>
        <p:spPr bwMode="auto">
          <a:xfrm>
            <a:off x="217488" y="812800"/>
            <a:ext cx="7124700" cy="4008438"/>
          </a:xfrm>
        </p:spPr>
      </p:sp>
      <p:sp>
        <p:nvSpPr>
          <p:cNvPr id="796989941"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การตั้ง</a:t>
            </a:r>
            <a:r>
              <a:rPr lang="en-US" sz="1200" b="1" i="0" kern="1200" dirty="0">
                <a:solidFill>
                  <a:schemeClr val="tx1"/>
                </a:solidFill>
                <a:effectLst/>
                <a:latin typeface="+mn-lt"/>
                <a:ea typeface="+mn-ea"/>
                <a:cs typeface="+mn-cs"/>
              </a:rPr>
              <a:t> Alert </a:t>
            </a:r>
            <a:r>
              <a:rPr lang="en-US" sz="1200" b="1" i="0" kern="1200" dirty="0" err="1">
                <a:solidFill>
                  <a:schemeClr val="tx1"/>
                </a:solidFill>
                <a:effectLst/>
                <a:latin typeface="+mn-lt"/>
                <a:ea typeface="+mn-ea"/>
                <a:cs typeface="+mn-cs"/>
              </a:rPr>
              <a:t>เพื่อแจ้งเตือนอัตโนมัติเมื่อ</a:t>
            </a:r>
            <a:r>
              <a:rPr lang="en-US" sz="1200" b="1" i="0" kern="1200" dirty="0">
                <a:solidFill>
                  <a:schemeClr val="tx1"/>
                </a:solidFill>
                <a:effectLst/>
                <a:latin typeface="+mn-lt"/>
                <a:ea typeface="+mn-ea"/>
                <a:cs typeface="+mn-cs"/>
              </a:rPr>
              <a:t> Application </a:t>
            </a:r>
            <a:r>
              <a:rPr lang="en-US" sz="1200" b="1" i="0" kern="1200" dirty="0" err="1">
                <a:solidFill>
                  <a:schemeClr val="tx1"/>
                </a:solidFill>
                <a:effectLst/>
                <a:latin typeface="+mn-lt"/>
                <a:ea typeface="+mn-ea"/>
                <a:cs typeface="+mn-cs"/>
              </a:rPr>
              <a:t>มีปัญหาหรือมีพฤติกรรมผิดปกติ</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เพื่อให้ทีมรู้ปัญหาได้เร็วโดยไม่ต้องเฝ้า</a:t>
            </a:r>
            <a:r>
              <a:rPr lang="en-US" sz="1200" b="0" i="0" kern="1200" dirty="0">
                <a:solidFill>
                  <a:schemeClr val="tx1"/>
                </a:solidFill>
                <a:effectLst/>
                <a:latin typeface="+mn-lt"/>
                <a:ea typeface="+mn-ea"/>
                <a:cs typeface="+mn-cs"/>
              </a:rPr>
              <a:t> Dashboard </a:t>
            </a:r>
            <a:r>
              <a:rPr lang="en-US" sz="1200" b="0" i="0" kern="1200" dirty="0" err="1">
                <a:solidFill>
                  <a:schemeClr val="tx1"/>
                </a:solidFill>
                <a:effectLst/>
                <a:latin typeface="+mn-lt"/>
                <a:ea typeface="+mn-ea"/>
                <a:cs typeface="+mn-cs"/>
              </a:rPr>
              <a:t>ตลอดเวลา</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Alert </a:t>
            </a:r>
            <a:r>
              <a:rPr lang="en-US" sz="1200" b="1" i="0" kern="1200" dirty="0" err="1">
                <a:solidFill>
                  <a:schemeClr val="tx1"/>
                </a:solidFill>
                <a:effectLst/>
                <a:latin typeface="+mn-lt"/>
                <a:ea typeface="+mn-ea"/>
                <a:cs typeface="+mn-cs"/>
              </a:rPr>
              <a:t>ประกอบด้วยอะไร</a:t>
            </a:r>
            <a:r>
              <a:rPr lang="en-US" sz="1200" b="1" i="0" kern="1200" dirty="0">
                <a:solidFill>
                  <a:schemeClr val="tx1"/>
                </a:solidFill>
                <a:effectLst/>
                <a:latin typeface="+mn-lt"/>
                <a:ea typeface="+mn-ea"/>
                <a:cs typeface="+mn-cs"/>
              </a:rPr>
              <a:t>?</a:t>
            </a:r>
          </a:p>
          <a:p>
            <a:pPr lvl="0" fontAlgn="t"/>
            <a:r>
              <a:rPr lang="en-US" sz="1200" b="1" i="0" kern="1200" dirty="0">
                <a:solidFill>
                  <a:schemeClr val="tx1"/>
                </a:solidFill>
                <a:effectLst/>
                <a:latin typeface="+mn-lt"/>
                <a:ea typeface="+mn-ea"/>
                <a:cs typeface="+mn-cs"/>
              </a:rPr>
              <a:t>Scope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ระบุว่าจะเฝ้าระวัง</a:t>
            </a:r>
            <a:r>
              <a:rPr lang="en-US" sz="1200" b="0" i="0" kern="1200" dirty="0">
                <a:solidFill>
                  <a:schemeClr val="tx1"/>
                </a:solidFill>
                <a:effectLst/>
                <a:latin typeface="+mn-lt"/>
                <a:ea typeface="+mn-ea"/>
                <a:cs typeface="+mn-cs"/>
              </a:rPr>
              <a:t> Resource </a:t>
            </a:r>
            <a:r>
              <a:rPr lang="en-US" sz="1200" b="0" i="0" kern="1200" dirty="0" err="1">
                <a:solidFill>
                  <a:schemeClr val="tx1"/>
                </a:solidFill>
                <a:effectLst/>
                <a:latin typeface="+mn-lt"/>
                <a:ea typeface="+mn-ea"/>
                <a:cs typeface="+mn-cs"/>
              </a:rPr>
              <a:t>หรือระบบใด</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Condition</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กำหนดเงื่อนไข</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จำนวน</a:t>
            </a:r>
            <a:r>
              <a:rPr lang="en-US" sz="1200" b="0" i="0" kern="1200" dirty="0">
                <a:solidFill>
                  <a:schemeClr val="tx1"/>
                </a:solidFill>
                <a:effectLst/>
                <a:latin typeface="+mn-lt"/>
                <a:ea typeface="+mn-ea"/>
                <a:cs typeface="+mn-cs"/>
              </a:rPr>
              <a:t> Request </a:t>
            </a:r>
            <a:r>
              <a:rPr lang="en-US" sz="1200" b="0" i="0" kern="1200" dirty="0" err="1">
                <a:solidFill>
                  <a:schemeClr val="tx1"/>
                </a:solidFill>
                <a:effectLst/>
                <a:latin typeface="+mn-lt"/>
                <a:ea typeface="+mn-ea"/>
                <a:cs typeface="+mn-cs"/>
              </a:rPr>
              <a:t>ที่ล้มเหลวเกินค่าที่กำหนด</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Action Group</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กำหนดว่าจะให้ระบบทำอะไรเมื่อเกิด</a:t>
            </a:r>
            <a:r>
              <a:rPr lang="en-US" sz="1200" b="0" i="0" kern="1200" dirty="0">
                <a:solidFill>
                  <a:schemeClr val="tx1"/>
                </a:solidFill>
                <a:effectLst/>
                <a:latin typeface="+mn-lt"/>
                <a:ea typeface="+mn-ea"/>
                <a:cs typeface="+mn-cs"/>
              </a:rPr>
              <a:t> Alert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ส่ง</a:t>
            </a:r>
            <a:r>
              <a:rPr lang="en-US" sz="1200" b="0" i="0" kern="1200" dirty="0">
                <a:solidFill>
                  <a:schemeClr val="tx1"/>
                </a:solidFill>
                <a:effectLst/>
                <a:latin typeface="+mn-lt"/>
                <a:ea typeface="+mn-ea"/>
                <a:cs typeface="+mn-cs"/>
              </a:rPr>
              <a:t> Notification</a:t>
            </a:r>
          </a:p>
          <a:p>
            <a:pPr lvl="0" fontAlgn="t"/>
            <a:r>
              <a:rPr lang="en-US" sz="1200" b="1" i="0" kern="1200" dirty="0">
                <a:solidFill>
                  <a:schemeClr val="tx1"/>
                </a:solidFill>
                <a:effectLst/>
                <a:latin typeface="+mn-lt"/>
                <a:ea typeface="+mn-ea"/>
                <a:cs typeface="+mn-cs"/>
              </a:rPr>
              <a:t>Severity 0–4</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ระบุระดับความรุนแรงของเหตุการณ์</a:t>
            </a:r>
            <a:endParaRPr lang="en-US" sz="1200" b="0" i="0" kern="1200" dirty="0">
              <a:solidFill>
                <a:schemeClr val="tx1"/>
              </a:solidFill>
              <a:effectLst/>
              <a:latin typeface="+mn-lt"/>
              <a:ea typeface="+mn-ea"/>
              <a:cs typeface="+mn-cs"/>
            </a:endParaRPr>
          </a:p>
          <a:p>
            <a:pPr lvl="0"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Alert </a:t>
            </a:r>
            <a:r>
              <a:rPr lang="en-US" sz="1200" b="1" i="0" kern="1200" dirty="0" err="1">
                <a:solidFill>
                  <a:schemeClr val="tx1"/>
                </a:solidFill>
                <a:effectLst/>
                <a:latin typeface="+mn-lt"/>
                <a:ea typeface="+mn-ea"/>
                <a:cs typeface="+mn-cs"/>
              </a:rPr>
              <a:t>มี</a:t>
            </a:r>
            <a:r>
              <a:rPr lang="en-US" sz="1200" b="1" i="0" kern="1200" dirty="0">
                <a:solidFill>
                  <a:schemeClr val="tx1"/>
                </a:solidFill>
                <a:effectLst/>
                <a:latin typeface="+mn-lt"/>
                <a:ea typeface="+mn-ea"/>
                <a:cs typeface="+mn-cs"/>
              </a:rPr>
              <a:t> 2 </a:t>
            </a:r>
            <a:r>
              <a:rPr lang="en-US" sz="1200" b="1" i="0" kern="1200" dirty="0" err="1">
                <a:solidFill>
                  <a:schemeClr val="tx1"/>
                </a:solidFill>
                <a:effectLst/>
                <a:latin typeface="+mn-lt"/>
                <a:ea typeface="+mn-ea"/>
                <a:cs typeface="+mn-cs"/>
              </a:rPr>
              <a:t>แบบหลัก</a:t>
            </a:r>
            <a:endParaRPr lang="en-US" sz="1200" b="1"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Metric Alert</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เฝ้าดูค่าตัวเลขของระบบเป็นช่วง</a:t>
            </a:r>
            <a:r>
              <a:rPr lang="en-US" sz="1200" b="0" i="0" kern="1200" dirty="0">
                <a:solidFill>
                  <a:schemeClr val="tx1"/>
                </a:solidFill>
                <a:effectLst/>
                <a:latin typeface="+mn-lt"/>
                <a:ea typeface="+mn-ea"/>
                <a:cs typeface="+mn-cs"/>
              </a:rPr>
              <a:t> ๆ </a:t>
            </a:r>
            <a:r>
              <a:rPr lang="en-US" sz="1200" b="0" i="0" kern="1200" dirty="0" err="1">
                <a:solidFill>
                  <a:schemeClr val="tx1"/>
                </a:solidFill>
                <a:effectLst/>
                <a:latin typeface="+mn-lt"/>
                <a:ea typeface="+mn-ea"/>
                <a:cs typeface="+mn-cs"/>
              </a:rPr>
              <a:t>แล้วแจ้งเมื่อเกินเกณฑ์</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Log Search Alert</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KQL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ตรวจสอบเงื่อนไขที่ซับซ้อนจาก</a:t>
            </a:r>
            <a:r>
              <a:rPr lang="en-US" sz="1200" b="0" i="0" kern="1200" dirty="0">
                <a:solidFill>
                  <a:schemeClr val="tx1"/>
                </a:solidFill>
                <a:effectLst/>
                <a:latin typeface="+mn-lt"/>
                <a:ea typeface="+mn-ea"/>
                <a:cs typeface="+mn-cs"/>
              </a:rPr>
              <a:t> Log</a:t>
            </a:r>
          </a:p>
          <a:p>
            <a:pPr lvl="0" fontAlgn="t"/>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ตัวอย่างใช้</a:t>
            </a:r>
            <a:r>
              <a:rPr lang="en-US" sz="1200" b="0" i="0" kern="1200" dirty="0">
                <a:solidFill>
                  <a:schemeClr val="tx1"/>
                </a:solidFill>
                <a:effectLst/>
                <a:latin typeface="+mn-lt"/>
                <a:ea typeface="+mn-ea"/>
                <a:cs typeface="+mn-cs"/>
              </a:rPr>
              <a:t> KQL </a:t>
            </a:r>
            <a:r>
              <a:rPr lang="en-US" sz="1200" b="0" i="0" kern="1200" dirty="0" err="1">
                <a:solidFill>
                  <a:schemeClr val="tx1"/>
                </a:solidFill>
                <a:effectLst/>
                <a:latin typeface="+mn-lt"/>
                <a:ea typeface="+mn-ea"/>
                <a:cs typeface="+mn-cs"/>
              </a:rPr>
              <a:t>เพื่อหา</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Request </a:t>
            </a:r>
            <a:r>
              <a:rPr lang="en-US" sz="1200" b="1" i="0" kern="1200" dirty="0" err="1">
                <a:solidFill>
                  <a:schemeClr val="tx1"/>
                </a:solidFill>
                <a:effectLst/>
                <a:latin typeface="+mn-lt"/>
                <a:ea typeface="+mn-ea"/>
                <a:cs typeface="+mn-cs"/>
              </a:rPr>
              <a:t>ที่ล้มเหลว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แยกตาม</a:t>
            </a:r>
            <a:r>
              <a:rPr lang="en-US" sz="1200" b="0" i="0" kern="1200" dirty="0">
                <a:solidFill>
                  <a:schemeClr val="tx1"/>
                </a:solidFill>
                <a:effectLst/>
                <a:latin typeface="+mn-lt"/>
                <a:ea typeface="+mn-ea"/>
                <a:cs typeface="+mn-cs"/>
              </a:rPr>
              <a:t> Service </a:t>
            </a:r>
            <a:r>
              <a:rPr lang="en-US" sz="1200" b="0" i="0" kern="1200" dirty="0" err="1">
                <a:solidFill>
                  <a:schemeClr val="tx1"/>
                </a:solidFill>
                <a:effectLst/>
                <a:latin typeface="+mn-lt"/>
                <a:ea typeface="+mn-ea"/>
                <a:cs typeface="+mn-cs"/>
              </a:rPr>
              <a:t>และแจ้งเมื่อจำนวนที่พบ</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มากกว่า</a:t>
            </a:r>
            <a:r>
              <a:rPr lang="en-US" sz="1200" b="1" i="0" kern="1200" dirty="0">
                <a:solidFill>
                  <a:schemeClr val="tx1"/>
                </a:solidFill>
                <a:effectLst/>
                <a:latin typeface="+mn-lt"/>
                <a:ea typeface="+mn-ea"/>
                <a:cs typeface="+mn-cs"/>
              </a:rPr>
              <a:t> 10</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Monitor = </a:t>
            </a:r>
            <a:r>
              <a:rPr lang="en-US" sz="1200" b="1" i="0" kern="1200" dirty="0" err="1">
                <a:solidFill>
                  <a:schemeClr val="tx1"/>
                </a:solidFill>
                <a:effectLst/>
                <a:latin typeface="+mn-lt"/>
                <a:ea typeface="+mn-ea"/>
                <a:cs typeface="+mn-cs"/>
              </a:rPr>
              <a:t>เฝ้าดูระบบ</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Alert = </a:t>
            </a:r>
            <a:r>
              <a:rPr lang="en-US" sz="1200" b="1" i="0" kern="1200" dirty="0" err="1">
                <a:solidFill>
                  <a:schemeClr val="tx1"/>
                </a:solidFill>
                <a:effectLst/>
                <a:latin typeface="+mn-lt"/>
                <a:ea typeface="+mn-ea"/>
                <a:cs typeface="+mn-cs"/>
              </a:rPr>
              <a:t>พบสิ่งผิดปกติแล้วแจ้งเตือน</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KQL = </a:t>
            </a:r>
            <a:r>
              <a:rPr lang="en-US" sz="1200" b="1" i="0" kern="1200" dirty="0" err="1">
                <a:solidFill>
                  <a:schemeClr val="tx1"/>
                </a:solidFill>
                <a:effectLst/>
                <a:latin typeface="+mn-lt"/>
                <a:ea typeface="+mn-ea"/>
                <a:cs typeface="+mn-cs"/>
              </a:rPr>
              <a:t>กำหนดเงื่อนไขซับซ้อนในการค้นหาปัญหา</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Action Group = </a:t>
            </a:r>
            <a:r>
              <a:rPr lang="en-US" sz="1200" b="1" i="0" kern="1200" dirty="0" err="1">
                <a:solidFill>
                  <a:schemeClr val="tx1"/>
                </a:solidFill>
                <a:effectLst/>
                <a:latin typeface="+mn-lt"/>
                <a:ea typeface="+mn-ea"/>
                <a:cs typeface="+mn-cs"/>
              </a:rPr>
              <a:t>กำหนดว่าจะทำอะไรเมื่อเกิด</a:t>
            </a:r>
            <a:r>
              <a:rPr lang="en-US" sz="1200" b="1" i="0" kern="1200" dirty="0">
                <a:solidFill>
                  <a:schemeClr val="tx1"/>
                </a:solidFill>
                <a:effectLst/>
                <a:latin typeface="+mn-lt"/>
                <a:ea typeface="+mn-ea"/>
                <a:cs typeface="+mn-cs"/>
              </a:rPr>
              <a:t> Alert</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Alert </a:t>
            </a:r>
            <a:r>
              <a:rPr lang="en-US" sz="1200" b="0" i="0" kern="1200" dirty="0" err="1">
                <a:solidFill>
                  <a:schemeClr val="tx1"/>
                </a:solidFill>
                <a:effectLst/>
                <a:latin typeface="+mn-lt"/>
                <a:ea typeface="+mn-ea"/>
                <a:cs typeface="+mn-cs"/>
              </a:rPr>
              <a:t>ช่วยให้ระบบ</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ตรวจจับปัญหาและแจ้งเตือนอัตโนมัติ</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Error </a:t>
            </a:r>
            <a:r>
              <a:rPr lang="en-US" sz="1200" b="0" i="0" kern="1200" dirty="0" err="1">
                <a:solidFill>
                  <a:schemeClr val="tx1"/>
                </a:solidFill>
                <a:effectLst/>
                <a:latin typeface="+mn-lt"/>
                <a:ea typeface="+mn-ea"/>
                <a:cs typeface="+mn-cs"/>
              </a:rPr>
              <a:t>เพิ่มสูงผิดปกติ</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ทำให้ทีมสามารถรับรู้และเริ่มตรวจสอบปัญหาได้เร็วขึ้น</a:t>
            </a:r>
            <a:endParaRPr lang="en-US" sz="1200" b="0" i="0" kern="1200" dirty="0">
              <a:solidFill>
                <a:schemeClr val="tx1"/>
              </a:solidFill>
              <a:effectLst/>
              <a:latin typeface="+mn-lt"/>
              <a:ea typeface="+mn-ea"/>
              <a:cs typeface="+mn-cs"/>
            </a:endParaRPr>
          </a:p>
        </p:txBody>
      </p:sp>
      <p:sp>
        <p:nvSpPr>
          <p:cNvPr id="68840833"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5725CAB-E4F3-6D0E-0C48-729327C3C83C}"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175</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33282484" name="Slide Image Placeholder 1"/>
          <p:cNvSpPr>
            <a:spLocks noGrp="1" noRot="1" noChangeAspect="1"/>
          </p:cNvSpPr>
          <p:nvPr>
            <p:ph type="sldImg"/>
          </p:nvPr>
        </p:nvSpPr>
        <p:spPr bwMode="auto">
          <a:xfrm>
            <a:off x="217488" y="812800"/>
            <a:ext cx="7124700" cy="4008438"/>
          </a:xfrm>
        </p:spPr>
      </p:sp>
      <p:sp>
        <p:nvSpPr>
          <p:cNvPr id="194284258" name="Notes Placeholder 2"/>
          <p:cNvSpPr>
            <a:spLocks noGrp="1"/>
          </p:cNvSpPr>
          <p:nvPr>
            <p:ph type="body" idx="1"/>
          </p:nvPr>
        </p:nvSpPr>
        <p:spPr bwMode="auto"/>
        <p:txBody>
          <a:bodyPr/>
          <a:lstStyle/>
          <a:p>
            <a:pPr fontAlgn="t"/>
            <a:r>
              <a:rPr lang="en-US" sz="1200" b="1" i="0" kern="1200" dirty="0" err="1">
                <a:solidFill>
                  <a:schemeClr val="tx1"/>
                </a:solidFill>
                <a:effectLst/>
                <a:latin typeface="+mn-lt"/>
                <a:ea typeface="+mn-ea"/>
                <a:cs typeface="+mn-cs"/>
              </a:rPr>
              <a:t>การตั้ง</a:t>
            </a:r>
            <a:r>
              <a:rPr lang="en-US" sz="1200" b="1" i="0" kern="1200" dirty="0">
                <a:solidFill>
                  <a:schemeClr val="tx1"/>
                </a:solidFill>
                <a:effectLst/>
                <a:latin typeface="+mn-lt"/>
                <a:ea typeface="+mn-ea"/>
                <a:cs typeface="+mn-cs"/>
              </a:rPr>
              <a:t> Alert </a:t>
            </a:r>
            <a:r>
              <a:rPr lang="en-US" sz="1200" b="1" i="0" kern="1200" dirty="0" err="1">
                <a:solidFill>
                  <a:schemeClr val="tx1"/>
                </a:solidFill>
                <a:effectLst/>
                <a:latin typeface="+mn-lt"/>
                <a:ea typeface="+mn-ea"/>
                <a:cs typeface="+mn-cs"/>
              </a:rPr>
              <a:t>ขั้นสูง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โดยเน้นว่าเมื่อระบบพบปัญหา</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ไม่เพียงแค่แจ้งเตือน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แต่ยังสามารถ</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สั่งให้ระบบอื่นทำงานอัตโนมัติ</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และใช้</a:t>
            </a:r>
            <a:r>
              <a:rPr lang="en-US" sz="1200" b="0" i="0" kern="1200" dirty="0">
                <a:solidFill>
                  <a:schemeClr val="tx1"/>
                </a:solidFill>
                <a:effectLst/>
                <a:latin typeface="+mn-lt"/>
                <a:ea typeface="+mn-ea"/>
                <a:cs typeface="+mn-cs"/>
              </a:rPr>
              <a:t> Machine Learning </a:t>
            </a:r>
            <a:r>
              <a:rPr lang="en-US" sz="1200" b="0" i="0" kern="1200" dirty="0" err="1">
                <a:solidFill>
                  <a:schemeClr val="tx1"/>
                </a:solidFill>
                <a:effectLst/>
                <a:latin typeface="+mn-lt"/>
                <a:ea typeface="+mn-ea"/>
                <a:cs typeface="+mn-cs"/>
              </a:rPr>
              <a:t>ช่วยตรวจจับความผิดปกติได้</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 Action Group = </a:t>
            </a:r>
            <a:r>
              <a:rPr lang="en-US" sz="1200" b="1" i="0" kern="1200" dirty="0" err="1">
                <a:solidFill>
                  <a:schemeClr val="tx1"/>
                </a:solidFill>
                <a:effectLst/>
                <a:latin typeface="+mn-lt"/>
                <a:ea typeface="+mn-ea"/>
                <a:cs typeface="+mn-cs"/>
              </a:rPr>
              <a:t>เมื่อเกิด</a:t>
            </a:r>
            <a:r>
              <a:rPr lang="en-US" sz="1200" b="1" i="0" kern="1200" dirty="0">
                <a:solidFill>
                  <a:schemeClr val="tx1"/>
                </a:solidFill>
                <a:effectLst/>
                <a:latin typeface="+mn-lt"/>
                <a:ea typeface="+mn-ea"/>
                <a:cs typeface="+mn-cs"/>
              </a:rPr>
              <a:t> Alert </a:t>
            </a:r>
            <a:r>
              <a:rPr lang="en-US" sz="1200" b="1" i="0" kern="1200" dirty="0" err="1">
                <a:solidFill>
                  <a:schemeClr val="tx1"/>
                </a:solidFill>
                <a:effectLst/>
                <a:latin typeface="+mn-lt"/>
                <a:ea typeface="+mn-ea"/>
                <a:cs typeface="+mn-cs"/>
              </a:rPr>
              <a:t>แล้วให้ทำอะไร</a:t>
            </a:r>
            <a:endParaRPr lang="en-US" sz="1200" b="1"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สามารถนำ</a:t>
            </a:r>
            <a:r>
              <a:rPr lang="en-US" sz="1200" b="0" i="0" kern="1200" dirty="0">
                <a:solidFill>
                  <a:schemeClr val="tx1"/>
                </a:solidFill>
                <a:effectLst/>
                <a:latin typeface="+mn-lt"/>
                <a:ea typeface="+mn-ea"/>
                <a:cs typeface="+mn-cs"/>
              </a:rPr>
              <a:t> Action Group </a:t>
            </a:r>
            <a:r>
              <a:rPr lang="en-US" sz="1200" b="0" i="0" kern="1200" dirty="0" err="1">
                <a:solidFill>
                  <a:schemeClr val="tx1"/>
                </a:solidFill>
                <a:effectLst/>
                <a:latin typeface="+mn-lt"/>
                <a:ea typeface="+mn-ea"/>
                <a:cs typeface="+mn-cs"/>
              </a:rPr>
              <a:t>เดียวไปใช้กับ</a:t>
            </a:r>
            <a:r>
              <a:rPr lang="en-US" sz="1200" b="0" i="0" kern="1200" dirty="0">
                <a:solidFill>
                  <a:schemeClr val="tx1"/>
                </a:solidFill>
                <a:effectLst/>
                <a:latin typeface="+mn-lt"/>
                <a:ea typeface="+mn-ea"/>
                <a:cs typeface="+mn-cs"/>
              </a:rPr>
              <a:t> Alert </a:t>
            </a:r>
            <a:r>
              <a:rPr lang="en-US" sz="1200" b="0" i="0" kern="1200" dirty="0" err="1">
                <a:solidFill>
                  <a:schemeClr val="tx1"/>
                </a:solidFill>
                <a:effectLst/>
                <a:latin typeface="+mn-lt"/>
                <a:ea typeface="+mn-ea"/>
                <a:cs typeface="+mn-cs"/>
              </a:rPr>
              <a:t>หลายรายการ</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และกำหนดให้</a:t>
            </a:r>
            <a:r>
              <a:rPr lang="en-US" sz="1200" b="0" i="0" kern="1200" dirty="0">
                <a:solidFill>
                  <a:schemeClr val="tx1"/>
                </a:solidFill>
                <a:effectLst/>
                <a:latin typeface="+mn-lt"/>
                <a:ea typeface="+mn-ea"/>
                <a:cs typeface="+mn-cs"/>
              </a:rPr>
              <a:t>:</a:t>
            </a:r>
          </a:p>
          <a:p>
            <a:pPr lvl="0" fontAlgn="t"/>
            <a:r>
              <a:rPr lang="en-US" sz="1200" b="0" i="0" kern="1200" dirty="0" err="1">
                <a:solidFill>
                  <a:schemeClr val="tx1"/>
                </a:solidFill>
                <a:effectLst/>
                <a:latin typeface="+mn-lt"/>
                <a:ea typeface="+mn-ea"/>
                <a:cs typeface="+mn-cs"/>
              </a:rPr>
              <a:t>แจ้งผ่าน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Email / SMS / Azure Mobile App / Voice Call</a:t>
            </a:r>
            <a:endParaRPr lang="en-US" sz="1200" b="0" i="0" kern="1200" dirty="0">
              <a:solidFill>
                <a:schemeClr val="tx1"/>
              </a:solidFill>
              <a:effectLst/>
              <a:latin typeface="+mn-lt"/>
              <a:ea typeface="+mn-ea"/>
              <a:cs typeface="+mn-cs"/>
            </a:endParaRPr>
          </a:p>
          <a:p>
            <a:pPr lvl="0" fontAlgn="t"/>
            <a:r>
              <a:rPr lang="en-US" sz="1200" b="0" i="0" kern="1200" dirty="0" err="1">
                <a:solidFill>
                  <a:schemeClr val="tx1"/>
                </a:solidFill>
                <a:effectLst/>
                <a:latin typeface="+mn-lt"/>
                <a:ea typeface="+mn-ea"/>
                <a:cs typeface="+mn-cs"/>
              </a:rPr>
              <a:t>สั่งงานอัตโนมัติ</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Azure Functions, Logic Apps, Webhook, Automation Runbook </a:t>
            </a:r>
            <a:r>
              <a:rPr lang="en-US" sz="1200" b="1" i="0" kern="1200" dirty="0" err="1">
                <a:solidFill>
                  <a:schemeClr val="tx1"/>
                </a:solidFill>
                <a:effectLst/>
                <a:latin typeface="+mn-lt"/>
                <a:ea typeface="+mn-ea"/>
                <a:cs typeface="+mn-cs"/>
              </a:rPr>
              <a:t>หรือ</a:t>
            </a:r>
            <a:r>
              <a:rPr lang="en-US" sz="1200" b="1" i="0" kern="1200" dirty="0">
                <a:solidFill>
                  <a:schemeClr val="tx1"/>
                </a:solidFill>
                <a:effectLst/>
                <a:latin typeface="+mn-lt"/>
                <a:ea typeface="+mn-ea"/>
                <a:cs typeface="+mn-cs"/>
              </a:rPr>
              <a:t> Event Hub</a:t>
            </a:r>
          </a:p>
          <a:p>
            <a:pPr lvl="0"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Smart Detection = </a:t>
            </a:r>
            <a:r>
              <a:rPr lang="en-US" sz="1200" b="1" i="0" kern="1200" dirty="0" err="1">
                <a:solidFill>
                  <a:schemeClr val="tx1"/>
                </a:solidFill>
                <a:effectLst/>
                <a:latin typeface="+mn-lt"/>
                <a:ea typeface="+mn-ea"/>
                <a:cs typeface="+mn-cs"/>
              </a:rPr>
              <a:t>ให้ระบบช่วยหาความผิดปกติ</a:t>
            </a:r>
            <a:endParaRPr lang="en-US" sz="1200" b="1"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ใช้</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Machine Learning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วิเคราะห์พฤติกรรมของระบบ</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โดยไม่จำเป็นต้องตั้ง</a:t>
            </a:r>
            <a:r>
              <a:rPr lang="en-US" sz="1200" b="0" i="0" kern="1200" dirty="0">
                <a:solidFill>
                  <a:schemeClr val="tx1"/>
                </a:solidFill>
                <a:effectLst/>
                <a:latin typeface="+mn-lt"/>
                <a:ea typeface="+mn-ea"/>
                <a:cs typeface="+mn-cs"/>
              </a:rPr>
              <a:t> Threshold </a:t>
            </a:r>
            <a:r>
              <a:rPr lang="en-US" sz="1200" b="0" i="0" kern="1200" dirty="0" err="1">
                <a:solidFill>
                  <a:schemeClr val="tx1"/>
                </a:solidFill>
                <a:effectLst/>
                <a:latin typeface="+mn-lt"/>
                <a:ea typeface="+mn-ea"/>
                <a:cs typeface="+mn-cs"/>
              </a:rPr>
              <a:t>เองทุกกรณี</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เช่น</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Failure anomaly</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เปรียบเทียบอัตราความล้มเหลวปัจจุบันกับพฤติกรรมในอดีต</a:t>
            </a:r>
            <a:endParaRPr lang="en-US" sz="1200" b="0" i="0" kern="1200" dirty="0">
              <a:solidFill>
                <a:schemeClr val="tx1"/>
              </a:solidFill>
              <a:effectLst/>
              <a:latin typeface="+mn-lt"/>
              <a:ea typeface="+mn-ea"/>
              <a:cs typeface="+mn-cs"/>
            </a:endParaRPr>
          </a:p>
          <a:p>
            <a:pPr lvl="0" fontAlgn="t"/>
            <a:r>
              <a:rPr lang="en-US" sz="1200" b="1" i="0" kern="1200" dirty="0">
                <a:solidFill>
                  <a:schemeClr val="tx1"/>
                </a:solidFill>
                <a:effectLst/>
                <a:latin typeface="+mn-lt"/>
                <a:ea typeface="+mn-ea"/>
                <a:cs typeface="+mn-cs"/>
              </a:rPr>
              <a:t>Performance anomaly</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ตรวจจับประสิทธิภาพที่ค่อย</a:t>
            </a:r>
            <a:r>
              <a:rPr lang="en-US" sz="1200" b="0" i="0" kern="1200" dirty="0">
                <a:solidFill>
                  <a:schemeClr val="tx1"/>
                </a:solidFill>
                <a:effectLst/>
                <a:latin typeface="+mn-lt"/>
                <a:ea typeface="+mn-ea"/>
                <a:cs typeface="+mn-cs"/>
              </a:rPr>
              <a:t> ๆ </a:t>
            </a:r>
            <a:r>
              <a:rPr lang="en-US" sz="1200" b="0" i="0" kern="1200" dirty="0" err="1">
                <a:solidFill>
                  <a:schemeClr val="tx1"/>
                </a:solidFill>
                <a:effectLst/>
                <a:latin typeface="+mn-lt"/>
                <a:ea typeface="+mn-ea"/>
                <a:cs typeface="+mn-cs"/>
              </a:rPr>
              <a:t>แย่ลง</a:t>
            </a:r>
            <a:endParaRPr lang="en-US" sz="1200" b="0" i="0" kern="1200" dirty="0">
              <a:solidFill>
                <a:schemeClr val="tx1"/>
              </a:solidFill>
              <a:effectLst/>
              <a:latin typeface="+mn-lt"/>
              <a:ea typeface="+mn-ea"/>
              <a:cs typeface="+mn-cs"/>
            </a:endParaRPr>
          </a:p>
          <a:p>
            <a:pPr fontAlgn="t"/>
            <a:r>
              <a:rPr lang="en-US" sz="1200" b="0" i="0" kern="1200" dirty="0" err="1">
                <a:solidFill>
                  <a:schemeClr val="tx1"/>
                </a:solidFill>
                <a:effectLst/>
                <a:latin typeface="+mn-lt"/>
                <a:ea typeface="+mn-ea"/>
                <a:cs typeface="+mn-cs"/>
              </a:rPr>
              <a:t>ควรใช้</a:t>
            </a:r>
            <a:r>
              <a:rPr lang="en-US" sz="1200" b="0" i="0" kern="1200" dirty="0">
                <a:solidFill>
                  <a:schemeClr val="tx1"/>
                </a:solidFill>
                <a:effectLst/>
                <a:latin typeface="+mn-lt"/>
                <a:ea typeface="+mn-ea"/>
                <a:cs typeface="+mn-cs"/>
              </a:rPr>
              <a:t> Smart Detection </a:t>
            </a:r>
            <a:r>
              <a:rPr lang="en-US" sz="1200" b="1" i="0" kern="1200" dirty="0" err="1">
                <a:solidFill>
                  <a:schemeClr val="tx1"/>
                </a:solidFill>
                <a:effectLst/>
                <a:latin typeface="+mn-lt"/>
                <a:ea typeface="+mn-ea"/>
                <a:cs typeface="+mn-cs"/>
              </a:rPr>
              <a:t>ร่วมกับ</a:t>
            </a:r>
            <a:r>
              <a:rPr lang="en-US" sz="1200" b="1" i="0" kern="1200" dirty="0">
                <a:solidFill>
                  <a:schemeClr val="tx1"/>
                </a:solidFill>
                <a:effectLst/>
                <a:latin typeface="+mn-lt"/>
                <a:ea typeface="+mn-ea"/>
                <a:cs typeface="+mn-cs"/>
              </a:rPr>
              <a:t> Alert Rule </a:t>
            </a:r>
            <a:r>
              <a:rPr lang="en-US" sz="1200" b="1" i="0" kern="1200" dirty="0" err="1">
                <a:solidFill>
                  <a:schemeClr val="tx1"/>
                </a:solidFill>
                <a:effectLst/>
                <a:latin typeface="+mn-lt"/>
                <a:ea typeface="+mn-ea"/>
                <a:cs typeface="+mn-cs"/>
              </a:rPr>
              <a:t>ที่กำหนดเอง</a:t>
            </a:r>
            <a:r>
              <a:rPr lang="en-US" sz="1200" b="0" i="0" kern="1200" dirty="0">
                <a:solidFill>
                  <a:schemeClr val="tx1"/>
                </a:solidFill>
                <a:effectLst/>
                <a:latin typeface="+mn-lt"/>
                <a:ea typeface="+mn-ea"/>
                <a:cs typeface="+mn-cs"/>
              </a:rPr>
              <a:t> เพื่อครอบคลุมทั้งปัญหาที่รู้เงื่อนไขชัดเจนและความผิดปกติที่คาดไม่ถึง</a:t>
            </a: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Alert = </a:t>
            </a:r>
            <a:r>
              <a:rPr lang="en-US" sz="1200" b="1" i="0" kern="1200" dirty="0" err="1">
                <a:solidFill>
                  <a:schemeClr val="tx1"/>
                </a:solidFill>
                <a:effectLst/>
                <a:latin typeface="+mn-lt"/>
                <a:ea typeface="+mn-ea"/>
                <a:cs typeface="+mn-cs"/>
              </a:rPr>
              <a:t>ตรวจพบปัญหา</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Action Group = </a:t>
            </a:r>
            <a:r>
              <a:rPr lang="en-US" sz="1200" b="1" i="0" kern="1200" dirty="0" err="1">
                <a:solidFill>
                  <a:schemeClr val="tx1"/>
                </a:solidFill>
                <a:effectLst/>
                <a:latin typeface="+mn-lt"/>
                <a:ea typeface="+mn-ea"/>
                <a:cs typeface="+mn-cs"/>
              </a:rPr>
              <a:t>แจ้งใคร</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ให้ระบบทำอะไรต่อ</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Smart Detection = AI </a:t>
            </a:r>
            <a:r>
              <a:rPr lang="en-US" sz="1200" b="1" i="0" kern="1200" dirty="0" err="1">
                <a:solidFill>
                  <a:schemeClr val="tx1"/>
                </a:solidFill>
                <a:effectLst/>
                <a:latin typeface="+mn-lt"/>
                <a:ea typeface="+mn-ea"/>
                <a:cs typeface="+mn-cs"/>
              </a:rPr>
              <a:t>ช่วยมองหาพฤติกรรมผิดปกติ</a:t>
            </a:r>
            <a:endParaRPr lang="en-US" sz="1200" b="0" i="0" kern="1200" dirty="0">
              <a:solidFill>
                <a:schemeClr val="tx1"/>
              </a:solidFill>
              <a:effectLst/>
              <a:latin typeface="+mn-lt"/>
              <a:ea typeface="+mn-ea"/>
              <a:cs typeface="+mn-cs"/>
            </a:endParaRPr>
          </a:p>
          <a:p>
            <a:pPr fontAlgn="t"/>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Azure Monitor </a:t>
            </a:r>
            <a:r>
              <a:rPr lang="en-US" sz="1200" b="0" i="0" kern="1200" dirty="0" err="1">
                <a:solidFill>
                  <a:schemeClr val="tx1"/>
                </a:solidFill>
                <a:effectLst/>
                <a:latin typeface="+mn-lt"/>
                <a:ea typeface="+mn-ea"/>
                <a:cs typeface="+mn-cs"/>
              </a:rPr>
              <a:t>สามารถ</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ตรวจจับปัญหา</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แจ้งเตือน</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สั่งการอัตโนมัติ</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และใช้</a:t>
            </a:r>
            <a:r>
              <a:rPr lang="en-US" sz="1200" b="0" i="0" kern="1200" dirty="0">
                <a:solidFill>
                  <a:schemeClr val="tx1"/>
                </a:solidFill>
                <a:effectLst/>
                <a:latin typeface="+mn-lt"/>
                <a:ea typeface="+mn-ea"/>
                <a:cs typeface="+mn-cs"/>
              </a:rPr>
              <a:t> Machine Learning </a:t>
            </a:r>
            <a:r>
              <a:rPr lang="en-US" sz="1200" b="0" i="0" kern="1200" dirty="0" err="1">
                <a:solidFill>
                  <a:schemeClr val="tx1"/>
                </a:solidFill>
                <a:effectLst/>
                <a:latin typeface="+mn-lt"/>
                <a:ea typeface="+mn-ea"/>
                <a:cs typeface="+mn-cs"/>
              </a:rPr>
              <a:t>ช่วยค้นหาความผิดปกติที่</a:t>
            </a:r>
            <a:r>
              <a:rPr lang="en-US" sz="1200" b="0" i="0" kern="1200" dirty="0">
                <a:solidFill>
                  <a:schemeClr val="tx1"/>
                </a:solidFill>
                <a:effectLst/>
                <a:latin typeface="+mn-lt"/>
                <a:ea typeface="+mn-ea"/>
                <a:cs typeface="+mn-cs"/>
              </a:rPr>
              <a:t> Threshold </a:t>
            </a:r>
            <a:r>
              <a:rPr lang="en-US" sz="1200" b="0" i="0" kern="1200" dirty="0" err="1">
                <a:solidFill>
                  <a:schemeClr val="tx1"/>
                </a:solidFill>
                <a:effectLst/>
                <a:latin typeface="+mn-lt"/>
                <a:ea typeface="+mn-ea"/>
                <a:cs typeface="+mn-cs"/>
              </a:rPr>
              <a:t>แบบปกติอาจตรวจไม่พบ</a:t>
            </a:r>
            <a:endParaRPr lang="en-US" sz="1200" b="0" i="0" kern="1200" dirty="0">
              <a:solidFill>
                <a:schemeClr val="tx1"/>
              </a:solidFill>
              <a:effectLst/>
              <a:latin typeface="+mn-lt"/>
              <a:ea typeface="+mn-ea"/>
              <a:cs typeface="+mn-cs"/>
            </a:endParaRPr>
          </a:p>
        </p:txBody>
      </p:sp>
      <p:sp>
        <p:nvSpPr>
          <p:cNvPr id="4777066"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8AD24E9-965B-3A92-3B34-E283E6128F5C}"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176</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24914326" name="Slide Image Placeholder 1"/>
          <p:cNvSpPr>
            <a:spLocks noGrp="1" noRot="1" noChangeAspect="1"/>
          </p:cNvSpPr>
          <p:nvPr>
            <p:ph type="sldImg"/>
          </p:nvPr>
        </p:nvSpPr>
        <p:spPr bwMode="auto">
          <a:xfrm>
            <a:off x="217488" y="812800"/>
            <a:ext cx="7124700" cy="4008438"/>
          </a:xfrm>
        </p:spPr>
      </p:sp>
      <p:sp>
        <p:nvSpPr>
          <p:cNvPr id="851221568" name="Notes Placeholder 2"/>
          <p:cNvSpPr>
            <a:spLocks noGrp="1"/>
          </p:cNvSpPr>
          <p:nvPr>
            <p:ph type="body" idx="1"/>
          </p:nvPr>
        </p:nvSpPr>
        <p:spPr bwMode="auto"/>
        <p:txBody>
          <a:bodyPr/>
          <a:lstStyle/>
          <a:p>
            <a:pPr>
              <a:lnSpc>
                <a:spcPct val="90000"/>
              </a:lnSpc>
              <a:spcAft>
                <a:spcPts val="333"/>
              </a:spcAft>
              <a:defRPr/>
            </a:pPr>
            <a:r>
              <a:rPr lang="en-US"/>
              <a:t>This exercise requires an Azure subscription, which should be provided by the lab hoster supporting your delivery of this course.</a:t>
            </a:r>
            <a:endParaRPr lang="en-US">
              <a:solidFill>
                <a:srgbClr val="444444"/>
              </a:solidFill>
            </a:endParaRPr>
          </a:p>
          <a:p>
            <a:pPr>
              <a:lnSpc>
                <a:spcPct val="90000"/>
              </a:lnSpc>
              <a:spcAft>
                <a:spcPts val="333"/>
              </a:spcAft>
              <a:defRPr/>
            </a:pPr>
            <a:r>
              <a:rPr lang="en-US"/>
              <a:t>If you are not able to provide students with Azure subscriptions, you can demonstrate the lab using your own subscription (if you have one available).</a:t>
            </a:r>
            <a:endParaRPr/>
          </a:p>
        </p:txBody>
      </p:sp>
      <p:sp>
        <p:nvSpPr>
          <p:cNvPr id="630471867" name="Header Placeholder 3"/>
          <p:cNvSpPr>
            <a:spLocks noGrp="1"/>
          </p:cNvSpPr>
          <p:nvPr>
            <p:ph type="hdr" sz="quarter"/>
          </p:nvPr>
        </p:nvSpPr>
        <p:spPr bwMode="auto"/>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705329166" name="Footer Placeholder 4"/>
          <p:cNvSpPr>
            <a:spLocks noGrp="1"/>
          </p:cNvSpPr>
          <p:nvPr>
            <p:ph type="ftr" sz="quarter" idx="4"/>
          </p:nvPr>
        </p:nvSpPr>
        <p:spPr bwMode="auto"/>
        <p:txBody>
          <a:bodyPr/>
          <a:lstStyle/>
          <a:p>
            <a:pPr marL="0" marR="0" lvl="0" indent="0" algn="l" defTabSz="914099" rtl="0" eaLnBrk="1" fontAlgn="auto" latinLnBrk="0" hangingPunct="1">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a:ea typeface="Segoe UI"/>
                <a:cs typeface="Segoe UI"/>
              </a:rPr>
              <a:t>© Microsoft Corporation. All rights reserved. MICROSOFT MAKES NO WARRANTIES, EXPRESS, IMPLIED OR STATUTORY, AS TO THE INFORMATION IN THIS PRESENTATION.</a:t>
            </a:r>
            <a:endParaRPr kumimoji="0" sz="1200" b="0" i="0" u="none" strike="noStrike" kern="0" cap="none" spc="0" normalizeH="0" baseline="0" noProof="0">
              <a:ln>
                <a:noFill/>
              </a:ln>
              <a:solidFill>
                <a:prstClr val="black"/>
              </a:solidFill>
              <a:effectLst/>
              <a:uLnTx/>
              <a:uFillTx/>
              <a:latin typeface="Aptos"/>
              <a:cs typeface="Arial"/>
            </a:endParaRPr>
          </a:p>
        </p:txBody>
      </p:sp>
      <p:sp>
        <p:nvSpPr>
          <p:cNvPr id="2038159999" name="Date Placeholder 5"/>
          <p:cNvSpPr>
            <a:spLocks noGrp="1"/>
          </p:cNvSpPr>
          <p:nvPr>
            <p:ph type="dt" idx="1"/>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A51BF8-686D-4FC0-9A39-E85C36FAB20B}" type="datetime8">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10/27/2026 8:46 AM</a:t>
            </a:fld>
            <a:endParaRPr kumimoji="0" lang="en-US" sz="1200" b="0" i="0" u="none" strike="noStrike" kern="0" cap="none" spc="0" normalizeH="0" baseline="0" noProof="0">
              <a:ln>
                <a:noFill/>
              </a:ln>
              <a:solidFill>
                <a:prstClr val="black"/>
              </a:solidFill>
              <a:effectLst/>
              <a:uLnTx/>
              <a:uFillTx/>
              <a:latin typeface="Aptos"/>
              <a:cs typeface="Arial"/>
            </a:endParaRPr>
          </a:p>
        </p:txBody>
      </p:sp>
      <p:sp>
        <p:nvSpPr>
          <p:cNvPr id="1460070920" name="Slide Number Placeholder 6"/>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177</a:t>
            </a:fld>
            <a:endParaRPr kumimoji="0" lang="en-US"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a:xfrm>
            <a:off x="217488" y="812800"/>
            <a:ext cx="7124700" cy="4008438"/>
          </a:xfrm>
        </p:spPr>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27B6DD1-0631-C09E-6B36-A859F37990DE}" type="slidenum">
              <a:rPr/>
              <a:t>178</a:t>
            </a:fld>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a:xfrm>
            <a:off x="217488" y="812800"/>
            <a:ext cx="7124700" cy="4008438"/>
          </a:xfrm>
        </p:spPr>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E245C96-1BFF-FD29-A1D7-4A6D6810F249}" type="slidenum">
              <a:rPr/>
              <a:t>179</a:t>
            </a:fld>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28604692" name="Slide Image Placeholder 1"/>
          <p:cNvSpPr>
            <a:spLocks noGrp="1" noRot="1" noChangeAspect="1"/>
          </p:cNvSpPr>
          <p:nvPr>
            <p:ph type="sldImg"/>
          </p:nvPr>
        </p:nvSpPr>
        <p:spPr bwMode="auto">
          <a:xfrm>
            <a:off x="217488" y="812800"/>
            <a:ext cx="7124700" cy="4008438"/>
          </a:xfrm>
        </p:spPr>
      </p:sp>
      <p:sp>
        <p:nvSpPr>
          <p:cNvPr id="222956607" name="Notes Placeholder 2"/>
          <p:cNvSpPr>
            <a:spLocks noGrp="1"/>
          </p:cNvSpPr>
          <p:nvPr>
            <p:ph type="body" idx="1"/>
          </p:nvPr>
        </p:nvSpPr>
        <p:spPr bwMode="auto"/>
        <p:txBody>
          <a:bodyPr/>
          <a:lstStyle/>
          <a:p>
            <a:pPr>
              <a:defRPr/>
            </a:pPr>
            <a:endParaRPr/>
          </a:p>
        </p:txBody>
      </p:sp>
      <p:sp>
        <p:nvSpPr>
          <p:cNvPr id="688329752"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1BF2C84-6280-ECAE-B806-A052F669F56E}"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180</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8.jpe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10.jpeg"/><Relationship Id="rId4" Type="http://schemas.openxmlformats.org/officeDocument/2006/relationships/image" Target="../media/image9.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12.jpeg"/><Relationship Id="rId4" Type="http://schemas.openxmlformats.org/officeDocument/2006/relationships/image" Target="../media/image9.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13.jpe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g"/><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1.png"/><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3.png"/><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6.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6.xml"/></Relationships>
</file>

<file path=ppt/slideLayouts/_rels/slideLayout15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g"/><Relationship Id="rId1" Type="http://schemas.openxmlformats.org/officeDocument/2006/relationships/slideMaster" Target="../slideMasters/slideMaster6.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6.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6.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1.png"/><Relationship Id="rId1" Type="http://schemas.openxmlformats.org/officeDocument/2006/relationships/slideMaster" Target="../slideMasters/slideMaster7.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7.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9.png"/><Relationship Id="rId1" Type="http://schemas.openxmlformats.org/officeDocument/2006/relationships/slideMaster" Target="../slideMasters/slideMaster7.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7.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7.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7.xml"/></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3.svg"/><Relationship Id="rId1" Type="http://schemas.openxmlformats.org/officeDocument/2006/relationships/slideMaster" Target="../slideMasters/slideMaster8.xml"/></Relationships>
</file>

<file path=ppt/slideLayouts/_rels/slideLayout17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3.png"/><Relationship Id="rId1" Type="http://schemas.openxmlformats.org/officeDocument/2006/relationships/slideMaster" Target="../slideMasters/slideMaster8.xml"/></Relationships>
</file>

<file path=ppt/slideLayouts/_rels/slideLayout17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8.xml"/></Relationships>
</file>

<file path=ppt/slideLayouts/_rels/slideLayout18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8.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8.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8.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8.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8.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8.xml"/></Relationships>
</file>

<file path=ppt/slideLayouts/_rels/slideLayout2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8.xml"/></Relationships>
</file>

<file path=ppt/slideLayouts/_rels/slideLayout2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g"/><Relationship Id="rId1" Type="http://schemas.openxmlformats.org/officeDocument/2006/relationships/slideMaster" Target="../slideMasters/slideMaster8.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8.xml"/></Relationships>
</file>

<file path=ppt/slideLayouts/_rels/slideLayout22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1.png"/><Relationship Id="rId1" Type="http://schemas.openxmlformats.org/officeDocument/2006/relationships/slideMaster" Target="../slideMasters/slideMaster9.xml"/></Relationships>
</file>

<file path=ppt/slideLayouts/_rels/slideLayout2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9.xml"/></Relationships>
</file>

<file path=ppt/slideLayouts/_rels/slideLayout2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4.png"/><Relationship Id="rId1" Type="http://schemas.openxmlformats.org/officeDocument/2006/relationships/slideMaster" Target="../slideMasters/slideMaster9.xml"/></Relationships>
</file>

<file path=ppt/slideLayouts/_rels/slideLayout2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9.xml"/></Relationships>
</file>

<file path=ppt/slideLayouts/_rels/slideLayout2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9.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9.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9.xml"/></Relationships>
</file>

<file path=ppt/slideLayouts/_rels/slideLayout2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3.svg"/><Relationship Id="rId1" Type="http://schemas.openxmlformats.org/officeDocument/2006/relationships/slideMaster" Target="../slideMasters/slideMaster10.xml"/></Relationships>
</file>

<file path=ppt/slideLayouts/_rels/slideLayout2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3.png"/><Relationship Id="rId1" Type="http://schemas.openxmlformats.org/officeDocument/2006/relationships/slideMaster" Target="../slideMasters/slideMaster10.xml"/></Relationships>
</file>

<file path=ppt/slideLayouts/_rels/slideLayout2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0.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0.xml"/></Relationships>
</file>

<file path=ppt/slideLayouts/_rels/slideLayout2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0.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0.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0.xml"/></Relationships>
</file>

<file path=ppt/slideLayouts/_rels/slideLayout27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0.xml"/></Relationships>
</file>

<file path=ppt/slideLayouts/_rels/slideLayout27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0.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0.xml"/></Relationships>
</file>

<file path=ppt/slideLayouts/_rels/slideLayout27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0.xml"/></Relationships>
</file>

<file path=ppt/slideLayouts/_rels/slideLayout28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g"/><Relationship Id="rId1" Type="http://schemas.openxmlformats.org/officeDocument/2006/relationships/slideMaster" Target="../slideMasters/slideMaster10.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0.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0.xml"/></Relationships>
</file>

<file path=ppt/slideLayouts/_rels/slideLayout28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1.png"/><Relationship Id="rId1" Type="http://schemas.openxmlformats.org/officeDocument/2006/relationships/slideMaster" Target="../slideMasters/slideMaster11.xml"/></Relationships>
</file>

<file path=ppt/slideLayouts/_rels/slideLayout28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11.xml"/></Relationships>
</file>

<file path=ppt/slideLayouts/_rels/slideLayout29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1.xml"/></Relationships>
</file>

<file path=ppt/slideLayouts/_rels/slideLayout29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1.xml"/></Relationships>
</file>

<file path=ppt/slideLayouts/_rels/slideLayout29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1.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9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1.xml"/></Relationships>
</file>

<file path=ppt/slideLayouts/_rels/slideLayout30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slideMaster" Target="../slideMasters/slideMaster12.xml"/></Relationships>
</file>

<file path=ppt/slideLayouts/_rels/slideLayout30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3.png"/><Relationship Id="rId1" Type="http://schemas.openxmlformats.org/officeDocument/2006/relationships/slideMaster" Target="../slideMasters/slideMaster12.xml"/></Relationships>
</file>

<file path=ppt/slideLayouts/_rels/slideLayout30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2.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2.xml"/></Relationships>
</file>

<file path=ppt/slideLayouts/_rels/slideLayout30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2.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0.png"/><Relationship Id="rId1" Type="http://schemas.openxmlformats.org/officeDocument/2006/relationships/slideMaster" Target="../slideMasters/slideMaster12.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2.xml"/></Relationships>
</file>

<file path=ppt/slideLayouts/_rels/slideLayout3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2.xml"/></Relationships>
</file>

<file path=ppt/slideLayouts/_rels/slideLayout3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2.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2.xml"/></Relationships>
</file>

<file path=ppt/slideLayouts/_rels/slideLayout3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2.xml"/></Relationships>
</file>

<file path=ppt/slideLayouts/_rels/slideLayout3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g"/><Relationship Id="rId1" Type="http://schemas.openxmlformats.org/officeDocument/2006/relationships/slideMaster" Target="../slideMasters/slideMaster12.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4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2.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5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2.xml"/></Relationships>
</file>

<file path=ppt/slideLayouts/_rels/slideLayout35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1.png"/><Relationship Id="rId1" Type="http://schemas.openxmlformats.org/officeDocument/2006/relationships/slideMaster" Target="../slideMasters/slideMaster13.xml"/></Relationships>
</file>

<file path=ppt/slideLayouts/_rels/slideLayout35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13.xml"/></Relationships>
</file>

<file path=ppt/slideLayouts/_rels/slideLayout35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3.xml"/></Relationships>
</file>

<file path=ppt/slideLayouts/_rels/slideLayout35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3.xml"/></Relationships>
</file>

<file path=ppt/slideLayouts/_rels/slideLayout35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3.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3.xml"/></Relationships>
</file>

<file path=ppt/slideLayouts/_rels/slideLayout36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slideMaster" Target="../slideMasters/slideMaster14.xml"/></Relationships>
</file>

<file path=ppt/slideLayouts/_rels/slideLayout36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3.png"/><Relationship Id="rId1" Type="http://schemas.openxmlformats.org/officeDocument/2006/relationships/slideMaster" Target="../slideMasters/slideMaster14.xml"/></Relationships>
</file>

<file path=ppt/slideLayouts/_rels/slideLayout36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4.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6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4.xml"/></Relationships>
</file>

<file path=ppt/slideLayouts/_rels/slideLayout36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4.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9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0.png"/><Relationship Id="rId1" Type="http://schemas.openxmlformats.org/officeDocument/2006/relationships/slideMaster" Target="../slideMasters/slideMaster14.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9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9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4.xml"/></Relationships>
</file>

<file path=ppt/slideLayouts/_rels/slideLayout39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4.xml"/></Relationships>
</file>

<file path=ppt/slideLayouts/_rels/slideLayout40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4.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0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4.xml"/></Relationships>
</file>

<file path=ppt/slideLayouts/_rels/slideLayout40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4.xml"/></Relationships>
</file>

<file path=ppt/slideLayouts/_rels/slideLayout40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g"/><Relationship Id="rId1" Type="http://schemas.openxmlformats.org/officeDocument/2006/relationships/slideMaster" Target="../slideMasters/slideMaster14.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0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4.xml"/></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1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4.xml"/></Relationships>
</file>

<file path=ppt/slideLayouts/_rels/slideLayout4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1.png"/><Relationship Id="rId1" Type="http://schemas.openxmlformats.org/officeDocument/2006/relationships/slideMaster" Target="../slideMasters/slideMaster15.xml"/></Relationships>
</file>

<file path=ppt/slideLayouts/_rels/slideLayout41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5.xml"/></Relationships>
</file>

<file path=ppt/slideLayouts/_rels/slideLayout41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15.xml"/></Relationships>
</file>

<file path=ppt/slideLayouts/_rels/slideLayout41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5.xml"/></Relationships>
</file>

<file path=ppt/slideLayouts/_rels/slideLayout4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5.xml"/></Relationships>
</file>

<file path=ppt/slideLayouts/_rels/slideLayout41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5.xml"/></Relationships>
</file>

<file path=ppt/slideLayouts/_rels/slideLayout4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3.svg"/><Relationship Id="rId1" Type="http://schemas.openxmlformats.org/officeDocument/2006/relationships/slideMaster" Target="../slideMasters/slideMaster16.xml"/></Relationships>
</file>

<file path=ppt/slideLayouts/_rels/slideLayout4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3.png"/><Relationship Id="rId1" Type="http://schemas.openxmlformats.org/officeDocument/2006/relationships/slideMaster" Target="../slideMasters/slideMaster16.xml"/></Relationships>
</file>

<file path=ppt/slideLayouts/_rels/slideLayout4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6.xml"/></Relationships>
</file>

<file path=ppt/slideLayouts/_rels/slideLayout42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3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6.xml"/></Relationships>
</file>

<file path=ppt/slideLayouts/_rels/slideLayout4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6.xml"/></Relationships>
</file>

<file path=ppt/slideLayouts/_rels/slideLayout43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3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3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3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3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3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3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4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4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4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4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4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4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4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4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4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4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5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5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5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5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5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5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5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0.png"/><Relationship Id="rId1" Type="http://schemas.openxmlformats.org/officeDocument/2006/relationships/slideMaster" Target="../slideMasters/slideMaster16.xml"/></Relationships>
</file>

<file path=ppt/slideLayouts/_rels/slideLayout45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5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5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6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6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6.xml"/></Relationships>
</file>

<file path=ppt/slideLayouts/_rels/slideLayout46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6.xml"/></Relationships>
</file>

<file path=ppt/slideLayouts/_rels/slideLayout46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6.xml"/></Relationships>
</file>

<file path=ppt/slideLayouts/_rels/slideLayout46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6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6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6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6.xml"/></Relationships>
</file>

<file path=ppt/slideLayouts/_rels/slideLayout46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6.xml"/></Relationships>
</file>

<file path=ppt/slideLayouts/_rels/slideLayout46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g"/><Relationship Id="rId1" Type="http://schemas.openxmlformats.org/officeDocument/2006/relationships/slideMaster" Target="../slideMasters/slideMaster16.xml"/></Relationships>
</file>

<file path=ppt/slideLayouts/_rels/slideLayout47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7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7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6.xml"/></Relationships>
</file>

<file path=ppt/slideLayouts/_rels/slideLayout47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7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7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7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6.xml"/></Relationships>
</file>

<file path=ppt/slideLayouts/_rels/slideLayout47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1.png"/><Relationship Id="rId1" Type="http://schemas.openxmlformats.org/officeDocument/2006/relationships/slideMaster" Target="../slideMasters/slideMaster17.xml"/></Relationships>
</file>

<file path=ppt/slideLayouts/_rels/slideLayout47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17.xml"/></Relationships>
</file>

<file path=ppt/slideLayouts/_rels/slideLayout47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7.xml"/></Relationships>
</file>

<file path=ppt/slideLayouts/_rels/slideLayout48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7.xml"/></Relationships>
</file>

<file path=ppt/slideLayouts/_rels/slideLayout48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7.xml"/></Relationships>
</file>

<file path=ppt/slideLayouts/_rels/slideLayout48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48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48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48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48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48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48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7.xml"/></Relationships>
</file>

<file path=ppt/slideLayouts/_rels/slideLayout48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3.svg"/><Relationship Id="rId1" Type="http://schemas.openxmlformats.org/officeDocument/2006/relationships/slideMaster" Target="../slideMasters/slideMaster18.xml"/></Relationships>
</file>

<file path=ppt/slideLayouts/_rels/slideLayout49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3.png"/><Relationship Id="rId1" Type="http://schemas.openxmlformats.org/officeDocument/2006/relationships/slideMaster" Target="../slideMasters/slideMaster18.xml"/></Relationships>
</file>

<file path=ppt/slideLayouts/_rels/slideLayout49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8.xml"/></Relationships>
</file>

<file path=ppt/slideLayouts/_rels/slideLayout49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9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9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8.xml"/></Relationships>
</file>

<file path=ppt/slideLayouts/_rels/slideLayout49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8.xml"/></Relationships>
</file>

<file path=ppt/slideLayouts/_rels/slideLayout49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9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9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9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0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0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0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0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0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0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0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0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0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0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1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1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1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1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1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1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1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1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0.png"/><Relationship Id="rId1" Type="http://schemas.openxmlformats.org/officeDocument/2006/relationships/slideMaster" Target="../slideMasters/slideMaster18.xml"/></Relationships>
</file>

<file path=ppt/slideLayouts/_rels/slideLayout52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2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2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2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8.xml"/></Relationships>
</file>

<file path=ppt/slideLayouts/_rels/slideLayout5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8.xml"/></Relationships>
</file>

<file path=ppt/slideLayouts/_rels/slideLayout5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8.xml"/></Relationships>
</file>

<file path=ppt/slideLayouts/_rels/slideLayout52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2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2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8.xml"/></Relationships>
</file>

<file path=ppt/slideLayouts/_rels/slideLayout5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8.xml"/></Relationships>
</file>

<file path=ppt/slideLayouts/_rels/slideLayout5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g"/><Relationship Id="rId1" Type="http://schemas.openxmlformats.org/officeDocument/2006/relationships/slideMaster" Target="../slideMasters/slideMaster18.xml"/></Relationships>
</file>

<file path=ppt/slideLayouts/_rels/slideLayout53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3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8.xml"/></Relationships>
</file>

<file path=ppt/slideLayouts/_rels/slideLayout53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3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3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8.xml"/></Relationships>
</file>

<file path=ppt/slideLayouts/_rels/slideLayout5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1.png"/><Relationship Id="rId1" Type="http://schemas.openxmlformats.org/officeDocument/2006/relationships/slideMaster" Target="../slideMasters/slideMaster19.xml"/></Relationships>
</file>

<file path=ppt/slideLayouts/_rels/slideLayout5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19.xml"/></Relationships>
</file>

<file path=ppt/slideLayouts/_rels/slideLayout54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19.xml"/></Relationships>
</file>

<file path=ppt/slideLayouts/_rels/slideLayout54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9.xml"/></Relationships>
</file>

<file path=ppt/slideLayouts/_rels/slideLayout5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9.xml"/></Relationships>
</file>

<file path=ppt/slideLayouts/_rels/slideLayout54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54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54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54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54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55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55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9.xml"/></Relationships>
</file>

<file path=ppt/slideLayouts/_rels/slideLayout55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slideMaster" Target="../slideMasters/slideMaster20.xml"/></Relationships>
</file>

<file path=ppt/slideLayouts/_rels/slideLayout55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3.png"/><Relationship Id="rId1" Type="http://schemas.openxmlformats.org/officeDocument/2006/relationships/slideMaster" Target="../slideMasters/slideMaster20.xml"/></Relationships>
</file>

<file path=ppt/slideLayouts/_rels/slideLayout55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0.xml"/></Relationships>
</file>

<file path=ppt/slideLayouts/_rels/slideLayout55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5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5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0.xml"/></Relationships>
</file>

<file path=ppt/slideLayouts/_rels/slideLayout55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0.xml"/></Relationships>
</file>

<file path=ppt/slideLayouts/_rels/slideLayout55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6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6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6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6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6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6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6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6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6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6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7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7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7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7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7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7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7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7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7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7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8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8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8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0.png"/><Relationship Id="rId1" Type="http://schemas.openxmlformats.org/officeDocument/2006/relationships/slideMaster" Target="../slideMasters/slideMaster20.xml"/></Relationships>
</file>

<file path=ppt/slideLayouts/_rels/slideLayout58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8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8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8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8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0.xml"/></Relationships>
</file>

<file path=ppt/slideLayouts/_rels/slideLayout58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0.xml"/></Relationships>
</file>

<file path=ppt/slideLayouts/_rels/slideLayout58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0.xml"/></Relationships>
</file>

<file path=ppt/slideLayouts/_rels/slideLayout59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9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9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9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0.xml"/></Relationships>
</file>

<file path=ppt/slideLayouts/_rels/slideLayout59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0.xml"/></Relationships>
</file>

<file path=ppt/slideLayouts/_rels/slideLayout59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g"/><Relationship Id="rId1" Type="http://schemas.openxmlformats.org/officeDocument/2006/relationships/slideMaster" Target="../slideMasters/slideMaster20.xml"/></Relationships>
</file>

<file path=ppt/slideLayouts/_rels/slideLayout59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9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9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0.xml"/></Relationships>
</file>

<file path=ppt/slideLayouts/_rels/slideLayout59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60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60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60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0.xml"/></Relationships>
</file>

<file path=ppt/slideLayouts/_rels/slideLayout60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20.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blank" preserve="1" userDrawn="1">
  <p:cSld name="4_Title_Gradient_Light">
    <p:bg>
      <p:bgPr>
        <a:solidFill>
          <a:srgbClr val="FFFFFF"/>
        </a:solidFill>
        <a:effectLst/>
      </p:bgPr>
    </p:bg>
    <p:spTree>
      <p:nvGrpSpPr>
        <p:cNvPr id="1" name=""/>
        <p:cNvGrpSpPr/>
        <p:nvPr/>
      </p:nvGrpSpPr>
      <p:grpSpPr bwMode="auto">
        <a:xfrm>
          <a:off x="0" y="0"/>
          <a:ext cx="0" cy="0"/>
          <a:chOff x="0" y="0"/>
          <a:chExt cx="0" cy="0"/>
        </a:xfrm>
      </p:grpSpPr>
      <p:pic>
        <p:nvPicPr>
          <p:cNvPr id="1893699422" name="Picture 34"/>
          <p:cNvPicPr/>
          <p:nvPr/>
        </p:nvPicPr>
        <p:blipFill rotWithShape="1">
          <a:blip r:embed="rId2">
            <a:alphaModFix amt="40000"/>
          </a:blip>
          <a:stretch/>
        </p:blipFill>
        <p:spPr bwMode="auto">
          <a:xfrm>
            <a:off x="0" y="720"/>
            <a:ext cx="12191760" cy="6855840"/>
          </a:xfrm>
          <a:prstGeom prst="rect">
            <a:avLst/>
          </a:prstGeom>
          <a:noFill/>
          <a:ln w="0">
            <a:noFill/>
          </a:ln>
        </p:spPr>
      </p:pic>
      <p:grpSp>
        <p:nvGrpSpPr>
          <p:cNvPr id="140254790" name="GRID"/>
          <p:cNvGrpSpPr/>
          <p:nvPr/>
        </p:nvGrpSpPr>
        <p:grpSpPr bwMode="auto">
          <a:xfrm>
            <a:off x="0" y="0"/>
            <a:ext cx="12191760" cy="6858000"/>
            <a:chOff x="0" y="0"/>
            <a:chExt cx="12191760" cy="6858000"/>
          </a:xfrm>
        </p:grpSpPr>
        <p:cxnSp>
          <p:nvCxnSpPr>
            <p:cNvPr id="4" name="Straight Connector 6"/>
            <p:cNvCxnSpPr/>
            <p:nvPr/>
          </p:nvCxnSpPr>
          <p:spPr bwMode="auto">
            <a:xfrm>
              <a:off x="0" y="0"/>
              <a:ext cx="12189240" cy="360"/>
            </a:xfrm>
            <a:prstGeom prst="straightConnector1">
              <a:avLst/>
            </a:prstGeom>
            <a:ln w="3175">
              <a:solidFill>
                <a:schemeClr val="dk1">
                  <a:alpha val="20000"/>
                </a:schemeClr>
              </a:solidFill>
              <a:round/>
            </a:ln>
          </p:spPr>
        </p:cxnSp>
        <p:cxnSp>
          <p:nvCxnSpPr>
            <p:cNvPr id="5" name="Straight Connector 8"/>
            <p:cNvCxnSpPr/>
            <p:nvPr/>
          </p:nvCxnSpPr>
          <p:spPr bwMode="auto">
            <a:xfrm>
              <a:off x="0" y="292320"/>
              <a:ext cx="12189240" cy="360"/>
            </a:xfrm>
            <a:prstGeom prst="straightConnector1">
              <a:avLst/>
            </a:prstGeom>
            <a:ln w="3175">
              <a:solidFill>
                <a:schemeClr val="dk1">
                  <a:alpha val="20000"/>
                </a:schemeClr>
              </a:solidFill>
              <a:round/>
            </a:ln>
          </p:spPr>
        </p:cxnSp>
        <p:cxnSp>
          <p:nvCxnSpPr>
            <p:cNvPr id="6" name="Straight Connector 9"/>
            <p:cNvCxnSpPr/>
            <p:nvPr/>
          </p:nvCxnSpPr>
          <p:spPr bwMode="auto">
            <a:xfrm>
              <a:off x="0" y="585000"/>
              <a:ext cx="12189240" cy="360"/>
            </a:xfrm>
            <a:prstGeom prst="straightConnector1">
              <a:avLst/>
            </a:prstGeom>
            <a:ln w="3175">
              <a:solidFill>
                <a:srgbClr val="DF45D4"/>
              </a:solidFill>
              <a:round/>
            </a:ln>
          </p:spPr>
        </p:cxnSp>
        <p:cxnSp>
          <p:nvCxnSpPr>
            <p:cNvPr id="7" name="Straight Connector 10"/>
            <p:cNvCxnSpPr/>
            <p:nvPr/>
          </p:nvCxnSpPr>
          <p:spPr bwMode="auto">
            <a:xfrm>
              <a:off x="0" y="6272640"/>
              <a:ext cx="12189240" cy="360"/>
            </a:xfrm>
            <a:prstGeom prst="straightConnector1">
              <a:avLst/>
            </a:prstGeom>
            <a:ln w="3175">
              <a:solidFill>
                <a:srgbClr val="DF45D4"/>
              </a:solidFill>
              <a:round/>
            </a:ln>
          </p:spPr>
        </p:cxnSp>
        <p:cxnSp>
          <p:nvCxnSpPr>
            <p:cNvPr id="8" name="Straight Connector 11"/>
            <p:cNvCxnSpPr/>
            <p:nvPr/>
          </p:nvCxnSpPr>
          <p:spPr bwMode="auto">
            <a:xfrm>
              <a:off x="0" y="6565320"/>
              <a:ext cx="12189240" cy="360"/>
            </a:xfrm>
            <a:prstGeom prst="straightConnector1">
              <a:avLst/>
            </a:prstGeom>
            <a:ln w="3175">
              <a:solidFill>
                <a:schemeClr val="dk1">
                  <a:alpha val="20000"/>
                </a:schemeClr>
              </a:solidFill>
              <a:round/>
            </a:ln>
          </p:spPr>
        </p:cxnSp>
        <p:cxnSp>
          <p:nvCxnSpPr>
            <p:cNvPr id="9" name="Straight Connector 12"/>
            <p:cNvCxnSpPr/>
            <p:nvPr/>
          </p:nvCxnSpPr>
          <p:spPr bwMode="auto">
            <a:xfrm>
              <a:off x="0" y="6858000"/>
              <a:ext cx="12189240" cy="360"/>
            </a:xfrm>
            <a:prstGeom prst="straightConnector1">
              <a:avLst/>
            </a:prstGeom>
            <a:ln w="3175">
              <a:solidFill>
                <a:schemeClr val="dk1">
                  <a:alpha val="20000"/>
                </a:schemeClr>
              </a:solidFill>
              <a:round/>
            </a:ln>
          </p:spPr>
        </p:cxnSp>
        <p:cxnSp>
          <p:nvCxnSpPr>
            <p:cNvPr id="10" name="Straight Connector 13"/>
            <p:cNvCxnSpPr/>
            <p:nvPr/>
          </p:nvCxnSpPr>
          <p:spPr bwMode="auto">
            <a:xfrm>
              <a:off x="0" y="877680"/>
              <a:ext cx="12189240" cy="360"/>
            </a:xfrm>
            <a:prstGeom prst="straightConnector1">
              <a:avLst/>
            </a:prstGeom>
            <a:ln w="3175">
              <a:solidFill>
                <a:schemeClr val="dk1">
                  <a:alpha val="20000"/>
                </a:schemeClr>
              </a:solidFill>
              <a:round/>
            </a:ln>
          </p:spPr>
        </p:cxnSp>
        <p:cxnSp>
          <p:nvCxnSpPr>
            <p:cNvPr id="11" name="Straight Connector 14"/>
            <p:cNvCxnSpPr/>
            <p:nvPr/>
          </p:nvCxnSpPr>
          <p:spPr bwMode="auto">
            <a:xfrm>
              <a:off x="0" y="1170360"/>
              <a:ext cx="12189240" cy="360"/>
            </a:xfrm>
            <a:prstGeom prst="straightConnector1">
              <a:avLst/>
            </a:prstGeom>
            <a:ln w="3175">
              <a:solidFill>
                <a:schemeClr val="dk1">
                  <a:alpha val="20000"/>
                </a:schemeClr>
              </a:solidFill>
              <a:round/>
            </a:ln>
          </p:spPr>
        </p:cxnSp>
        <p:cxnSp>
          <p:nvCxnSpPr>
            <p:cNvPr id="12" name="Straight Connector 15"/>
            <p:cNvCxnSpPr/>
            <p:nvPr/>
          </p:nvCxnSpPr>
          <p:spPr bwMode="auto">
            <a:xfrm>
              <a:off x="0" y="1463040"/>
              <a:ext cx="12189240" cy="360"/>
            </a:xfrm>
            <a:prstGeom prst="straightConnector1">
              <a:avLst/>
            </a:prstGeom>
            <a:ln w="3175">
              <a:solidFill>
                <a:schemeClr val="dk1">
                  <a:alpha val="20000"/>
                </a:schemeClr>
              </a:solidFill>
              <a:round/>
            </a:ln>
          </p:spPr>
        </p:cxnSp>
        <p:cxnSp>
          <p:nvCxnSpPr>
            <p:cNvPr id="13" name="Straight Connector 16"/>
            <p:cNvCxnSpPr/>
            <p:nvPr/>
          </p:nvCxnSpPr>
          <p:spPr bwMode="auto">
            <a:xfrm>
              <a:off x="0" y="0"/>
              <a:ext cx="360" cy="6858360"/>
            </a:xfrm>
            <a:prstGeom prst="straightConnector1">
              <a:avLst/>
            </a:prstGeom>
            <a:ln w="3175">
              <a:solidFill>
                <a:schemeClr val="dk1">
                  <a:alpha val="20000"/>
                </a:schemeClr>
              </a:solidFill>
              <a:round/>
            </a:ln>
          </p:spPr>
        </p:cxnSp>
        <p:cxnSp>
          <p:nvCxnSpPr>
            <p:cNvPr id="14" name="Straight Connector 17"/>
            <p:cNvCxnSpPr/>
            <p:nvPr/>
          </p:nvCxnSpPr>
          <p:spPr bwMode="auto">
            <a:xfrm>
              <a:off x="585000" y="0"/>
              <a:ext cx="360" cy="6858360"/>
            </a:xfrm>
            <a:prstGeom prst="straightConnector1">
              <a:avLst/>
            </a:prstGeom>
            <a:ln w="3175">
              <a:solidFill>
                <a:srgbClr val="DF45D4"/>
              </a:solidFill>
              <a:round/>
            </a:ln>
          </p:spPr>
        </p:cxnSp>
        <p:cxnSp>
          <p:nvCxnSpPr>
            <p:cNvPr id="15" name="Straight Connector 18"/>
            <p:cNvCxnSpPr/>
            <p:nvPr/>
          </p:nvCxnSpPr>
          <p:spPr bwMode="auto">
            <a:xfrm>
              <a:off x="292320" y="0"/>
              <a:ext cx="360" cy="6858360"/>
            </a:xfrm>
            <a:prstGeom prst="straightConnector1">
              <a:avLst/>
            </a:prstGeom>
            <a:ln w="3175">
              <a:solidFill>
                <a:schemeClr val="dk1">
                  <a:alpha val="20000"/>
                </a:schemeClr>
              </a:solidFill>
              <a:round/>
            </a:ln>
          </p:spPr>
        </p:cxnSp>
        <p:cxnSp>
          <p:nvCxnSpPr>
            <p:cNvPr id="16" name="Straight Connector 19"/>
            <p:cNvCxnSpPr/>
            <p:nvPr/>
          </p:nvCxnSpPr>
          <p:spPr bwMode="auto">
            <a:xfrm>
              <a:off x="877680" y="0"/>
              <a:ext cx="360" cy="6858360"/>
            </a:xfrm>
            <a:prstGeom prst="straightConnector1">
              <a:avLst/>
            </a:prstGeom>
            <a:ln w="3175">
              <a:solidFill>
                <a:schemeClr val="dk1">
                  <a:alpha val="20000"/>
                </a:schemeClr>
              </a:solidFill>
              <a:round/>
            </a:ln>
          </p:spPr>
        </p:cxnSp>
        <p:cxnSp>
          <p:nvCxnSpPr>
            <p:cNvPr id="17" name="Straight Connector 20"/>
            <p:cNvCxnSpPr/>
            <p:nvPr/>
          </p:nvCxnSpPr>
          <p:spPr bwMode="auto">
            <a:xfrm>
              <a:off x="1170360" y="0"/>
              <a:ext cx="360" cy="6858360"/>
            </a:xfrm>
            <a:prstGeom prst="straightConnector1">
              <a:avLst/>
            </a:prstGeom>
            <a:ln w="3175">
              <a:solidFill>
                <a:schemeClr val="dk1">
                  <a:alpha val="20000"/>
                </a:schemeClr>
              </a:solidFill>
              <a:round/>
            </a:ln>
          </p:spPr>
        </p:cxnSp>
        <p:cxnSp>
          <p:nvCxnSpPr>
            <p:cNvPr id="18" name="Straight Connector 21"/>
            <p:cNvCxnSpPr/>
            <p:nvPr/>
          </p:nvCxnSpPr>
          <p:spPr bwMode="auto">
            <a:xfrm>
              <a:off x="11021400" y="0"/>
              <a:ext cx="360" cy="6858360"/>
            </a:xfrm>
            <a:prstGeom prst="straightConnector1">
              <a:avLst/>
            </a:prstGeom>
            <a:ln w="3175">
              <a:solidFill>
                <a:schemeClr val="dk1">
                  <a:alpha val="20000"/>
                </a:schemeClr>
              </a:solidFill>
              <a:round/>
            </a:ln>
          </p:spPr>
        </p:cxnSp>
        <p:cxnSp>
          <p:nvCxnSpPr>
            <p:cNvPr id="19" name="Straight Connector 22"/>
            <p:cNvCxnSpPr/>
            <p:nvPr/>
          </p:nvCxnSpPr>
          <p:spPr bwMode="auto">
            <a:xfrm>
              <a:off x="11606760" y="0"/>
              <a:ext cx="360" cy="6858360"/>
            </a:xfrm>
            <a:prstGeom prst="straightConnector1">
              <a:avLst/>
            </a:prstGeom>
            <a:ln w="3175">
              <a:solidFill>
                <a:srgbClr val="DF45D4"/>
              </a:solidFill>
              <a:round/>
            </a:ln>
          </p:spPr>
        </p:cxnSp>
        <p:cxnSp>
          <p:nvCxnSpPr>
            <p:cNvPr id="20" name="Straight Connector 23"/>
            <p:cNvCxnSpPr/>
            <p:nvPr/>
          </p:nvCxnSpPr>
          <p:spPr bwMode="auto">
            <a:xfrm>
              <a:off x="11314079" y="0"/>
              <a:ext cx="360" cy="6858360"/>
            </a:xfrm>
            <a:prstGeom prst="straightConnector1">
              <a:avLst/>
            </a:prstGeom>
            <a:ln w="3175">
              <a:solidFill>
                <a:schemeClr val="dk1">
                  <a:alpha val="20000"/>
                </a:schemeClr>
              </a:solidFill>
              <a:round/>
            </a:ln>
          </p:spPr>
        </p:cxnSp>
        <p:cxnSp>
          <p:nvCxnSpPr>
            <p:cNvPr id="21" name="Straight Connector 24"/>
            <p:cNvCxnSpPr/>
            <p:nvPr/>
          </p:nvCxnSpPr>
          <p:spPr bwMode="auto">
            <a:xfrm>
              <a:off x="11899079" y="0"/>
              <a:ext cx="360" cy="6858360"/>
            </a:xfrm>
            <a:prstGeom prst="straightConnector1">
              <a:avLst/>
            </a:prstGeom>
            <a:ln w="3175">
              <a:solidFill>
                <a:schemeClr val="dk1">
                  <a:alpha val="20000"/>
                </a:schemeClr>
              </a:solidFill>
              <a:round/>
            </a:ln>
          </p:spPr>
        </p:cxnSp>
        <p:cxnSp>
          <p:nvCxnSpPr>
            <p:cNvPr id="22" name="Straight Connector 25"/>
            <p:cNvCxnSpPr/>
            <p:nvPr/>
          </p:nvCxnSpPr>
          <p:spPr bwMode="auto">
            <a:xfrm>
              <a:off x="12191760" y="0"/>
              <a:ext cx="360" cy="6858360"/>
            </a:xfrm>
            <a:prstGeom prst="straightConnector1">
              <a:avLst/>
            </a:prstGeom>
            <a:ln w="3175">
              <a:solidFill>
                <a:schemeClr val="dk1">
                  <a:alpha val="20000"/>
                </a:schemeClr>
              </a:solidFill>
              <a:round/>
            </a:ln>
          </p:spPr>
        </p:cxnSp>
        <p:cxnSp>
          <p:nvCxnSpPr>
            <p:cNvPr id="23" name="Straight Connector 26"/>
            <p:cNvCxnSpPr/>
            <p:nvPr/>
          </p:nvCxnSpPr>
          <p:spPr bwMode="auto">
            <a:xfrm>
              <a:off x="0" y="1755360"/>
              <a:ext cx="12189240" cy="360"/>
            </a:xfrm>
            <a:prstGeom prst="straightConnector1">
              <a:avLst/>
            </a:prstGeom>
            <a:ln w="3175">
              <a:solidFill>
                <a:schemeClr val="dk1">
                  <a:alpha val="20000"/>
                </a:schemeClr>
              </a:solidFill>
              <a:round/>
            </a:ln>
          </p:spPr>
        </p:cxnSp>
        <p:cxnSp>
          <p:nvCxnSpPr>
            <p:cNvPr id="24" name="Straight Connector 27"/>
            <p:cNvCxnSpPr/>
            <p:nvPr/>
          </p:nvCxnSpPr>
          <p:spPr bwMode="auto">
            <a:xfrm>
              <a:off x="0" y="2048040"/>
              <a:ext cx="12189240" cy="360"/>
            </a:xfrm>
            <a:prstGeom prst="straightConnector1">
              <a:avLst/>
            </a:prstGeom>
            <a:ln w="3175">
              <a:solidFill>
                <a:schemeClr val="dk1">
                  <a:alpha val="20000"/>
                </a:schemeClr>
              </a:solidFill>
              <a:round/>
            </a:ln>
          </p:spPr>
        </p:cxnSp>
        <p:cxnSp>
          <p:nvCxnSpPr>
            <p:cNvPr id="25" name="Straight Connector 28"/>
            <p:cNvCxnSpPr/>
            <p:nvPr/>
          </p:nvCxnSpPr>
          <p:spPr bwMode="auto">
            <a:xfrm>
              <a:off x="0" y="2340720"/>
              <a:ext cx="12189240" cy="360"/>
            </a:xfrm>
            <a:prstGeom prst="straightConnector1">
              <a:avLst/>
            </a:prstGeom>
            <a:ln w="3175">
              <a:solidFill>
                <a:schemeClr val="dk1">
                  <a:alpha val="20000"/>
                </a:schemeClr>
              </a:solidFill>
              <a:round/>
            </a:ln>
          </p:spPr>
        </p:cxnSp>
        <p:cxnSp>
          <p:nvCxnSpPr>
            <p:cNvPr id="26" name="Straight Connector 29"/>
            <p:cNvCxnSpPr/>
            <p:nvPr/>
          </p:nvCxnSpPr>
          <p:spPr bwMode="auto">
            <a:xfrm>
              <a:off x="0" y="2633400"/>
              <a:ext cx="12189240" cy="360"/>
            </a:xfrm>
            <a:prstGeom prst="straightConnector1">
              <a:avLst/>
            </a:prstGeom>
            <a:ln w="3175">
              <a:solidFill>
                <a:schemeClr val="dk1">
                  <a:alpha val="20000"/>
                </a:schemeClr>
              </a:solidFill>
              <a:round/>
            </a:ln>
          </p:spPr>
        </p:cxnSp>
        <p:cxnSp>
          <p:nvCxnSpPr>
            <p:cNvPr id="27" name="Straight Connector 30"/>
            <p:cNvCxnSpPr/>
            <p:nvPr/>
          </p:nvCxnSpPr>
          <p:spPr bwMode="auto">
            <a:xfrm>
              <a:off x="0" y="2926080"/>
              <a:ext cx="12189240" cy="360"/>
            </a:xfrm>
            <a:prstGeom prst="straightConnector1">
              <a:avLst/>
            </a:prstGeom>
            <a:ln w="3175">
              <a:solidFill>
                <a:schemeClr val="dk1">
                  <a:alpha val="20000"/>
                </a:schemeClr>
              </a:solidFill>
              <a:round/>
            </a:ln>
          </p:spPr>
        </p:cxnSp>
        <p:cxnSp>
          <p:nvCxnSpPr>
            <p:cNvPr id="28" name="Straight Connector 31"/>
            <p:cNvCxnSpPr/>
            <p:nvPr/>
          </p:nvCxnSpPr>
          <p:spPr bwMode="auto">
            <a:xfrm>
              <a:off x="0" y="3218400"/>
              <a:ext cx="12189240" cy="360"/>
            </a:xfrm>
            <a:prstGeom prst="straightConnector1">
              <a:avLst/>
            </a:prstGeom>
            <a:ln w="3175">
              <a:solidFill>
                <a:schemeClr val="dk1">
                  <a:alpha val="20000"/>
                </a:schemeClr>
              </a:solidFill>
              <a:round/>
            </a:ln>
          </p:spPr>
        </p:cxnSp>
        <p:cxnSp>
          <p:nvCxnSpPr>
            <p:cNvPr id="29" name="Straight Connector 32"/>
            <p:cNvCxnSpPr/>
            <p:nvPr/>
          </p:nvCxnSpPr>
          <p:spPr bwMode="auto">
            <a:xfrm>
              <a:off x="0" y="3511080"/>
              <a:ext cx="12189240" cy="360"/>
            </a:xfrm>
            <a:prstGeom prst="straightConnector1">
              <a:avLst/>
            </a:prstGeom>
            <a:ln w="3175">
              <a:solidFill>
                <a:schemeClr val="dk1">
                  <a:alpha val="20000"/>
                </a:schemeClr>
              </a:solidFill>
              <a:round/>
            </a:ln>
          </p:spPr>
        </p:cxnSp>
        <p:cxnSp>
          <p:nvCxnSpPr>
            <p:cNvPr id="30" name="Straight Connector 38"/>
            <p:cNvCxnSpPr/>
            <p:nvPr/>
          </p:nvCxnSpPr>
          <p:spPr bwMode="auto">
            <a:xfrm>
              <a:off x="0" y="3803760"/>
              <a:ext cx="12189240" cy="360"/>
            </a:xfrm>
            <a:prstGeom prst="straightConnector1">
              <a:avLst/>
            </a:prstGeom>
            <a:ln w="3175">
              <a:solidFill>
                <a:schemeClr val="dk1">
                  <a:alpha val="20000"/>
                </a:schemeClr>
              </a:solidFill>
              <a:round/>
            </a:ln>
          </p:spPr>
        </p:cxnSp>
        <p:cxnSp>
          <p:nvCxnSpPr>
            <p:cNvPr id="31" name="Straight Connector 39"/>
            <p:cNvCxnSpPr/>
            <p:nvPr/>
          </p:nvCxnSpPr>
          <p:spPr bwMode="auto">
            <a:xfrm>
              <a:off x="0" y="4096440"/>
              <a:ext cx="12189240" cy="360"/>
            </a:xfrm>
            <a:prstGeom prst="straightConnector1">
              <a:avLst/>
            </a:prstGeom>
            <a:ln w="3175">
              <a:solidFill>
                <a:schemeClr val="dk1">
                  <a:alpha val="20000"/>
                </a:schemeClr>
              </a:solidFill>
              <a:round/>
            </a:ln>
          </p:spPr>
        </p:cxnSp>
        <p:cxnSp>
          <p:nvCxnSpPr>
            <p:cNvPr id="32" name="Straight Connector 40"/>
            <p:cNvCxnSpPr/>
            <p:nvPr/>
          </p:nvCxnSpPr>
          <p:spPr bwMode="auto">
            <a:xfrm>
              <a:off x="0" y="4389120"/>
              <a:ext cx="12189240" cy="360"/>
            </a:xfrm>
            <a:prstGeom prst="straightConnector1">
              <a:avLst/>
            </a:prstGeom>
            <a:ln w="3175">
              <a:solidFill>
                <a:schemeClr val="dk1">
                  <a:alpha val="20000"/>
                </a:schemeClr>
              </a:solidFill>
              <a:round/>
            </a:ln>
          </p:spPr>
        </p:cxnSp>
        <p:cxnSp>
          <p:nvCxnSpPr>
            <p:cNvPr id="33" name="Straight Connector 41"/>
            <p:cNvCxnSpPr/>
            <p:nvPr/>
          </p:nvCxnSpPr>
          <p:spPr bwMode="auto">
            <a:xfrm>
              <a:off x="0" y="4681440"/>
              <a:ext cx="12189240" cy="360"/>
            </a:xfrm>
            <a:prstGeom prst="straightConnector1">
              <a:avLst/>
            </a:prstGeom>
            <a:ln w="3175">
              <a:solidFill>
                <a:schemeClr val="dk1">
                  <a:alpha val="20000"/>
                </a:schemeClr>
              </a:solidFill>
              <a:round/>
            </a:ln>
          </p:spPr>
        </p:cxnSp>
        <p:cxnSp>
          <p:nvCxnSpPr>
            <p:cNvPr id="34" name="Straight Connector 42"/>
            <p:cNvCxnSpPr/>
            <p:nvPr/>
          </p:nvCxnSpPr>
          <p:spPr bwMode="auto">
            <a:xfrm>
              <a:off x="0" y="4974120"/>
              <a:ext cx="12189240" cy="360"/>
            </a:xfrm>
            <a:prstGeom prst="straightConnector1">
              <a:avLst/>
            </a:prstGeom>
            <a:ln w="3175">
              <a:solidFill>
                <a:schemeClr val="dk1">
                  <a:alpha val="20000"/>
                </a:schemeClr>
              </a:solidFill>
              <a:round/>
            </a:ln>
          </p:spPr>
        </p:cxnSp>
        <p:cxnSp>
          <p:nvCxnSpPr>
            <p:cNvPr id="35" name="Straight Connector 43"/>
            <p:cNvCxnSpPr/>
            <p:nvPr/>
          </p:nvCxnSpPr>
          <p:spPr bwMode="auto">
            <a:xfrm>
              <a:off x="0" y="5266800"/>
              <a:ext cx="12189240" cy="360"/>
            </a:xfrm>
            <a:prstGeom prst="straightConnector1">
              <a:avLst/>
            </a:prstGeom>
            <a:ln w="3175">
              <a:solidFill>
                <a:schemeClr val="dk1">
                  <a:alpha val="20000"/>
                </a:schemeClr>
              </a:solidFill>
              <a:round/>
            </a:ln>
          </p:spPr>
        </p:cxnSp>
        <p:cxnSp>
          <p:nvCxnSpPr>
            <p:cNvPr id="36" name="Straight Connector 44"/>
            <p:cNvCxnSpPr/>
            <p:nvPr/>
          </p:nvCxnSpPr>
          <p:spPr bwMode="auto">
            <a:xfrm>
              <a:off x="0" y="5559480"/>
              <a:ext cx="12189240" cy="360"/>
            </a:xfrm>
            <a:prstGeom prst="straightConnector1">
              <a:avLst/>
            </a:prstGeom>
            <a:ln w="3175">
              <a:solidFill>
                <a:schemeClr val="dk1">
                  <a:alpha val="20000"/>
                </a:schemeClr>
              </a:solidFill>
              <a:round/>
            </a:ln>
          </p:spPr>
        </p:cxnSp>
        <p:cxnSp>
          <p:nvCxnSpPr>
            <p:cNvPr id="37" name="Straight Connector 45"/>
            <p:cNvCxnSpPr/>
            <p:nvPr/>
          </p:nvCxnSpPr>
          <p:spPr bwMode="auto">
            <a:xfrm>
              <a:off x="0" y="5852160"/>
              <a:ext cx="12189240" cy="360"/>
            </a:xfrm>
            <a:prstGeom prst="straightConnector1">
              <a:avLst/>
            </a:prstGeom>
            <a:ln w="3175">
              <a:solidFill>
                <a:schemeClr val="dk1">
                  <a:alpha val="20000"/>
                </a:schemeClr>
              </a:solidFill>
              <a:round/>
            </a:ln>
          </p:spPr>
        </p:cxnSp>
      </p:grpSp>
      <p:pic>
        <p:nvPicPr>
          <p:cNvPr id="237817008" name="Graphic 5"/>
          <p:cNvPicPr/>
          <p:nvPr/>
        </p:nvPicPr>
        <p:blipFill rotWithShape="1">
          <a:blip>
            <a:extLst>
              <a:ext uri="{96DAC541-7B7A-43D3-8B79-37D633B846F1}">
                <asvg:svgBlip xmlns:asvg="http://schemas.microsoft.com/office/drawing/2016/SVG/main" r:embed="rId3"/>
              </a:ext>
            </a:extLst>
          </a:blip>
          <a:stretch/>
        </p:blipFill>
        <p:spPr bwMode="auto">
          <a:xfrm rot="5400000">
            <a:off x="9510120" y="2743200"/>
            <a:ext cx="6857640" cy="1371240"/>
          </a:xfrm>
          <a:prstGeom prst="rect">
            <a:avLst/>
          </a:prstGeom>
          <a:noFill/>
          <a:ln w="0">
            <a:noFill/>
          </a:ln>
        </p:spPr>
      </p:pic>
      <p:sp>
        <p:nvSpPr>
          <p:cNvPr id="761766937" name="TextBox 2"/>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655394242"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407264328"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237791658" name="Straight Connector 33"/>
          <p:cNvCxnSpPr/>
          <p:nvPr/>
        </p:nvCxnSpPr>
        <p:spPr bwMode="auto">
          <a:xfrm>
            <a:off x="-89640" y="5670360"/>
            <a:ext cx="360" cy="1178280"/>
          </a:xfrm>
          <a:prstGeom prst="straightConnector1">
            <a:avLst/>
          </a:prstGeom>
          <a:ln w="9525" cap="sq">
            <a:solidFill>
              <a:srgbClr val="FF0000"/>
            </a:solidFill>
            <a:miter/>
          </a:ln>
        </p:spPr>
      </p:cxnSp>
      <p:pic>
        <p:nvPicPr>
          <p:cNvPr id="2023374442" name="Picture 11"/>
          <p:cNvPicPr/>
          <p:nvPr/>
        </p:nvPicPr>
        <p:blipFill rotWithShape="1">
          <a:blip r:embed="rId4"/>
          <a:srcRect l="644" t="1099" r="412"/>
          <a:stretch/>
        </p:blipFill>
        <p:spPr bwMode="auto">
          <a:xfrm>
            <a:off x="5040" y="0"/>
            <a:ext cx="12186720" cy="6857640"/>
          </a:xfrm>
          <a:prstGeom prst="rect">
            <a:avLst/>
          </a:prstGeom>
          <a:noFill/>
          <a:ln w="0">
            <a:noFill/>
          </a:ln>
        </p:spPr>
      </p:pic>
      <p:pic>
        <p:nvPicPr>
          <p:cNvPr id="335273735" name="MS logo gray - EMF"/>
          <p:cNvPicPr/>
          <p:nvPr/>
        </p:nvPicPr>
        <p:blipFill rotWithShape="1">
          <a:blip>
            <a:extLst>
              <a:ext uri="{96DAC541-7B7A-43D3-8B79-37D633B846F1}">
                <asvg:svgBlip xmlns:asvg="http://schemas.microsoft.com/office/drawing/2016/SVG/main" r:embed="rId5"/>
              </a:ext>
            </a:extLst>
          </a:blip>
          <a:stretch/>
        </p:blipFill>
        <p:spPr bwMode="auto">
          <a:xfrm>
            <a:off x="584280" y="585720"/>
            <a:ext cx="1366200" cy="292320"/>
          </a:xfrm>
          <a:prstGeom prst="rect">
            <a:avLst/>
          </a:prstGeom>
          <a:noFill/>
          <a:ln w="0">
            <a:noFill/>
          </a:ln>
        </p:spPr>
      </p:pic>
      <p:sp>
        <p:nvSpPr>
          <p:cNvPr id="540056554" name="PlaceHolder 1"/>
          <p:cNvSpPr>
            <a:spLocks noGrp="1"/>
          </p:cNvSpPr>
          <p:nvPr>
            <p:ph type="title" hasCustomPrompt="1"/>
          </p:nvPr>
        </p:nvSpPr>
        <p:spPr bwMode="auto">
          <a:xfrm>
            <a:off x="569880" y="2780640"/>
            <a:ext cx="8192520" cy="1219320"/>
          </a:xfrm>
          <a:prstGeom prst="rect">
            <a:avLst/>
          </a:prstGeom>
          <a:noFill/>
          <a:ln w="0">
            <a:noFill/>
          </a:ln>
        </p:spPr>
        <p:txBody>
          <a:bodyPr lIns="0" tIns="0" rIns="0" bIns="0" anchor="b">
            <a:spAutoFit/>
          </a:bodyPr>
          <a:lstStyle>
            <a:lvl1pPr indent="0" algn="l" defTabSz="932760">
              <a:lnSpc>
                <a:spcPct val="100000"/>
              </a:lnSpc>
              <a:buNone/>
              <a:defRPr lang="en-US" sz="4000" b="0" u="none" strike="noStrike" spc="-51">
                <a:solidFill>
                  <a:schemeClr val="dk1"/>
                </a:solidFill>
                <a:latin typeface="Segoe UI"/>
              </a:defRPr>
            </a:lvl1pPr>
          </a:lstStyle>
          <a:p>
            <a:pPr indent="0" algn="l" defTabSz="932760">
              <a:lnSpc>
                <a:spcPct val="100000"/>
              </a:lnSpc>
              <a:buNone/>
              <a:defRPr/>
            </a:pPr>
            <a:r>
              <a:rPr lang="en-US" sz="4000" b="0" u="none" strike="noStrike" spc="-51">
                <a:solidFill>
                  <a:schemeClr val="dk1"/>
                </a:solidFill>
                <a:latin typeface="Segoe UI"/>
              </a:rPr>
              <a:t>Event name or </a:t>
            </a:r>
            <a:br>
              <a:rPr sz="4000"/>
            </a:br>
            <a:r>
              <a:rPr lang="en-US" sz="4000" b="0" u="none" strike="noStrike" spc="-51">
                <a:solidFill>
                  <a:schemeClr val="dk1"/>
                </a:solidFill>
                <a:latin typeface="Segoe UI"/>
              </a:rPr>
              <a:t>presentation title </a:t>
            </a:r>
          </a:p>
        </p:txBody>
      </p:sp>
      <p:sp>
        <p:nvSpPr>
          <p:cNvPr id="105592733" name="PlaceHolder 2"/>
          <p:cNvSpPr>
            <a:spLocks noGrp="1"/>
          </p:cNvSpPr>
          <p:nvPr>
            <p:ph type="body" hasCustomPrompt="1"/>
          </p:nvPr>
        </p:nvSpPr>
        <p:spPr bwMode="auto">
          <a:xfrm>
            <a:off x="582120" y="4215960"/>
            <a:ext cx="8192520" cy="244080"/>
          </a:xfrm>
          <a:prstGeom prst="rect">
            <a:avLst/>
          </a:prstGeom>
          <a:noFill/>
          <a:ln w="0">
            <a:noFill/>
          </a:ln>
        </p:spPr>
        <p:txBody>
          <a:bodyPr lIns="0" tIns="0" rIns="0" bIns="0" anchor="t">
            <a:spAutoFit/>
          </a:bodyPr>
          <a:lstStyle>
            <a:lvl1pPr indent="0" algn="l" defTabSz="932760">
              <a:lnSpc>
                <a:spcPct val="100000"/>
              </a:lnSpc>
              <a:buNone/>
              <a:tabLst>
                <a:tab pos="0" algn="l"/>
              </a:tabLst>
              <a:defRPr lang="en-US" sz="1600" b="0" u="none" strike="noStrike">
                <a:solidFill>
                  <a:schemeClr val="dk1"/>
                </a:solidFill>
                <a:latin typeface="Segoe UI"/>
              </a:defRPr>
            </a:lvl1pPr>
          </a:lstStyle>
          <a:p>
            <a:pPr indent="0" algn="l" defTabSz="932760">
              <a:lnSpc>
                <a:spcPct val="100000"/>
              </a:lnSpc>
              <a:buNone/>
              <a:tabLst>
                <a:tab pos="0" algn="l"/>
              </a:tabLst>
              <a:defRPr/>
            </a:pPr>
            <a:r>
              <a:rPr lang="en-US" sz="1600" b="0" u="none" strike="noStrike">
                <a:solidFill>
                  <a:schemeClr val="dk1"/>
                </a:solidFill>
                <a:latin typeface="Segoe UI"/>
              </a:rPr>
              <a:t>Speaker name or subtitle</a:t>
            </a:r>
          </a:p>
        </p:txBody>
      </p:sp>
      <p:sp>
        <p:nvSpPr>
          <p:cNvPr id="877344182" name="PlaceHolder 3"/>
          <p:cNvSpPr>
            <a:spLocks noGrp="1"/>
          </p:cNvSpPr>
          <p:nvPr>
            <p:ph type="body" hasCustomPrompt="1"/>
          </p:nvPr>
        </p:nvSpPr>
        <p:spPr bwMode="auto">
          <a:xfrm>
            <a:off x="582120" y="6446520"/>
            <a:ext cx="1645560" cy="153000"/>
          </a:xfrm>
          <a:prstGeom prst="rect">
            <a:avLst/>
          </a:prstGeom>
          <a:noFill/>
          <a:ln w="0">
            <a:noFill/>
          </a:ln>
        </p:spPr>
        <p:txBody>
          <a:bodyPr lIns="0" tIns="0" rIns="0" bIns="0" anchor="t">
            <a:spAutoFit/>
          </a:bodyPr>
          <a:lstStyle>
            <a:lvl1pPr indent="0" algn="l" defTabSz="932760">
              <a:lnSpc>
                <a:spcPct val="100000"/>
              </a:lnSpc>
              <a:buNone/>
              <a:tabLst>
                <a:tab pos="0" algn="l"/>
              </a:tabLst>
              <a:defRPr lang="en-US" sz="1000" b="0" u="none" strike="noStrike">
                <a:solidFill>
                  <a:schemeClr val="dk1"/>
                </a:solidFill>
                <a:latin typeface="Segoe UI"/>
              </a:defRPr>
            </a:lvl1pPr>
          </a:lstStyle>
          <a:p>
            <a:pPr indent="0" algn="l" defTabSz="932760">
              <a:lnSpc>
                <a:spcPct val="100000"/>
              </a:lnSpc>
              <a:buNone/>
              <a:tabLst>
                <a:tab pos="0" algn="l"/>
              </a:tabLst>
              <a:defRPr/>
            </a:pPr>
            <a:r>
              <a:rPr lang="en-US" sz="1000" b="0" u="none" strike="noStrike">
                <a:solidFill>
                  <a:schemeClr val="dk1"/>
                </a:solidFill>
                <a:latin typeface="Segoe UI"/>
              </a:rPr>
              <a:t>Date</a:t>
            </a:r>
          </a:p>
        </p:txBody>
      </p:sp>
      <p:sp>
        <p:nvSpPr>
          <p:cNvPr id="1540479653" name="PlaceHolder 4"/>
          <p:cNvSpPr>
            <a:spLocks noGrp="1"/>
          </p:cNvSpPr>
          <p:nvPr>
            <p:ph type="body" hasCustomPrompt="1"/>
          </p:nvPr>
        </p:nvSpPr>
        <p:spPr bwMode="auto">
          <a:xfrm>
            <a:off x="2471040" y="6446520"/>
            <a:ext cx="6336360" cy="153000"/>
          </a:xfrm>
          <a:prstGeom prst="rect">
            <a:avLst/>
          </a:prstGeom>
          <a:noFill/>
          <a:ln w="0">
            <a:noFill/>
          </a:ln>
        </p:spPr>
        <p:txBody>
          <a:bodyPr lIns="0" tIns="0" rIns="0" bIns="0" anchor="t">
            <a:spAutoFit/>
          </a:bodyPr>
          <a:lstStyle>
            <a:lvl1pPr indent="0" algn="l" defTabSz="932760">
              <a:lnSpc>
                <a:spcPct val="100000"/>
              </a:lnSpc>
              <a:buNone/>
              <a:tabLst>
                <a:tab pos="0" algn="l"/>
              </a:tabLst>
              <a:defRPr lang="en-US" sz="1000" b="0" u="none" strike="noStrike">
                <a:solidFill>
                  <a:schemeClr val="dk1"/>
                </a:solidFill>
                <a:latin typeface="Segoe UI"/>
              </a:defRPr>
            </a:lvl1pPr>
          </a:lstStyle>
          <a:p>
            <a:pPr indent="0" algn="l" defTabSz="932760">
              <a:lnSpc>
                <a:spcPct val="100000"/>
              </a:lnSpc>
              <a:buNone/>
              <a:tabLst>
                <a:tab pos="0" algn="l"/>
              </a:tabLst>
              <a:defRPr/>
            </a:pPr>
            <a:r>
              <a:rPr lang="en-US" sz="1000" b="0" u="none" strike="noStrike">
                <a:solidFill>
                  <a:schemeClr val="dk1"/>
                </a:solidFill>
                <a:latin typeface="Segoe UI"/>
              </a:rPr>
              <a:t>Microsoft confidential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blank" preserve="1" userDrawn="1">
  <p:cSld name="Team roster_Multiple teams">
    <p:bg>
      <p:bgPr>
        <a:solidFill>
          <a:srgbClr val="FFFFFF"/>
        </a:solidFill>
        <a:effectLst/>
      </p:bgPr>
    </p:bg>
    <p:spTree>
      <p:nvGrpSpPr>
        <p:cNvPr id="1" name=""/>
        <p:cNvGrpSpPr/>
        <p:nvPr/>
      </p:nvGrpSpPr>
      <p:grpSpPr bwMode="auto">
        <a:xfrm>
          <a:off x="0" y="0"/>
          <a:ext cx="0" cy="0"/>
          <a:chOff x="0" y="0"/>
          <a:chExt cx="0" cy="0"/>
        </a:xfrm>
      </p:grpSpPr>
      <p:pic>
        <p:nvPicPr>
          <p:cNvPr id="1146854660" name="Picture 34"/>
          <p:cNvPicPr/>
          <p:nvPr/>
        </p:nvPicPr>
        <p:blipFill rotWithShape="1">
          <a:blip r:embed="rId2">
            <a:alphaModFix amt="42000"/>
          </a:blip>
          <a:stretch/>
        </p:blipFill>
        <p:spPr bwMode="auto">
          <a:xfrm>
            <a:off x="0" y="2160"/>
            <a:ext cx="12191760" cy="6855840"/>
          </a:xfrm>
          <a:prstGeom prst="rect">
            <a:avLst/>
          </a:prstGeom>
          <a:noFill/>
          <a:ln w="0">
            <a:noFill/>
          </a:ln>
        </p:spPr>
      </p:pic>
      <p:pic>
        <p:nvPicPr>
          <p:cNvPr id="1624221867" name="Graphic 5"/>
          <p:cNvPicPr/>
          <p:nvPr/>
        </p:nvPicPr>
        <p:blipFill rotWithShape="1">
          <a:blip r:embed="rId3"/>
          <a:stretch/>
        </p:blipFill>
        <p:spPr bwMode="auto">
          <a:xfrm rot="5400000">
            <a:off x="9510120" y="2743200"/>
            <a:ext cx="6857640" cy="1371240"/>
          </a:xfrm>
          <a:prstGeom prst="rect">
            <a:avLst/>
          </a:prstGeom>
          <a:noFill/>
          <a:ln w="0">
            <a:noFill/>
          </a:ln>
        </p:spPr>
      </p:pic>
      <p:sp>
        <p:nvSpPr>
          <p:cNvPr id="1696637839" name="TextBox 2"/>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954839858"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117147936"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1022432348" name="Straight Connector 33"/>
          <p:cNvCxnSpPr/>
          <p:nvPr/>
        </p:nvCxnSpPr>
        <p:spPr bwMode="auto">
          <a:xfrm>
            <a:off x="-89640" y="5670360"/>
            <a:ext cx="360" cy="1178280"/>
          </a:xfrm>
          <a:prstGeom prst="straightConnector1">
            <a:avLst/>
          </a:prstGeom>
          <a:ln w="9525" cap="sq">
            <a:solidFill>
              <a:srgbClr val="FF0000"/>
            </a:solidFill>
            <a:miter/>
          </a:ln>
        </p:spPr>
      </p:cxnSp>
      <p:sp>
        <p:nvSpPr>
          <p:cNvPr id="692347764" name="PlaceHolder 1"/>
          <p:cNvSpPr>
            <a:spLocks noGrp="1"/>
          </p:cNvSpPr>
          <p:nvPr>
            <p:ph type="title"/>
          </p:nvPr>
        </p:nvSpPr>
        <p:spPr bwMode="auto">
          <a:xfrm>
            <a:off x="588240" y="585360"/>
            <a:ext cx="8192520" cy="307439"/>
          </a:xfrm>
          <a:prstGeom prst="rect">
            <a:avLst/>
          </a:prstGeom>
          <a:noFill/>
          <a:ln w="0">
            <a:noFill/>
          </a:ln>
        </p:spPr>
        <p:txBody>
          <a:bodyPr lIns="0" tIns="0" rIns="0" bIns="0" anchor="t">
            <a:noAutofit/>
          </a:bodyPr>
          <a:lstStyle>
            <a:lvl1pPr indent="0" algn="l" defTabSz="932760">
              <a:lnSpc>
                <a:spcPct val="100000"/>
              </a:lnSpc>
              <a:buNone/>
              <a:defRPr lang="en-US" sz="2000" b="0" u="none" strike="noStrike">
                <a:solidFill>
                  <a:schemeClr val="dk1"/>
                </a:solidFill>
                <a:latin typeface="Segoe UI Semibold"/>
              </a:defRPr>
            </a:lvl1pPr>
          </a:lstStyle>
          <a:p>
            <a:pPr indent="0" algn="l" defTabSz="932760">
              <a:lnSpc>
                <a:spcPct val="100000"/>
              </a:lnSpc>
              <a:buNone/>
              <a:defRPr/>
            </a:pPr>
            <a:r>
              <a:rPr lang="en-US" sz="2000" b="0" u="none" strike="noStrike">
                <a:solidFill>
                  <a:schemeClr val="dk1"/>
                </a:solidFill>
                <a:latin typeface="Segoe UI Semibold"/>
              </a:rPr>
              <a:t>Click to edit Master title style</a:t>
            </a:r>
          </a:p>
        </p:txBody>
      </p:sp>
      <p:sp>
        <p:nvSpPr>
          <p:cNvPr id="1723663785" name="PlaceHolder 2"/>
          <p:cNvSpPr>
            <a:spLocks noGrp="1"/>
          </p:cNvSpPr>
          <p:nvPr>
            <p:ph type="body" hasCustomPrompt="1"/>
          </p:nvPr>
        </p:nvSpPr>
        <p:spPr bwMode="auto">
          <a:xfrm>
            <a:off x="584280" y="2038320"/>
            <a:ext cx="1487160" cy="245880"/>
          </a:xfrm>
          <a:prstGeom prst="rect">
            <a:avLst/>
          </a:prstGeom>
          <a:noFill/>
          <a:ln w="0">
            <a:noFill/>
          </a:ln>
        </p:spPr>
        <p:txBody>
          <a:bodyPr lIns="0" tIns="0" rIns="0" bIns="0" anchor="t">
            <a:noAutofit/>
          </a:bodyPr>
          <a:lstStyle>
            <a:lvl1pPr indent="0" algn="l" defTabSz="932760">
              <a:lnSpc>
                <a:spcPct val="100000"/>
              </a:lnSpc>
              <a:spcBef>
                <a:spcPts val="320"/>
              </a:spcBef>
              <a:buNone/>
              <a:tabLst>
                <a:tab pos="0" algn="l"/>
              </a:tabLst>
              <a:defRPr lang="en-US" sz="1600" b="0" u="none" strike="noStrike">
                <a:solidFill>
                  <a:schemeClr val="accent1"/>
                </a:solidFill>
                <a:latin typeface="Segoe UI"/>
              </a:defRPr>
            </a:lvl1pPr>
          </a:lstStyle>
          <a:p>
            <a:pPr indent="0" algn="l" defTabSz="932760">
              <a:lnSpc>
                <a:spcPct val="100000"/>
              </a:lnSpc>
              <a:spcBef>
                <a:spcPts val="320"/>
              </a:spcBef>
              <a:buNone/>
              <a:tabLst>
                <a:tab pos="0" algn="l"/>
              </a:tabLst>
              <a:defRPr/>
            </a:pPr>
            <a:r>
              <a:rPr lang="en-US" sz="1600" b="0" u="none" strike="noStrike">
                <a:solidFill>
                  <a:schemeClr val="accent1"/>
                </a:solidFill>
                <a:latin typeface="Segoe UI"/>
              </a:rPr>
              <a:t>Team</a:t>
            </a:r>
            <a:endParaRPr lang="en-US" sz="1600" b="0" u="none" strike="noStrike">
              <a:solidFill>
                <a:schemeClr val="dk1"/>
              </a:solidFill>
              <a:latin typeface="Segoe UI"/>
            </a:endParaRPr>
          </a:p>
        </p:txBody>
      </p:sp>
      <p:sp>
        <p:nvSpPr>
          <p:cNvPr id="916935064" name="PlaceHolder 3"/>
          <p:cNvSpPr>
            <a:spLocks noGrp="1"/>
          </p:cNvSpPr>
          <p:nvPr>
            <p:ph type="body"/>
          </p:nvPr>
        </p:nvSpPr>
        <p:spPr bwMode="auto">
          <a:xfrm>
            <a:off x="2179800" y="1752480"/>
            <a:ext cx="893879" cy="893879"/>
          </a:xfrm>
          <a:prstGeom prst="rect">
            <a:avLst/>
          </a:prstGeom>
          <a:solidFill>
            <a:srgbClr val="D9D9D6"/>
          </a:solidFill>
          <a:ln w="0">
            <a:noFill/>
          </a:ln>
        </p:spPr>
        <p:txBody>
          <a:bodyPr lIns="0" tIns="0" rIns="0" bIns="594360" anchor="ctr">
            <a:noAutofit/>
          </a:bodyPr>
          <a:lstStyle>
            <a:lvl1pPr indent="0" algn="ctr" defTabSz="914400">
              <a:lnSpc>
                <a:spcPct val="100000"/>
              </a:lnSpc>
              <a:buNone/>
              <a:tabLst>
                <a:tab pos="0" algn="l"/>
              </a:tabLst>
              <a:defRPr lang="en-US" sz="600" b="1" u="none" strike="noStrike">
                <a:solidFill>
                  <a:srgbClr val="000000"/>
                </a:solidFill>
                <a:latin typeface="Segoe UI"/>
              </a:defRPr>
            </a:lvl1pPr>
          </a:lstStyle>
          <a:p>
            <a:pPr indent="0" algn="ctr" defTabSz="914400">
              <a:lnSpc>
                <a:spcPct val="100000"/>
              </a:lnSpc>
              <a:buNone/>
              <a:tabLst>
                <a:tab pos="0" algn="l"/>
              </a:tabLst>
              <a:defRPr/>
            </a:pPr>
            <a:r>
              <a:rPr lang="en-US" sz="600" b="1" u="none" strike="noStrike">
                <a:solidFill>
                  <a:srgbClr val="000000"/>
                </a:solidFill>
                <a:latin typeface="Segoe UI"/>
              </a:rPr>
              <a:t>Click icon to add picture</a:t>
            </a:r>
            <a:endParaRPr lang="en-US" sz="600" b="0" u="none" strike="noStrike">
              <a:solidFill>
                <a:schemeClr val="dk1"/>
              </a:solidFill>
              <a:latin typeface="Segoe UI"/>
            </a:endParaRPr>
          </a:p>
        </p:txBody>
      </p:sp>
      <p:sp>
        <p:nvSpPr>
          <p:cNvPr id="1907850053" name="PlaceHolder 4"/>
          <p:cNvSpPr>
            <a:spLocks noGrp="1"/>
          </p:cNvSpPr>
          <p:nvPr>
            <p:ph type="body" hasCustomPrompt="1"/>
          </p:nvPr>
        </p:nvSpPr>
        <p:spPr bwMode="auto">
          <a:xfrm>
            <a:off x="3193560" y="1986120"/>
            <a:ext cx="1320120" cy="185400"/>
          </a:xfrm>
          <a:prstGeom prst="rect">
            <a:avLst/>
          </a:prstGeom>
          <a:noFill/>
          <a:ln w="0">
            <a:noFill/>
          </a:ln>
        </p:spPr>
        <p:txBody>
          <a:bodyPr lIns="0" tIns="0" rIns="0" bIns="0" anchor="b">
            <a:noAutofit/>
          </a:bodyPr>
          <a:lstStyle>
            <a:lvl1pPr indent="0" algn="l" defTabSz="932760">
              <a:lnSpc>
                <a:spcPct val="100000"/>
              </a:lnSpc>
              <a:spcBef>
                <a:spcPts val="241"/>
              </a:spcBef>
              <a:buNone/>
              <a:tabLst>
                <a:tab pos="0" algn="l"/>
              </a:tabLst>
              <a:defRPr lang="en-US" sz="1200" b="0" u="none" strike="noStrike">
                <a:solidFill>
                  <a:schemeClr val="dk1"/>
                </a:solidFill>
                <a:latin typeface="Segoe UI"/>
              </a:defRPr>
            </a:lvl1pPr>
          </a:lstStyle>
          <a:p>
            <a:pPr indent="0" algn="l" defTabSz="932760">
              <a:lnSpc>
                <a:spcPct val="100000"/>
              </a:lnSpc>
              <a:spcBef>
                <a:spcPts val="241"/>
              </a:spcBef>
              <a:buNone/>
              <a:tabLst>
                <a:tab pos="0" algn="l"/>
              </a:tabLst>
              <a:defRPr/>
            </a:pPr>
            <a:r>
              <a:rPr lang="en-US" sz="1200" b="0" u="none" strike="noStrike">
                <a:solidFill>
                  <a:schemeClr val="dk1"/>
                </a:solidFill>
                <a:latin typeface="Segoe UI"/>
              </a:rPr>
              <a:t>Name</a:t>
            </a:r>
          </a:p>
        </p:txBody>
      </p:sp>
      <p:sp>
        <p:nvSpPr>
          <p:cNvPr id="1506733721" name="PlaceHolder 5"/>
          <p:cNvSpPr>
            <a:spLocks noGrp="1"/>
          </p:cNvSpPr>
          <p:nvPr>
            <p:ph type="body" hasCustomPrompt="1"/>
          </p:nvPr>
        </p:nvSpPr>
        <p:spPr bwMode="auto">
          <a:xfrm>
            <a:off x="3193560" y="2189880"/>
            <a:ext cx="1326960" cy="153360"/>
          </a:xfrm>
          <a:prstGeom prst="rect">
            <a:avLst/>
          </a:prstGeom>
          <a:noFill/>
          <a:ln w="0">
            <a:noFill/>
          </a:ln>
        </p:spPr>
        <p:txBody>
          <a:bodyPr lIns="0" tIns="0" rIns="0" bIns="0" anchor="t">
            <a:noAutofit/>
          </a:bodyPr>
          <a:lstStyle>
            <a:lvl1pPr indent="0" algn="l" defTabSz="932760">
              <a:lnSpc>
                <a:spcPct val="100000"/>
              </a:lnSpc>
              <a:spcBef>
                <a:spcPts val="201"/>
              </a:spcBef>
              <a:buNone/>
              <a:tabLst>
                <a:tab pos="0" algn="l"/>
              </a:tabLst>
              <a:defRPr lang="en-US" sz="1000" b="0" u="none" strike="noStrike">
                <a:solidFill>
                  <a:schemeClr val="dk1"/>
                </a:solidFill>
                <a:latin typeface="Segoe UI"/>
              </a:defRPr>
            </a:lvl1pPr>
          </a:lstStyle>
          <a:p>
            <a:pPr indent="0" algn="l" defTabSz="932760">
              <a:lnSpc>
                <a:spcPct val="100000"/>
              </a:lnSpc>
              <a:spcBef>
                <a:spcPts val="201"/>
              </a:spcBef>
              <a:buNone/>
              <a:tabLst>
                <a:tab pos="0" algn="l"/>
              </a:tabLst>
              <a:defRPr/>
            </a:pPr>
            <a:r>
              <a:rPr lang="en-US" sz="1000" b="0" u="none" strike="noStrike">
                <a:solidFill>
                  <a:schemeClr val="dk1"/>
                </a:solidFill>
                <a:latin typeface="Segoe UI"/>
              </a:rPr>
              <a:t>Role or title</a:t>
            </a:r>
          </a:p>
        </p:txBody>
      </p:sp>
      <p:sp>
        <p:nvSpPr>
          <p:cNvPr id="472761508" name="PlaceHolder 6"/>
          <p:cNvSpPr>
            <a:spLocks noGrp="1"/>
          </p:cNvSpPr>
          <p:nvPr>
            <p:ph type="body"/>
          </p:nvPr>
        </p:nvSpPr>
        <p:spPr bwMode="auto">
          <a:xfrm>
            <a:off x="4609440" y="1752480"/>
            <a:ext cx="893879" cy="893879"/>
          </a:xfrm>
          <a:prstGeom prst="rect">
            <a:avLst/>
          </a:prstGeom>
          <a:solidFill>
            <a:srgbClr val="D9D9D6"/>
          </a:solidFill>
          <a:ln w="0">
            <a:noFill/>
          </a:ln>
        </p:spPr>
        <p:txBody>
          <a:bodyPr lIns="0" tIns="0" rIns="0" bIns="594360" anchor="ctr">
            <a:noAutofit/>
          </a:bodyPr>
          <a:lstStyle>
            <a:lvl1pPr indent="0" algn="ctr" defTabSz="914400">
              <a:lnSpc>
                <a:spcPct val="100000"/>
              </a:lnSpc>
              <a:buNone/>
              <a:tabLst>
                <a:tab pos="0" algn="l"/>
              </a:tabLst>
              <a:defRPr lang="en-US" sz="600" b="1" u="none" strike="noStrike">
                <a:solidFill>
                  <a:srgbClr val="000000"/>
                </a:solidFill>
                <a:latin typeface="Segoe UI"/>
              </a:defRPr>
            </a:lvl1pPr>
          </a:lstStyle>
          <a:p>
            <a:pPr indent="0" algn="ctr" defTabSz="914400">
              <a:lnSpc>
                <a:spcPct val="100000"/>
              </a:lnSpc>
              <a:buNone/>
              <a:tabLst>
                <a:tab pos="0" algn="l"/>
              </a:tabLst>
              <a:defRPr/>
            </a:pPr>
            <a:r>
              <a:rPr lang="en-US" sz="600" b="1" u="none" strike="noStrike">
                <a:solidFill>
                  <a:srgbClr val="000000"/>
                </a:solidFill>
                <a:latin typeface="Segoe UI"/>
              </a:rPr>
              <a:t>Click icon to add picture</a:t>
            </a:r>
            <a:endParaRPr lang="en-US" sz="600" b="0" u="none" strike="noStrike">
              <a:solidFill>
                <a:schemeClr val="dk1"/>
              </a:solidFill>
              <a:latin typeface="Segoe UI"/>
            </a:endParaRPr>
          </a:p>
        </p:txBody>
      </p:sp>
      <p:sp>
        <p:nvSpPr>
          <p:cNvPr id="210079654" name="PlaceHolder 7"/>
          <p:cNvSpPr>
            <a:spLocks noGrp="1"/>
          </p:cNvSpPr>
          <p:nvPr>
            <p:ph type="body" hasCustomPrompt="1"/>
          </p:nvPr>
        </p:nvSpPr>
        <p:spPr bwMode="auto">
          <a:xfrm>
            <a:off x="5627520" y="1986120"/>
            <a:ext cx="1320120" cy="185400"/>
          </a:xfrm>
          <a:prstGeom prst="rect">
            <a:avLst/>
          </a:prstGeom>
          <a:noFill/>
          <a:ln w="0">
            <a:noFill/>
          </a:ln>
        </p:spPr>
        <p:txBody>
          <a:bodyPr lIns="0" tIns="0" rIns="0" bIns="0" anchor="b">
            <a:noAutofit/>
          </a:bodyPr>
          <a:lstStyle>
            <a:lvl1pPr indent="0" algn="l" defTabSz="932760">
              <a:lnSpc>
                <a:spcPct val="100000"/>
              </a:lnSpc>
              <a:spcBef>
                <a:spcPts val="241"/>
              </a:spcBef>
              <a:buNone/>
              <a:tabLst>
                <a:tab pos="0" algn="l"/>
              </a:tabLst>
              <a:defRPr lang="en-US" sz="1200" b="0" u="none" strike="noStrike">
                <a:solidFill>
                  <a:schemeClr val="dk1"/>
                </a:solidFill>
                <a:latin typeface="Segoe UI"/>
              </a:defRPr>
            </a:lvl1pPr>
          </a:lstStyle>
          <a:p>
            <a:pPr indent="0" algn="l" defTabSz="932760">
              <a:lnSpc>
                <a:spcPct val="100000"/>
              </a:lnSpc>
              <a:spcBef>
                <a:spcPts val="241"/>
              </a:spcBef>
              <a:buNone/>
              <a:tabLst>
                <a:tab pos="0" algn="l"/>
              </a:tabLst>
              <a:defRPr/>
            </a:pPr>
            <a:r>
              <a:rPr lang="en-US" sz="1200" b="0" u="none" strike="noStrike">
                <a:solidFill>
                  <a:schemeClr val="dk1"/>
                </a:solidFill>
                <a:latin typeface="Segoe UI"/>
              </a:rPr>
              <a:t>Name</a:t>
            </a:r>
          </a:p>
        </p:txBody>
      </p:sp>
      <p:sp>
        <p:nvSpPr>
          <p:cNvPr id="276509632" name="PlaceHolder 8"/>
          <p:cNvSpPr>
            <a:spLocks noGrp="1"/>
          </p:cNvSpPr>
          <p:nvPr>
            <p:ph type="body" hasCustomPrompt="1"/>
          </p:nvPr>
        </p:nvSpPr>
        <p:spPr bwMode="auto">
          <a:xfrm>
            <a:off x="5627520" y="2189880"/>
            <a:ext cx="1326960" cy="153360"/>
          </a:xfrm>
          <a:prstGeom prst="rect">
            <a:avLst/>
          </a:prstGeom>
          <a:noFill/>
          <a:ln w="0">
            <a:noFill/>
          </a:ln>
        </p:spPr>
        <p:txBody>
          <a:bodyPr lIns="0" tIns="0" rIns="0" bIns="0" anchor="t">
            <a:noAutofit/>
          </a:bodyPr>
          <a:lstStyle>
            <a:lvl1pPr indent="0" algn="l" defTabSz="932760">
              <a:lnSpc>
                <a:spcPct val="100000"/>
              </a:lnSpc>
              <a:spcBef>
                <a:spcPts val="201"/>
              </a:spcBef>
              <a:buNone/>
              <a:tabLst>
                <a:tab pos="0" algn="l"/>
              </a:tabLst>
              <a:defRPr lang="en-US" sz="1000" b="0" u="none" strike="noStrike">
                <a:solidFill>
                  <a:schemeClr val="dk1"/>
                </a:solidFill>
                <a:latin typeface="Segoe UI"/>
              </a:defRPr>
            </a:lvl1pPr>
          </a:lstStyle>
          <a:p>
            <a:pPr indent="0" algn="l" defTabSz="932760">
              <a:lnSpc>
                <a:spcPct val="100000"/>
              </a:lnSpc>
              <a:spcBef>
                <a:spcPts val="201"/>
              </a:spcBef>
              <a:buNone/>
              <a:tabLst>
                <a:tab pos="0" algn="l"/>
              </a:tabLst>
              <a:defRPr/>
            </a:pPr>
            <a:r>
              <a:rPr lang="en-US" sz="1000" b="0" u="none" strike="noStrike">
                <a:solidFill>
                  <a:schemeClr val="dk1"/>
                </a:solidFill>
                <a:latin typeface="Segoe UI"/>
              </a:rPr>
              <a:t>Role or title</a:t>
            </a:r>
          </a:p>
        </p:txBody>
      </p:sp>
      <p:sp>
        <p:nvSpPr>
          <p:cNvPr id="391835637" name="PlaceHolder 9"/>
          <p:cNvSpPr>
            <a:spLocks noGrp="1"/>
          </p:cNvSpPr>
          <p:nvPr>
            <p:ph type="body"/>
          </p:nvPr>
        </p:nvSpPr>
        <p:spPr bwMode="auto">
          <a:xfrm>
            <a:off x="7049880" y="1752480"/>
            <a:ext cx="893879" cy="893879"/>
          </a:xfrm>
          <a:prstGeom prst="rect">
            <a:avLst/>
          </a:prstGeom>
          <a:solidFill>
            <a:srgbClr val="D9D9D6"/>
          </a:solidFill>
          <a:ln w="0">
            <a:noFill/>
          </a:ln>
        </p:spPr>
        <p:txBody>
          <a:bodyPr lIns="0" tIns="0" rIns="0" bIns="594360" anchor="ctr">
            <a:noAutofit/>
          </a:bodyPr>
          <a:lstStyle>
            <a:lvl1pPr indent="0" algn="ctr" defTabSz="914400">
              <a:lnSpc>
                <a:spcPct val="100000"/>
              </a:lnSpc>
              <a:buNone/>
              <a:tabLst>
                <a:tab pos="0" algn="l"/>
              </a:tabLst>
              <a:defRPr lang="en-US" sz="600" b="1" u="none" strike="noStrike">
                <a:solidFill>
                  <a:srgbClr val="000000"/>
                </a:solidFill>
                <a:latin typeface="Segoe UI"/>
              </a:defRPr>
            </a:lvl1pPr>
          </a:lstStyle>
          <a:p>
            <a:pPr indent="0" algn="ctr" defTabSz="914400">
              <a:lnSpc>
                <a:spcPct val="100000"/>
              </a:lnSpc>
              <a:buNone/>
              <a:tabLst>
                <a:tab pos="0" algn="l"/>
              </a:tabLst>
              <a:defRPr/>
            </a:pPr>
            <a:r>
              <a:rPr lang="en-US" sz="600" b="1" u="none" strike="noStrike">
                <a:solidFill>
                  <a:srgbClr val="000000"/>
                </a:solidFill>
                <a:latin typeface="Segoe UI"/>
              </a:rPr>
              <a:t>Click icon to add picture</a:t>
            </a:r>
            <a:endParaRPr lang="en-US" sz="600" b="0" u="none" strike="noStrike">
              <a:solidFill>
                <a:schemeClr val="dk1"/>
              </a:solidFill>
              <a:latin typeface="Segoe UI"/>
            </a:endParaRPr>
          </a:p>
        </p:txBody>
      </p:sp>
      <p:sp>
        <p:nvSpPr>
          <p:cNvPr id="1250185006" name="PlaceHolder 10"/>
          <p:cNvSpPr>
            <a:spLocks noGrp="1"/>
          </p:cNvSpPr>
          <p:nvPr>
            <p:ph type="body" hasCustomPrompt="1"/>
          </p:nvPr>
        </p:nvSpPr>
        <p:spPr bwMode="auto">
          <a:xfrm>
            <a:off x="8057880" y="1986120"/>
            <a:ext cx="1320120" cy="185400"/>
          </a:xfrm>
          <a:prstGeom prst="rect">
            <a:avLst/>
          </a:prstGeom>
          <a:noFill/>
          <a:ln w="0">
            <a:noFill/>
          </a:ln>
        </p:spPr>
        <p:txBody>
          <a:bodyPr lIns="0" tIns="0" rIns="0" bIns="0" anchor="b">
            <a:noAutofit/>
          </a:bodyPr>
          <a:lstStyle>
            <a:lvl1pPr indent="0" algn="l" defTabSz="932760">
              <a:lnSpc>
                <a:spcPct val="100000"/>
              </a:lnSpc>
              <a:spcBef>
                <a:spcPts val="241"/>
              </a:spcBef>
              <a:buNone/>
              <a:tabLst>
                <a:tab pos="0" algn="l"/>
              </a:tabLst>
              <a:defRPr lang="en-US" sz="1200" b="0" u="none" strike="noStrike">
                <a:solidFill>
                  <a:schemeClr val="dk1"/>
                </a:solidFill>
                <a:latin typeface="Segoe UI"/>
              </a:defRPr>
            </a:lvl1pPr>
          </a:lstStyle>
          <a:p>
            <a:pPr indent="0" algn="l" defTabSz="932760">
              <a:lnSpc>
                <a:spcPct val="100000"/>
              </a:lnSpc>
              <a:spcBef>
                <a:spcPts val="241"/>
              </a:spcBef>
              <a:buNone/>
              <a:tabLst>
                <a:tab pos="0" algn="l"/>
              </a:tabLst>
              <a:defRPr/>
            </a:pPr>
            <a:r>
              <a:rPr lang="en-US" sz="1200" b="0" u="none" strike="noStrike">
                <a:solidFill>
                  <a:schemeClr val="dk1"/>
                </a:solidFill>
                <a:latin typeface="Segoe UI"/>
              </a:rPr>
              <a:t>Name</a:t>
            </a:r>
          </a:p>
        </p:txBody>
      </p:sp>
      <p:sp>
        <p:nvSpPr>
          <p:cNvPr id="1576128114" name="PlaceHolder 11"/>
          <p:cNvSpPr>
            <a:spLocks noGrp="1"/>
          </p:cNvSpPr>
          <p:nvPr>
            <p:ph type="body" hasCustomPrompt="1"/>
          </p:nvPr>
        </p:nvSpPr>
        <p:spPr bwMode="auto">
          <a:xfrm>
            <a:off x="8057880" y="2189880"/>
            <a:ext cx="1326960" cy="153360"/>
          </a:xfrm>
          <a:prstGeom prst="rect">
            <a:avLst/>
          </a:prstGeom>
          <a:noFill/>
          <a:ln w="0">
            <a:noFill/>
          </a:ln>
        </p:spPr>
        <p:txBody>
          <a:bodyPr lIns="0" tIns="0" rIns="0" bIns="0" anchor="t">
            <a:noAutofit/>
          </a:bodyPr>
          <a:lstStyle>
            <a:lvl1pPr indent="0" algn="l" defTabSz="932760">
              <a:lnSpc>
                <a:spcPct val="100000"/>
              </a:lnSpc>
              <a:spcBef>
                <a:spcPts val="201"/>
              </a:spcBef>
              <a:buNone/>
              <a:tabLst>
                <a:tab pos="0" algn="l"/>
              </a:tabLst>
              <a:defRPr lang="en-US" sz="1000" b="0" u="none" strike="noStrike">
                <a:solidFill>
                  <a:schemeClr val="dk1"/>
                </a:solidFill>
                <a:latin typeface="Segoe UI"/>
              </a:defRPr>
            </a:lvl1pPr>
          </a:lstStyle>
          <a:p>
            <a:pPr indent="0" algn="l" defTabSz="932760">
              <a:lnSpc>
                <a:spcPct val="100000"/>
              </a:lnSpc>
              <a:spcBef>
                <a:spcPts val="201"/>
              </a:spcBef>
              <a:buNone/>
              <a:tabLst>
                <a:tab pos="0" algn="l"/>
              </a:tabLst>
              <a:defRPr/>
            </a:pPr>
            <a:r>
              <a:rPr lang="en-US" sz="1000" b="0" u="none" strike="noStrike">
                <a:solidFill>
                  <a:schemeClr val="dk1"/>
                </a:solidFill>
                <a:latin typeface="Segoe UI"/>
              </a:rPr>
              <a:t>Role or title</a:t>
            </a:r>
          </a:p>
        </p:txBody>
      </p:sp>
      <p:sp>
        <p:nvSpPr>
          <p:cNvPr id="1344157346" name="PlaceHolder 12"/>
          <p:cNvSpPr>
            <a:spLocks noGrp="1"/>
          </p:cNvSpPr>
          <p:nvPr>
            <p:ph type="body"/>
          </p:nvPr>
        </p:nvSpPr>
        <p:spPr bwMode="auto">
          <a:xfrm>
            <a:off x="9485640" y="1752480"/>
            <a:ext cx="893879" cy="893879"/>
          </a:xfrm>
          <a:prstGeom prst="rect">
            <a:avLst/>
          </a:prstGeom>
          <a:solidFill>
            <a:srgbClr val="D9D9D6"/>
          </a:solidFill>
          <a:ln w="0">
            <a:noFill/>
          </a:ln>
        </p:spPr>
        <p:txBody>
          <a:bodyPr lIns="0" tIns="0" rIns="0" bIns="594360" anchor="ctr">
            <a:noAutofit/>
          </a:bodyPr>
          <a:lstStyle>
            <a:lvl1pPr indent="0" algn="ctr" defTabSz="914400">
              <a:lnSpc>
                <a:spcPct val="100000"/>
              </a:lnSpc>
              <a:buNone/>
              <a:tabLst>
                <a:tab pos="0" algn="l"/>
              </a:tabLst>
              <a:defRPr lang="en-US" sz="600" b="1" u="none" strike="noStrike">
                <a:solidFill>
                  <a:srgbClr val="000000"/>
                </a:solidFill>
                <a:latin typeface="Segoe UI"/>
              </a:defRPr>
            </a:lvl1pPr>
          </a:lstStyle>
          <a:p>
            <a:pPr indent="0" algn="ctr" defTabSz="914400">
              <a:lnSpc>
                <a:spcPct val="100000"/>
              </a:lnSpc>
              <a:buNone/>
              <a:tabLst>
                <a:tab pos="0" algn="l"/>
              </a:tabLst>
              <a:defRPr/>
            </a:pPr>
            <a:r>
              <a:rPr lang="en-US" sz="600" b="1" u="none" strike="noStrike">
                <a:solidFill>
                  <a:srgbClr val="000000"/>
                </a:solidFill>
                <a:latin typeface="Segoe UI"/>
              </a:rPr>
              <a:t>Click icon to add picture</a:t>
            </a:r>
            <a:endParaRPr lang="en-US" sz="600" b="0" u="none" strike="noStrike">
              <a:solidFill>
                <a:schemeClr val="dk1"/>
              </a:solidFill>
              <a:latin typeface="Segoe UI"/>
            </a:endParaRPr>
          </a:p>
        </p:txBody>
      </p:sp>
      <p:sp>
        <p:nvSpPr>
          <p:cNvPr id="1808542251" name="PlaceHolder 13"/>
          <p:cNvSpPr>
            <a:spLocks noGrp="1"/>
          </p:cNvSpPr>
          <p:nvPr>
            <p:ph type="body" hasCustomPrompt="1"/>
          </p:nvPr>
        </p:nvSpPr>
        <p:spPr bwMode="auto">
          <a:xfrm>
            <a:off x="10478160" y="1986120"/>
            <a:ext cx="1320120" cy="185400"/>
          </a:xfrm>
          <a:prstGeom prst="rect">
            <a:avLst/>
          </a:prstGeom>
          <a:noFill/>
          <a:ln w="0">
            <a:noFill/>
          </a:ln>
        </p:spPr>
        <p:txBody>
          <a:bodyPr lIns="0" tIns="0" rIns="0" bIns="0" anchor="b">
            <a:noAutofit/>
          </a:bodyPr>
          <a:lstStyle>
            <a:lvl1pPr indent="0" algn="l" defTabSz="932760">
              <a:lnSpc>
                <a:spcPct val="100000"/>
              </a:lnSpc>
              <a:spcBef>
                <a:spcPts val="241"/>
              </a:spcBef>
              <a:buNone/>
              <a:tabLst>
                <a:tab pos="0" algn="l"/>
              </a:tabLst>
              <a:defRPr lang="en-US" sz="1200" b="0" u="none" strike="noStrike">
                <a:solidFill>
                  <a:schemeClr val="dk1"/>
                </a:solidFill>
                <a:latin typeface="Segoe UI"/>
              </a:defRPr>
            </a:lvl1pPr>
          </a:lstStyle>
          <a:p>
            <a:pPr indent="0" algn="l" defTabSz="932760">
              <a:lnSpc>
                <a:spcPct val="100000"/>
              </a:lnSpc>
              <a:spcBef>
                <a:spcPts val="241"/>
              </a:spcBef>
              <a:buNone/>
              <a:tabLst>
                <a:tab pos="0" algn="l"/>
              </a:tabLst>
              <a:defRPr/>
            </a:pPr>
            <a:r>
              <a:rPr lang="en-US" sz="1200" b="0" u="none" strike="noStrike">
                <a:solidFill>
                  <a:schemeClr val="dk1"/>
                </a:solidFill>
                <a:latin typeface="Segoe UI"/>
              </a:rPr>
              <a:t>Name</a:t>
            </a:r>
          </a:p>
        </p:txBody>
      </p:sp>
      <p:sp>
        <p:nvSpPr>
          <p:cNvPr id="1292880828" name="PlaceHolder 14"/>
          <p:cNvSpPr>
            <a:spLocks noGrp="1"/>
          </p:cNvSpPr>
          <p:nvPr>
            <p:ph type="body" hasCustomPrompt="1"/>
          </p:nvPr>
        </p:nvSpPr>
        <p:spPr bwMode="auto">
          <a:xfrm>
            <a:off x="10478160" y="2189880"/>
            <a:ext cx="1326960" cy="153360"/>
          </a:xfrm>
          <a:prstGeom prst="rect">
            <a:avLst/>
          </a:prstGeom>
          <a:noFill/>
          <a:ln w="0">
            <a:noFill/>
          </a:ln>
        </p:spPr>
        <p:txBody>
          <a:bodyPr lIns="0" tIns="0" rIns="0" bIns="0" anchor="t">
            <a:noAutofit/>
          </a:bodyPr>
          <a:lstStyle>
            <a:lvl1pPr indent="0" algn="l" defTabSz="932760">
              <a:lnSpc>
                <a:spcPct val="100000"/>
              </a:lnSpc>
              <a:spcBef>
                <a:spcPts val="201"/>
              </a:spcBef>
              <a:buNone/>
              <a:tabLst>
                <a:tab pos="0" algn="l"/>
              </a:tabLst>
              <a:defRPr lang="en-US" sz="1000" b="0" u="none" strike="noStrike">
                <a:solidFill>
                  <a:schemeClr val="dk1"/>
                </a:solidFill>
                <a:latin typeface="Segoe UI"/>
              </a:defRPr>
            </a:lvl1pPr>
          </a:lstStyle>
          <a:p>
            <a:pPr indent="0" algn="l" defTabSz="932760">
              <a:lnSpc>
                <a:spcPct val="100000"/>
              </a:lnSpc>
              <a:spcBef>
                <a:spcPts val="201"/>
              </a:spcBef>
              <a:buNone/>
              <a:tabLst>
                <a:tab pos="0" algn="l"/>
              </a:tabLst>
              <a:defRPr/>
            </a:pPr>
            <a:r>
              <a:rPr lang="en-US" sz="1000" b="0" u="none" strike="noStrike">
                <a:solidFill>
                  <a:schemeClr val="dk1"/>
                </a:solidFill>
                <a:latin typeface="Segoe UI"/>
              </a:rPr>
              <a:t>Role or title</a:t>
            </a:r>
          </a:p>
        </p:txBody>
      </p:sp>
      <p:cxnSp>
        <p:nvCxnSpPr>
          <p:cNvPr id="423235552" name="Straight Connector 2"/>
          <p:cNvCxnSpPr/>
          <p:nvPr/>
        </p:nvCxnSpPr>
        <p:spPr bwMode="auto">
          <a:xfrm>
            <a:off x="588600" y="2796120"/>
            <a:ext cx="11014920" cy="360"/>
          </a:xfrm>
          <a:prstGeom prst="straightConnector1">
            <a:avLst/>
          </a:prstGeom>
          <a:ln>
            <a:solidFill>
              <a:srgbClr val="000000"/>
            </a:solidFill>
            <a:round/>
          </a:ln>
        </p:spPr>
      </p:cxnSp>
      <p:sp>
        <p:nvSpPr>
          <p:cNvPr id="117384710" name="PlaceHolder 15"/>
          <p:cNvSpPr>
            <a:spLocks noGrp="1"/>
          </p:cNvSpPr>
          <p:nvPr>
            <p:ph type="body" hasCustomPrompt="1"/>
          </p:nvPr>
        </p:nvSpPr>
        <p:spPr bwMode="auto">
          <a:xfrm>
            <a:off x="584280" y="3276720"/>
            <a:ext cx="1487160" cy="245880"/>
          </a:xfrm>
          <a:prstGeom prst="rect">
            <a:avLst/>
          </a:prstGeom>
          <a:noFill/>
          <a:ln w="0">
            <a:noFill/>
          </a:ln>
        </p:spPr>
        <p:txBody>
          <a:bodyPr lIns="0" tIns="0" rIns="0" bIns="0" anchor="t">
            <a:noAutofit/>
          </a:bodyPr>
          <a:lstStyle>
            <a:lvl1pPr indent="0" algn="l" defTabSz="932760">
              <a:lnSpc>
                <a:spcPct val="100000"/>
              </a:lnSpc>
              <a:spcBef>
                <a:spcPts val="320"/>
              </a:spcBef>
              <a:buNone/>
              <a:tabLst>
                <a:tab pos="0" algn="l"/>
              </a:tabLst>
              <a:defRPr lang="en-US" sz="1600" b="0" u="none" strike="noStrike">
                <a:solidFill>
                  <a:schemeClr val="accent1"/>
                </a:solidFill>
                <a:latin typeface="Segoe UI"/>
              </a:defRPr>
            </a:lvl1pPr>
          </a:lstStyle>
          <a:p>
            <a:pPr indent="0" algn="l" defTabSz="932760">
              <a:lnSpc>
                <a:spcPct val="100000"/>
              </a:lnSpc>
              <a:spcBef>
                <a:spcPts val="320"/>
              </a:spcBef>
              <a:buNone/>
              <a:tabLst>
                <a:tab pos="0" algn="l"/>
              </a:tabLst>
              <a:defRPr/>
            </a:pPr>
            <a:r>
              <a:rPr lang="en-US" sz="1600" b="0" u="none" strike="noStrike">
                <a:solidFill>
                  <a:schemeClr val="accent1"/>
                </a:solidFill>
                <a:latin typeface="Segoe UI"/>
              </a:rPr>
              <a:t>Team</a:t>
            </a:r>
            <a:endParaRPr lang="en-US" sz="1600" b="0" u="none" strike="noStrike">
              <a:solidFill>
                <a:schemeClr val="dk1"/>
              </a:solidFill>
              <a:latin typeface="Segoe UI"/>
            </a:endParaRPr>
          </a:p>
        </p:txBody>
      </p:sp>
      <p:sp>
        <p:nvSpPr>
          <p:cNvPr id="63733069" name="PlaceHolder 16"/>
          <p:cNvSpPr>
            <a:spLocks noGrp="1"/>
          </p:cNvSpPr>
          <p:nvPr>
            <p:ph type="body"/>
          </p:nvPr>
        </p:nvSpPr>
        <p:spPr bwMode="auto">
          <a:xfrm>
            <a:off x="2179800" y="2949120"/>
            <a:ext cx="893879" cy="893879"/>
          </a:xfrm>
          <a:prstGeom prst="rect">
            <a:avLst/>
          </a:prstGeom>
          <a:solidFill>
            <a:srgbClr val="D9D9D6"/>
          </a:solidFill>
          <a:ln w="0">
            <a:noFill/>
          </a:ln>
        </p:spPr>
        <p:txBody>
          <a:bodyPr lIns="0" tIns="0" rIns="0" bIns="594360" anchor="ctr">
            <a:noAutofit/>
          </a:bodyPr>
          <a:lstStyle>
            <a:lvl1pPr indent="0" algn="ctr" defTabSz="914400">
              <a:lnSpc>
                <a:spcPct val="100000"/>
              </a:lnSpc>
              <a:buNone/>
              <a:tabLst>
                <a:tab pos="0" algn="l"/>
              </a:tabLst>
              <a:defRPr lang="en-US" sz="600" b="1" u="none" strike="noStrike">
                <a:solidFill>
                  <a:srgbClr val="000000"/>
                </a:solidFill>
                <a:latin typeface="Segoe UI"/>
              </a:defRPr>
            </a:lvl1pPr>
          </a:lstStyle>
          <a:p>
            <a:pPr indent="0" algn="ctr" defTabSz="914400">
              <a:lnSpc>
                <a:spcPct val="100000"/>
              </a:lnSpc>
              <a:buNone/>
              <a:tabLst>
                <a:tab pos="0" algn="l"/>
              </a:tabLst>
              <a:defRPr/>
            </a:pPr>
            <a:r>
              <a:rPr lang="en-US" sz="600" b="1" u="none" strike="noStrike">
                <a:solidFill>
                  <a:srgbClr val="000000"/>
                </a:solidFill>
                <a:latin typeface="Segoe UI"/>
              </a:rPr>
              <a:t>Click icon to add picture</a:t>
            </a:r>
            <a:endParaRPr lang="en-US" sz="600" b="0" u="none" strike="noStrike">
              <a:solidFill>
                <a:schemeClr val="dk1"/>
              </a:solidFill>
              <a:latin typeface="Segoe UI"/>
            </a:endParaRPr>
          </a:p>
        </p:txBody>
      </p:sp>
      <p:sp>
        <p:nvSpPr>
          <p:cNvPr id="689375970" name="PlaceHolder 17"/>
          <p:cNvSpPr>
            <a:spLocks noGrp="1"/>
          </p:cNvSpPr>
          <p:nvPr>
            <p:ph type="body" hasCustomPrompt="1"/>
          </p:nvPr>
        </p:nvSpPr>
        <p:spPr bwMode="auto">
          <a:xfrm>
            <a:off x="3193560" y="3200400"/>
            <a:ext cx="1320120" cy="185400"/>
          </a:xfrm>
          <a:prstGeom prst="rect">
            <a:avLst/>
          </a:prstGeom>
          <a:noFill/>
          <a:ln w="0">
            <a:noFill/>
          </a:ln>
        </p:spPr>
        <p:txBody>
          <a:bodyPr lIns="0" tIns="0" rIns="0" bIns="0" anchor="b">
            <a:noAutofit/>
          </a:bodyPr>
          <a:lstStyle>
            <a:lvl1pPr indent="0" algn="l" defTabSz="932760">
              <a:lnSpc>
                <a:spcPct val="100000"/>
              </a:lnSpc>
              <a:spcBef>
                <a:spcPts val="241"/>
              </a:spcBef>
              <a:buNone/>
              <a:tabLst>
                <a:tab pos="0" algn="l"/>
              </a:tabLst>
              <a:defRPr lang="en-US" sz="1200" b="0" u="none" strike="noStrike">
                <a:solidFill>
                  <a:schemeClr val="dk1"/>
                </a:solidFill>
                <a:latin typeface="Segoe UI"/>
              </a:defRPr>
            </a:lvl1pPr>
          </a:lstStyle>
          <a:p>
            <a:pPr indent="0" algn="l" defTabSz="932760">
              <a:lnSpc>
                <a:spcPct val="100000"/>
              </a:lnSpc>
              <a:spcBef>
                <a:spcPts val="241"/>
              </a:spcBef>
              <a:buNone/>
              <a:tabLst>
                <a:tab pos="0" algn="l"/>
              </a:tabLst>
              <a:defRPr/>
            </a:pPr>
            <a:r>
              <a:rPr lang="en-US" sz="1200" b="0" u="none" strike="noStrike">
                <a:solidFill>
                  <a:schemeClr val="dk1"/>
                </a:solidFill>
                <a:latin typeface="Segoe UI"/>
              </a:rPr>
              <a:t>Name</a:t>
            </a:r>
          </a:p>
        </p:txBody>
      </p:sp>
      <p:sp>
        <p:nvSpPr>
          <p:cNvPr id="2076606061" name="PlaceHolder 18"/>
          <p:cNvSpPr>
            <a:spLocks noGrp="1"/>
          </p:cNvSpPr>
          <p:nvPr>
            <p:ph type="body" hasCustomPrompt="1"/>
          </p:nvPr>
        </p:nvSpPr>
        <p:spPr bwMode="auto">
          <a:xfrm>
            <a:off x="3193560" y="3404519"/>
            <a:ext cx="1326960" cy="153360"/>
          </a:xfrm>
          <a:prstGeom prst="rect">
            <a:avLst/>
          </a:prstGeom>
          <a:noFill/>
          <a:ln w="0">
            <a:noFill/>
          </a:ln>
        </p:spPr>
        <p:txBody>
          <a:bodyPr lIns="0" tIns="0" rIns="0" bIns="0" anchor="t">
            <a:noAutofit/>
          </a:bodyPr>
          <a:lstStyle>
            <a:lvl1pPr indent="0" algn="l" defTabSz="932760">
              <a:lnSpc>
                <a:spcPct val="100000"/>
              </a:lnSpc>
              <a:spcBef>
                <a:spcPts val="201"/>
              </a:spcBef>
              <a:buNone/>
              <a:tabLst>
                <a:tab pos="0" algn="l"/>
              </a:tabLst>
              <a:defRPr lang="en-US" sz="1000" b="0" u="none" strike="noStrike">
                <a:solidFill>
                  <a:schemeClr val="dk1"/>
                </a:solidFill>
                <a:latin typeface="Segoe UI"/>
              </a:defRPr>
            </a:lvl1pPr>
          </a:lstStyle>
          <a:p>
            <a:pPr indent="0" algn="l" defTabSz="932760">
              <a:lnSpc>
                <a:spcPct val="100000"/>
              </a:lnSpc>
              <a:spcBef>
                <a:spcPts val="201"/>
              </a:spcBef>
              <a:buNone/>
              <a:tabLst>
                <a:tab pos="0" algn="l"/>
              </a:tabLst>
              <a:defRPr/>
            </a:pPr>
            <a:r>
              <a:rPr lang="en-US" sz="1000" b="0" u="none" strike="noStrike">
                <a:solidFill>
                  <a:schemeClr val="dk1"/>
                </a:solidFill>
                <a:latin typeface="Segoe UI"/>
              </a:rPr>
              <a:t>Role or title</a:t>
            </a:r>
          </a:p>
        </p:txBody>
      </p:sp>
      <p:sp>
        <p:nvSpPr>
          <p:cNvPr id="529213753" name="PlaceHolder 19"/>
          <p:cNvSpPr>
            <a:spLocks noGrp="1"/>
          </p:cNvSpPr>
          <p:nvPr>
            <p:ph type="body"/>
          </p:nvPr>
        </p:nvSpPr>
        <p:spPr bwMode="auto">
          <a:xfrm>
            <a:off x="4609440" y="2949120"/>
            <a:ext cx="893879" cy="893879"/>
          </a:xfrm>
          <a:prstGeom prst="rect">
            <a:avLst/>
          </a:prstGeom>
          <a:solidFill>
            <a:srgbClr val="D9D9D6"/>
          </a:solidFill>
          <a:ln w="0">
            <a:noFill/>
          </a:ln>
        </p:spPr>
        <p:txBody>
          <a:bodyPr lIns="0" tIns="0" rIns="0" bIns="594360" anchor="ctr">
            <a:noAutofit/>
          </a:bodyPr>
          <a:lstStyle>
            <a:lvl1pPr indent="0" algn="ctr" defTabSz="914400">
              <a:lnSpc>
                <a:spcPct val="100000"/>
              </a:lnSpc>
              <a:buNone/>
              <a:tabLst>
                <a:tab pos="0" algn="l"/>
              </a:tabLst>
              <a:defRPr lang="en-US" sz="600" b="1" u="none" strike="noStrike">
                <a:solidFill>
                  <a:srgbClr val="000000"/>
                </a:solidFill>
                <a:latin typeface="Segoe UI"/>
              </a:defRPr>
            </a:lvl1pPr>
          </a:lstStyle>
          <a:p>
            <a:pPr indent="0" algn="ctr" defTabSz="914400">
              <a:lnSpc>
                <a:spcPct val="100000"/>
              </a:lnSpc>
              <a:buNone/>
              <a:tabLst>
                <a:tab pos="0" algn="l"/>
              </a:tabLst>
              <a:defRPr/>
            </a:pPr>
            <a:r>
              <a:rPr lang="en-US" sz="600" b="1" u="none" strike="noStrike">
                <a:solidFill>
                  <a:srgbClr val="000000"/>
                </a:solidFill>
                <a:latin typeface="Segoe UI"/>
              </a:rPr>
              <a:t>Click icon to add picture</a:t>
            </a:r>
            <a:endParaRPr lang="en-US" sz="600" b="0" u="none" strike="noStrike">
              <a:solidFill>
                <a:schemeClr val="dk1"/>
              </a:solidFill>
              <a:latin typeface="Segoe UI"/>
            </a:endParaRPr>
          </a:p>
        </p:txBody>
      </p:sp>
      <p:sp>
        <p:nvSpPr>
          <p:cNvPr id="354965460" name="PlaceHolder 20"/>
          <p:cNvSpPr>
            <a:spLocks noGrp="1"/>
          </p:cNvSpPr>
          <p:nvPr>
            <p:ph type="body" hasCustomPrompt="1"/>
          </p:nvPr>
        </p:nvSpPr>
        <p:spPr bwMode="auto">
          <a:xfrm>
            <a:off x="5627520" y="3200400"/>
            <a:ext cx="1320120" cy="185400"/>
          </a:xfrm>
          <a:prstGeom prst="rect">
            <a:avLst/>
          </a:prstGeom>
          <a:noFill/>
          <a:ln w="0">
            <a:noFill/>
          </a:ln>
        </p:spPr>
        <p:txBody>
          <a:bodyPr lIns="0" tIns="0" rIns="0" bIns="0" anchor="b">
            <a:noAutofit/>
          </a:bodyPr>
          <a:lstStyle>
            <a:lvl1pPr indent="0" algn="l" defTabSz="932760">
              <a:lnSpc>
                <a:spcPct val="100000"/>
              </a:lnSpc>
              <a:spcBef>
                <a:spcPts val="241"/>
              </a:spcBef>
              <a:buNone/>
              <a:tabLst>
                <a:tab pos="0" algn="l"/>
              </a:tabLst>
              <a:defRPr lang="en-US" sz="1200" b="0" u="none" strike="noStrike">
                <a:solidFill>
                  <a:schemeClr val="dk1"/>
                </a:solidFill>
                <a:latin typeface="Segoe UI"/>
              </a:defRPr>
            </a:lvl1pPr>
          </a:lstStyle>
          <a:p>
            <a:pPr indent="0" algn="l" defTabSz="932760">
              <a:lnSpc>
                <a:spcPct val="100000"/>
              </a:lnSpc>
              <a:spcBef>
                <a:spcPts val="241"/>
              </a:spcBef>
              <a:buNone/>
              <a:tabLst>
                <a:tab pos="0" algn="l"/>
              </a:tabLst>
              <a:defRPr/>
            </a:pPr>
            <a:r>
              <a:rPr lang="en-US" sz="1200" b="0" u="none" strike="noStrike">
                <a:solidFill>
                  <a:schemeClr val="dk1"/>
                </a:solidFill>
                <a:latin typeface="Segoe UI"/>
              </a:rPr>
              <a:t>Name</a:t>
            </a:r>
          </a:p>
        </p:txBody>
      </p:sp>
      <p:sp>
        <p:nvSpPr>
          <p:cNvPr id="179255587" name="PlaceHolder 21"/>
          <p:cNvSpPr>
            <a:spLocks noGrp="1"/>
          </p:cNvSpPr>
          <p:nvPr>
            <p:ph type="body" hasCustomPrompt="1"/>
          </p:nvPr>
        </p:nvSpPr>
        <p:spPr bwMode="auto">
          <a:xfrm>
            <a:off x="5627520" y="3404519"/>
            <a:ext cx="1326960" cy="153360"/>
          </a:xfrm>
          <a:prstGeom prst="rect">
            <a:avLst/>
          </a:prstGeom>
          <a:noFill/>
          <a:ln w="0">
            <a:noFill/>
          </a:ln>
        </p:spPr>
        <p:txBody>
          <a:bodyPr lIns="0" tIns="0" rIns="0" bIns="0" anchor="t">
            <a:noAutofit/>
          </a:bodyPr>
          <a:lstStyle>
            <a:lvl1pPr indent="0" algn="l" defTabSz="932760">
              <a:lnSpc>
                <a:spcPct val="100000"/>
              </a:lnSpc>
              <a:spcBef>
                <a:spcPts val="201"/>
              </a:spcBef>
              <a:buNone/>
              <a:tabLst>
                <a:tab pos="0" algn="l"/>
              </a:tabLst>
              <a:defRPr lang="en-US" sz="1000" b="0" u="none" strike="noStrike">
                <a:solidFill>
                  <a:schemeClr val="dk1"/>
                </a:solidFill>
                <a:latin typeface="Segoe UI"/>
              </a:defRPr>
            </a:lvl1pPr>
          </a:lstStyle>
          <a:p>
            <a:pPr indent="0" algn="l" defTabSz="932760">
              <a:lnSpc>
                <a:spcPct val="100000"/>
              </a:lnSpc>
              <a:spcBef>
                <a:spcPts val="201"/>
              </a:spcBef>
              <a:buNone/>
              <a:tabLst>
                <a:tab pos="0" algn="l"/>
              </a:tabLst>
              <a:defRPr/>
            </a:pPr>
            <a:r>
              <a:rPr lang="en-US" sz="1000" b="0" u="none" strike="noStrike">
                <a:solidFill>
                  <a:schemeClr val="dk1"/>
                </a:solidFill>
                <a:latin typeface="Segoe UI"/>
              </a:rPr>
              <a:t>Role or title</a:t>
            </a:r>
          </a:p>
        </p:txBody>
      </p:sp>
      <p:sp>
        <p:nvSpPr>
          <p:cNvPr id="2028631224" name="PlaceHolder 22"/>
          <p:cNvSpPr>
            <a:spLocks noGrp="1"/>
          </p:cNvSpPr>
          <p:nvPr>
            <p:ph type="body"/>
          </p:nvPr>
        </p:nvSpPr>
        <p:spPr bwMode="auto">
          <a:xfrm>
            <a:off x="7049880" y="2949120"/>
            <a:ext cx="893879" cy="893879"/>
          </a:xfrm>
          <a:prstGeom prst="rect">
            <a:avLst/>
          </a:prstGeom>
          <a:solidFill>
            <a:srgbClr val="D9D9D6"/>
          </a:solidFill>
          <a:ln w="0">
            <a:noFill/>
          </a:ln>
        </p:spPr>
        <p:txBody>
          <a:bodyPr lIns="0" tIns="0" rIns="0" bIns="594360" anchor="ctr">
            <a:noAutofit/>
          </a:bodyPr>
          <a:lstStyle>
            <a:lvl1pPr indent="0" algn="ctr" defTabSz="914400">
              <a:lnSpc>
                <a:spcPct val="100000"/>
              </a:lnSpc>
              <a:buNone/>
              <a:tabLst>
                <a:tab pos="0" algn="l"/>
              </a:tabLst>
              <a:defRPr lang="en-US" sz="600" b="1" u="none" strike="noStrike">
                <a:solidFill>
                  <a:srgbClr val="000000"/>
                </a:solidFill>
                <a:latin typeface="Segoe UI"/>
              </a:defRPr>
            </a:lvl1pPr>
          </a:lstStyle>
          <a:p>
            <a:pPr indent="0" algn="ctr" defTabSz="914400">
              <a:lnSpc>
                <a:spcPct val="100000"/>
              </a:lnSpc>
              <a:buNone/>
              <a:tabLst>
                <a:tab pos="0" algn="l"/>
              </a:tabLst>
              <a:defRPr/>
            </a:pPr>
            <a:r>
              <a:rPr lang="en-US" sz="600" b="1" u="none" strike="noStrike">
                <a:solidFill>
                  <a:srgbClr val="000000"/>
                </a:solidFill>
                <a:latin typeface="Segoe UI"/>
              </a:rPr>
              <a:t>Click icon to add picture</a:t>
            </a:r>
            <a:endParaRPr lang="en-US" sz="600" b="0" u="none" strike="noStrike">
              <a:solidFill>
                <a:schemeClr val="dk1"/>
              </a:solidFill>
              <a:latin typeface="Segoe UI"/>
            </a:endParaRPr>
          </a:p>
        </p:txBody>
      </p:sp>
      <p:sp>
        <p:nvSpPr>
          <p:cNvPr id="445707329" name="PlaceHolder 23"/>
          <p:cNvSpPr>
            <a:spLocks noGrp="1"/>
          </p:cNvSpPr>
          <p:nvPr>
            <p:ph type="body" hasCustomPrompt="1"/>
          </p:nvPr>
        </p:nvSpPr>
        <p:spPr bwMode="auto">
          <a:xfrm>
            <a:off x="8057880" y="3200400"/>
            <a:ext cx="1320120" cy="185400"/>
          </a:xfrm>
          <a:prstGeom prst="rect">
            <a:avLst/>
          </a:prstGeom>
          <a:noFill/>
          <a:ln w="0">
            <a:noFill/>
          </a:ln>
        </p:spPr>
        <p:txBody>
          <a:bodyPr lIns="0" tIns="0" rIns="0" bIns="0" anchor="b">
            <a:noAutofit/>
          </a:bodyPr>
          <a:lstStyle>
            <a:lvl1pPr indent="0" algn="l" defTabSz="932760">
              <a:lnSpc>
                <a:spcPct val="100000"/>
              </a:lnSpc>
              <a:spcBef>
                <a:spcPts val="241"/>
              </a:spcBef>
              <a:buNone/>
              <a:tabLst>
                <a:tab pos="0" algn="l"/>
              </a:tabLst>
              <a:defRPr lang="en-US" sz="1200" b="0" u="none" strike="noStrike">
                <a:solidFill>
                  <a:schemeClr val="dk1"/>
                </a:solidFill>
                <a:latin typeface="Segoe UI"/>
              </a:defRPr>
            </a:lvl1pPr>
          </a:lstStyle>
          <a:p>
            <a:pPr indent="0" algn="l" defTabSz="932760">
              <a:lnSpc>
                <a:spcPct val="100000"/>
              </a:lnSpc>
              <a:spcBef>
                <a:spcPts val="241"/>
              </a:spcBef>
              <a:buNone/>
              <a:tabLst>
                <a:tab pos="0" algn="l"/>
              </a:tabLst>
              <a:defRPr/>
            </a:pPr>
            <a:r>
              <a:rPr lang="en-US" sz="1200" b="0" u="none" strike="noStrike">
                <a:solidFill>
                  <a:schemeClr val="dk1"/>
                </a:solidFill>
                <a:latin typeface="Segoe UI"/>
              </a:rPr>
              <a:t>Name</a:t>
            </a:r>
          </a:p>
        </p:txBody>
      </p:sp>
      <p:sp>
        <p:nvSpPr>
          <p:cNvPr id="902880668" name="PlaceHolder 24"/>
          <p:cNvSpPr>
            <a:spLocks noGrp="1"/>
          </p:cNvSpPr>
          <p:nvPr>
            <p:ph type="body" hasCustomPrompt="1"/>
          </p:nvPr>
        </p:nvSpPr>
        <p:spPr bwMode="auto">
          <a:xfrm>
            <a:off x="8057880" y="3404519"/>
            <a:ext cx="1326960" cy="153360"/>
          </a:xfrm>
          <a:prstGeom prst="rect">
            <a:avLst/>
          </a:prstGeom>
          <a:noFill/>
          <a:ln w="0">
            <a:noFill/>
          </a:ln>
        </p:spPr>
        <p:txBody>
          <a:bodyPr lIns="0" tIns="0" rIns="0" bIns="0" anchor="t">
            <a:noAutofit/>
          </a:bodyPr>
          <a:lstStyle>
            <a:lvl1pPr indent="0" algn="l" defTabSz="932760">
              <a:lnSpc>
                <a:spcPct val="100000"/>
              </a:lnSpc>
              <a:spcBef>
                <a:spcPts val="201"/>
              </a:spcBef>
              <a:buNone/>
              <a:tabLst>
                <a:tab pos="0" algn="l"/>
              </a:tabLst>
              <a:defRPr lang="en-US" sz="1000" b="0" u="none" strike="noStrike">
                <a:solidFill>
                  <a:schemeClr val="dk1"/>
                </a:solidFill>
                <a:latin typeface="Segoe UI"/>
              </a:defRPr>
            </a:lvl1pPr>
          </a:lstStyle>
          <a:p>
            <a:pPr indent="0" algn="l" defTabSz="932760">
              <a:lnSpc>
                <a:spcPct val="100000"/>
              </a:lnSpc>
              <a:spcBef>
                <a:spcPts val="201"/>
              </a:spcBef>
              <a:buNone/>
              <a:tabLst>
                <a:tab pos="0" algn="l"/>
              </a:tabLst>
              <a:defRPr/>
            </a:pPr>
            <a:r>
              <a:rPr lang="en-US" sz="1000" b="0" u="none" strike="noStrike">
                <a:solidFill>
                  <a:schemeClr val="dk1"/>
                </a:solidFill>
                <a:latin typeface="Segoe UI"/>
              </a:rPr>
              <a:t>Role or title</a:t>
            </a:r>
          </a:p>
        </p:txBody>
      </p:sp>
      <p:sp>
        <p:nvSpPr>
          <p:cNvPr id="1956398802" name="PlaceHolder 25"/>
          <p:cNvSpPr>
            <a:spLocks noGrp="1"/>
          </p:cNvSpPr>
          <p:nvPr>
            <p:ph type="body"/>
          </p:nvPr>
        </p:nvSpPr>
        <p:spPr bwMode="auto">
          <a:xfrm>
            <a:off x="9485640" y="2949120"/>
            <a:ext cx="893879" cy="893879"/>
          </a:xfrm>
          <a:prstGeom prst="rect">
            <a:avLst/>
          </a:prstGeom>
          <a:solidFill>
            <a:srgbClr val="D9D9D6"/>
          </a:solidFill>
          <a:ln w="0">
            <a:noFill/>
          </a:ln>
        </p:spPr>
        <p:txBody>
          <a:bodyPr lIns="0" tIns="0" rIns="0" bIns="594360" anchor="ctr">
            <a:noAutofit/>
          </a:bodyPr>
          <a:lstStyle>
            <a:lvl1pPr indent="0" algn="ctr" defTabSz="914400">
              <a:lnSpc>
                <a:spcPct val="100000"/>
              </a:lnSpc>
              <a:buNone/>
              <a:tabLst>
                <a:tab pos="0" algn="l"/>
              </a:tabLst>
              <a:defRPr lang="en-US" sz="600" b="1" u="none" strike="noStrike">
                <a:solidFill>
                  <a:srgbClr val="000000"/>
                </a:solidFill>
                <a:latin typeface="Segoe UI"/>
              </a:defRPr>
            </a:lvl1pPr>
          </a:lstStyle>
          <a:p>
            <a:pPr indent="0" algn="ctr" defTabSz="914400">
              <a:lnSpc>
                <a:spcPct val="100000"/>
              </a:lnSpc>
              <a:buNone/>
              <a:tabLst>
                <a:tab pos="0" algn="l"/>
              </a:tabLst>
              <a:defRPr/>
            </a:pPr>
            <a:r>
              <a:rPr lang="en-US" sz="600" b="1" u="none" strike="noStrike">
                <a:solidFill>
                  <a:srgbClr val="000000"/>
                </a:solidFill>
                <a:latin typeface="Segoe UI"/>
              </a:rPr>
              <a:t>Click icon to add picture</a:t>
            </a:r>
            <a:endParaRPr lang="en-US" sz="600" b="0" u="none" strike="noStrike">
              <a:solidFill>
                <a:schemeClr val="dk1"/>
              </a:solidFill>
              <a:latin typeface="Segoe UI"/>
            </a:endParaRPr>
          </a:p>
        </p:txBody>
      </p:sp>
      <p:sp>
        <p:nvSpPr>
          <p:cNvPr id="479625402" name="PlaceHolder 26"/>
          <p:cNvSpPr>
            <a:spLocks noGrp="1"/>
          </p:cNvSpPr>
          <p:nvPr>
            <p:ph type="body" hasCustomPrompt="1"/>
          </p:nvPr>
        </p:nvSpPr>
        <p:spPr bwMode="auto">
          <a:xfrm>
            <a:off x="10478160" y="3200400"/>
            <a:ext cx="1320120" cy="185400"/>
          </a:xfrm>
          <a:prstGeom prst="rect">
            <a:avLst/>
          </a:prstGeom>
          <a:noFill/>
          <a:ln w="0">
            <a:noFill/>
          </a:ln>
        </p:spPr>
        <p:txBody>
          <a:bodyPr lIns="0" tIns="0" rIns="0" bIns="0" anchor="b">
            <a:noAutofit/>
          </a:bodyPr>
          <a:lstStyle>
            <a:lvl1pPr indent="0" algn="l" defTabSz="932760">
              <a:lnSpc>
                <a:spcPct val="100000"/>
              </a:lnSpc>
              <a:spcBef>
                <a:spcPts val="241"/>
              </a:spcBef>
              <a:buNone/>
              <a:tabLst>
                <a:tab pos="0" algn="l"/>
              </a:tabLst>
              <a:defRPr lang="en-US" sz="1200" b="0" u="none" strike="noStrike">
                <a:solidFill>
                  <a:schemeClr val="dk1"/>
                </a:solidFill>
                <a:latin typeface="Segoe UI"/>
              </a:defRPr>
            </a:lvl1pPr>
          </a:lstStyle>
          <a:p>
            <a:pPr indent="0" algn="l" defTabSz="932760">
              <a:lnSpc>
                <a:spcPct val="100000"/>
              </a:lnSpc>
              <a:spcBef>
                <a:spcPts val="241"/>
              </a:spcBef>
              <a:buNone/>
              <a:tabLst>
                <a:tab pos="0" algn="l"/>
              </a:tabLst>
              <a:defRPr/>
            </a:pPr>
            <a:r>
              <a:rPr lang="en-US" sz="1200" b="0" u="none" strike="noStrike">
                <a:solidFill>
                  <a:schemeClr val="dk1"/>
                </a:solidFill>
                <a:latin typeface="Segoe UI"/>
              </a:rPr>
              <a:t>Name</a:t>
            </a:r>
          </a:p>
        </p:txBody>
      </p:sp>
      <p:sp>
        <p:nvSpPr>
          <p:cNvPr id="1676262586" name="PlaceHolder 27"/>
          <p:cNvSpPr>
            <a:spLocks noGrp="1"/>
          </p:cNvSpPr>
          <p:nvPr>
            <p:ph type="body" hasCustomPrompt="1"/>
          </p:nvPr>
        </p:nvSpPr>
        <p:spPr bwMode="auto">
          <a:xfrm>
            <a:off x="10478160" y="3404519"/>
            <a:ext cx="1326960" cy="153360"/>
          </a:xfrm>
          <a:prstGeom prst="rect">
            <a:avLst/>
          </a:prstGeom>
          <a:noFill/>
          <a:ln w="0">
            <a:noFill/>
          </a:ln>
        </p:spPr>
        <p:txBody>
          <a:bodyPr lIns="0" tIns="0" rIns="0" bIns="0" anchor="t">
            <a:noAutofit/>
          </a:bodyPr>
          <a:lstStyle>
            <a:lvl1pPr indent="0" algn="l" defTabSz="932760">
              <a:lnSpc>
                <a:spcPct val="100000"/>
              </a:lnSpc>
              <a:spcBef>
                <a:spcPts val="201"/>
              </a:spcBef>
              <a:buNone/>
              <a:tabLst>
                <a:tab pos="0" algn="l"/>
              </a:tabLst>
              <a:defRPr lang="en-US" sz="1000" b="0" u="none" strike="noStrike">
                <a:solidFill>
                  <a:schemeClr val="dk1"/>
                </a:solidFill>
                <a:latin typeface="Segoe UI"/>
              </a:defRPr>
            </a:lvl1pPr>
          </a:lstStyle>
          <a:p>
            <a:pPr indent="0" algn="l" defTabSz="932760">
              <a:lnSpc>
                <a:spcPct val="100000"/>
              </a:lnSpc>
              <a:spcBef>
                <a:spcPts val="201"/>
              </a:spcBef>
              <a:buNone/>
              <a:tabLst>
                <a:tab pos="0" algn="l"/>
              </a:tabLst>
              <a:defRPr/>
            </a:pPr>
            <a:r>
              <a:rPr lang="en-US" sz="1000" b="0" u="none" strike="noStrike">
                <a:solidFill>
                  <a:schemeClr val="dk1"/>
                </a:solidFill>
                <a:latin typeface="Segoe UI"/>
              </a:rPr>
              <a:t>Role or title</a:t>
            </a:r>
          </a:p>
        </p:txBody>
      </p:sp>
      <p:cxnSp>
        <p:nvCxnSpPr>
          <p:cNvPr id="234467641" name="Straight Connector 4"/>
          <p:cNvCxnSpPr/>
          <p:nvPr/>
        </p:nvCxnSpPr>
        <p:spPr bwMode="auto">
          <a:xfrm>
            <a:off x="588600" y="3962160"/>
            <a:ext cx="11014920" cy="360"/>
          </a:xfrm>
          <a:prstGeom prst="straightConnector1">
            <a:avLst/>
          </a:prstGeom>
          <a:ln>
            <a:solidFill>
              <a:srgbClr val="000000"/>
            </a:solidFill>
            <a:round/>
          </a:ln>
        </p:spPr>
      </p:cxnSp>
      <p:sp>
        <p:nvSpPr>
          <p:cNvPr id="913534270" name="PlaceHolder 28"/>
          <p:cNvSpPr>
            <a:spLocks noGrp="1"/>
          </p:cNvSpPr>
          <p:nvPr>
            <p:ph type="body" hasCustomPrompt="1"/>
          </p:nvPr>
        </p:nvSpPr>
        <p:spPr bwMode="auto">
          <a:xfrm>
            <a:off x="584280" y="4419720"/>
            <a:ext cx="1487160" cy="245880"/>
          </a:xfrm>
          <a:prstGeom prst="rect">
            <a:avLst/>
          </a:prstGeom>
          <a:noFill/>
          <a:ln w="0">
            <a:noFill/>
          </a:ln>
        </p:spPr>
        <p:txBody>
          <a:bodyPr lIns="0" tIns="0" rIns="0" bIns="0" anchor="t">
            <a:noAutofit/>
          </a:bodyPr>
          <a:lstStyle>
            <a:lvl1pPr indent="0" algn="l" defTabSz="932760">
              <a:lnSpc>
                <a:spcPct val="100000"/>
              </a:lnSpc>
              <a:spcBef>
                <a:spcPts val="320"/>
              </a:spcBef>
              <a:buNone/>
              <a:tabLst>
                <a:tab pos="0" algn="l"/>
              </a:tabLst>
              <a:defRPr lang="en-US" sz="1600" b="0" u="none" strike="noStrike">
                <a:solidFill>
                  <a:schemeClr val="accent1"/>
                </a:solidFill>
                <a:latin typeface="Segoe UI"/>
              </a:defRPr>
            </a:lvl1pPr>
          </a:lstStyle>
          <a:p>
            <a:pPr indent="0" algn="l" defTabSz="932760">
              <a:lnSpc>
                <a:spcPct val="100000"/>
              </a:lnSpc>
              <a:spcBef>
                <a:spcPts val="320"/>
              </a:spcBef>
              <a:buNone/>
              <a:tabLst>
                <a:tab pos="0" algn="l"/>
              </a:tabLst>
              <a:defRPr/>
            </a:pPr>
            <a:r>
              <a:rPr lang="en-US" sz="1600" b="0" u="none" strike="noStrike">
                <a:solidFill>
                  <a:schemeClr val="accent1"/>
                </a:solidFill>
                <a:latin typeface="Segoe UI"/>
              </a:rPr>
              <a:t>Team</a:t>
            </a:r>
            <a:endParaRPr lang="en-US" sz="1600" b="0" u="none" strike="noStrike">
              <a:solidFill>
                <a:schemeClr val="dk1"/>
              </a:solidFill>
              <a:latin typeface="Segoe UI"/>
            </a:endParaRPr>
          </a:p>
        </p:txBody>
      </p:sp>
      <p:sp>
        <p:nvSpPr>
          <p:cNvPr id="1524084651" name="PlaceHolder 29"/>
          <p:cNvSpPr>
            <a:spLocks noGrp="1"/>
          </p:cNvSpPr>
          <p:nvPr>
            <p:ph type="body"/>
          </p:nvPr>
        </p:nvSpPr>
        <p:spPr bwMode="auto">
          <a:xfrm>
            <a:off x="2179800" y="4114800"/>
            <a:ext cx="893879" cy="893879"/>
          </a:xfrm>
          <a:prstGeom prst="rect">
            <a:avLst/>
          </a:prstGeom>
          <a:solidFill>
            <a:srgbClr val="D9D9D6"/>
          </a:solidFill>
          <a:ln w="0">
            <a:noFill/>
          </a:ln>
        </p:spPr>
        <p:txBody>
          <a:bodyPr lIns="0" tIns="0" rIns="0" bIns="594360" anchor="ctr">
            <a:noAutofit/>
          </a:bodyPr>
          <a:lstStyle>
            <a:lvl1pPr indent="0" algn="ctr" defTabSz="914400">
              <a:lnSpc>
                <a:spcPct val="100000"/>
              </a:lnSpc>
              <a:buNone/>
              <a:tabLst>
                <a:tab pos="0" algn="l"/>
              </a:tabLst>
              <a:defRPr lang="en-US" sz="600" b="1" u="none" strike="noStrike">
                <a:solidFill>
                  <a:srgbClr val="000000"/>
                </a:solidFill>
                <a:latin typeface="Segoe UI"/>
              </a:defRPr>
            </a:lvl1pPr>
          </a:lstStyle>
          <a:p>
            <a:pPr indent="0" algn="ctr" defTabSz="914400">
              <a:lnSpc>
                <a:spcPct val="100000"/>
              </a:lnSpc>
              <a:buNone/>
              <a:tabLst>
                <a:tab pos="0" algn="l"/>
              </a:tabLst>
              <a:defRPr/>
            </a:pPr>
            <a:r>
              <a:rPr lang="en-US" sz="600" b="1" u="none" strike="noStrike">
                <a:solidFill>
                  <a:srgbClr val="000000"/>
                </a:solidFill>
                <a:latin typeface="Segoe UI"/>
              </a:rPr>
              <a:t>Click icon to add picture</a:t>
            </a:r>
            <a:endParaRPr lang="en-US" sz="600" b="0" u="none" strike="noStrike">
              <a:solidFill>
                <a:schemeClr val="dk1"/>
              </a:solidFill>
              <a:latin typeface="Segoe UI"/>
            </a:endParaRPr>
          </a:p>
        </p:txBody>
      </p:sp>
      <p:sp>
        <p:nvSpPr>
          <p:cNvPr id="1447261491" name="PlaceHolder 30"/>
          <p:cNvSpPr>
            <a:spLocks noGrp="1"/>
          </p:cNvSpPr>
          <p:nvPr>
            <p:ph type="body" hasCustomPrompt="1"/>
          </p:nvPr>
        </p:nvSpPr>
        <p:spPr bwMode="auto">
          <a:xfrm>
            <a:off x="3193560" y="4343400"/>
            <a:ext cx="1320120" cy="185400"/>
          </a:xfrm>
          <a:prstGeom prst="rect">
            <a:avLst/>
          </a:prstGeom>
          <a:noFill/>
          <a:ln w="0">
            <a:noFill/>
          </a:ln>
        </p:spPr>
        <p:txBody>
          <a:bodyPr lIns="0" tIns="0" rIns="0" bIns="0" anchor="b">
            <a:noAutofit/>
          </a:bodyPr>
          <a:lstStyle>
            <a:lvl1pPr indent="0" algn="l" defTabSz="932760">
              <a:lnSpc>
                <a:spcPct val="100000"/>
              </a:lnSpc>
              <a:spcBef>
                <a:spcPts val="241"/>
              </a:spcBef>
              <a:buNone/>
              <a:tabLst>
                <a:tab pos="0" algn="l"/>
              </a:tabLst>
              <a:defRPr lang="en-US" sz="1200" b="0" u="none" strike="noStrike">
                <a:solidFill>
                  <a:schemeClr val="dk1"/>
                </a:solidFill>
                <a:latin typeface="Segoe UI"/>
              </a:defRPr>
            </a:lvl1pPr>
          </a:lstStyle>
          <a:p>
            <a:pPr indent="0" algn="l" defTabSz="932760">
              <a:lnSpc>
                <a:spcPct val="100000"/>
              </a:lnSpc>
              <a:spcBef>
                <a:spcPts val="241"/>
              </a:spcBef>
              <a:buNone/>
              <a:tabLst>
                <a:tab pos="0" algn="l"/>
              </a:tabLst>
              <a:defRPr/>
            </a:pPr>
            <a:r>
              <a:rPr lang="en-US" sz="1200" b="0" u="none" strike="noStrike">
                <a:solidFill>
                  <a:schemeClr val="dk1"/>
                </a:solidFill>
                <a:latin typeface="Segoe UI"/>
              </a:rPr>
              <a:t>Name</a:t>
            </a:r>
          </a:p>
        </p:txBody>
      </p:sp>
      <p:sp>
        <p:nvSpPr>
          <p:cNvPr id="1114363228" name="PlaceHolder 31"/>
          <p:cNvSpPr>
            <a:spLocks noGrp="1"/>
          </p:cNvSpPr>
          <p:nvPr>
            <p:ph type="body" hasCustomPrompt="1"/>
          </p:nvPr>
        </p:nvSpPr>
        <p:spPr bwMode="auto">
          <a:xfrm>
            <a:off x="3193560" y="4547520"/>
            <a:ext cx="1326960" cy="153360"/>
          </a:xfrm>
          <a:prstGeom prst="rect">
            <a:avLst/>
          </a:prstGeom>
          <a:noFill/>
          <a:ln w="0">
            <a:noFill/>
          </a:ln>
        </p:spPr>
        <p:txBody>
          <a:bodyPr lIns="0" tIns="0" rIns="0" bIns="0" anchor="t">
            <a:noAutofit/>
          </a:bodyPr>
          <a:lstStyle>
            <a:lvl1pPr indent="0" algn="l" defTabSz="932760">
              <a:lnSpc>
                <a:spcPct val="100000"/>
              </a:lnSpc>
              <a:spcBef>
                <a:spcPts val="201"/>
              </a:spcBef>
              <a:buNone/>
              <a:tabLst>
                <a:tab pos="0" algn="l"/>
              </a:tabLst>
              <a:defRPr lang="en-US" sz="1000" b="0" u="none" strike="noStrike">
                <a:solidFill>
                  <a:schemeClr val="dk1"/>
                </a:solidFill>
                <a:latin typeface="Segoe UI"/>
              </a:defRPr>
            </a:lvl1pPr>
          </a:lstStyle>
          <a:p>
            <a:pPr indent="0" algn="l" defTabSz="932760">
              <a:lnSpc>
                <a:spcPct val="100000"/>
              </a:lnSpc>
              <a:spcBef>
                <a:spcPts val="201"/>
              </a:spcBef>
              <a:buNone/>
              <a:tabLst>
                <a:tab pos="0" algn="l"/>
              </a:tabLst>
              <a:defRPr/>
            </a:pPr>
            <a:r>
              <a:rPr lang="en-US" sz="1000" b="0" u="none" strike="noStrike">
                <a:solidFill>
                  <a:schemeClr val="dk1"/>
                </a:solidFill>
                <a:latin typeface="Segoe UI"/>
              </a:rPr>
              <a:t>Role or title</a:t>
            </a:r>
          </a:p>
        </p:txBody>
      </p:sp>
      <p:sp>
        <p:nvSpPr>
          <p:cNvPr id="2026847045" name="PlaceHolder 32"/>
          <p:cNvSpPr>
            <a:spLocks noGrp="1"/>
          </p:cNvSpPr>
          <p:nvPr>
            <p:ph type="body"/>
          </p:nvPr>
        </p:nvSpPr>
        <p:spPr bwMode="auto">
          <a:xfrm>
            <a:off x="4609440" y="4114800"/>
            <a:ext cx="893879" cy="893879"/>
          </a:xfrm>
          <a:prstGeom prst="rect">
            <a:avLst/>
          </a:prstGeom>
          <a:solidFill>
            <a:srgbClr val="D9D9D6"/>
          </a:solidFill>
          <a:ln w="0">
            <a:noFill/>
          </a:ln>
        </p:spPr>
        <p:txBody>
          <a:bodyPr lIns="0" tIns="0" rIns="0" bIns="594360" anchor="ctr">
            <a:noAutofit/>
          </a:bodyPr>
          <a:lstStyle>
            <a:lvl1pPr indent="0" algn="ctr" defTabSz="914400">
              <a:lnSpc>
                <a:spcPct val="100000"/>
              </a:lnSpc>
              <a:buNone/>
              <a:tabLst>
                <a:tab pos="0" algn="l"/>
              </a:tabLst>
              <a:defRPr lang="en-US" sz="600" b="1" u="none" strike="noStrike">
                <a:solidFill>
                  <a:srgbClr val="000000"/>
                </a:solidFill>
                <a:latin typeface="Segoe UI"/>
              </a:defRPr>
            </a:lvl1pPr>
          </a:lstStyle>
          <a:p>
            <a:pPr indent="0" algn="ctr" defTabSz="914400">
              <a:lnSpc>
                <a:spcPct val="100000"/>
              </a:lnSpc>
              <a:buNone/>
              <a:tabLst>
                <a:tab pos="0" algn="l"/>
              </a:tabLst>
              <a:defRPr/>
            </a:pPr>
            <a:r>
              <a:rPr lang="en-US" sz="600" b="1" u="none" strike="noStrike">
                <a:solidFill>
                  <a:srgbClr val="000000"/>
                </a:solidFill>
                <a:latin typeface="Segoe UI"/>
              </a:rPr>
              <a:t>Click icon to add picture</a:t>
            </a:r>
            <a:endParaRPr lang="en-US" sz="600" b="0" u="none" strike="noStrike">
              <a:solidFill>
                <a:schemeClr val="dk1"/>
              </a:solidFill>
              <a:latin typeface="Segoe UI"/>
            </a:endParaRPr>
          </a:p>
        </p:txBody>
      </p:sp>
      <p:sp>
        <p:nvSpPr>
          <p:cNvPr id="1063284749" name="PlaceHolder 33"/>
          <p:cNvSpPr>
            <a:spLocks noGrp="1"/>
          </p:cNvSpPr>
          <p:nvPr>
            <p:ph type="body" hasCustomPrompt="1"/>
          </p:nvPr>
        </p:nvSpPr>
        <p:spPr bwMode="auto">
          <a:xfrm>
            <a:off x="5627520" y="4343400"/>
            <a:ext cx="1320120" cy="185400"/>
          </a:xfrm>
          <a:prstGeom prst="rect">
            <a:avLst/>
          </a:prstGeom>
          <a:noFill/>
          <a:ln w="0">
            <a:noFill/>
          </a:ln>
        </p:spPr>
        <p:txBody>
          <a:bodyPr lIns="0" tIns="0" rIns="0" bIns="0" anchor="b">
            <a:noAutofit/>
          </a:bodyPr>
          <a:lstStyle>
            <a:lvl1pPr indent="0" algn="l" defTabSz="932760">
              <a:lnSpc>
                <a:spcPct val="100000"/>
              </a:lnSpc>
              <a:spcBef>
                <a:spcPts val="241"/>
              </a:spcBef>
              <a:buNone/>
              <a:tabLst>
                <a:tab pos="0" algn="l"/>
              </a:tabLst>
              <a:defRPr lang="en-US" sz="1200" b="0" u="none" strike="noStrike">
                <a:solidFill>
                  <a:schemeClr val="dk1"/>
                </a:solidFill>
                <a:latin typeface="Segoe UI"/>
              </a:defRPr>
            </a:lvl1pPr>
          </a:lstStyle>
          <a:p>
            <a:pPr indent="0" algn="l" defTabSz="932760">
              <a:lnSpc>
                <a:spcPct val="100000"/>
              </a:lnSpc>
              <a:spcBef>
                <a:spcPts val="241"/>
              </a:spcBef>
              <a:buNone/>
              <a:tabLst>
                <a:tab pos="0" algn="l"/>
              </a:tabLst>
              <a:defRPr/>
            </a:pPr>
            <a:r>
              <a:rPr lang="en-US" sz="1200" b="0" u="none" strike="noStrike">
                <a:solidFill>
                  <a:schemeClr val="dk1"/>
                </a:solidFill>
                <a:latin typeface="Segoe UI"/>
              </a:rPr>
              <a:t>Name</a:t>
            </a:r>
          </a:p>
        </p:txBody>
      </p:sp>
      <p:sp>
        <p:nvSpPr>
          <p:cNvPr id="1602916463" name="PlaceHolder 34"/>
          <p:cNvSpPr>
            <a:spLocks noGrp="1"/>
          </p:cNvSpPr>
          <p:nvPr>
            <p:ph type="body" hasCustomPrompt="1"/>
          </p:nvPr>
        </p:nvSpPr>
        <p:spPr bwMode="auto">
          <a:xfrm>
            <a:off x="5627520" y="4547520"/>
            <a:ext cx="1326960" cy="153360"/>
          </a:xfrm>
          <a:prstGeom prst="rect">
            <a:avLst/>
          </a:prstGeom>
          <a:noFill/>
          <a:ln w="0">
            <a:noFill/>
          </a:ln>
        </p:spPr>
        <p:txBody>
          <a:bodyPr lIns="0" tIns="0" rIns="0" bIns="0" anchor="t">
            <a:noAutofit/>
          </a:bodyPr>
          <a:lstStyle>
            <a:lvl1pPr indent="0" algn="l" defTabSz="932760">
              <a:lnSpc>
                <a:spcPct val="100000"/>
              </a:lnSpc>
              <a:spcBef>
                <a:spcPts val="201"/>
              </a:spcBef>
              <a:buNone/>
              <a:tabLst>
                <a:tab pos="0" algn="l"/>
              </a:tabLst>
              <a:defRPr lang="en-US" sz="1000" b="0" u="none" strike="noStrike">
                <a:solidFill>
                  <a:schemeClr val="dk1"/>
                </a:solidFill>
                <a:latin typeface="Segoe UI"/>
              </a:defRPr>
            </a:lvl1pPr>
          </a:lstStyle>
          <a:p>
            <a:pPr indent="0" algn="l" defTabSz="932760">
              <a:lnSpc>
                <a:spcPct val="100000"/>
              </a:lnSpc>
              <a:spcBef>
                <a:spcPts val="201"/>
              </a:spcBef>
              <a:buNone/>
              <a:tabLst>
                <a:tab pos="0" algn="l"/>
              </a:tabLst>
              <a:defRPr/>
            </a:pPr>
            <a:r>
              <a:rPr lang="en-US" sz="1000" b="0" u="none" strike="noStrike">
                <a:solidFill>
                  <a:schemeClr val="dk1"/>
                </a:solidFill>
                <a:latin typeface="Segoe UI"/>
              </a:rPr>
              <a:t>Role or title</a:t>
            </a:r>
          </a:p>
        </p:txBody>
      </p:sp>
      <p:sp>
        <p:nvSpPr>
          <p:cNvPr id="430017717" name="PlaceHolder 35"/>
          <p:cNvSpPr>
            <a:spLocks noGrp="1"/>
          </p:cNvSpPr>
          <p:nvPr>
            <p:ph type="body"/>
          </p:nvPr>
        </p:nvSpPr>
        <p:spPr bwMode="auto">
          <a:xfrm>
            <a:off x="7049880" y="4114800"/>
            <a:ext cx="893879" cy="893879"/>
          </a:xfrm>
          <a:prstGeom prst="rect">
            <a:avLst/>
          </a:prstGeom>
          <a:solidFill>
            <a:srgbClr val="D9D9D6"/>
          </a:solidFill>
          <a:ln w="0">
            <a:noFill/>
          </a:ln>
        </p:spPr>
        <p:txBody>
          <a:bodyPr lIns="0" tIns="0" rIns="0" bIns="594360" anchor="ctr">
            <a:noAutofit/>
          </a:bodyPr>
          <a:lstStyle>
            <a:lvl1pPr indent="0" algn="ctr" defTabSz="914400">
              <a:lnSpc>
                <a:spcPct val="100000"/>
              </a:lnSpc>
              <a:buNone/>
              <a:tabLst>
                <a:tab pos="0" algn="l"/>
              </a:tabLst>
              <a:defRPr lang="en-US" sz="600" b="1" u="none" strike="noStrike">
                <a:solidFill>
                  <a:srgbClr val="000000"/>
                </a:solidFill>
                <a:latin typeface="Segoe UI"/>
              </a:defRPr>
            </a:lvl1pPr>
          </a:lstStyle>
          <a:p>
            <a:pPr indent="0" algn="ctr" defTabSz="914400">
              <a:lnSpc>
                <a:spcPct val="100000"/>
              </a:lnSpc>
              <a:buNone/>
              <a:tabLst>
                <a:tab pos="0" algn="l"/>
              </a:tabLst>
              <a:defRPr/>
            </a:pPr>
            <a:r>
              <a:rPr lang="en-US" sz="600" b="1" u="none" strike="noStrike">
                <a:solidFill>
                  <a:srgbClr val="000000"/>
                </a:solidFill>
                <a:latin typeface="Segoe UI"/>
              </a:rPr>
              <a:t>Click icon to add picture</a:t>
            </a:r>
            <a:endParaRPr lang="en-US" sz="600" b="0" u="none" strike="noStrike">
              <a:solidFill>
                <a:schemeClr val="dk1"/>
              </a:solidFill>
              <a:latin typeface="Segoe UI"/>
            </a:endParaRPr>
          </a:p>
        </p:txBody>
      </p:sp>
      <p:sp>
        <p:nvSpPr>
          <p:cNvPr id="2063633947" name="PlaceHolder 36"/>
          <p:cNvSpPr>
            <a:spLocks noGrp="1"/>
          </p:cNvSpPr>
          <p:nvPr>
            <p:ph type="body" hasCustomPrompt="1"/>
          </p:nvPr>
        </p:nvSpPr>
        <p:spPr bwMode="auto">
          <a:xfrm>
            <a:off x="8057880" y="4343400"/>
            <a:ext cx="1320120" cy="185400"/>
          </a:xfrm>
          <a:prstGeom prst="rect">
            <a:avLst/>
          </a:prstGeom>
          <a:noFill/>
          <a:ln w="0">
            <a:noFill/>
          </a:ln>
        </p:spPr>
        <p:txBody>
          <a:bodyPr lIns="0" tIns="0" rIns="0" bIns="0" anchor="b">
            <a:noAutofit/>
          </a:bodyPr>
          <a:lstStyle>
            <a:lvl1pPr indent="0" algn="l" defTabSz="932760">
              <a:lnSpc>
                <a:spcPct val="100000"/>
              </a:lnSpc>
              <a:spcBef>
                <a:spcPts val="241"/>
              </a:spcBef>
              <a:buNone/>
              <a:tabLst>
                <a:tab pos="0" algn="l"/>
              </a:tabLst>
              <a:defRPr lang="en-US" sz="1200" b="0" u="none" strike="noStrike">
                <a:solidFill>
                  <a:schemeClr val="dk1"/>
                </a:solidFill>
                <a:latin typeface="Segoe UI"/>
              </a:defRPr>
            </a:lvl1pPr>
          </a:lstStyle>
          <a:p>
            <a:pPr indent="0" algn="l" defTabSz="932760">
              <a:lnSpc>
                <a:spcPct val="100000"/>
              </a:lnSpc>
              <a:spcBef>
                <a:spcPts val="241"/>
              </a:spcBef>
              <a:buNone/>
              <a:tabLst>
                <a:tab pos="0" algn="l"/>
              </a:tabLst>
              <a:defRPr/>
            </a:pPr>
            <a:r>
              <a:rPr lang="en-US" sz="1200" b="0" u="none" strike="noStrike">
                <a:solidFill>
                  <a:schemeClr val="dk1"/>
                </a:solidFill>
                <a:latin typeface="Segoe UI"/>
              </a:rPr>
              <a:t>Name</a:t>
            </a:r>
          </a:p>
        </p:txBody>
      </p:sp>
      <p:sp>
        <p:nvSpPr>
          <p:cNvPr id="632866180" name="PlaceHolder 37"/>
          <p:cNvSpPr>
            <a:spLocks noGrp="1"/>
          </p:cNvSpPr>
          <p:nvPr>
            <p:ph type="body" hasCustomPrompt="1"/>
          </p:nvPr>
        </p:nvSpPr>
        <p:spPr bwMode="auto">
          <a:xfrm>
            <a:off x="8057880" y="4547520"/>
            <a:ext cx="1326960" cy="153360"/>
          </a:xfrm>
          <a:prstGeom prst="rect">
            <a:avLst/>
          </a:prstGeom>
          <a:noFill/>
          <a:ln w="0">
            <a:noFill/>
          </a:ln>
        </p:spPr>
        <p:txBody>
          <a:bodyPr lIns="0" tIns="0" rIns="0" bIns="0" anchor="t">
            <a:noAutofit/>
          </a:bodyPr>
          <a:lstStyle>
            <a:lvl1pPr indent="0" algn="l" defTabSz="932760">
              <a:lnSpc>
                <a:spcPct val="100000"/>
              </a:lnSpc>
              <a:spcBef>
                <a:spcPts val="201"/>
              </a:spcBef>
              <a:buNone/>
              <a:tabLst>
                <a:tab pos="0" algn="l"/>
              </a:tabLst>
              <a:defRPr lang="en-US" sz="1000" b="0" u="none" strike="noStrike">
                <a:solidFill>
                  <a:schemeClr val="dk1"/>
                </a:solidFill>
                <a:latin typeface="Segoe UI"/>
              </a:defRPr>
            </a:lvl1pPr>
          </a:lstStyle>
          <a:p>
            <a:pPr indent="0" algn="l" defTabSz="932760">
              <a:lnSpc>
                <a:spcPct val="100000"/>
              </a:lnSpc>
              <a:spcBef>
                <a:spcPts val="201"/>
              </a:spcBef>
              <a:buNone/>
              <a:tabLst>
                <a:tab pos="0" algn="l"/>
              </a:tabLst>
              <a:defRPr/>
            </a:pPr>
            <a:r>
              <a:rPr lang="en-US" sz="1000" b="0" u="none" strike="noStrike">
                <a:solidFill>
                  <a:schemeClr val="dk1"/>
                </a:solidFill>
                <a:latin typeface="Segoe UI"/>
              </a:rPr>
              <a:t>Role or title</a:t>
            </a:r>
          </a:p>
        </p:txBody>
      </p:sp>
      <p:sp>
        <p:nvSpPr>
          <p:cNvPr id="727615633" name="PlaceHolder 38"/>
          <p:cNvSpPr>
            <a:spLocks noGrp="1"/>
          </p:cNvSpPr>
          <p:nvPr>
            <p:ph type="body"/>
          </p:nvPr>
        </p:nvSpPr>
        <p:spPr bwMode="auto">
          <a:xfrm>
            <a:off x="9485640" y="4114800"/>
            <a:ext cx="893879" cy="893879"/>
          </a:xfrm>
          <a:prstGeom prst="rect">
            <a:avLst/>
          </a:prstGeom>
          <a:solidFill>
            <a:srgbClr val="D9D9D6"/>
          </a:solidFill>
          <a:ln w="0">
            <a:noFill/>
          </a:ln>
        </p:spPr>
        <p:txBody>
          <a:bodyPr lIns="0" tIns="0" rIns="0" bIns="594360" anchor="ctr">
            <a:noAutofit/>
          </a:bodyPr>
          <a:lstStyle>
            <a:lvl1pPr indent="0" algn="ctr" defTabSz="914400">
              <a:lnSpc>
                <a:spcPct val="100000"/>
              </a:lnSpc>
              <a:buNone/>
              <a:tabLst>
                <a:tab pos="0" algn="l"/>
              </a:tabLst>
              <a:defRPr lang="en-US" sz="600" b="1" u="none" strike="noStrike">
                <a:solidFill>
                  <a:srgbClr val="000000"/>
                </a:solidFill>
                <a:latin typeface="Segoe UI"/>
              </a:defRPr>
            </a:lvl1pPr>
          </a:lstStyle>
          <a:p>
            <a:pPr indent="0" algn="ctr" defTabSz="914400">
              <a:lnSpc>
                <a:spcPct val="100000"/>
              </a:lnSpc>
              <a:buNone/>
              <a:tabLst>
                <a:tab pos="0" algn="l"/>
              </a:tabLst>
              <a:defRPr/>
            </a:pPr>
            <a:r>
              <a:rPr lang="en-US" sz="600" b="1" u="none" strike="noStrike">
                <a:solidFill>
                  <a:srgbClr val="000000"/>
                </a:solidFill>
                <a:latin typeface="Segoe UI"/>
              </a:rPr>
              <a:t>Click icon to add picture</a:t>
            </a:r>
            <a:endParaRPr lang="en-US" sz="600" b="0" u="none" strike="noStrike">
              <a:solidFill>
                <a:schemeClr val="dk1"/>
              </a:solidFill>
              <a:latin typeface="Segoe UI"/>
            </a:endParaRPr>
          </a:p>
        </p:txBody>
      </p:sp>
      <p:sp>
        <p:nvSpPr>
          <p:cNvPr id="999222406" name="PlaceHolder 39"/>
          <p:cNvSpPr>
            <a:spLocks noGrp="1"/>
          </p:cNvSpPr>
          <p:nvPr>
            <p:ph type="body" hasCustomPrompt="1"/>
          </p:nvPr>
        </p:nvSpPr>
        <p:spPr bwMode="auto">
          <a:xfrm>
            <a:off x="10478160" y="4343400"/>
            <a:ext cx="1320120" cy="185400"/>
          </a:xfrm>
          <a:prstGeom prst="rect">
            <a:avLst/>
          </a:prstGeom>
          <a:noFill/>
          <a:ln w="0">
            <a:noFill/>
          </a:ln>
        </p:spPr>
        <p:txBody>
          <a:bodyPr lIns="0" tIns="0" rIns="0" bIns="0" anchor="b">
            <a:noAutofit/>
          </a:bodyPr>
          <a:lstStyle>
            <a:lvl1pPr indent="0" algn="l" defTabSz="932760">
              <a:lnSpc>
                <a:spcPct val="100000"/>
              </a:lnSpc>
              <a:spcBef>
                <a:spcPts val="241"/>
              </a:spcBef>
              <a:buNone/>
              <a:tabLst>
                <a:tab pos="0" algn="l"/>
              </a:tabLst>
              <a:defRPr lang="en-US" sz="1200" b="0" u="none" strike="noStrike">
                <a:solidFill>
                  <a:schemeClr val="dk1"/>
                </a:solidFill>
                <a:latin typeface="Segoe UI"/>
              </a:defRPr>
            </a:lvl1pPr>
          </a:lstStyle>
          <a:p>
            <a:pPr indent="0" algn="l" defTabSz="932760">
              <a:lnSpc>
                <a:spcPct val="100000"/>
              </a:lnSpc>
              <a:spcBef>
                <a:spcPts val="241"/>
              </a:spcBef>
              <a:buNone/>
              <a:tabLst>
                <a:tab pos="0" algn="l"/>
              </a:tabLst>
              <a:defRPr/>
            </a:pPr>
            <a:r>
              <a:rPr lang="en-US" sz="1200" b="0" u="none" strike="noStrike">
                <a:solidFill>
                  <a:schemeClr val="dk1"/>
                </a:solidFill>
                <a:latin typeface="Segoe UI"/>
              </a:rPr>
              <a:t>Name</a:t>
            </a:r>
          </a:p>
        </p:txBody>
      </p:sp>
      <p:sp>
        <p:nvSpPr>
          <p:cNvPr id="644533879" name="PlaceHolder 40"/>
          <p:cNvSpPr>
            <a:spLocks noGrp="1"/>
          </p:cNvSpPr>
          <p:nvPr>
            <p:ph type="body" hasCustomPrompt="1"/>
          </p:nvPr>
        </p:nvSpPr>
        <p:spPr bwMode="auto">
          <a:xfrm>
            <a:off x="10478160" y="4547520"/>
            <a:ext cx="1326960" cy="153360"/>
          </a:xfrm>
          <a:prstGeom prst="rect">
            <a:avLst/>
          </a:prstGeom>
          <a:noFill/>
          <a:ln w="0">
            <a:noFill/>
          </a:ln>
        </p:spPr>
        <p:txBody>
          <a:bodyPr lIns="0" tIns="0" rIns="0" bIns="0" anchor="t">
            <a:noAutofit/>
          </a:bodyPr>
          <a:lstStyle>
            <a:lvl1pPr indent="0" algn="l" defTabSz="932760">
              <a:lnSpc>
                <a:spcPct val="100000"/>
              </a:lnSpc>
              <a:spcBef>
                <a:spcPts val="201"/>
              </a:spcBef>
              <a:buNone/>
              <a:tabLst>
                <a:tab pos="0" algn="l"/>
              </a:tabLst>
              <a:defRPr lang="en-US" sz="1000" b="0" u="none" strike="noStrike">
                <a:solidFill>
                  <a:schemeClr val="dk1"/>
                </a:solidFill>
                <a:latin typeface="Segoe UI"/>
              </a:defRPr>
            </a:lvl1pPr>
          </a:lstStyle>
          <a:p>
            <a:pPr indent="0" algn="l" defTabSz="932760">
              <a:lnSpc>
                <a:spcPct val="100000"/>
              </a:lnSpc>
              <a:spcBef>
                <a:spcPts val="201"/>
              </a:spcBef>
              <a:buNone/>
              <a:tabLst>
                <a:tab pos="0" algn="l"/>
              </a:tabLst>
              <a:defRPr/>
            </a:pPr>
            <a:r>
              <a:rPr lang="en-US" sz="1000" b="0" u="none" strike="noStrike">
                <a:solidFill>
                  <a:schemeClr val="dk1"/>
                </a:solidFill>
                <a:latin typeface="Segoe UI"/>
              </a:rPr>
              <a:t>Role or title</a:t>
            </a:r>
          </a:p>
        </p:txBody>
      </p:sp>
      <p:cxnSp>
        <p:nvCxnSpPr>
          <p:cNvPr id="1645441278" name="Straight Connector 5"/>
          <p:cNvCxnSpPr/>
          <p:nvPr/>
        </p:nvCxnSpPr>
        <p:spPr bwMode="auto">
          <a:xfrm>
            <a:off x="588600" y="5128560"/>
            <a:ext cx="11014920" cy="360"/>
          </a:xfrm>
          <a:prstGeom prst="straightConnector1">
            <a:avLst/>
          </a:prstGeom>
          <a:ln>
            <a:solidFill>
              <a:srgbClr val="000000"/>
            </a:solidFill>
            <a:round/>
          </a:ln>
        </p:spPr>
      </p:cxnSp>
      <p:sp>
        <p:nvSpPr>
          <p:cNvPr id="2138743001" name="PlaceHolder 41"/>
          <p:cNvSpPr>
            <a:spLocks noGrp="1"/>
          </p:cNvSpPr>
          <p:nvPr>
            <p:ph type="body" hasCustomPrompt="1"/>
          </p:nvPr>
        </p:nvSpPr>
        <p:spPr bwMode="auto">
          <a:xfrm>
            <a:off x="569880" y="5619600"/>
            <a:ext cx="1487160" cy="245880"/>
          </a:xfrm>
          <a:prstGeom prst="rect">
            <a:avLst/>
          </a:prstGeom>
          <a:noFill/>
          <a:ln w="0">
            <a:noFill/>
          </a:ln>
        </p:spPr>
        <p:txBody>
          <a:bodyPr lIns="0" tIns="0" rIns="0" bIns="0" anchor="t">
            <a:noAutofit/>
          </a:bodyPr>
          <a:lstStyle>
            <a:lvl1pPr indent="0" algn="l" defTabSz="932760">
              <a:lnSpc>
                <a:spcPct val="100000"/>
              </a:lnSpc>
              <a:spcBef>
                <a:spcPts val="320"/>
              </a:spcBef>
              <a:buNone/>
              <a:tabLst>
                <a:tab pos="0" algn="l"/>
              </a:tabLst>
              <a:defRPr lang="en-US" sz="1600" b="0" u="none" strike="noStrike">
                <a:solidFill>
                  <a:schemeClr val="accent1"/>
                </a:solidFill>
                <a:latin typeface="Segoe UI"/>
              </a:defRPr>
            </a:lvl1pPr>
          </a:lstStyle>
          <a:p>
            <a:pPr indent="0" algn="l" defTabSz="932760">
              <a:lnSpc>
                <a:spcPct val="100000"/>
              </a:lnSpc>
              <a:spcBef>
                <a:spcPts val="320"/>
              </a:spcBef>
              <a:buNone/>
              <a:tabLst>
                <a:tab pos="0" algn="l"/>
              </a:tabLst>
              <a:defRPr/>
            </a:pPr>
            <a:r>
              <a:rPr lang="en-US" sz="1600" b="0" u="none" strike="noStrike">
                <a:solidFill>
                  <a:schemeClr val="accent1"/>
                </a:solidFill>
                <a:latin typeface="Segoe UI"/>
              </a:rPr>
              <a:t>Team</a:t>
            </a:r>
            <a:endParaRPr lang="en-US" sz="1600" b="0" u="none" strike="noStrike">
              <a:solidFill>
                <a:schemeClr val="dk1"/>
              </a:solidFill>
              <a:latin typeface="Segoe UI"/>
            </a:endParaRPr>
          </a:p>
        </p:txBody>
      </p:sp>
      <p:sp>
        <p:nvSpPr>
          <p:cNvPr id="1190430134" name="PlaceHolder 42"/>
          <p:cNvSpPr>
            <a:spLocks noGrp="1"/>
          </p:cNvSpPr>
          <p:nvPr>
            <p:ph type="body"/>
          </p:nvPr>
        </p:nvSpPr>
        <p:spPr bwMode="auto">
          <a:xfrm>
            <a:off x="2179800" y="5280840"/>
            <a:ext cx="893879" cy="893879"/>
          </a:xfrm>
          <a:prstGeom prst="rect">
            <a:avLst/>
          </a:prstGeom>
          <a:solidFill>
            <a:srgbClr val="D9D9D6"/>
          </a:solidFill>
          <a:ln w="0">
            <a:noFill/>
          </a:ln>
        </p:spPr>
        <p:txBody>
          <a:bodyPr lIns="0" tIns="0" rIns="0" bIns="594360" anchor="ctr">
            <a:noAutofit/>
          </a:bodyPr>
          <a:lstStyle>
            <a:lvl1pPr indent="0" algn="ctr" defTabSz="914400">
              <a:lnSpc>
                <a:spcPct val="100000"/>
              </a:lnSpc>
              <a:buNone/>
              <a:tabLst>
                <a:tab pos="0" algn="l"/>
              </a:tabLst>
              <a:defRPr lang="en-US" sz="600" b="1" u="none" strike="noStrike">
                <a:solidFill>
                  <a:srgbClr val="000000"/>
                </a:solidFill>
                <a:latin typeface="Segoe UI"/>
              </a:defRPr>
            </a:lvl1pPr>
          </a:lstStyle>
          <a:p>
            <a:pPr indent="0" algn="ctr" defTabSz="914400">
              <a:lnSpc>
                <a:spcPct val="100000"/>
              </a:lnSpc>
              <a:buNone/>
              <a:tabLst>
                <a:tab pos="0" algn="l"/>
              </a:tabLst>
              <a:defRPr/>
            </a:pPr>
            <a:r>
              <a:rPr lang="en-US" sz="600" b="1" u="none" strike="noStrike">
                <a:solidFill>
                  <a:srgbClr val="000000"/>
                </a:solidFill>
                <a:latin typeface="Segoe UI"/>
              </a:rPr>
              <a:t>Click icon to add picture</a:t>
            </a:r>
            <a:endParaRPr lang="en-US" sz="600" b="0" u="none" strike="noStrike">
              <a:solidFill>
                <a:schemeClr val="dk1"/>
              </a:solidFill>
              <a:latin typeface="Segoe UI"/>
            </a:endParaRPr>
          </a:p>
        </p:txBody>
      </p:sp>
      <p:sp>
        <p:nvSpPr>
          <p:cNvPr id="1370399721" name="PlaceHolder 43"/>
          <p:cNvSpPr>
            <a:spLocks noGrp="1"/>
          </p:cNvSpPr>
          <p:nvPr>
            <p:ph type="body" hasCustomPrompt="1"/>
          </p:nvPr>
        </p:nvSpPr>
        <p:spPr bwMode="auto">
          <a:xfrm>
            <a:off x="3193560" y="5562720"/>
            <a:ext cx="1320120" cy="185400"/>
          </a:xfrm>
          <a:prstGeom prst="rect">
            <a:avLst/>
          </a:prstGeom>
          <a:noFill/>
          <a:ln w="0">
            <a:noFill/>
          </a:ln>
        </p:spPr>
        <p:txBody>
          <a:bodyPr lIns="0" tIns="0" rIns="0" bIns="0" anchor="b">
            <a:noAutofit/>
          </a:bodyPr>
          <a:lstStyle>
            <a:lvl1pPr indent="0" algn="l" defTabSz="932760">
              <a:lnSpc>
                <a:spcPct val="100000"/>
              </a:lnSpc>
              <a:spcBef>
                <a:spcPts val="241"/>
              </a:spcBef>
              <a:buNone/>
              <a:tabLst>
                <a:tab pos="0" algn="l"/>
              </a:tabLst>
              <a:defRPr lang="en-US" sz="1200" b="0" u="none" strike="noStrike">
                <a:solidFill>
                  <a:schemeClr val="dk1"/>
                </a:solidFill>
                <a:latin typeface="Segoe UI"/>
              </a:defRPr>
            </a:lvl1pPr>
          </a:lstStyle>
          <a:p>
            <a:pPr indent="0" algn="l" defTabSz="932760">
              <a:lnSpc>
                <a:spcPct val="100000"/>
              </a:lnSpc>
              <a:spcBef>
                <a:spcPts val="241"/>
              </a:spcBef>
              <a:buNone/>
              <a:tabLst>
                <a:tab pos="0" algn="l"/>
              </a:tabLst>
              <a:defRPr/>
            </a:pPr>
            <a:r>
              <a:rPr lang="en-US" sz="1200" b="0" u="none" strike="noStrike">
                <a:solidFill>
                  <a:schemeClr val="dk1"/>
                </a:solidFill>
                <a:latin typeface="Segoe UI"/>
              </a:rPr>
              <a:t>Name</a:t>
            </a:r>
          </a:p>
        </p:txBody>
      </p:sp>
      <p:sp>
        <p:nvSpPr>
          <p:cNvPr id="360032474" name="PlaceHolder 44"/>
          <p:cNvSpPr>
            <a:spLocks noGrp="1"/>
          </p:cNvSpPr>
          <p:nvPr>
            <p:ph type="body" hasCustomPrompt="1"/>
          </p:nvPr>
        </p:nvSpPr>
        <p:spPr bwMode="auto">
          <a:xfrm>
            <a:off x="3193560" y="5766840"/>
            <a:ext cx="1326960" cy="153360"/>
          </a:xfrm>
          <a:prstGeom prst="rect">
            <a:avLst/>
          </a:prstGeom>
          <a:noFill/>
          <a:ln w="0">
            <a:noFill/>
          </a:ln>
        </p:spPr>
        <p:txBody>
          <a:bodyPr lIns="0" tIns="0" rIns="0" bIns="0" anchor="t">
            <a:noAutofit/>
          </a:bodyPr>
          <a:lstStyle>
            <a:lvl1pPr indent="0" algn="l" defTabSz="932760">
              <a:lnSpc>
                <a:spcPct val="100000"/>
              </a:lnSpc>
              <a:spcBef>
                <a:spcPts val="201"/>
              </a:spcBef>
              <a:buNone/>
              <a:tabLst>
                <a:tab pos="0" algn="l"/>
              </a:tabLst>
              <a:defRPr lang="en-US" sz="1000" b="0" u="none" strike="noStrike">
                <a:solidFill>
                  <a:schemeClr val="dk1"/>
                </a:solidFill>
                <a:latin typeface="Segoe UI"/>
              </a:defRPr>
            </a:lvl1pPr>
          </a:lstStyle>
          <a:p>
            <a:pPr indent="0" algn="l" defTabSz="932760">
              <a:lnSpc>
                <a:spcPct val="100000"/>
              </a:lnSpc>
              <a:spcBef>
                <a:spcPts val="201"/>
              </a:spcBef>
              <a:buNone/>
              <a:tabLst>
                <a:tab pos="0" algn="l"/>
              </a:tabLst>
              <a:defRPr/>
            </a:pPr>
            <a:r>
              <a:rPr lang="en-US" sz="1000" b="0" u="none" strike="noStrike">
                <a:solidFill>
                  <a:schemeClr val="dk1"/>
                </a:solidFill>
                <a:latin typeface="Segoe UI"/>
              </a:rPr>
              <a:t>Role or title</a:t>
            </a:r>
          </a:p>
        </p:txBody>
      </p:sp>
      <p:sp>
        <p:nvSpPr>
          <p:cNvPr id="1430661028" name="PlaceHolder 45"/>
          <p:cNvSpPr>
            <a:spLocks noGrp="1"/>
          </p:cNvSpPr>
          <p:nvPr>
            <p:ph type="body"/>
          </p:nvPr>
        </p:nvSpPr>
        <p:spPr bwMode="auto">
          <a:xfrm>
            <a:off x="4609440" y="5280840"/>
            <a:ext cx="893879" cy="893879"/>
          </a:xfrm>
          <a:prstGeom prst="rect">
            <a:avLst/>
          </a:prstGeom>
          <a:solidFill>
            <a:srgbClr val="D9D9D6"/>
          </a:solidFill>
          <a:ln w="0">
            <a:noFill/>
          </a:ln>
        </p:spPr>
        <p:txBody>
          <a:bodyPr lIns="0" tIns="0" rIns="0" bIns="594360" anchor="ctr">
            <a:noAutofit/>
          </a:bodyPr>
          <a:lstStyle>
            <a:lvl1pPr indent="0" algn="ctr" defTabSz="914400">
              <a:lnSpc>
                <a:spcPct val="100000"/>
              </a:lnSpc>
              <a:buNone/>
              <a:tabLst>
                <a:tab pos="0" algn="l"/>
              </a:tabLst>
              <a:defRPr lang="en-US" sz="600" b="1" u="none" strike="noStrike">
                <a:solidFill>
                  <a:srgbClr val="000000"/>
                </a:solidFill>
                <a:latin typeface="Segoe UI"/>
              </a:defRPr>
            </a:lvl1pPr>
          </a:lstStyle>
          <a:p>
            <a:pPr indent="0" algn="ctr" defTabSz="914400">
              <a:lnSpc>
                <a:spcPct val="100000"/>
              </a:lnSpc>
              <a:buNone/>
              <a:tabLst>
                <a:tab pos="0" algn="l"/>
              </a:tabLst>
              <a:defRPr/>
            </a:pPr>
            <a:r>
              <a:rPr lang="en-US" sz="600" b="1" u="none" strike="noStrike">
                <a:solidFill>
                  <a:srgbClr val="000000"/>
                </a:solidFill>
                <a:latin typeface="Segoe UI"/>
              </a:rPr>
              <a:t>Click icon to add picture</a:t>
            </a:r>
            <a:endParaRPr lang="en-US" sz="600" b="0" u="none" strike="noStrike">
              <a:solidFill>
                <a:schemeClr val="dk1"/>
              </a:solidFill>
              <a:latin typeface="Segoe UI"/>
            </a:endParaRPr>
          </a:p>
        </p:txBody>
      </p:sp>
      <p:sp>
        <p:nvSpPr>
          <p:cNvPr id="1808736768" name="PlaceHolder 46"/>
          <p:cNvSpPr>
            <a:spLocks noGrp="1"/>
          </p:cNvSpPr>
          <p:nvPr>
            <p:ph type="body" hasCustomPrompt="1"/>
          </p:nvPr>
        </p:nvSpPr>
        <p:spPr bwMode="auto">
          <a:xfrm>
            <a:off x="5627520" y="5562720"/>
            <a:ext cx="1320120" cy="185400"/>
          </a:xfrm>
          <a:prstGeom prst="rect">
            <a:avLst/>
          </a:prstGeom>
          <a:noFill/>
          <a:ln w="0">
            <a:noFill/>
          </a:ln>
        </p:spPr>
        <p:txBody>
          <a:bodyPr lIns="0" tIns="0" rIns="0" bIns="0" anchor="b">
            <a:noAutofit/>
          </a:bodyPr>
          <a:lstStyle>
            <a:lvl1pPr indent="0" algn="l" defTabSz="932760">
              <a:lnSpc>
                <a:spcPct val="100000"/>
              </a:lnSpc>
              <a:spcBef>
                <a:spcPts val="241"/>
              </a:spcBef>
              <a:buNone/>
              <a:tabLst>
                <a:tab pos="0" algn="l"/>
              </a:tabLst>
              <a:defRPr lang="en-US" sz="1200" b="0" u="none" strike="noStrike">
                <a:solidFill>
                  <a:schemeClr val="dk1"/>
                </a:solidFill>
                <a:latin typeface="Segoe UI"/>
              </a:defRPr>
            </a:lvl1pPr>
          </a:lstStyle>
          <a:p>
            <a:pPr indent="0" algn="l" defTabSz="932760">
              <a:lnSpc>
                <a:spcPct val="100000"/>
              </a:lnSpc>
              <a:spcBef>
                <a:spcPts val="241"/>
              </a:spcBef>
              <a:buNone/>
              <a:tabLst>
                <a:tab pos="0" algn="l"/>
              </a:tabLst>
              <a:defRPr/>
            </a:pPr>
            <a:r>
              <a:rPr lang="en-US" sz="1200" b="0" u="none" strike="noStrike">
                <a:solidFill>
                  <a:schemeClr val="dk1"/>
                </a:solidFill>
                <a:latin typeface="Segoe UI"/>
              </a:rPr>
              <a:t>Name</a:t>
            </a:r>
          </a:p>
        </p:txBody>
      </p:sp>
      <p:sp>
        <p:nvSpPr>
          <p:cNvPr id="171842119" name="PlaceHolder 47"/>
          <p:cNvSpPr>
            <a:spLocks noGrp="1"/>
          </p:cNvSpPr>
          <p:nvPr>
            <p:ph type="body" hasCustomPrompt="1"/>
          </p:nvPr>
        </p:nvSpPr>
        <p:spPr bwMode="auto">
          <a:xfrm>
            <a:off x="5627520" y="5766840"/>
            <a:ext cx="1326960" cy="153360"/>
          </a:xfrm>
          <a:prstGeom prst="rect">
            <a:avLst/>
          </a:prstGeom>
          <a:noFill/>
          <a:ln w="0">
            <a:noFill/>
          </a:ln>
        </p:spPr>
        <p:txBody>
          <a:bodyPr lIns="0" tIns="0" rIns="0" bIns="0" anchor="t">
            <a:noAutofit/>
          </a:bodyPr>
          <a:lstStyle>
            <a:lvl1pPr indent="0" algn="l" defTabSz="932760">
              <a:lnSpc>
                <a:spcPct val="100000"/>
              </a:lnSpc>
              <a:spcBef>
                <a:spcPts val="201"/>
              </a:spcBef>
              <a:buNone/>
              <a:tabLst>
                <a:tab pos="0" algn="l"/>
              </a:tabLst>
              <a:defRPr lang="en-US" sz="1000" b="0" u="none" strike="noStrike">
                <a:solidFill>
                  <a:schemeClr val="dk1"/>
                </a:solidFill>
                <a:latin typeface="Segoe UI"/>
              </a:defRPr>
            </a:lvl1pPr>
          </a:lstStyle>
          <a:p>
            <a:pPr indent="0" algn="l" defTabSz="932760">
              <a:lnSpc>
                <a:spcPct val="100000"/>
              </a:lnSpc>
              <a:spcBef>
                <a:spcPts val="201"/>
              </a:spcBef>
              <a:buNone/>
              <a:tabLst>
                <a:tab pos="0" algn="l"/>
              </a:tabLst>
              <a:defRPr/>
            </a:pPr>
            <a:r>
              <a:rPr lang="en-US" sz="1000" b="0" u="none" strike="noStrike">
                <a:solidFill>
                  <a:schemeClr val="dk1"/>
                </a:solidFill>
                <a:latin typeface="Segoe UI"/>
              </a:rPr>
              <a:t>Role or title</a:t>
            </a:r>
          </a:p>
        </p:txBody>
      </p:sp>
      <p:sp>
        <p:nvSpPr>
          <p:cNvPr id="961956391" name="PlaceHolder 48"/>
          <p:cNvSpPr>
            <a:spLocks noGrp="1"/>
          </p:cNvSpPr>
          <p:nvPr>
            <p:ph type="body"/>
          </p:nvPr>
        </p:nvSpPr>
        <p:spPr bwMode="auto">
          <a:xfrm>
            <a:off x="7049880" y="5280840"/>
            <a:ext cx="893879" cy="893879"/>
          </a:xfrm>
          <a:prstGeom prst="rect">
            <a:avLst/>
          </a:prstGeom>
          <a:solidFill>
            <a:srgbClr val="D9D9D6"/>
          </a:solidFill>
          <a:ln w="0">
            <a:noFill/>
          </a:ln>
        </p:spPr>
        <p:txBody>
          <a:bodyPr lIns="0" tIns="0" rIns="0" bIns="594360" anchor="ctr">
            <a:noAutofit/>
          </a:bodyPr>
          <a:lstStyle>
            <a:lvl1pPr indent="0" algn="ctr" defTabSz="914400">
              <a:lnSpc>
                <a:spcPct val="100000"/>
              </a:lnSpc>
              <a:buNone/>
              <a:tabLst>
                <a:tab pos="0" algn="l"/>
              </a:tabLst>
              <a:defRPr lang="en-US" sz="600" b="1" u="none" strike="noStrike">
                <a:solidFill>
                  <a:srgbClr val="000000"/>
                </a:solidFill>
                <a:latin typeface="Segoe UI"/>
              </a:defRPr>
            </a:lvl1pPr>
          </a:lstStyle>
          <a:p>
            <a:pPr indent="0" algn="ctr" defTabSz="914400">
              <a:lnSpc>
                <a:spcPct val="100000"/>
              </a:lnSpc>
              <a:buNone/>
              <a:tabLst>
                <a:tab pos="0" algn="l"/>
              </a:tabLst>
              <a:defRPr/>
            </a:pPr>
            <a:r>
              <a:rPr lang="en-US" sz="600" b="1" u="none" strike="noStrike">
                <a:solidFill>
                  <a:srgbClr val="000000"/>
                </a:solidFill>
                <a:latin typeface="Segoe UI"/>
              </a:rPr>
              <a:t>Click icon to add picture</a:t>
            </a:r>
            <a:endParaRPr lang="en-US" sz="600" b="0" u="none" strike="noStrike">
              <a:solidFill>
                <a:schemeClr val="dk1"/>
              </a:solidFill>
              <a:latin typeface="Segoe UI"/>
            </a:endParaRPr>
          </a:p>
        </p:txBody>
      </p:sp>
      <p:sp>
        <p:nvSpPr>
          <p:cNvPr id="293178917" name="PlaceHolder 49"/>
          <p:cNvSpPr>
            <a:spLocks noGrp="1"/>
          </p:cNvSpPr>
          <p:nvPr>
            <p:ph type="body" hasCustomPrompt="1"/>
          </p:nvPr>
        </p:nvSpPr>
        <p:spPr bwMode="auto">
          <a:xfrm>
            <a:off x="8057880" y="5562720"/>
            <a:ext cx="1320120" cy="185400"/>
          </a:xfrm>
          <a:prstGeom prst="rect">
            <a:avLst/>
          </a:prstGeom>
          <a:noFill/>
          <a:ln w="0">
            <a:noFill/>
          </a:ln>
        </p:spPr>
        <p:txBody>
          <a:bodyPr lIns="0" tIns="0" rIns="0" bIns="0" anchor="b">
            <a:noAutofit/>
          </a:bodyPr>
          <a:lstStyle>
            <a:lvl1pPr indent="0" algn="l" defTabSz="932760">
              <a:lnSpc>
                <a:spcPct val="100000"/>
              </a:lnSpc>
              <a:spcBef>
                <a:spcPts val="241"/>
              </a:spcBef>
              <a:buNone/>
              <a:tabLst>
                <a:tab pos="0" algn="l"/>
              </a:tabLst>
              <a:defRPr lang="en-US" sz="1200" b="0" u="none" strike="noStrike">
                <a:solidFill>
                  <a:schemeClr val="dk1"/>
                </a:solidFill>
                <a:latin typeface="Segoe UI"/>
              </a:defRPr>
            </a:lvl1pPr>
          </a:lstStyle>
          <a:p>
            <a:pPr indent="0" algn="l" defTabSz="932760">
              <a:lnSpc>
                <a:spcPct val="100000"/>
              </a:lnSpc>
              <a:spcBef>
                <a:spcPts val="241"/>
              </a:spcBef>
              <a:buNone/>
              <a:tabLst>
                <a:tab pos="0" algn="l"/>
              </a:tabLst>
              <a:defRPr/>
            </a:pPr>
            <a:r>
              <a:rPr lang="en-US" sz="1200" b="0" u="none" strike="noStrike">
                <a:solidFill>
                  <a:schemeClr val="dk1"/>
                </a:solidFill>
                <a:latin typeface="Segoe UI"/>
              </a:rPr>
              <a:t>Name</a:t>
            </a:r>
          </a:p>
        </p:txBody>
      </p:sp>
      <p:sp>
        <p:nvSpPr>
          <p:cNvPr id="569697831" name="PlaceHolder 50"/>
          <p:cNvSpPr>
            <a:spLocks noGrp="1"/>
          </p:cNvSpPr>
          <p:nvPr>
            <p:ph type="body" hasCustomPrompt="1"/>
          </p:nvPr>
        </p:nvSpPr>
        <p:spPr bwMode="auto">
          <a:xfrm>
            <a:off x="8057880" y="5766840"/>
            <a:ext cx="1326960" cy="153360"/>
          </a:xfrm>
          <a:prstGeom prst="rect">
            <a:avLst/>
          </a:prstGeom>
          <a:noFill/>
          <a:ln w="0">
            <a:noFill/>
          </a:ln>
        </p:spPr>
        <p:txBody>
          <a:bodyPr lIns="0" tIns="0" rIns="0" bIns="0" anchor="t">
            <a:noAutofit/>
          </a:bodyPr>
          <a:lstStyle>
            <a:lvl1pPr indent="0" algn="l" defTabSz="932760">
              <a:lnSpc>
                <a:spcPct val="100000"/>
              </a:lnSpc>
              <a:spcBef>
                <a:spcPts val="201"/>
              </a:spcBef>
              <a:buNone/>
              <a:tabLst>
                <a:tab pos="0" algn="l"/>
              </a:tabLst>
              <a:defRPr lang="en-US" sz="1000" b="0" u="none" strike="noStrike">
                <a:solidFill>
                  <a:schemeClr val="dk1"/>
                </a:solidFill>
                <a:latin typeface="Segoe UI"/>
              </a:defRPr>
            </a:lvl1pPr>
          </a:lstStyle>
          <a:p>
            <a:pPr indent="0" algn="l" defTabSz="932760">
              <a:lnSpc>
                <a:spcPct val="100000"/>
              </a:lnSpc>
              <a:spcBef>
                <a:spcPts val="201"/>
              </a:spcBef>
              <a:buNone/>
              <a:tabLst>
                <a:tab pos="0" algn="l"/>
              </a:tabLst>
              <a:defRPr/>
            </a:pPr>
            <a:r>
              <a:rPr lang="en-US" sz="1000" b="0" u="none" strike="noStrike">
                <a:solidFill>
                  <a:schemeClr val="dk1"/>
                </a:solidFill>
                <a:latin typeface="Segoe UI"/>
              </a:rPr>
              <a:t>Role or title</a:t>
            </a:r>
          </a:p>
        </p:txBody>
      </p:sp>
      <p:sp>
        <p:nvSpPr>
          <p:cNvPr id="2096206468" name="PlaceHolder 51"/>
          <p:cNvSpPr>
            <a:spLocks noGrp="1"/>
          </p:cNvSpPr>
          <p:nvPr>
            <p:ph type="body"/>
          </p:nvPr>
        </p:nvSpPr>
        <p:spPr bwMode="auto">
          <a:xfrm>
            <a:off x="9485640" y="5280840"/>
            <a:ext cx="893879" cy="893879"/>
          </a:xfrm>
          <a:prstGeom prst="rect">
            <a:avLst/>
          </a:prstGeom>
          <a:solidFill>
            <a:srgbClr val="D9D9D6"/>
          </a:solidFill>
          <a:ln w="0">
            <a:noFill/>
          </a:ln>
        </p:spPr>
        <p:txBody>
          <a:bodyPr lIns="0" tIns="0" rIns="0" bIns="594360" anchor="ctr">
            <a:noAutofit/>
          </a:bodyPr>
          <a:lstStyle>
            <a:lvl1pPr indent="0" algn="ctr" defTabSz="914400">
              <a:lnSpc>
                <a:spcPct val="100000"/>
              </a:lnSpc>
              <a:buNone/>
              <a:tabLst>
                <a:tab pos="0" algn="l"/>
              </a:tabLst>
              <a:defRPr lang="en-US" sz="600" b="1" u="none" strike="noStrike">
                <a:solidFill>
                  <a:srgbClr val="000000"/>
                </a:solidFill>
                <a:latin typeface="Segoe UI"/>
              </a:defRPr>
            </a:lvl1pPr>
          </a:lstStyle>
          <a:p>
            <a:pPr indent="0" algn="ctr" defTabSz="914400">
              <a:lnSpc>
                <a:spcPct val="100000"/>
              </a:lnSpc>
              <a:buNone/>
              <a:tabLst>
                <a:tab pos="0" algn="l"/>
              </a:tabLst>
              <a:defRPr/>
            </a:pPr>
            <a:r>
              <a:rPr lang="en-US" sz="600" b="1" u="none" strike="noStrike">
                <a:solidFill>
                  <a:srgbClr val="000000"/>
                </a:solidFill>
                <a:latin typeface="Segoe UI"/>
              </a:rPr>
              <a:t>Click icon to add picture</a:t>
            </a:r>
            <a:endParaRPr lang="en-US" sz="600" b="0" u="none" strike="noStrike">
              <a:solidFill>
                <a:schemeClr val="dk1"/>
              </a:solidFill>
              <a:latin typeface="Segoe UI"/>
            </a:endParaRPr>
          </a:p>
        </p:txBody>
      </p:sp>
      <p:sp>
        <p:nvSpPr>
          <p:cNvPr id="742002258" name="PlaceHolder 52"/>
          <p:cNvSpPr>
            <a:spLocks noGrp="1"/>
          </p:cNvSpPr>
          <p:nvPr>
            <p:ph type="body" hasCustomPrompt="1"/>
          </p:nvPr>
        </p:nvSpPr>
        <p:spPr bwMode="auto">
          <a:xfrm>
            <a:off x="10478160" y="5562720"/>
            <a:ext cx="1320120" cy="185400"/>
          </a:xfrm>
          <a:prstGeom prst="rect">
            <a:avLst/>
          </a:prstGeom>
          <a:noFill/>
          <a:ln w="0">
            <a:noFill/>
          </a:ln>
        </p:spPr>
        <p:txBody>
          <a:bodyPr lIns="0" tIns="0" rIns="0" bIns="0" anchor="b">
            <a:noAutofit/>
          </a:bodyPr>
          <a:lstStyle>
            <a:lvl1pPr indent="0" algn="l" defTabSz="932760">
              <a:lnSpc>
                <a:spcPct val="100000"/>
              </a:lnSpc>
              <a:spcBef>
                <a:spcPts val="241"/>
              </a:spcBef>
              <a:buNone/>
              <a:tabLst>
                <a:tab pos="0" algn="l"/>
              </a:tabLst>
              <a:defRPr lang="en-US" sz="1200" b="0" u="none" strike="noStrike">
                <a:solidFill>
                  <a:schemeClr val="dk1"/>
                </a:solidFill>
                <a:latin typeface="Segoe UI"/>
              </a:defRPr>
            </a:lvl1pPr>
          </a:lstStyle>
          <a:p>
            <a:pPr indent="0" algn="l" defTabSz="932760">
              <a:lnSpc>
                <a:spcPct val="100000"/>
              </a:lnSpc>
              <a:spcBef>
                <a:spcPts val="241"/>
              </a:spcBef>
              <a:buNone/>
              <a:tabLst>
                <a:tab pos="0" algn="l"/>
              </a:tabLst>
              <a:defRPr/>
            </a:pPr>
            <a:r>
              <a:rPr lang="en-US" sz="1200" b="0" u="none" strike="noStrike">
                <a:solidFill>
                  <a:schemeClr val="dk1"/>
                </a:solidFill>
                <a:latin typeface="Segoe UI"/>
              </a:rPr>
              <a:t>Name</a:t>
            </a:r>
          </a:p>
        </p:txBody>
      </p:sp>
      <p:sp>
        <p:nvSpPr>
          <p:cNvPr id="1700473634" name="PlaceHolder 53"/>
          <p:cNvSpPr>
            <a:spLocks noGrp="1"/>
          </p:cNvSpPr>
          <p:nvPr>
            <p:ph type="body" hasCustomPrompt="1"/>
          </p:nvPr>
        </p:nvSpPr>
        <p:spPr bwMode="auto">
          <a:xfrm>
            <a:off x="10478160" y="5766840"/>
            <a:ext cx="1326960" cy="153360"/>
          </a:xfrm>
          <a:prstGeom prst="rect">
            <a:avLst/>
          </a:prstGeom>
          <a:noFill/>
          <a:ln w="0">
            <a:noFill/>
          </a:ln>
        </p:spPr>
        <p:txBody>
          <a:bodyPr lIns="0" tIns="0" rIns="0" bIns="0" anchor="t">
            <a:noAutofit/>
          </a:bodyPr>
          <a:lstStyle>
            <a:lvl1pPr indent="0" algn="l" defTabSz="932760">
              <a:lnSpc>
                <a:spcPct val="100000"/>
              </a:lnSpc>
              <a:spcBef>
                <a:spcPts val="201"/>
              </a:spcBef>
              <a:buNone/>
              <a:tabLst>
                <a:tab pos="0" algn="l"/>
              </a:tabLst>
              <a:defRPr lang="en-US" sz="1000" b="0" u="none" strike="noStrike">
                <a:solidFill>
                  <a:schemeClr val="dk1"/>
                </a:solidFill>
                <a:latin typeface="Segoe UI"/>
              </a:defRPr>
            </a:lvl1pPr>
          </a:lstStyle>
          <a:p>
            <a:pPr indent="0" algn="l" defTabSz="932760">
              <a:lnSpc>
                <a:spcPct val="100000"/>
              </a:lnSpc>
              <a:spcBef>
                <a:spcPts val="201"/>
              </a:spcBef>
              <a:buNone/>
              <a:tabLst>
                <a:tab pos="0" algn="l"/>
              </a:tabLst>
              <a:defRPr/>
            </a:pPr>
            <a:r>
              <a:rPr lang="en-US" sz="1000" b="0" u="none" strike="noStrike">
                <a:solidFill>
                  <a:schemeClr val="dk1"/>
                </a:solidFill>
                <a:latin typeface="Segoe UI"/>
              </a:rPr>
              <a:t>Role or title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blank" preserve="1" userDrawn="1">
  <p:cSld name="Summary page_Big headline">
    <p:bg>
      <p:bgPr>
        <a:solidFill>
          <a:srgbClr val="FFFFFF"/>
        </a:solidFill>
        <a:effectLst/>
      </p:bgPr>
    </p:bg>
    <p:spTree>
      <p:nvGrpSpPr>
        <p:cNvPr id="1" name=""/>
        <p:cNvGrpSpPr/>
        <p:nvPr/>
      </p:nvGrpSpPr>
      <p:grpSpPr bwMode="auto">
        <a:xfrm>
          <a:off x="0" y="0"/>
          <a:ext cx="0" cy="0"/>
          <a:chOff x="0" y="0"/>
          <a:chExt cx="0" cy="0"/>
        </a:xfrm>
      </p:grpSpPr>
      <p:pic>
        <p:nvPicPr>
          <p:cNvPr id="1352758709" name="Picture 34"/>
          <p:cNvPicPr/>
          <p:nvPr userDrawn="1"/>
        </p:nvPicPr>
        <p:blipFill rotWithShape="1">
          <a:blip r:embed="rId2">
            <a:alphaModFix amt="40000"/>
          </a:blip>
          <a:stretch/>
        </p:blipFill>
        <p:spPr bwMode="auto">
          <a:xfrm>
            <a:off x="0" y="720"/>
            <a:ext cx="12191760" cy="6855840"/>
          </a:xfrm>
          <a:prstGeom prst="rect">
            <a:avLst/>
          </a:prstGeom>
          <a:noFill/>
          <a:ln w="0">
            <a:noFill/>
          </a:ln>
        </p:spPr>
      </p:pic>
      <p:pic>
        <p:nvPicPr>
          <p:cNvPr id="1858493571" name="Graphic 5"/>
          <p:cNvPicPr/>
          <p:nvPr/>
        </p:nvPicPr>
        <p:blipFill rotWithShape="1">
          <a:blip r:embed="rId3"/>
          <a:stretch/>
        </p:blipFill>
        <p:spPr bwMode="auto">
          <a:xfrm rot="5400000">
            <a:off x="9510120" y="2743200"/>
            <a:ext cx="6857640" cy="1371240"/>
          </a:xfrm>
          <a:prstGeom prst="rect">
            <a:avLst/>
          </a:prstGeom>
          <a:noFill/>
          <a:ln w="0">
            <a:noFill/>
          </a:ln>
        </p:spPr>
      </p:pic>
      <p:sp>
        <p:nvSpPr>
          <p:cNvPr id="708775135" name="TextBox 2"/>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584183902"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455309014"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914467058" name="Straight Connector 33"/>
          <p:cNvCxnSpPr/>
          <p:nvPr/>
        </p:nvCxnSpPr>
        <p:spPr bwMode="auto">
          <a:xfrm>
            <a:off x="-89640" y="5670360"/>
            <a:ext cx="360" cy="1178280"/>
          </a:xfrm>
          <a:prstGeom prst="straightConnector1">
            <a:avLst/>
          </a:prstGeom>
          <a:ln w="9525" cap="sq">
            <a:solidFill>
              <a:srgbClr val="FF0000"/>
            </a:solidFill>
            <a:miter/>
          </a:ln>
        </p:spPr>
      </p:cxnSp>
      <p:sp>
        <p:nvSpPr>
          <p:cNvPr id="758198440" name="PlaceHolder 1"/>
          <p:cNvSpPr>
            <a:spLocks noGrp="1"/>
          </p:cNvSpPr>
          <p:nvPr>
            <p:ph type="title" hasCustomPrompt="1"/>
          </p:nvPr>
        </p:nvSpPr>
        <p:spPr bwMode="auto">
          <a:xfrm>
            <a:off x="525240" y="2448000"/>
            <a:ext cx="10429920" cy="1015200"/>
          </a:xfrm>
          <a:prstGeom prst="rect">
            <a:avLst/>
          </a:prstGeom>
          <a:noFill/>
          <a:ln w="0">
            <a:noFill/>
          </a:ln>
        </p:spPr>
        <p:txBody>
          <a:bodyPr lIns="0" tIns="0" rIns="0" bIns="0" anchor="b">
            <a:noAutofit/>
          </a:bodyPr>
          <a:lstStyle>
            <a:lvl1pPr indent="0" algn="l" defTabSz="932760">
              <a:lnSpc>
                <a:spcPct val="100000"/>
              </a:lnSpc>
              <a:buNone/>
              <a:defRPr lang="en-US" sz="6600" b="0" u="none" strike="noStrike" spc="-99">
                <a:solidFill>
                  <a:schemeClr val="dk1"/>
                </a:solidFill>
                <a:latin typeface="Segoe UI"/>
              </a:defRPr>
            </a:lvl1pPr>
          </a:lstStyle>
          <a:p>
            <a:pPr indent="0" algn="l" defTabSz="932760">
              <a:lnSpc>
                <a:spcPct val="100000"/>
              </a:lnSpc>
              <a:buNone/>
              <a:defRPr/>
            </a:pPr>
            <a:r>
              <a:rPr lang="en-US" sz="6600" b="0" u="none" strike="noStrike" spc="-99">
                <a:solidFill>
                  <a:schemeClr val="dk1"/>
                </a:solidFill>
                <a:latin typeface="Segoe UI"/>
              </a:rPr>
              <a:t>Big headline</a:t>
            </a:r>
          </a:p>
        </p:txBody>
      </p:sp>
      <p:sp>
        <p:nvSpPr>
          <p:cNvPr id="185377169" name="PlaceHolder 2"/>
          <p:cNvSpPr>
            <a:spLocks noGrp="1"/>
          </p:cNvSpPr>
          <p:nvPr>
            <p:ph type="body"/>
          </p:nvPr>
        </p:nvSpPr>
        <p:spPr bwMode="auto">
          <a:xfrm>
            <a:off x="586440" y="4278240"/>
            <a:ext cx="5055120" cy="706680"/>
          </a:xfrm>
          <a:prstGeom prst="rect">
            <a:avLst/>
          </a:prstGeom>
          <a:noFill/>
          <a:ln w="0">
            <a:noFill/>
          </a:ln>
        </p:spPr>
        <p:txBody>
          <a:bodyPr lIns="0" tIns="0" rIns="0" bIns="0" anchor="t">
            <a:spAutoFit/>
          </a:bodyPr>
          <a:lstStyle>
            <a:lvl1pPr algn="l" defTabSz="932760">
              <a:lnSpc>
                <a:spcPct val="100000"/>
              </a:lnSpc>
              <a:spcBef>
                <a:spcPts val="320"/>
              </a:spcBef>
              <a:buClr>
                <a:srgbClr val="000000"/>
              </a:buClr>
              <a:buSzPct val="90000"/>
              <a:buFont typeface="Arial"/>
              <a:buChar char="•"/>
              <a:defRPr lang="en-US" sz="1600" b="0" u="none" strike="noStrike">
                <a:solidFill>
                  <a:schemeClr val="dk1"/>
                </a:solidFill>
                <a:latin typeface="Segoe UI"/>
              </a:defRPr>
            </a:lvl1pPr>
            <a:lvl2pPr lvl="1" algn="l" defTabSz="932760">
              <a:lnSpc>
                <a:spcPct val="100000"/>
              </a:lnSpc>
              <a:spcBef>
                <a:spcPts val="281"/>
              </a:spcBef>
              <a:buClr>
                <a:srgbClr val="000000"/>
              </a:buClr>
              <a:buSzPct val="90000"/>
              <a:buFont typeface="Arial"/>
              <a:buChar char="•"/>
              <a:defRPr lang="en-US" sz="1400" b="0" u="none" strike="noStrike">
                <a:solidFill>
                  <a:schemeClr val="dk1"/>
                </a:solidFill>
                <a:latin typeface="Segoe UI"/>
              </a:defRPr>
            </a:lvl2pPr>
            <a:lvl3pPr lvl="2" algn="l" defTabSz="932760">
              <a:lnSpc>
                <a:spcPct val="100000"/>
              </a:lnSpc>
              <a:spcBef>
                <a:spcPts val="241"/>
              </a:spcBef>
              <a:buClr>
                <a:srgbClr val="000000"/>
              </a:buClr>
              <a:buSzPct val="90000"/>
              <a:buFont typeface="Arial"/>
              <a:buChar char="•"/>
              <a:defRPr lang="en-US" sz="1200" b="0" u="none" strike="noStrike">
                <a:solidFill>
                  <a:schemeClr val="dk1"/>
                </a:solidFill>
                <a:latin typeface="Segoe UI"/>
              </a:defRPr>
            </a:lvl3pPr>
          </a:lstStyle>
          <a:p>
            <a:pPr marL="137160" indent="-137160" algn="l" defTabSz="932760">
              <a:lnSpc>
                <a:spcPct val="100000"/>
              </a:lnSpc>
              <a:spcBef>
                <a:spcPts val="320"/>
              </a:spcBef>
              <a:buClr>
                <a:srgbClr val="000000"/>
              </a:buClr>
              <a:buSzPct val="90000"/>
              <a:buFont typeface="Arial"/>
              <a:buChar char="•"/>
              <a:defRPr/>
            </a:pPr>
            <a:r>
              <a:rPr lang="en-US" sz="1600" b="0" u="none" strike="noStrike">
                <a:solidFill>
                  <a:schemeClr val="dk1"/>
                </a:solidFill>
                <a:latin typeface="Segoe UI"/>
              </a:rPr>
              <a:t>Click to edit Master text styles</a:t>
            </a:r>
          </a:p>
          <a:p>
            <a:pPr marL="265320" lvl="1" indent="-128160" algn="l" defTabSz="932760">
              <a:lnSpc>
                <a:spcPct val="100000"/>
              </a:lnSpc>
              <a:spcBef>
                <a:spcPts val="281"/>
              </a:spcBef>
              <a:buClr>
                <a:srgbClr val="000000"/>
              </a:buClr>
              <a:buSzPct val="90000"/>
              <a:buFont typeface="Arial"/>
              <a:buChar char="•"/>
              <a:defRPr/>
            </a:pPr>
            <a:r>
              <a:rPr lang="en-US" sz="1400" b="0" u="none" strike="noStrike">
                <a:solidFill>
                  <a:schemeClr val="dk1"/>
                </a:solidFill>
                <a:latin typeface="Segoe UI"/>
              </a:rPr>
              <a:t>Second level</a:t>
            </a:r>
          </a:p>
          <a:p>
            <a:pPr marL="384120" lvl="2" indent="-118800" algn="l" defTabSz="932760">
              <a:lnSpc>
                <a:spcPct val="100000"/>
              </a:lnSpc>
              <a:spcBef>
                <a:spcPts val="241"/>
              </a:spcBef>
              <a:buClr>
                <a:srgbClr val="000000"/>
              </a:buClr>
              <a:buSzPct val="90000"/>
              <a:buFont typeface="Arial"/>
              <a:buChar char="•"/>
              <a:defRPr/>
            </a:pPr>
            <a:r>
              <a:rPr lang="en-US" sz="1200" b="0" u="none" strike="noStrike">
                <a:solidFill>
                  <a:schemeClr val="dk1"/>
                </a:solidFill>
                <a:latin typeface="Segoe UI"/>
              </a:rPr>
              <a:t>Third level</a:t>
            </a:r>
          </a:p>
        </p:txBody>
      </p:sp>
      <p:sp>
        <p:nvSpPr>
          <p:cNvPr id="2025730564" name="PlaceHolder 3"/>
          <p:cNvSpPr>
            <a:spLocks noGrp="1"/>
          </p:cNvSpPr>
          <p:nvPr>
            <p:ph type="body"/>
          </p:nvPr>
        </p:nvSpPr>
        <p:spPr bwMode="auto">
          <a:xfrm>
            <a:off x="6246360" y="4278240"/>
            <a:ext cx="5055120" cy="706680"/>
          </a:xfrm>
          <a:prstGeom prst="rect">
            <a:avLst/>
          </a:prstGeom>
          <a:noFill/>
          <a:ln w="0">
            <a:noFill/>
          </a:ln>
        </p:spPr>
        <p:txBody>
          <a:bodyPr lIns="0" tIns="0" rIns="0" bIns="0" anchor="t">
            <a:spAutoFit/>
          </a:bodyPr>
          <a:lstStyle>
            <a:lvl1pPr algn="l" defTabSz="932760">
              <a:lnSpc>
                <a:spcPct val="100000"/>
              </a:lnSpc>
              <a:spcBef>
                <a:spcPts val="320"/>
              </a:spcBef>
              <a:buClr>
                <a:srgbClr val="000000"/>
              </a:buClr>
              <a:buSzPct val="90000"/>
              <a:buFont typeface="Arial"/>
              <a:buChar char="•"/>
              <a:defRPr lang="en-US" sz="1600" b="0" u="none" strike="noStrike">
                <a:solidFill>
                  <a:schemeClr val="dk1"/>
                </a:solidFill>
                <a:latin typeface="Segoe UI"/>
              </a:defRPr>
            </a:lvl1pPr>
            <a:lvl2pPr lvl="1" algn="l" defTabSz="932760">
              <a:lnSpc>
                <a:spcPct val="100000"/>
              </a:lnSpc>
              <a:spcBef>
                <a:spcPts val="281"/>
              </a:spcBef>
              <a:buClr>
                <a:srgbClr val="000000"/>
              </a:buClr>
              <a:buSzPct val="90000"/>
              <a:buFont typeface="Arial"/>
              <a:buChar char="•"/>
              <a:defRPr lang="en-US" sz="1400" b="0" u="none" strike="noStrike">
                <a:solidFill>
                  <a:schemeClr val="dk1"/>
                </a:solidFill>
                <a:latin typeface="Segoe UI"/>
              </a:defRPr>
            </a:lvl2pPr>
            <a:lvl3pPr lvl="2" algn="l" defTabSz="932760">
              <a:lnSpc>
                <a:spcPct val="100000"/>
              </a:lnSpc>
              <a:spcBef>
                <a:spcPts val="241"/>
              </a:spcBef>
              <a:buClr>
                <a:srgbClr val="000000"/>
              </a:buClr>
              <a:buSzPct val="90000"/>
              <a:buFont typeface="Arial"/>
              <a:buChar char="•"/>
              <a:defRPr lang="en-US" sz="1200" b="0" u="none" strike="noStrike">
                <a:solidFill>
                  <a:schemeClr val="dk1"/>
                </a:solidFill>
                <a:latin typeface="Segoe UI"/>
              </a:defRPr>
            </a:lvl3pPr>
          </a:lstStyle>
          <a:p>
            <a:pPr marL="137160" indent="-137160" algn="l" defTabSz="932760">
              <a:lnSpc>
                <a:spcPct val="100000"/>
              </a:lnSpc>
              <a:spcBef>
                <a:spcPts val="320"/>
              </a:spcBef>
              <a:buClr>
                <a:srgbClr val="000000"/>
              </a:buClr>
              <a:buSzPct val="90000"/>
              <a:buFont typeface="Arial"/>
              <a:buChar char="•"/>
              <a:defRPr/>
            </a:pPr>
            <a:r>
              <a:rPr lang="en-US" sz="1600" b="0" u="none" strike="noStrike">
                <a:solidFill>
                  <a:schemeClr val="dk1"/>
                </a:solidFill>
                <a:latin typeface="Segoe UI"/>
              </a:rPr>
              <a:t>Click to edit Master text styles</a:t>
            </a:r>
          </a:p>
          <a:p>
            <a:pPr marL="265320" lvl="1" indent="-128160" algn="l" defTabSz="932760">
              <a:lnSpc>
                <a:spcPct val="100000"/>
              </a:lnSpc>
              <a:spcBef>
                <a:spcPts val="281"/>
              </a:spcBef>
              <a:buClr>
                <a:srgbClr val="000000"/>
              </a:buClr>
              <a:buSzPct val="90000"/>
              <a:buFont typeface="Arial"/>
              <a:buChar char="•"/>
              <a:defRPr/>
            </a:pPr>
            <a:r>
              <a:rPr lang="en-US" sz="1400" b="0" u="none" strike="noStrike">
                <a:solidFill>
                  <a:schemeClr val="dk1"/>
                </a:solidFill>
                <a:latin typeface="Segoe UI"/>
              </a:rPr>
              <a:t>Second level</a:t>
            </a:r>
          </a:p>
          <a:p>
            <a:pPr marL="384120" lvl="2" indent="-118800" algn="l" defTabSz="932760">
              <a:lnSpc>
                <a:spcPct val="100000"/>
              </a:lnSpc>
              <a:spcBef>
                <a:spcPts val="241"/>
              </a:spcBef>
              <a:buClr>
                <a:srgbClr val="000000"/>
              </a:buClr>
              <a:buSzPct val="90000"/>
              <a:buFont typeface="Arial"/>
              <a:buChar char="•"/>
              <a:defRPr/>
            </a:pPr>
            <a:r>
              <a:rPr lang="en-US" sz="1200" b="0" u="none" strike="noStrike">
                <a:solidFill>
                  <a:schemeClr val="dk1"/>
                </a:solidFill>
                <a:latin typeface="Segoe UI"/>
              </a:rPr>
              <a:t>Third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blank" preserve="1" userDrawn="1">
  <p:cSld name="Quote_Yellow">
    <p:bg>
      <p:bgPr>
        <a:solidFill>
          <a:srgbClr val="C5B4E3"/>
        </a:solidFill>
        <a:effectLst/>
      </p:bgPr>
    </p:bg>
    <p:spTree>
      <p:nvGrpSpPr>
        <p:cNvPr id="1" name=""/>
        <p:cNvGrpSpPr/>
        <p:nvPr/>
      </p:nvGrpSpPr>
      <p:grpSpPr bwMode="auto">
        <a:xfrm>
          <a:off x="0" y="0"/>
          <a:ext cx="0" cy="0"/>
          <a:chOff x="0" y="0"/>
          <a:chExt cx="0" cy="0"/>
        </a:xfrm>
      </p:grpSpPr>
      <p:pic>
        <p:nvPicPr>
          <p:cNvPr id="1263248119" name="Picture 34" hidden="1"/>
          <p:cNvPicPr/>
          <p:nvPr/>
        </p:nvPicPr>
        <p:blipFill rotWithShape="1">
          <a:blip r:embed="rId2">
            <a:alphaModFix amt="40000"/>
          </a:blip>
          <a:stretch/>
        </p:blipFill>
        <p:spPr bwMode="auto">
          <a:xfrm>
            <a:off x="0" y="720"/>
            <a:ext cx="12191760" cy="6855840"/>
          </a:xfrm>
          <a:prstGeom prst="rect">
            <a:avLst/>
          </a:prstGeom>
          <a:noFill/>
          <a:ln w="0">
            <a:noFill/>
          </a:ln>
        </p:spPr>
      </p:pic>
      <p:pic>
        <p:nvPicPr>
          <p:cNvPr id="826807362" name="Graphic 5" hidden="1"/>
          <p:cNvPicPr/>
          <p:nvPr/>
        </p:nvPicPr>
        <p:blipFill rotWithShape="1">
          <a:blip r:embed="rId3"/>
          <a:stretch/>
        </p:blipFill>
        <p:spPr bwMode="auto">
          <a:xfrm rot="5400000">
            <a:off x="9510120" y="2743200"/>
            <a:ext cx="6857640" cy="1371240"/>
          </a:xfrm>
          <a:prstGeom prst="rect">
            <a:avLst/>
          </a:prstGeom>
          <a:noFill/>
          <a:ln w="0">
            <a:noFill/>
          </a:ln>
        </p:spPr>
      </p:pic>
      <p:sp>
        <p:nvSpPr>
          <p:cNvPr id="1954937902" name="TextBox 2" hidden="1"/>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1140325437"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173231743"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1207848889" name="Straight Connector 33"/>
          <p:cNvCxnSpPr/>
          <p:nvPr/>
        </p:nvCxnSpPr>
        <p:spPr bwMode="auto">
          <a:xfrm>
            <a:off x="-89640" y="5670360"/>
            <a:ext cx="360" cy="1178280"/>
          </a:xfrm>
          <a:prstGeom prst="straightConnector1">
            <a:avLst/>
          </a:prstGeom>
          <a:ln w="9525" cap="sq">
            <a:solidFill>
              <a:srgbClr val="FF0000"/>
            </a:solidFill>
            <a:miter/>
          </a:ln>
        </p:spPr>
      </p:cxnSp>
      <p:pic>
        <p:nvPicPr>
          <p:cNvPr id="2127015911" name="Picture 2"/>
          <p:cNvPicPr/>
          <p:nvPr/>
        </p:nvPicPr>
        <p:blipFill rotWithShape="1">
          <a:blip r:embed="rId4">
            <a:alphaModFix amt="30000"/>
          </a:blip>
          <a:stretch/>
        </p:blipFill>
        <p:spPr bwMode="auto">
          <a:xfrm>
            <a:off x="721080" y="-1430280"/>
            <a:ext cx="6490440" cy="4743000"/>
          </a:xfrm>
          <a:prstGeom prst="rect">
            <a:avLst/>
          </a:prstGeom>
          <a:noFill/>
          <a:ln w="0">
            <a:noFill/>
          </a:ln>
        </p:spPr>
      </p:pic>
      <p:pic>
        <p:nvPicPr>
          <p:cNvPr id="1009145574" name="Picture 6"/>
          <p:cNvPicPr/>
          <p:nvPr/>
        </p:nvPicPr>
        <p:blipFill rotWithShape="1">
          <a:blip r:embed="rId4">
            <a:alphaModFix amt="30000"/>
          </a:blip>
          <a:stretch/>
        </p:blipFill>
        <p:spPr bwMode="auto">
          <a:xfrm rot="10800000">
            <a:off x="8186760" y="3861000"/>
            <a:ext cx="4624200" cy="3379320"/>
          </a:xfrm>
          <a:prstGeom prst="rect">
            <a:avLst/>
          </a:prstGeom>
          <a:noFill/>
          <a:ln w="0">
            <a:noFill/>
          </a:ln>
        </p:spPr>
      </p:pic>
      <p:sp>
        <p:nvSpPr>
          <p:cNvPr id="561883660" name="PlaceHolder 1"/>
          <p:cNvSpPr>
            <a:spLocks noGrp="1"/>
          </p:cNvSpPr>
          <p:nvPr>
            <p:ph type="body"/>
          </p:nvPr>
        </p:nvSpPr>
        <p:spPr bwMode="auto">
          <a:xfrm>
            <a:off x="1535040" y="2624400"/>
            <a:ext cx="9143640" cy="615240"/>
          </a:xfrm>
          <a:prstGeom prst="rect">
            <a:avLst/>
          </a:prstGeom>
          <a:noFill/>
          <a:ln w="0">
            <a:noFill/>
          </a:ln>
        </p:spPr>
        <p:txBody>
          <a:bodyPr lIns="0" tIns="0" rIns="0" bIns="0" anchor="ctr">
            <a:noAutofit/>
          </a:bodyPr>
          <a:lstStyle>
            <a:lvl1pPr indent="0" algn="ctr" defTabSz="932760">
              <a:lnSpc>
                <a:spcPct val="100000"/>
              </a:lnSpc>
              <a:buNone/>
              <a:tabLst>
                <a:tab pos="0" algn="l"/>
              </a:tabLst>
              <a:defRPr lang="en-US" sz="4000" b="0" u="none" strike="noStrike" spc="-51">
                <a:solidFill>
                  <a:schemeClr val="dk1"/>
                </a:solidFill>
                <a:latin typeface="Segoe UI"/>
              </a:defRPr>
            </a:lvl1pPr>
          </a:lstStyle>
          <a:p>
            <a:pPr indent="0" algn="ctr" defTabSz="932760">
              <a:lnSpc>
                <a:spcPct val="100000"/>
              </a:lnSpc>
              <a:buNone/>
              <a:tabLst>
                <a:tab pos="0" algn="l"/>
              </a:tabLst>
              <a:defRPr/>
            </a:pPr>
            <a:r>
              <a:rPr lang="en-US" sz="4000" b="0" u="none" strike="noStrike" spc="-51">
                <a:solidFill>
                  <a:schemeClr val="dk1"/>
                </a:solidFill>
                <a:latin typeface="Segoe UI"/>
              </a:rPr>
              <a:t>Click to edit Master text styles</a:t>
            </a:r>
            <a:endParaRPr lang="en-US" sz="4000" b="0" u="none" strike="noStrike">
              <a:solidFill>
                <a:schemeClr val="dk1"/>
              </a:solidFill>
              <a:latin typeface="Segoe UI"/>
            </a:endParaRPr>
          </a:p>
        </p:txBody>
      </p:sp>
      <p:sp>
        <p:nvSpPr>
          <p:cNvPr id="1216843796" name="PlaceHolder 2"/>
          <p:cNvSpPr>
            <a:spLocks noGrp="1"/>
          </p:cNvSpPr>
          <p:nvPr>
            <p:ph type="body"/>
          </p:nvPr>
        </p:nvSpPr>
        <p:spPr bwMode="auto">
          <a:xfrm>
            <a:off x="1535040" y="4712039"/>
            <a:ext cx="9143640" cy="245880"/>
          </a:xfrm>
          <a:prstGeom prst="rect">
            <a:avLst/>
          </a:prstGeom>
          <a:noFill/>
          <a:ln w="0">
            <a:noFill/>
          </a:ln>
        </p:spPr>
        <p:txBody>
          <a:bodyPr lIns="0" tIns="0" rIns="0" bIns="0" anchor="t">
            <a:noAutofit/>
          </a:bodyPr>
          <a:lstStyle>
            <a:lvl1pPr indent="0" algn="ctr" defTabSz="932760">
              <a:lnSpc>
                <a:spcPct val="100000"/>
              </a:lnSpc>
              <a:spcBef>
                <a:spcPts val="320"/>
              </a:spcBef>
              <a:buNone/>
              <a:tabLst>
                <a:tab pos="0" algn="l"/>
              </a:tabLst>
              <a:defRPr lang="en-US" sz="1600" b="0" u="none" strike="noStrike">
                <a:solidFill>
                  <a:schemeClr val="dk1"/>
                </a:solidFill>
                <a:latin typeface="Segoe UI Semibold"/>
              </a:defRPr>
            </a:lvl1pPr>
          </a:lstStyle>
          <a:p>
            <a:pPr indent="0" algn="ctr" defTabSz="932760">
              <a:lnSpc>
                <a:spcPct val="100000"/>
              </a:lnSpc>
              <a:spcBef>
                <a:spcPts val="320"/>
              </a:spcBef>
              <a:buNone/>
              <a:tabLst>
                <a:tab pos="0" algn="l"/>
              </a:tabLst>
              <a:defRPr/>
            </a:pPr>
            <a:r>
              <a:rPr lang="en-US" sz="1600" b="0" u="none" strike="noStrike">
                <a:solidFill>
                  <a:schemeClr val="dk1"/>
                </a:solidFill>
                <a:latin typeface="Segoe UI Semibold"/>
              </a:rPr>
              <a:t>Click to edit Master text styles</a:t>
            </a:r>
            <a:endParaRPr lang="en-US" sz="1600" b="0" u="none" strike="noStrike">
              <a:solidFill>
                <a:schemeClr val="dk1"/>
              </a:solidFill>
              <a:latin typeface="Segoe UI"/>
            </a:endParaRPr>
          </a:p>
        </p:txBody>
      </p:sp>
      <p:sp>
        <p:nvSpPr>
          <p:cNvPr id="745430407" name="PlaceHolder 3"/>
          <p:cNvSpPr>
            <a:spLocks noGrp="1"/>
          </p:cNvSpPr>
          <p:nvPr>
            <p:ph type="body"/>
          </p:nvPr>
        </p:nvSpPr>
        <p:spPr bwMode="auto">
          <a:xfrm>
            <a:off x="1535040" y="5010840"/>
            <a:ext cx="9143640" cy="184320"/>
          </a:xfrm>
          <a:prstGeom prst="rect">
            <a:avLst/>
          </a:prstGeom>
          <a:noFill/>
          <a:ln w="0">
            <a:noFill/>
          </a:ln>
        </p:spPr>
        <p:txBody>
          <a:bodyPr lIns="0" tIns="0" rIns="0" bIns="0" anchor="t">
            <a:noAutofit/>
          </a:bodyPr>
          <a:lstStyle>
            <a:lvl1pPr indent="0" algn="ctr" defTabSz="932760">
              <a:lnSpc>
                <a:spcPct val="100000"/>
              </a:lnSpc>
              <a:spcBef>
                <a:spcPts val="241"/>
              </a:spcBef>
              <a:buNone/>
              <a:tabLst>
                <a:tab pos="0" algn="l"/>
              </a:tabLst>
              <a:defRPr lang="en-US" sz="1200" b="0" u="none" strike="noStrike">
                <a:solidFill>
                  <a:schemeClr val="dk1"/>
                </a:solidFill>
                <a:latin typeface="Segoe UI"/>
              </a:defRPr>
            </a:lvl1pPr>
          </a:lstStyle>
          <a:p>
            <a:pPr indent="0" algn="ctr" defTabSz="932760">
              <a:lnSpc>
                <a:spcPct val="100000"/>
              </a:lnSpc>
              <a:spcBef>
                <a:spcPts val="241"/>
              </a:spcBef>
              <a:buNone/>
              <a:tabLst>
                <a:tab pos="0" algn="l"/>
              </a:tabLst>
              <a:defRPr/>
            </a:pPr>
            <a:r>
              <a:rPr lang="en-US" sz="1200" b="0" u="none" strike="noStrike">
                <a:solidFill>
                  <a:schemeClr val="dk1"/>
                </a:solidFill>
                <a:latin typeface="Segoe UI"/>
              </a:rPr>
              <a:t>Click to 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blank" preserve="1" userDrawn="1">
  <p:cSld name="Quote_Purple">
    <p:bg>
      <p:bgPr>
        <a:solidFill>
          <a:srgbClr val="B9DCD2"/>
        </a:solidFill>
        <a:effectLst/>
      </p:bgPr>
    </p:bg>
    <p:spTree>
      <p:nvGrpSpPr>
        <p:cNvPr id="1" name=""/>
        <p:cNvGrpSpPr/>
        <p:nvPr/>
      </p:nvGrpSpPr>
      <p:grpSpPr bwMode="auto">
        <a:xfrm>
          <a:off x="0" y="0"/>
          <a:ext cx="0" cy="0"/>
          <a:chOff x="0" y="0"/>
          <a:chExt cx="0" cy="0"/>
        </a:xfrm>
      </p:grpSpPr>
      <p:pic>
        <p:nvPicPr>
          <p:cNvPr id="661994551" name="Picture 34" hidden="1"/>
          <p:cNvPicPr/>
          <p:nvPr/>
        </p:nvPicPr>
        <p:blipFill rotWithShape="1">
          <a:blip r:embed="rId2">
            <a:alphaModFix amt="40000"/>
          </a:blip>
          <a:stretch/>
        </p:blipFill>
        <p:spPr bwMode="auto">
          <a:xfrm>
            <a:off x="0" y="720"/>
            <a:ext cx="12191760" cy="6855840"/>
          </a:xfrm>
          <a:prstGeom prst="rect">
            <a:avLst/>
          </a:prstGeom>
          <a:noFill/>
          <a:ln w="0">
            <a:noFill/>
          </a:ln>
        </p:spPr>
      </p:pic>
      <p:pic>
        <p:nvPicPr>
          <p:cNvPr id="1565005522" name="Graphic 5" hidden="1"/>
          <p:cNvPicPr/>
          <p:nvPr/>
        </p:nvPicPr>
        <p:blipFill rotWithShape="1">
          <a:blip r:embed="rId3"/>
          <a:stretch/>
        </p:blipFill>
        <p:spPr bwMode="auto">
          <a:xfrm rot="5400000">
            <a:off x="9510120" y="2743200"/>
            <a:ext cx="6857640" cy="1371240"/>
          </a:xfrm>
          <a:prstGeom prst="rect">
            <a:avLst/>
          </a:prstGeom>
          <a:noFill/>
          <a:ln w="0">
            <a:noFill/>
          </a:ln>
        </p:spPr>
      </p:pic>
      <p:sp>
        <p:nvSpPr>
          <p:cNvPr id="2043499705" name="TextBox 2" hidden="1"/>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777732137"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1887213925"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652030737" name="Straight Connector 33"/>
          <p:cNvCxnSpPr/>
          <p:nvPr/>
        </p:nvCxnSpPr>
        <p:spPr bwMode="auto">
          <a:xfrm>
            <a:off x="-89640" y="5670360"/>
            <a:ext cx="360" cy="1178280"/>
          </a:xfrm>
          <a:prstGeom prst="straightConnector1">
            <a:avLst/>
          </a:prstGeom>
          <a:ln w="9525" cap="sq">
            <a:solidFill>
              <a:srgbClr val="FF0000"/>
            </a:solidFill>
            <a:miter/>
          </a:ln>
        </p:spPr>
      </p:cxnSp>
      <p:pic>
        <p:nvPicPr>
          <p:cNvPr id="841380669" name="Picture 5"/>
          <p:cNvPicPr/>
          <p:nvPr/>
        </p:nvPicPr>
        <p:blipFill rotWithShape="1">
          <a:blip r:embed="rId4">
            <a:alphaModFix amt="20000"/>
          </a:blip>
          <a:stretch/>
        </p:blipFill>
        <p:spPr bwMode="auto">
          <a:xfrm>
            <a:off x="721080" y="-1430280"/>
            <a:ext cx="6490440" cy="4743000"/>
          </a:xfrm>
          <a:prstGeom prst="rect">
            <a:avLst/>
          </a:prstGeom>
          <a:noFill/>
          <a:ln w="0">
            <a:noFill/>
          </a:ln>
        </p:spPr>
      </p:pic>
      <p:pic>
        <p:nvPicPr>
          <p:cNvPr id="1415894324" name="Picture 6"/>
          <p:cNvPicPr/>
          <p:nvPr/>
        </p:nvPicPr>
        <p:blipFill rotWithShape="1">
          <a:blip r:embed="rId4">
            <a:alphaModFix amt="20000"/>
          </a:blip>
          <a:stretch/>
        </p:blipFill>
        <p:spPr bwMode="auto">
          <a:xfrm rot="10800000">
            <a:off x="8186760" y="3861000"/>
            <a:ext cx="4624200" cy="3379320"/>
          </a:xfrm>
          <a:prstGeom prst="rect">
            <a:avLst/>
          </a:prstGeom>
          <a:noFill/>
          <a:ln w="0">
            <a:noFill/>
          </a:ln>
        </p:spPr>
      </p:pic>
      <p:sp>
        <p:nvSpPr>
          <p:cNvPr id="1515724864" name="PlaceHolder 1"/>
          <p:cNvSpPr>
            <a:spLocks noGrp="1"/>
          </p:cNvSpPr>
          <p:nvPr>
            <p:ph type="body"/>
          </p:nvPr>
        </p:nvSpPr>
        <p:spPr bwMode="auto">
          <a:xfrm>
            <a:off x="1535040" y="2624400"/>
            <a:ext cx="9143640" cy="615240"/>
          </a:xfrm>
          <a:prstGeom prst="rect">
            <a:avLst/>
          </a:prstGeom>
          <a:noFill/>
          <a:ln w="0">
            <a:noFill/>
          </a:ln>
        </p:spPr>
        <p:txBody>
          <a:bodyPr lIns="0" tIns="0" rIns="0" bIns="0" anchor="ctr">
            <a:noAutofit/>
          </a:bodyPr>
          <a:lstStyle>
            <a:lvl1pPr indent="0" algn="ctr" defTabSz="932760">
              <a:lnSpc>
                <a:spcPct val="100000"/>
              </a:lnSpc>
              <a:buNone/>
              <a:tabLst>
                <a:tab pos="0" algn="l"/>
              </a:tabLst>
              <a:defRPr lang="en-US" sz="4000" b="0" u="none" strike="noStrike" spc="-51">
                <a:solidFill>
                  <a:schemeClr val="dk1"/>
                </a:solidFill>
                <a:latin typeface="Segoe UI"/>
              </a:defRPr>
            </a:lvl1pPr>
          </a:lstStyle>
          <a:p>
            <a:pPr indent="0" algn="ctr" defTabSz="932760">
              <a:lnSpc>
                <a:spcPct val="100000"/>
              </a:lnSpc>
              <a:buNone/>
              <a:tabLst>
                <a:tab pos="0" algn="l"/>
              </a:tabLst>
              <a:defRPr/>
            </a:pPr>
            <a:r>
              <a:rPr lang="en-US" sz="4000" b="0" u="none" strike="noStrike" spc="-51">
                <a:solidFill>
                  <a:schemeClr val="dk1"/>
                </a:solidFill>
                <a:latin typeface="Segoe UI"/>
              </a:rPr>
              <a:t>Click to edit Master text styles</a:t>
            </a:r>
            <a:endParaRPr lang="en-US" sz="4000" b="0" u="none" strike="noStrike">
              <a:solidFill>
                <a:schemeClr val="dk1"/>
              </a:solidFill>
              <a:latin typeface="Segoe UI"/>
            </a:endParaRPr>
          </a:p>
        </p:txBody>
      </p:sp>
      <p:sp>
        <p:nvSpPr>
          <p:cNvPr id="428253415" name="PlaceHolder 2"/>
          <p:cNvSpPr>
            <a:spLocks noGrp="1"/>
          </p:cNvSpPr>
          <p:nvPr>
            <p:ph type="body"/>
          </p:nvPr>
        </p:nvSpPr>
        <p:spPr bwMode="auto">
          <a:xfrm>
            <a:off x="1535040" y="4712039"/>
            <a:ext cx="9143640" cy="245880"/>
          </a:xfrm>
          <a:prstGeom prst="rect">
            <a:avLst/>
          </a:prstGeom>
          <a:noFill/>
          <a:ln w="0">
            <a:noFill/>
          </a:ln>
        </p:spPr>
        <p:txBody>
          <a:bodyPr lIns="0" tIns="0" rIns="0" bIns="0" anchor="t">
            <a:noAutofit/>
          </a:bodyPr>
          <a:lstStyle>
            <a:lvl1pPr indent="0" algn="ctr" defTabSz="932760">
              <a:lnSpc>
                <a:spcPct val="100000"/>
              </a:lnSpc>
              <a:spcBef>
                <a:spcPts val="320"/>
              </a:spcBef>
              <a:buNone/>
              <a:tabLst>
                <a:tab pos="0" algn="l"/>
              </a:tabLst>
              <a:defRPr lang="en-US" sz="1600" b="0" u="none" strike="noStrike">
                <a:solidFill>
                  <a:schemeClr val="dk1"/>
                </a:solidFill>
                <a:latin typeface="Segoe UI Semibold"/>
              </a:defRPr>
            </a:lvl1pPr>
          </a:lstStyle>
          <a:p>
            <a:pPr indent="0" algn="ctr" defTabSz="932760">
              <a:lnSpc>
                <a:spcPct val="100000"/>
              </a:lnSpc>
              <a:spcBef>
                <a:spcPts val="320"/>
              </a:spcBef>
              <a:buNone/>
              <a:tabLst>
                <a:tab pos="0" algn="l"/>
              </a:tabLst>
              <a:defRPr/>
            </a:pPr>
            <a:r>
              <a:rPr lang="en-US" sz="1600" b="0" u="none" strike="noStrike">
                <a:solidFill>
                  <a:schemeClr val="dk1"/>
                </a:solidFill>
                <a:latin typeface="Segoe UI Semibold"/>
              </a:rPr>
              <a:t>Click to edit Master text styles</a:t>
            </a:r>
            <a:endParaRPr lang="en-US" sz="1600" b="0" u="none" strike="noStrike">
              <a:solidFill>
                <a:schemeClr val="dk1"/>
              </a:solidFill>
              <a:latin typeface="Segoe UI"/>
            </a:endParaRPr>
          </a:p>
        </p:txBody>
      </p:sp>
      <p:sp>
        <p:nvSpPr>
          <p:cNvPr id="1161008904" name="PlaceHolder 3"/>
          <p:cNvSpPr>
            <a:spLocks noGrp="1"/>
          </p:cNvSpPr>
          <p:nvPr>
            <p:ph type="body"/>
          </p:nvPr>
        </p:nvSpPr>
        <p:spPr bwMode="auto">
          <a:xfrm>
            <a:off x="1536120" y="5010840"/>
            <a:ext cx="9143640" cy="184320"/>
          </a:xfrm>
          <a:prstGeom prst="rect">
            <a:avLst/>
          </a:prstGeom>
          <a:noFill/>
          <a:ln w="0">
            <a:noFill/>
          </a:ln>
        </p:spPr>
        <p:txBody>
          <a:bodyPr lIns="0" tIns="0" rIns="0" bIns="0" anchor="t">
            <a:noAutofit/>
          </a:bodyPr>
          <a:lstStyle>
            <a:lvl1pPr indent="0" algn="ctr" defTabSz="932760">
              <a:lnSpc>
                <a:spcPct val="100000"/>
              </a:lnSpc>
              <a:spcBef>
                <a:spcPts val="241"/>
              </a:spcBef>
              <a:buNone/>
              <a:tabLst>
                <a:tab pos="0" algn="l"/>
              </a:tabLst>
              <a:defRPr lang="en-US" sz="1200" b="0" u="none" strike="noStrike">
                <a:solidFill>
                  <a:schemeClr val="dk1"/>
                </a:solidFill>
                <a:latin typeface="Segoe UI"/>
              </a:defRPr>
            </a:lvl1pPr>
          </a:lstStyle>
          <a:p>
            <a:pPr indent="0" algn="ctr" defTabSz="932760">
              <a:lnSpc>
                <a:spcPct val="100000"/>
              </a:lnSpc>
              <a:spcBef>
                <a:spcPts val="241"/>
              </a:spcBef>
              <a:buNone/>
              <a:tabLst>
                <a:tab pos="0" algn="l"/>
              </a:tabLst>
              <a:defRPr/>
            </a:pPr>
            <a:r>
              <a:rPr lang="en-US" sz="1200" b="0" u="none" strike="noStrike">
                <a:solidFill>
                  <a:schemeClr val="dk1"/>
                </a:solidFill>
                <a:latin typeface="Segoe UI"/>
              </a:rPr>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blank" preserve="1" userDrawn="1">
  <p:cSld name="1-column_Text">
    <p:bg>
      <p:bgPr>
        <a:solidFill>
          <a:srgbClr val="FFFFFF"/>
        </a:solidFill>
        <a:effectLst/>
      </p:bgPr>
    </p:bg>
    <p:spTree>
      <p:nvGrpSpPr>
        <p:cNvPr id="1" name=""/>
        <p:cNvGrpSpPr/>
        <p:nvPr/>
      </p:nvGrpSpPr>
      <p:grpSpPr bwMode="auto">
        <a:xfrm>
          <a:off x="0" y="0"/>
          <a:ext cx="0" cy="0"/>
          <a:chOff x="0" y="0"/>
          <a:chExt cx="0" cy="0"/>
        </a:xfrm>
      </p:grpSpPr>
      <p:pic>
        <p:nvPicPr>
          <p:cNvPr id="1137102277" name="Picture 34"/>
          <p:cNvPicPr/>
          <p:nvPr/>
        </p:nvPicPr>
        <p:blipFill rotWithShape="1">
          <a:blip r:embed="rId2">
            <a:alphaModFix amt="40000"/>
          </a:blip>
          <a:stretch/>
        </p:blipFill>
        <p:spPr bwMode="auto">
          <a:xfrm>
            <a:off x="0" y="720"/>
            <a:ext cx="12191760" cy="6855840"/>
          </a:xfrm>
          <a:prstGeom prst="rect">
            <a:avLst/>
          </a:prstGeom>
          <a:noFill/>
          <a:ln w="0">
            <a:noFill/>
          </a:ln>
        </p:spPr>
      </p:pic>
      <p:pic>
        <p:nvPicPr>
          <p:cNvPr id="228896983" name="Graphic 5"/>
          <p:cNvPicPr/>
          <p:nvPr/>
        </p:nvPicPr>
        <p:blipFill rotWithShape="1">
          <a:blip r:embed="rId3"/>
          <a:stretch/>
        </p:blipFill>
        <p:spPr bwMode="auto">
          <a:xfrm rot="5400000">
            <a:off x="9510120" y="2743200"/>
            <a:ext cx="6857640" cy="1371240"/>
          </a:xfrm>
          <a:prstGeom prst="rect">
            <a:avLst/>
          </a:prstGeom>
          <a:noFill/>
          <a:ln w="0">
            <a:noFill/>
          </a:ln>
        </p:spPr>
      </p:pic>
      <p:sp>
        <p:nvSpPr>
          <p:cNvPr id="1727429878" name="TextBox 2"/>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585677611"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1423765051"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1140820275" name="Straight Connector 33"/>
          <p:cNvCxnSpPr/>
          <p:nvPr/>
        </p:nvCxnSpPr>
        <p:spPr bwMode="auto">
          <a:xfrm>
            <a:off x="-89640" y="5670360"/>
            <a:ext cx="360" cy="1178280"/>
          </a:xfrm>
          <a:prstGeom prst="straightConnector1">
            <a:avLst/>
          </a:prstGeom>
          <a:ln w="9525" cap="sq">
            <a:solidFill>
              <a:srgbClr val="FF0000"/>
            </a:solidFill>
            <a:miter/>
          </a:ln>
        </p:spPr>
      </p:cxnSp>
      <p:sp>
        <p:nvSpPr>
          <p:cNvPr id="301621297" name="PlaceHolder 1"/>
          <p:cNvSpPr>
            <a:spLocks noGrp="1"/>
          </p:cNvSpPr>
          <p:nvPr>
            <p:ph type="title"/>
          </p:nvPr>
        </p:nvSpPr>
        <p:spPr bwMode="auto">
          <a:xfrm>
            <a:off x="588240" y="585360"/>
            <a:ext cx="8192520" cy="307439"/>
          </a:xfrm>
          <a:prstGeom prst="rect">
            <a:avLst/>
          </a:prstGeom>
          <a:noFill/>
          <a:ln w="0">
            <a:noFill/>
          </a:ln>
        </p:spPr>
        <p:txBody>
          <a:bodyPr lIns="0" tIns="0" rIns="0" bIns="0" anchor="t">
            <a:noAutofit/>
          </a:bodyPr>
          <a:lstStyle>
            <a:lvl1pPr indent="0" algn="l" defTabSz="932760">
              <a:lnSpc>
                <a:spcPct val="100000"/>
              </a:lnSpc>
              <a:buNone/>
              <a:defRPr lang="en-US" sz="2000" b="0" u="none" strike="noStrike">
                <a:solidFill>
                  <a:schemeClr val="dk1"/>
                </a:solidFill>
                <a:latin typeface="Segoe UI Semibold"/>
              </a:defRPr>
            </a:lvl1pPr>
          </a:lstStyle>
          <a:p>
            <a:pPr indent="0" algn="l" defTabSz="932760">
              <a:lnSpc>
                <a:spcPct val="100000"/>
              </a:lnSpc>
              <a:buNone/>
              <a:defRPr/>
            </a:pPr>
            <a:r>
              <a:rPr lang="en-US" sz="2000" b="0" u="none" strike="noStrike">
                <a:solidFill>
                  <a:schemeClr val="dk1"/>
                </a:solidFill>
                <a:latin typeface="Segoe UI Semibold"/>
              </a:rPr>
              <a:t>Click to edit Master title style</a:t>
            </a:r>
          </a:p>
        </p:txBody>
      </p:sp>
      <p:sp>
        <p:nvSpPr>
          <p:cNvPr id="1912124903" name="PlaceHolder 2"/>
          <p:cNvSpPr>
            <a:spLocks noGrp="1"/>
          </p:cNvSpPr>
          <p:nvPr>
            <p:ph type="body"/>
          </p:nvPr>
        </p:nvSpPr>
        <p:spPr bwMode="auto">
          <a:xfrm>
            <a:off x="586440" y="1591200"/>
            <a:ext cx="8192520" cy="706680"/>
          </a:xfrm>
          <a:prstGeom prst="rect">
            <a:avLst/>
          </a:prstGeom>
          <a:noFill/>
          <a:ln w="0">
            <a:noFill/>
          </a:ln>
        </p:spPr>
        <p:txBody>
          <a:bodyPr lIns="0" tIns="0" rIns="0" bIns="0" anchor="t">
            <a:spAutoFit/>
          </a:bodyPr>
          <a:lstStyle>
            <a:lvl1pPr algn="l" defTabSz="932760">
              <a:lnSpc>
                <a:spcPct val="100000"/>
              </a:lnSpc>
              <a:spcBef>
                <a:spcPts val="320"/>
              </a:spcBef>
              <a:buClr>
                <a:srgbClr val="000000"/>
              </a:buClr>
              <a:buSzPct val="90000"/>
              <a:buFont typeface="Arial"/>
              <a:buChar char="•"/>
              <a:defRPr lang="en-US" sz="1600" b="0" u="none" strike="noStrike">
                <a:solidFill>
                  <a:schemeClr val="dk1"/>
                </a:solidFill>
                <a:latin typeface="Segoe UI"/>
              </a:defRPr>
            </a:lvl1pPr>
            <a:lvl2pPr lvl="1" algn="l" defTabSz="932760">
              <a:lnSpc>
                <a:spcPct val="100000"/>
              </a:lnSpc>
              <a:spcBef>
                <a:spcPts val="281"/>
              </a:spcBef>
              <a:buClr>
                <a:srgbClr val="000000"/>
              </a:buClr>
              <a:buSzPct val="90000"/>
              <a:buFont typeface="Arial"/>
              <a:buChar char="•"/>
              <a:defRPr lang="en-US" sz="1400" b="0" u="none" strike="noStrike">
                <a:solidFill>
                  <a:schemeClr val="dk1"/>
                </a:solidFill>
                <a:latin typeface="Segoe UI"/>
              </a:defRPr>
            </a:lvl2pPr>
            <a:lvl3pPr lvl="2" algn="l" defTabSz="932760">
              <a:lnSpc>
                <a:spcPct val="100000"/>
              </a:lnSpc>
              <a:spcBef>
                <a:spcPts val="241"/>
              </a:spcBef>
              <a:buClr>
                <a:srgbClr val="000000"/>
              </a:buClr>
              <a:buSzPct val="90000"/>
              <a:buFont typeface="Arial"/>
              <a:buChar char="•"/>
              <a:defRPr lang="en-US" sz="1200" b="0" u="none" strike="noStrike">
                <a:solidFill>
                  <a:schemeClr val="dk1"/>
                </a:solidFill>
                <a:latin typeface="Segoe UI"/>
              </a:defRPr>
            </a:lvl3pPr>
          </a:lstStyle>
          <a:p>
            <a:pPr marL="137160" indent="-137160" algn="l" defTabSz="932760">
              <a:lnSpc>
                <a:spcPct val="100000"/>
              </a:lnSpc>
              <a:spcBef>
                <a:spcPts val="320"/>
              </a:spcBef>
              <a:buClr>
                <a:srgbClr val="000000"/>
              </a:buClr>
              <a:buSzPct val="90000"/>
              <a:buFont typeface="Arial"/>
              <a:buChar char="•"/>
              <a:defRPr/>
            </a:pPr>
            <a:r>
              <a:rPr lang="en-US" sz="1600" b="0" u="none" strike="noStrike">
                <a:solidFill>
                  <a:schemeClr val="dk1"/>
                </a:solidFill>
                <a:latin typeface="Segoe UI"/>
              </a:rPr>
              <a:t>Click to edit Master text styles</a:t>
            </a:r>
          </a:p>
          <a:p>
            <a:pPr marL="265320" lvl="1" indent="-128160" algn="l" defTabSz="932760">
              <a:lnSpc>
                <a:spcPct val="100000"/>
              </a:lnSpc>
              <a:spcBef>
                <a:spcPts val="281"/>
              </a:spcBef>
              <a:buClr>
                <a:srgbClr val="000000"/>
              </a:buClr>
              <a:buSzPct val="90000"/>
              <a:buFont typeface="Arial"/>
              <a:buChar char="•"/>
              <a:defRPr/>
            </a:pPr>
            <a:r>
              <a:rPr lang="en-US" sz="1400" b="0" u="none" strike="noStrike">
                <a:solidFill>
                  <a:schemeClr val="dk1"/>
                </a:solidFill>
                <a:latin typeface="Segoe UI"/>
              </a:rPr>
              <a:t>Second level</a:t>
            </a:r>
          </a:p>
          <a:p>
            <a:pPr marL="384120" lvl="2" indent="-118800" algn="l" defTabSz="932760">
              <a:lnSpc>
                <a:spcPct val="100000"/>
              </a:lnSpc>
              <a:spcBef>
                <a:spcPts val="241"/>
              </a:spcBef>
              <a:buClr>
                <a:srgbClr val="000000"/>
              </a:buClr>
              <a:buSzPct val="90000"/>
              <a:buFont typeface="Arial"/>
              <a:buChar char="•"/>
              <a:defRPr/>
            </a:pPr>
            <a:r>
              <a:rPr lang="en-US" sz="1200" b="0" u="none" strike="noStrike">
                <a:solidFill>
                  <a:schemeClr val="dk1"/>
                </a:solidFill>
                <a:latin typeface="Segoe UI"/>
              </a:rPr>
              <a:t>Third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1_1-column_Text">
    <p:bg>
      <p:bgPr>
        <a:solidFill>
          <a:srgbClr val="FFFFFF"/>
        </a:solidFill>
        <a:effectLst/>
      </p:bgPr>
    </p:bg>
    <p:spTree>
      <p:nvGrpSpPr>
        <p:cNvPr id="1" name=""/>
        <p:cNvGrpSpPr/>
        <p:nvPr/>
      </p:nvGrpSpPr>
      <p:grpSpPr bwMode="auto">
        <a:xfrm>
          <a:off x="0" y="0"/>
          <a:ext cx="0" cy="0"/>
          <a:chOff x="0" y="0"/>
          <a:chExt cx="0" cy="0"/>
        </a:xfrm>
      </p:grpSpPr>
      <p:pic>
        <p:nvPicPr>
          <p:cNvPr id="1487702167" name="Picture 34"/>
          <p:cNvPicPr/>
          <p:nvPr/>
        </p:nvPicPr>
        <p:blipFill rotWithShape="1">
          <a:blip r:embed="rId2">
            <a:alphaModFix amt="40000"/>
          </a:blip>
          <a:stretch/>
        </p:blipFill>
        <p:spPr bwMode="auto">
          <a:xfrm>
            <a:off x="0" y="720"/>
            <a:ext cx="12191760" cy="6855840"/>
          </a:xfrm>
          <a:prstGeom prst="rect">
            <a:avLst/>
          </a:prstGeom>
          <a:noFill/>
          <a:ln w="0">
            <a:noFill/>
          </a:ln>
        </p:spPr>
      </p:pic>
      <p:pic>
        <p:nvPicPr>
          <p:cNvPr id="764390518" name="Graphic 5"/>
          <p:cNvPicPr/>
          <p:nvPr/>
        </p:nvPicPr>
        <p:blipFill rotWithShape="1">
          <a:blip r:embed="rId3"/>
          <a:stretch/>
        </p:blipFill>
        <p:spPr bwMode="auto">
          <a:xfrm rot="5400000">
            <a:off x="9510120" y="2743200"/>
            <a:ext cx="6857640" cy="1371240"/>
          </a:xfrm>
          <a:prstGeom prst="rect">
            <a:avLst/>
          </a:prstGeom>
          <a:noFill/>
          <a:ln w="0">
            <a:noFill/>
          </a:ln>
        </p:spPr>
      </p:pic>
      <p:sp>
        <p:nvSpPr>
          <p:cNvPr id="1137288155" name="TextBox 2"/>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991605309"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1576476870"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1260416502" name="Straight Connector 33"/>
          <p:cNvCxnSpPr/>
          <p:nvPr/>
        </p:nvCxnSpPr>
        <p:spPr bwMode="auto">
          <a:xfrm>
            <a:off x="-89640" y="5670360"/>
            <a:ext cx="360" cy="1178280"/>
          </a:xfrm>
          <a:prstGeom prst="straightConnector1">
            <a:avLst/>
          </a:prstGeom>
          <a:ln w="9525" cap="sq">
            <a:solidFill>
              <a:srgbClr val="FF0000"/>
            </a:solidFill>
            <a:miter/>
          </a:ln>
        </p:spPr>
      </p:cxnSp>
      <p:sp>
        <p:nvSpPr>
          <p:cNvPr id="831623462" name="PlaceHolder 1"/>
          <p:cNvSpPr>
            <a:spLocks noGrp="1"/>
          </p:cNvSpPr>
          <p:nvPr>
            <p:ph type="title"/>
          </p:nvPr>
        </p:nvSpPr>
        <p:spPr bwMode="auto">
          <a:xfrm>
            <a:off x="588240" y="585360"/>
            <a:ext cx="8192520" cy="307439"/>
          </a:xfrm>
          <a:prstGeom prst="rect">
            <a:avLst/>
          </a:prstGeom>
          <a:noFill/>
          <a:ln w="0">
            <a:noFill/>
          </a:ln>
        </p:spPr>
        <p:txBody>
          <a:bodyPr lIns="0" tIns="0" rIns="0" bIns="0" anchor="t">
            <a:noAutofit/>
          </a:bodyPr>
          <a:lstStyle>
            <a:lvl1pPr indent="0" algn="l" defTabSz="932760">
              <a:lnSpc>
                <a:spcPct val="100000"/>
              </a:lnSpc>
              <a:buNone/>
              <a:defRPr lang="en-US" sz="2000" b="0" u="none" strike="noStrike">
                <a:solidFill>
                  <a:schemeClr val="dk1"/>
                </a:solidFill>
                <a:latin typeface="Segoe UI Semibold"/>
              </a:defRPr>
            </a:lvl1pPr>
          </a:lstStyle>
          <a:p>
            <a:pPr indent="0" algn="l" defTabSz="932760">
              <a:lnSpc>
                <a:spcPct val="100000"/>
              </a:lnSpc>
              <a:buNone/>
              <a:defRPr/>
            </a:pPr>
            <a:r>
              <a:rPr lang="en-US" sz="2000" b="0" u="none" strike="noStrike">
                <a:solidFill>
                  <a:schemeClr val="dk1"/>
                </a:solidFill>
                <a:latin typeface="Segoe UI Semibold"/>
              </a:rPr>
              <a:t>Click to edit Master title style</a:t>
            </a:r>
          </a:p>
        </p:txBody>
      </p:sp>
      <p:sp>
        <p:nvSpPr>
          <p:cNvPr id="437574199" name="PlaceHolder 2"/>
          <p:cNvSpPr>
            <a:spLocks noGrp="1"/>
          </p:cNvSpPr>
          <p:nvPr>
            <p:ph type="body"/>
          </p:nvPr>
        </p:nvSpPr>
        <p:spPr bwMode="auto">
          <a:xfrm>
            <a:off x="584280" y="1594080"/>
            <a:ext cx="8196120" cy="245880"/>
          </a:xfrm>
          <a:prstGeom prst="rect">
            <a:avLst/>
          </a:prstGeom>
          <a:noFill/>
          <a:ln w="0">
            <a:noFill/>
          </a:ln>
        </p:spPr>
        <p:txBody>
          <a:bodyPr lIns="0" tIns="0" rIns="0" bIns="0" anchor="t">
            <a:noAutofit/>
          </a:bodyPr>
          <a:lstStyle>
            <a:lvl1pPr indent="0" algn="l" defTabSz="932760">
              <a:lnSpc>
                <a:spcPct val="100000"/>
              </a:lnSpc>
              <a:buNone/>
              <a:tabLst>
                <a:tab pos="0" algn="l"/>
              </a:tabLst>
              <a:defRPr lang="en-US" sz="1600" b="0" u="none" strike="noStrike">
                <a:solidFill>
                  <a:schemeClr val="dk1"/>
                </a:solidFill>
                <a:latin typeface="Segoe UI Semibold"/>
              </a:defRPr>
            </a:lvl1pPr>
          </a:lstStyle>
          <a:p>
            <a:pPr indent="0" algn="l" defTabSz="932760">
              <a:lnSpc>
                <a:spcPct val="100000"/>
              </a:lnSpc>
              <a:buNone/>
              <a:tabLst>
                <a:tab pos="0" algn="l"/>
              </a:tabLst>
              <a:defRPr/>
            </a:pPr>
            <a:r>
              <a:rPr lang="en-US" sz="1600" b="0" u="none" strike="noStrike">
                <a:solidFill>
                  <a:schemeClr val="dk1"/>
                </a:solidFill>
                <a:latin typeface="Segoe UI Semibold"/>
              </a:rPr>
              <a:t>Click to edit Master text styles</a:t>
            </a:r>
            <a:endParaRPr lang="en-US" sz="1600" b="0" u="none" strike="noStrike">
              <a:solidFill>
                <a:schemeClr val="dk1"/>
              </a:solidFill>
              <a:latin typeface="Segoe UI"/>
            </a:endParaRPr>
          </a:p>
        </p:txBody>
      </p:sp>
      <p:sp>
        <p:nvSpPr>
          <p:cNvPr id="175819422" name="PlaceHolder 3"/>
          <p:cNvSpPr>
            <a:spLocks noGrp="1"/>
          </p:cNvSpPr>
          <p:nvPr>
            <p:ph type="body"/>
          </p:nvPr>
        </p:nvSpPr>
        <p:spPr bwMode="auto">
          <a:xfrm>
            <a:off x="586440" y="2085840"/>
            <a:ext cx="8192520" cy="706680"/>
          </a:xfrm>
          <a:prstGeom prst="rect">
            <a:avLst/>
          </a:prstGeom>
          <a:noFill/>
          <a:ln w="0">
            <a:noFill/>
          </a:ln>
        </p:spPr>
        <p:txBody>
          <a:bodyPr lIns="0" tIns="0" rIns="0" bIns="0" anchor="t">
            <a:spAutoFit/>
          </a:bodyPr>
          <a:lstStyle>
            <a:lvl1pPr algn="l" defTabSz="932760">
              <a:lnSpc>
                <a:spcPct val="100000"/>
              </a:lnSpc>
              <a:spcBef>
                <a:spcPts val="320"/>
              </a:spcBef>
              <a:buClr>
                <a:srgbClr val="000000"/>
              </a:buClr>
              <a:buSzPct val="90000"/>
              <a:buFont typeface="Arial"/>
              <a:buChar char="•"/>
              <a:tabLst>
                <a:tab pos="0" algn="l"/>
              </a:tabLst>
              <a:defRPr lang="en-US" sz="1600" b="0" u="none" strike="noStrike">
                <a:solidFill>
                  <a:schemeClr val="dk1"/>
                </a:solidFill>
                <a:latin typeface="Segoe UI"/>
              </a:defRPr>
            </a:lvl1pPr>
            <a:lvl2pPr lvl="1" algn="l" defTabSz="932760">
              <a:lnSpc>
                <a:spcPct val="100000"/>
              </a:lnSpc>
              <a:spcBef>
                <a:spcPts val="281"/>
              </a:spcBef>
              <a:buClr>
                <a:srgbClr val="000000"/>
              </a:buClr>
              <a:buSzPct val="90000"/>
              <a:buFont typeface="Arial"/>
              <a:buChar char="•"/>
              <a:tabLst>
                <a:tab pos="0" algn="l"/>
              </a:tabLst>
              <a:defRPr lang="en-US" sz="1400" b="0" u="none" strike="noStrike">
                <a:solidFill>
                  <a:schemeClr val="dk1"/>
                </a:solidFill>
                <a:latin typeface="Segoe UI"/>
              </a:defRPr>
            </a:lvl2pPr>
            <a:lvl3pPr lvl="2" algn="l" defTabSz="932760">
              <a:lnSpc>
                <a:spcPct val="100000"/>
              </a:lnSpc>
              <a:spcBef>
                <a:spcPts val="241"/>
              </a:spcBef>
              <a:buClr>
                <a:srgbClr val="000000"/>
              </a:buClr>
              <a:buSzPct val="90000"/>
              <a:buFont typeface="Arial"/>
              <a:buChar char="•"/>
              <a:tabLst>
                <a:tab pos="0" algn="l"/>
              </a:tabLst>
              <a:defRPr lang="en-US" sz="1200" b="0" u="none" strike="noStrike">
                <a:solidFill>
                  <a:schemeClr val="dk1"/>
                </a:solidFill>
                <a:latin typeface="Segoe UI"/>
              </a:defRPr>
            </a:lvl3pPr>
          </a:lstStyle>
          <a:p>
            <a:pPr marL="137160" indent="-137160" algn="l" defTabSz="932760">
              <a:lnSpc>
                <a:spcPct val="100000"/>
              </a:lnSpc>
              <a:spcBef>
                <a:spcPts val="320"/>
              </a:spcBef>
              <a:buClr>
                <a:srgbClr val="000000"/>
              </a:buClr>
              <a:buSzPct val="90000"/>
              <a:buFont typeface="Arial"/>
              <a:buChar char="•"/>
              <a:tabLst>
                <a:tab pos="0" algn="l"/>
              </a:tabLst>
              <a:defRPr/>
            </a:pPr>
            <a:r>
              <a:rPr lang="en-US" sz="1600" b="0" u="none" strike="noStrike">
                <a:solidFill>
                  <a:schemeClr val="dk1"/>
                </a:solidFill>
                <a:latin typeface="Segoe UI"/>
              </a:rPr>
              <a:t>Click to edit Master text styles</a:t>
            </a:r>
          </a:p>
          <a:p>
            <a:pPr marL="265320" lvl="1" indent="-128160" algn="l" defTabSz="932760">
              <a:lnSpc>
                <a:spcPct val="100000"/>
              </a:lnSpc>
              <a:spcBef>
                <a:spcPts val="281"/>
              </a:spcBef>
              <a:buClr>
                <a:srgbClr val="000000"/>
              </a:buClr>
              <a:buSzPct val="90000"/>
              <a:buFont typeface="Arial"/>
              <a:buChar char="•"/>
              <a:tabLst>
                <a:tab pos="0" algn="l"/>
              </a:tabLst>
              <a:defRPr/>
            </a:pPr>
            <a:r>
              <a:rPr lang="en-US" sz="1400" b="0" u="none" strike="noStrike">
                <a:solidFill>
                  <a:schemeClr val="dk1"/>
                </a:solidFill>
                <a:latin typeface="Segoe UI"/>
              </a:rPr>
              <a:t>Second level</a:t>
            </a:r>
          </a:p>
          <a:p>
            <a:pPr marL="384120" lvl="2" indent="-118800" algn="l" defTabSz="932760">
              <a:lnSpc>
                <a:spcPct val="100000"/>
              </a:lnSpc>
              <a:spcBef>
                <a:spcPts val="241"/>
              </a:spcBef>
              <a:buClr>
                <a:srgbClr val="000000"/>
              </a:buClr>
              <a:buSzPct val="90000"/>
              <a:buFont typeface="Arial"/>
              <a:buChar char="•"/>
              <a:tabLst>
                <a:tab pos="0" algn="l"/>
              </a:tabLst>
              <a:defRPr/>
            </a:pPr>
            <a:r>
              <a:rPr lang="en-US" sz="1200" b="0" u="none" strike="noStrike">
                <a:solidFill>
                  <a:schemeClr val="dk1"/>
                </a:solidFill>
                <a:latin typeface="Segoe UI"/>
              </a:rPr>
              <a:t>Third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blank" preserve="1" userDrawn="1">
  <p:cSld name="2-column_Text">
    <p:bg>
      <p:bgPr>
        <a:solidFill>
          <a:srgbClr val="FFFFFF"/>
        </a:solidFill>
        <a:effectLst/>
      </p:bgPr>
    </p:bg>
    <p:spTree>
      <p:nvGrpSpPr>
        <p:cNvPr id="1" name=""/>
        <p:cNvGrpSpPr/>
        <p:nvPr/>
      </p:nvGrpSpPr>
      <p:grpSpPr bwMode="auto">
        <a:xfrm>
          <a:off x="0" y="0"/>
          <a:ext cx="0" cy="0"/>
          <a:chOff x="0" y="0"/>
          <a:chExt cx="0" cy="0"/>
        </a:xfrm>
      </p:grpSpPr>
      <p:pic>
        <p:nvPicPr>
          <p:cNvPr id="423646496" name="Picture 34"/>
          <p:cNvPicPr/>
          <p:nvPr userDrawn="1"/>
        </p:nvPicPr>
        <p:blipFill rotWithShape="1">
          <a:blip r:embed="rId2">
            <a:alphaModFix amt="40000"/>
          </a:blip>
          <a:stretch/>
        </p:blipFill>
        <p:spPr bwMode="auto">
          <a:xfrm>
            <a:off x="0" y="2160"/>
            <a:ext cx="12191760" cy="6855840"/>
          </a:xfrm>
          <a:prstGeom prst="rect">
            <a:avLst/>
          </a:prstGeom>
          <a:noFill/>
          <a:ln w="0">
            <a:noFill/>
          </a:ln>
        </p:spPr>
      </p:pic>
      <p:pic>
        <p:nvPicPr>
          <p:cNvPr id="1197442873" name="Graphic 5"/>
          <p:cNvPicPr/>
          <p:nvPr/>
        </p:nvPicPr>
        <p:blipFill rotWithShape="1">
          <a:blip r:embed="rId3"/>
          <a:stretch/>
        </p:blipFill>
        <p:spPr bwMode="auto">
          <a:xfrm rot="5400000">
            <a:off x="9510120" y="2743200"/>
            <a:ext cx="6857640" cy="1371240"/>
          </a:xfrm>
          <a:prstGeom prst="rect">
            <a:avLst/>
          </a:prstGeom>
          <a:noFill/>
          <a:ln w="0">
            <a:noFill/>
          </a:ln>
        </p:spPr>
      </p:pic>
      <p:sp>
        <p:nvSpPr>
          <p:cNvPr id="1030671636" name="TextBox 2"/>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1944038038"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1975620027"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889013132" name="Straight Connector 33"/>
          <p:cNvCxnSpPr/>
          <p:nvPr/>
        </p:nvCxnSpPr>
        <p:spPr bwMode="auto">
          <a:xfrm>
            <a:off x="-89640" y="5670360"/>
            <a:ext cx="360" cy="1178280"/>
          </a:xfrm>
          <a:prstGeom prst="straightConnector1">
            <a:avLst/>
          </a:prstGeom>
          <a:ln w="9525" cap="sq">
            <a:solidFill>
              <a:srgbClr val="FF0000"/>
            </a:solidFill>
            <a:miter/>
          </a:ln>
        </p:spPr>
      </p:cxnSp>
      <p:sp>
        <p:nvSpPr>
          <p:cNvPr id="583115" name="PlaceHolder 1"/>
          <p:cNvSpPr>
            <a:spLocks noGrp="1"/>
          </p:cNvSpPr>
          <p:nvPr>
            <p:ph type="title"/>
          </p:nvPr>
        </p:nvSpPr>
        <p:spPr bwMode="auto">
          <a:xfrm>
            <a:off x="588240" y="585360"/>
            <a:ext cx="8192520" cy="307439"/>
          </a:xfrm>
          <a:prstGeom prst="rect">
            <a:avLst/>
          </a:prstGeom>
          <a:noFill/>
          <a:ln w="0">
            <a:noFill/>
          </a:ln>
        </p:spPr>
        <p:txBody>
          <a:bodyPr lIns="0" tIns="0" rIns="0" bIns="0" anchor="t">
            <a:noAutofit/>
          </a:bodyPr>
          <a:lstStyle>
            <a:lvl1pPr indent="0" algn="l" defTabSz="932760">
              <a:lnSpc>
                <a:spcPct val="100000"/>
              </a:lnSpc>
              <a:buNone/>
              <a:defRPr lang="en-US" sz="2000" b="0" u="none" strike="noStrike">
                <a:solidFill>
                  <a:schemeClr val="dk1"/>
                </a:solidFill>
                <a:latin typeface="Segoe UI Semibold"/>
              </a:defRPr>
            </a:lvl1pPr>
          </a:lstStyle>
          <a:p>
            <a:pPr indent="0" algn="l" defTabSz="932760">
              <a:lnSpc>
                <a:spcPct val="100000"/>
              </a:lnSpc>
              <a:buNone/>
              <a:defRPr/>
            </a:pPr>
            <a:r>
              <a:rPr lang="en-US" sz="2000" b="0" u="none" strike="noStrike">
                <a:solidFill>
                  <a:schemeClr val="dk1"/>
                </a:solidFill>
                <a:latin typeface="Segoe UI Semibold"/>
              </a:rPr>
              <a:t>Click to edit Master title style</a:t>
            </a:r>
          </a:p>
        </p:txBody>
      </p:sp>
      <p:sp>
        <p:nvSpPr>
          <p:cNvPr id="524045653" name="PlaceHolder 2"/>
          <p:cNvSpPr>
            <a:spLocks noGrp="1"/>
          </p:cNvSpPr>
          <p:nvPr>
            <p:ph type="body"/>
          </p:nvPr>
        </p:nvSpPr>
        <p:spPr bwMode="auto">
          <a:xfrm>
            <a:off x="586440" y="1591200"/>
            <a:ext cx="5217120" cy="706680"/>
          </a:xfrm>
          <a:prstGeom prst="rect">
            <a:avLst/>
          </a:prstGeom>
          <a:noFill/>
          <a:ln w="0">
            <a:noFill/>
          </a:ln>
        </p:spPr>
        <p:txBody>
          <a:bodyPr lIns="0" tIns="0" rIns="0" bIns="0" anchor="t">
            <a:spAutoFit/>
          </a:bodyPr>
          <a:lstStyle>
            <a:lvl1pPr algn="l" defTabSz="932760">
              <a:lnSpc>
                <a:spcPct val="100000"/>
              </a:lnSpc>
              <a:spcBef>
                <a:spcPts val="320"/>
              </a:spcBef>
              <a:buClr>
                <a:srgbClr val="000000"/>
              </a:buClr>
              <a:buSzPct val="90000"/>
              <a:buFont typeface="Arial"/>
              <a:buChar char="•"/>
              <a:defRPr lang="en-US" sz="1600" b="0" u="none" strike="noStrike">
                <a:solidFill>
                  <a:schemeClr val="dk1"/>
                </a:solidFill>
                <a:latin typeface="Segoe UI"/>
              </a:defRPr>
            </a:lvl1pPr>
            <a:lvl2pPr lvl="1" algn="l" defTabSz="932760">
              <a:lnSpc>
                <a:spcPct val="100000"/>
              </a:lnSpc>
              <a:spcBef>
                <a:spcPts val="281"/>
              </a:spcBef>
              <a:buClr>
                <a:srgbClr val="000000"/>
              </a:buClr>
              <a:buSzPct val="90000"/>
              <a:buFont typeface="Arial"/>
              <a:buChar char="•"/>
              <a:defRPr lang="en-US" sz="1400" b="0" u="none" strike="noStrike">
                <a:solidFill>
                  <a:schemeClr val="dk1"/>
                </a:solidFill>
                <a:latin typeface="Segoe UI"/>
              </a:defRPr>
            </a:lvl2pPr>
            <a:lvl3pPr lvl="2" algn="l" defTabSz="932760">
              <a:lnSpc>
                <a:spcPct val="100000"/>
              </a:lnSpc>
              <a:spcBef>
                <a:spcPts val="241"/>
              </a:spcBef>
              <a:buClr>
                <a:srgbClr val="000000"/>
              </a:buClr>
              <a:buSzPct val="90000"/>
              <a:buFont typeface="Arial"/>
              <a:buChar char="•"/>
              <a:defRPr lang="en-US" sz="1200" b="0" u="none" strike="noStrike">
                <a:solidFill>
                  <a:schemeClr val="dk1"/>
                </a:solidFill>
                <a:latin typeface="Segoe UI"/>
              </a:defRPr>
            </a:lvl3pPr>
          </a:lstStyle>
          <a:p>
            <a:pPr marL="137160" indent="-137160" algn="l" defTabSz="932760">
              <a:lnSpc>
                <a:spcPct val="100000"/>
              </a:lnSpc>
              <a:spcBef>
                <a:spcPts val="320"/>
              </a:spcBef>
              <a:buClr>
                <a:srgbClr val="000000"/>
              </a:buClr>
              <a:buSzPct val="90000"/>
              <a:buFont typeface="Arial"/>
              <a:buChar char="•"/>
              <a:defRPr/>
            </a:pPr>
            <a:r>
              <a:rPr lang="en-US" sz="1600" b="0" u="none" strike="noStrike">
                <a:solidFill>
                  <a:schemeClr val="dk1"/>
                </a:solidFill>
                <a:latin typeface="Segoe UI"/>
              </a:rPr>
              <a:t>Click to edit Master text styles</a:t>
            </a:r>
          </a:p>
          <a:p>
            <a:pPr marL="274320" lvl="1" indent="-137160" algn="l" defTabSz="932760">
              <a:lnSpc>
                <a:spcPct val="100000"/>
              </a:lnSpc>
              <a:spcBef>
                <a:spcPts val="281"/>
              </a:spcBef>
              <a:buClr>
                <a:srgbClr val="000000"/>
              </a:buClr>
              <a:buSzPct val="90000"/>
              <a:buFont typeface="Arial"/>
              <a:buChar char="•"/>
              <a:defRPr/>
            </a:pPr>
            <a:r>
              <a:rPr lang="en-US" sz="1400" b="0" u="none" strike="noStrike">
                <a:solidFill>
                  <a:schemeClr val="dk1"/>
                </a:solidFill>
                <a:latin typeface="Segoe UI"/>
              </a:rPr>
              <a:t>Second level</a:t>
            </a:r>
          </a:p>
          <a:p>
            <a:pPr marL="411480" lvl="2" indent="-137160" algn="l" defTabSz="932760">
              <a:lnSpc>
                <a:spcPct val="100000"/>
              </a:lnSpc>
              <a:spcBef>
                <a:spcPts val="241"/>
              </a:spcBef>
              <a:buClr>
                <a:srgbClr val="000000"/>
              </a:buClr>
              <a:buSzPct val="90000"/>
              <a:buFont typeface="Arial"/>
              <a:buChar char="•"/>
              <a:defRPr/>
            </a:pPr>
            <a:r>
              <a:rPr lang="en-US" sz="1200" b="0" u="none" strike="noStrike">
                <a:solidFill>
                  <a:schemeClr val="dk1"/>
                </a:solidFill>
                <a:latin typeface="Segoe UI"/>
              </a:rPr>
              <a:t>Third level</a:t>
            </a:r>
          </a:p>
        </p:txBody>
      </p:sp>
      <p:sp>
        <p:nvSpPr>
          <p:cNvPr id="911980642" name="PlaceHolder 3"/>
          <p:cNvSpPr>
            <a:spLocks noGrp="1"/>
          </p:cNvSpPr>
          <p:nvPr>
            <p:ph type="body"/>
          </p:nvPr>
        </p:nvSpPr>
        <p:spPr bwMode="auto">
          <a:xfrm>
            <a:off x="6253560" y="1591200"/>
            <a:ext cx="5186880" cy="706680"/>
          </a:xfrm>
          <a:prstGeom prst="rect">
            <a:avLst/>
          </a:prstGeom>
          <a:noFill/>
          <a:ln w="0">
            <a:noFill/>
          </a:ln>
        </p:spPr>
        <p:txBody>
          <a:bodyPr lIns="0" tIns="0" rIns="0" bIns="0" anchor="t">
            <a:spAutoFit/>
          </a:bodyPr>
          <a:lstStyle>
            <a:lvl1pPr algn="l" defTabSz="932760">
              <a:lnSpc>
                <a:spcPct val="100000"/>
              </a:lnSpc>
              <a:spcBef>
                <a:spcPts val="320"/>
              </a:spcBef>
              <a:buClr>
                <a:srgbClr val="000000"/>
              </a:buClr>
              <a:buSzPct val="90000"/>
              <a:buFont typeface="Arial"/>
              <a:buChar char="•"/>
              <a:defRPr lang="en-US" sz="1600" b="0" u="none" strike="noStrike">
                <a:solidFill>
                  <a:schemeClr val="dk1"/>
                </a:solidFill>
                <a:latin typeface="Segoe UI"/>
              </a:defRPr>
            </a:lvl1pPr>
            <a:lvl2pPr lvl="1" algn="l" defTabSz="932760">
              <a:lnSpc>
                <a:spcPct val="100000"/>
              </a:lnSpc>
              <a:spcBef>
                <a:spcPts val="281"/>
              </a:spcBef>
              <a:buClr>
                <a:srgbClr val="000000"/>
              </a:buClr>
              <a:buSzPct val="90000"/>
              <a:buFont typeface="Arial"/>
              <a:buChar char="•"/>
              <a:defRPr lang="en-US" sz="1400" b="0" u="none" strike="noStrike">
                <a:solidFill>
                  <a:schemeClr val="dk1"/>
                </a:solidFill>
                <a:latin typeface="Segoe UI"/>
              </a:defRPr>
            </a:lvl2pPr>
            <a:lvl3pPr lvl="2" algn="l" defTabSz="932760">
              <a:lnSpc>
                <a:spcPct val="100000"/>
              </a:lnSpc>
              <a:spcBef>
                <a:spcPts val="241"/>
              </a:spcBef>
              <a:buClr>
                <a:srgbClr val="000000"/>
              </a:buClr>
              <a:buSzPct val="90000"/>
              <a:buFont typeface="Arial"/>
              <a:buChar char="•"/>
              <a:defRPr lang="en-US" sz="1200" b="0" u="none" strike="noStrike">
                <a:solidFill>
                  <a:schemeClr val="dk1"/>
                </a:solidFill>
                <a:latin typeface="Segoe UI"/>
              </a:defRPr>
            </a:lvl3pPr>
          </a:lstStyle>
          <a:p>
            <a:pPr marL="137160" indent="-137160" algn="l" defTabSz="932760">
              <a:lnSpc>
                <a:spcPct val="100000"/>
              </a:lnSpc>
              <a:spcBef>
                <a:spcPts val="320"/>
              </a:spcBef>
              <a:buClr>
                <a:srgbClr val="000000"/>
              </a:buClr>
              <a:buSzPct val="90000"/>
              <a:buFont typeface="Arial"/>
              <a:buChar char="•"/>
              <a:defRPr/>
            </a:pPr>
            <a:r>
              <a:rPr lang="en-US" sz="1600" b="0" u="none" strike="noStrike">
                <a:solidFill>
                  <a:schemeClr val="dk1"/>
                </a:solidFill>
                <a:latin typeface="Segoe UI"/>
              </a:rPr>
              <a:t>Click to edit Master text styles</a:t>
            </a:r>
          </a:p>
          <a:p>
            <a:pPr marL="274320" lvl="1" indent="-137160" algn="l" defTabSz="932760">
              <a:lnSpc>
                <a:spcPct val="100000"/>
              </a:lnSpc>
              <a:spcBef>
                <a:spcPts val="281"/>
              </a:spcBef>
              <a:buClr>
                <a:srgbClr val="000000"/>
              </a:buClr>
              <a:buSzPct val="90000"/>
              <a:buFont typeface="Arial"/>
              <a:buChar char="•"/>
              <a:defRPr/>
            </a:pPr>
            <a:r>
              <a:rPr lang="en-US" sz="1400" b="0" u="none" strike="noStrike">
                <a:solidFill>
                  <a:schemeClr val="dk1"/>
                </a:solidFill>
                <a:latin typeface="Segoe UI"/>
              </a:rPr>
              <a:t>Second level</a:t>
            </a:r>
          </a:p>
          <a:p>
            <a:pPr marL="411480" lvl="2" indent="-137160" algn="l" defTabSz="932760">
              <a:lnSpc>
                <a:spcPct val="100000"/>
              </a:lnSpc>
              <a:spcBef>
                <a:spcPts val="241"/>
              </a:spcBef>
              <a:buClr>
                <a:srgbClr val="000000"/>
              </a:buClr>
              <a:buSzPct val="90000"/>
              <a:buFont typeface="Arial"/>
              <a:buChar char="•"/>
              <a:defRPr/>
            </a:pPr>
            <a:r>
              <a:rPr lang="en-US" sz="1200" b="0" u="none" strike="noStrike">
                <a:solidFill>
                  <a:schemeClr val="dk1"/>
                </a:solidFill>
                <a:latin typeface="Segoe UI"/>
              </a:rPr>
              <a:t>Third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blank" preserve="1" userDrawn="1">
  <p:cSld name="2-column_Text_with Subheads">
    <p:bg>
      <p:bgPr>
        <a:solidFill>
          <a:srgbClr val="FFFFFF"/>
        </a:solidFill>
        <a:effectLst/>
      </p:bgPr>
    </p:bg>
    <p:spTree>
      <p:nvGrpSpPr>
        <p:cNvPr id="1" name=""/>
        <p:cNvGrpSpPr/>
        <p:nvPr/>
      </p:nvGrpSpPr>
      <p:grpSpPr bwMode="auto">
        <a:xfrm>
          <a:off x="0" y="0"/>
          <a:ext cx="0" cy="0"/>
          <a:chOff x="0" y="0"/>
          <a:chExt cx="0" cy="0"/>
        </a:xfrm>
      </p:grpSpPr>
      <p:pic>
        <p:nvPicPr>
          <p:cNvPr id="1354025809" name="Picture 34"/>
          <p:cNvPicPr/>
          <p:nvPr/>
        </p:nvPicPr>
        <p:blipFill rotWithShape="1">
          <a:blip r:embed="rId2">
            <a:alphaModFix amt="40000"/>
          </a:blip>
          <a:stretch/>
        </p:blipFill>
        <p:spPr bwMode="auto">
          <a:xfrm>
            <a:off x="0" y="720"/>
            <a:ext cx="12191760" cy="6855840"/>
          </a:xfrm>
          <a:prstGeom prst="rect">
            <a:avLst/>
          </a:prstGeom>
          <a:noFill/>
          <a:ln w="0">
            <a:noFill/>
          </a:ln>
        </p:spPr>
      </p:pic>
      <p:pic>
        <p:nvPicPr>
          <p:cNvPr id="494747774" name="Graphic 5"/>
          <p:cNvPicPr/>
          <p:nvPr/>
        </p:nvPicPr>
        <p:blipFill rotWithShape="1">
          <a:blip r:embed="rId3"/>
          <a:stretch/>
        </p:blipFill>
        <p:spPr bwMode="auto">
          <a:xfrm rot="5400000">
            <a:off x="9510120" y="2743200"/>
            <a:ext cx="6857640" cy="1371240"/>
          </a:xfrm>
          <a:prstGeom prst="rect">
            <a:avLst/>
          </a:prstGeom>
          <a:noFill/>
          <a:ln w="0">
            <a:noFill/>
          </a:ln>
        </p:spPr>
      </p:pic>
      <p:sp>
        <p:nvSpPr>
          <p:cNvPr id="1850255868" name="TextBox 2"/>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961368386"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240448935"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1560433865" name="Straight Connector 33"/>
          <p:cNvCxnSpPr/>
          <p:nvPr/>
        </p:nvCxnSpPr>
        <p:spPr bwMode="auto">
          <a:xfrm>
            <a:off x="-89640" y="5670360"/>
            <a:ext cx="360" cy="1178280"/>
          </a:xfrm>
          <a:prstGeom prst="straightConnector1">
            <a:avLst/>
          </a:prstGeom>
          <a:ln w="9525" cap="sq">
            <a:solidFill>
              <a:srgbClr val="FF0000"/>
            </a:solidFill>
            <a:miter/>
          </a:ln>
        </p:spPr>
      </p:cxnSp>
      <p:sp>
        <p:nvSpPr>
          <p:cNvPr id="1945217912" name="PlaceHolder 1"/>
          <p:cNvSpPr>
            <a:spLocks noGrp="1"/>
          </p:cNvSpPr>
          <p:nvPr>
            <p:ph type="title"/>
          </p:nvPr>
        </p:nvSpPr>
        <p:spPr bwMode="auto">
          <a:xfrm>
            <a:off x="588240" y="585360"/>
            <a:ext cx="8192520" cy="307439"/>
          </a:xfrm>
          <a:prstGeom prst="rect">
            <a:avLst/>
          </a:prstGeom>
          <a:noFill/>
          <a:ln w="0">
            <a:noFill/>
          </a:ln>
        </p:spPr>
        <p:txBody>
          <a:bodyPr lIns="0" tIns="0" rIns="0" bIns="0" anchor="t">
            <a:noAutofit/>
          </a:bodyPr>
          <a:lstStyle>
            <a:lvl1pPr indent="0" algn="l" defTabSz="932760">
              <a:lnSpc>
                <a:spcPct val="100000"/>
              </a:lnSpc>
              <a:buNone/>
              <a:defRPr lang="en-US" sz="2000" b="0" u="none" strike="noStrike">
                <a:solidFill>
                  <a:schemeClr val="dk1"/>
                </a:solidFill>
                <a:latin typeface="Segoe UI Semibold"/>
              </a:defRPr>
            </a:lvl1pPr>
          </a:lstStyle>
          <a:p>
            <a:pPr indent="0" algn="l" defTabSz="932760">
              <a:lnSpc>
                <a:spcPct val="100000"/>
              </a:lnSpc>
              <a:buNone/>
              <a:defRPr/>
            </a:pPr>
            <a:r>
              <a:rPr lang="en-US" sz="2000" b="0" u="none" strike="noStrike">
                <a:solidFill>
                  <a:schemeClr val="dk1"/>
                </a:solidFill>
                <a:latin typeface="Segoe UI Semibold"/>
              </a:rPr>
              <a:t>Click to edit Master title style</a:t>
            </a:r>
          </a:p>
        </p:txBody>
      </p:sp>
      <p:sp>
        <p:nvSpPr>
          <p:cNvPr id="1164259088" name="PlaceHolder 2"/>
          <p:cNvSpPr>
            <a:spLocks noGrp="1"/>
          </p:cNvSpPr>
          <p:nvPr>
            <p:ph type="body"/>
          </p:nvPr>
        </p:nvSpPr>
        <p:spPr bwMode="auto">
          <a:xfrm>
            <a:off x="584280" y="1594080"/>
            <a:ext cx="5219280" cy="245880"/>
          </a:xfrm>
          <a:prstGeom prst="rect">
            <a:avLst/>
          </a:prstGeom>
          <a:noFill/>
          <a:ln w="0">
            <a:noFill/>
          </a:ln>
        </p:spPr>
        <p:txBody>
          <a:bodyPr lIns="0" tIns="0" rIns="0" bIns="0" anchor="t">
            <a:noAutofit/>
          </a:bodyPr>
          <a:lstStyle>
            <a:lvl1pPr indent="0" algn="l" defTabSz="932760">
              <a:lnSpc>
                <a:spcPct val="100000"/>
              </a:lnSpc>
              <a:buNone/>
              <a:tabLst>
                <a:tab pos="0" algn="l"/>
              </a:tabLst>
              <a:defRPr lang="en-US" sz="1600" b="0" u="none" strike="noStrike">
                <a:solidFill>
                  <a:schemeClr val="dk1"/>
                </a:solidFill>
                <a:latin typeface="Segoe UI Semibold"/>
              </a:defRPr>
            </a:lvl1pPr>
          </a:lstStyle>
          <a:p>
            <a:pPr indent="0" algn="l" defTabSz="932760">
              <a:lnSpc>
                <a:spcPct val="100000"/>
              </a:lnSpc>
              <a:buNone/>
              <a:tabLst>
                <a:tab pos="0" algn="l"/>
              </a:tabLst>
              <a:defRPr/>
            </a:pPr>
            <a:r>
              <a:rPr lang="en-US" sz="1600" b="0" u="none" strike="noStrike">
                <a:solidFill>
                  <a:schemeClr val="dk1"/>
                </a:solidFill>
                <a:latin typeface="Segoe UI Semibold"/>
              </a:rPr>
              <a:t>Click to edit Master text styles</a:t>
            </a:r>
            <a:endParaRPr lang="en-US" sz="1600" b="0" u="none" strike="noStrike">
              <a:solidFill>
                <a:schemeClr val="dk1"/>
              </a:solidFill>
              <a:latin typeface="Segoe UI"/>
            </a:endParaRPr>
          </a:p>
        </p:txBody>
      </p:sp>
      <p:sp>
        <p:nvSpPr>
          <p:cNvPr id="435760518" name="PlaceHolder 3"/>
          <p:cNvSpPr>
            <a:spLocks noGrp="1"/>
          </p:cNvSpPr>
          <p:nvPr>
            <p:ph type="body"/>
          </p:nvPr>
        </p:nvSpPr>
        <p:spPr bwMode="auto">
          <a:xfrm>
            <a:off x="586440" y="2085840"/>
            <a:ext cx="5217120" cy="706680"/>
          </a:xfrm>
          <a:prstGeom prst="rect">
            <a:avLst/>
          </a:prstGeom>
          <a:noFill/>
          <a:ln w="0">
            <a:noFill/>
          </a:ln>
        </p:spPr>
        <p:txBody>
          <a:bodyPr lIns="0" tIns="0" rIns="0" bIns="0" anchor="t">
            <a:spAutoFit/>
          </a:bodyPr>
          <a:lstStyle>
            <a:lvl1pPr algn="l" defTabSz="932760">
              <a:lnSpc>
                <a:spcPct val="100000"/>
              </a:lnSpc>
              <a:spcBef>
                <a:spcPts val="320"/>
              </a:spcBef>
              <a:buClr>
                <a:srgbClr val="000000"/>
              </a:buClr>
              <a:buSzPct val="90000"/>
              <a:buFont typeface="Arial"/>
              <a:buChar char="•"/>
              <a:tabLst>
                <a:tab pos="0" algn="l"/>
              </a:tabLst>
              <a:defRPr lang="en-US" sz="1600" b="0" u="none" strike="noStrike">
                <a:solidFill>
                  <a:schemeClr val="dk1"/>
                </a:solidFill>
                <a:latin typeface="Segoe UI"/>
              </a:defRPr>
            </a:lvl1pPr>
            <a:lvl2pPr lvl="1" algn="l" defTabSz="932760">
              <a:lnSpc>
                <a:spcPct val="100000"/>
              </a:lnSpc>
              <a:spcBef>
                <a:spcPts val="281"/>
              </a:spcBef>
              <a:buClr>
                <a:srgbClr val="000000"/>
              </a:buClr>
              <a:buSzPct val="90000"/>
              <a:buFont typeface="Arial"/>
              <a:buChar char="•"/>
              <a:tabLst>
                <a:tab pos="0" algn="l"/>
              </a:tabLst>
              <a:defRPr lang="en-US" sz="1400" b="0" u="none" strike="noStrike">
                <a:solidFill>
                  <a:schemeClr val="dk1"/>
                </a:solidFill>
                <a:latin typeface="Segoe UI"/>
              </a:defRPr>
            </a:lvl2pPr>
            <a:lvl3pPr lvl="2" algn="l" defTabSz="932760">
              <a:lnSpc>
                <a:spcPct val="100000"/>
              </a:lnSpc>
              <a:spcBef>
                <a:spcPts val="241"/>
              </a:spcBef>
              <a:buClr>
                <a:srgbClr val="000000"/>
              </a:buClr>
              <a:buSzPct val="90000"/>
              <a:buFont typeface="Arial"/>
              <a:buChar char="•"/>
              <a:tabLst>
                <a:tab pos="0" algn="l"/>
              </a:tabLst>
              <a:defRPr lang="en-US" sz="1200" b="0" u="none" strike="noStrike">
                <a:solidFill>
                  <a:schemeClr val="dk1"/>
                </a:solidFill>
                <a:latin typeface="Segoe UI"/>
              </a:defRPr>
            </a:lvl3pPr>
          </a:lstStyle>
          <a:p>
            <a:pPr marL="137160" indent="-137160" algn="l" defTabSz="932760">
              <a:lnSpc>
                <a:spcPct val="100000"/>
              </a:lnSpc>
              <a:spcBef>
                <a:spcPts val="320"/>
              </a:spcBef>
              <a:buClr>
                <a:srgbClr val="000000"/>
              </a:buClr>
              <a:buSzPct val="90000"/>
              <a:buFont typeface="Arial"/>
              <a:buChar char="•"/>
              <a:tabLst>
                <a:tab pos="0" algn="l"/>
              </a:tabLst>
              <a:defRPr/>
            </a:pPr>
            <a:r>
              <a:rPr lang="en-US" sz="1600" b="0" u="none" strike="noStrike">
                <a:solidFill>
                  <a:schemeClr val="dk1"/>
                </a:solidFill>
                <a:latin typeface="Segoe UI"/>
              </a:rPr>
              <a:t>Click to edit Master text styles</a:t>
            </a:r>
          </a:p>
          <a:p>
            <a:pPr marL="265320" lvl="1" indent="-128160" algn="l" defTabSz="932760">
              <a:lnSpc>
                <a:spcPct val="100000"/>
              </a:lnSpc>
              <a:spcBef>
                <a:spcPts val="281"/>
              </a:spcBef>
              <a:buClr>
                <a:srgbClr val="000000"/>
              </a:buClr>
              <a:buSzPct val="90000"/>
              <a:buFont typeface="Arial"/>
              <a:buChar char="•"/>
              <a:tabLst>
                <a:tab pos="0" algn="l"/>
              </a:tabLst>
              <a:defRPr/>
            </a:pPr>
            <a:r>
              <a:rPr lang="en-US" sz="1400" b="0" u="none" strike="noStrike">
                <a:solidFill>
                  <a:schemeClr val="dk1"/>
                </a:solidFill>
                <a:latin typeface="Segoe UI"/>
              </a:rPr>
              <a:t>Second level</a:t>
            </a:r>
          </a:p>
          <a:p>
            <a:pPr marL="384120" lvl="2" indent="-118800" algn="l" defTabSz="932760">
              <a:lnSpc>
                <a:spcPct val="100000"/>
              </a:lnSpc>
              <a:spcBef>
                <a:spcPts val="241"/>
              </a:spcBef>
              <a:buClr>
                <a:srgbClr val="000000"/>
              </a:buClr>
              <a:buSzPct val="90000"/>
              <a:buFont typeface="Arial"/>
              <a:buChar char="•"/>
              <a:tabLst>
                <a:tab pos="0" algn="l"/>
              </a:tabLst>
              <a:defRPr/>
            </a:pPr>
            <a:r>
              <a:rPr lang="en-US" sz="1200" b="0" u="none" strike="noStrike">
                <a:solidFill>
                  <a:schemeClr val="dk1"/>
                </a:solidFill>
                <a:latin typeface="Segoe UI"/>
              </a:rPr>
              <a:t>Third level</a:t>
            </a:r>
          </a:p>
        </p:txBody>
      </p:sp>
      <p:sp>
        <p:nvSpPr>
          <p:cNvPr id="104586118" name="PlaceHolder 4"/>
          <p:cNvSpPr>
            <a:spLocks noGrp="1"/>
          </p:cNvSpPr>
          <p:nvPr>
            <p:ph type="body"/>
          </p:nvPr>
        </p:nvSpPr>
        <p:spPr bwMode="auto">
          <a:xfrm>
            <a:off x="6244200" y="1594080"/>
            <a:ext cx="5219280" cy="245880"/>
          </a:xfrm>
          <a:prstGeom prst="rect">
            <a:avLst/>
          </a:prstGeom>
          <a:noFill/>
          <a:ln w="0">
            <a:noFill/>
          </a:ln>
        </p:spPr>
        <p:txBody>
          <a:bodyPr lIns="0" tIns="0" rIns="0" bIns="0" anchor="t">
            <a:noAutofit/>
          </a:bodyPr>
          <a:lstStyle>
            <a:lvl1pPr indent="0" algn="l" defTabSz="932760">
              <a:lnSpc>
                <a:spcPct val="100000"/>
              </a:lnSpc>
              <a:buNone/>
              <a:tabLst>
                <a:tab pos="0" algn="l"/>
              </a:tabLst>
              <a:defRPr lang="en-US" sz="1600" b="0" u="none" strike="noStrike">
                <a:solidFill>
                  <a:schemeClr val="dk1"/>
                </a:solidFill>
                <a:latin typeface="Segoe UI Semibold"/>
              </a:defRPr>
            </a:lvl1pPr>
          </a:lstStyle>
          <a:p>
            <a:pPr indent="0" algn="l" defTabSz="932760">
              <a:lnSpc>
                <a:spcPct val="100000"/>
              </a:lnSpc>
              <a:buNone/>
              <a:tabLst>
                <a:tab pos="0" algn="l"/>
              </a:tabLst>
              <a:defRPr/>
            </a:pPr>
            <a:r>
              <a:rPr lang="en-US" sz="1600" b="0" u="none" strike="noStrike">
                <a:solidFill>
                  <a:schemeClr val="dk1"/>
                </a:solidFill>
                <a:latin typeface="Segoe UI Semibold"/>
              </a:rPr>
              <a:t>Click to edit Master text styles</a:t>
            </a:r>
            <a:endParaRPr lang="en-US" sz="1600" b="0" u="none" strike="noStrike">
              <a:solidFill>
                <a:schemeClr val="dk1"/>
              </a:solidFill>
              <a:latin typeface="Segoe UI"/>
            </a:endParaRPr>
          </a:p>
        </p:txBody>
      </p:sp>
      <p:sp>
        <p:nvSpPr>
          <p:cNvPr id="603920489" name="PlaceHolder 5"/>
          <p:cNvSpPr>
            <a:spLocks noGrp="1"/>
          </p:cNvSpPr>
          <p:nvPr>
            <p:ph type="body"/>
          </p:nvPr>
        </p:nvSpPr>
        <p:spPr bwMode="auto">
          <a:xfrm>
            <a:off x="6253560" y="2085840"/>
            <a:ext cx="5186880" cy="706680"/>
          </a:xfrm>
          <a:prstGeom prst="rect">
            <a:avLst/>
          </a:prstGeom>
          <a:noFill/>
          <a:ln w="0">
            <a:noFill/>
          </a:ln>
        </p:spPr>
        <p:txBody>
          <a:bodyPr lIns="0" tIns="0" rIns="0" bIns="0" anchor="t">
            <a:spAutoFit/>
          </a:bodyPr>
          <a:lstStyle>
            <a:lvl1pPr algn="l" defTabSz="932760">
              <a:lnSpc>
                <a:spcPct val="100000"/>
              </a:lnSpc>
              <a:spcBef>
                <a:spcPts val="320"/>
              </a:spcBef>
              <a:buClr>
                <a:srgbClr val="000000"/>
              </a:buClr>
              <a:buSzPct val="90000"/>
              <a:buFont typeface="Arial"/>
              <a:buChar char="•"/>
              <a:tabLst>
                <a:tab pos="0" algn="l"/>
              </a:tabLst>
              <a:defRPr lang="en-US" sz="1600" b="0" u="none" strike="noStrike">
                <a:solidFill>
                  <a:schemeClr val="dk1"/>
                </a:solidFill>
                <a:latin typeface="Segoe UI"/>
              </a:defRPr>
            </a:lvl1pPr>
            <a:lvl2pPr lvl="1" algn="l" defTabSz="932760">
              <a:lnSpc>
                <a:spcPct val="100000"/>
              </a:lnSpc>
              <a:spcBef>
                <a:spcPts val="281"/>
              </a:spcBef>
              <a:buClr>
                <a:srgbClr val="000000"/>
              </a:buClr>
              <a:buSzPct val="90000"/>
              <a:buFont typeface="Arial"/>
              <a:buChar char="•"/>
              <a:tabLst>
                <a:tab pos="0" algn="l"/>
              </a:tabLst>
              <a:defRPr lang="en-US" sz="1400" b="0" u="none" strike="noStrike">
                <a:solidFill>
                  <a:schemeClr val="dk1"/>
                </a:solidFill>
                <a:latin typeface="Segoe UI"/>
              </a:defRPr>
            </a:lvl2pPr>
            <a:lvl3pPr lvl="2" algn="l" defTabSz="932760">
              <a:lnSpc>
                <a:spcPct val="100000"/>
              </a:lnSpc>
              <a:spcBef>
                <a:spcPts val="241"/>
              </a:spcBef>
              <a:buClr>
                <a:srgbClr val="000000"/>
              </a:buClr>
              <a:buSzPct val="90000"/>
              <a:buFont typeface="Arial"/>
              <a:buChar char="•"/>
              <a:tabLst>
                <a:tab pos="0" algn="l"/>
              </a:tabLst>
              <a:defRPr lang="en-US" sz="1200" b="0" u="none" strike="noStrike">
                <a:solidFill>
                  <a:schemeClr val="dk1"/>
                </a:solidFill>
                <a:latin typeface="Segoe UI"/>
              </a:defRPr>
            </a:lvl3pPr>
          </a:lstStyle>
          <a:p>
            <a:pPr marL="137160" indent="-137160" algn="l" defTabSz="932760">
              <a:lnSpc>
                <a:spcPct val="100000"/>
              </a:lnSpc>
              <a:spcBef>
                <a:spcPts val="320"/>
              </a:spcBef>
              <a:buClr>
                <a:srgbClr val="000000"/>
              </a:buClr>
              <a:buSzPct val="90000"/>
              <a:buFont typeface="Arial"/>
              <a:buChar char="•"/>
              <a:tabLst>
                <a:tab pos="0" algn="l"/>
              </a:tabLst>
              <a:defRPr/>
            </a:pPr>
            <a:r>
              <a:rPr lang="en-US" sz="1600" b="0" u="none" strike="noStrike">
                <a:solidFill>
                  <a:schemeClr val="dk1"/>
                </a:solidFill>
                <a:latin typeface="Segoe UI"/>
              </a:rPr>
              <a:t>Click to edit Master text styles</a:t>
            </a:r>
          </a:p>
          <a:p>
            <a:pPr marL="265320" lvl="1" indent="-128160" algn="l" defTabSz="932760">
              <a:lnSpc>
                <a:spcPct val="100000"/>
              </a:lnSpc>
              <a:spcBef>
                <a:spcPts val="281"/>
              </a:spcBef>
              <a:buClr>
                <a:srgbClr val="000000"/>
              </a:buClr>
              <a:buSzPct val="90000"/>
              <a:buFont typeface="Arial"/>
              <a:buChar char="•"/>
              <a:tabLst>
                <a:tab pos="0" algn="l"/>
              </a:tabLst>
              <a:defRPr/>
            </a:pPr>
            <a:r>
              <a:rPr lang="en-US" sz="1400" b="0" u="none" strike="noStrike">
                <a:solidFill>
                  <a:schemeClr val="dk1"/>
                </a:solidFill>
                <a:latin typeface="Segoe UI"/>
              </a:rPr>
              <a:t>Second level</a:t>
            </a:r>
          </a:p>
          <a:p>
            <a:pPr marL="384120" lvl="2" indent="-118800" algn="l" defTabSz="932760">
              <a:lnSpc>
                <a:spcPct val="100000"/>
              </a:lnSpc>
              <a:spcBef>
                <a:spcPts val="241"/>
              </a:spcBef>
              <a:buClr>
                <a:srgbClr val="000000"/>
              </a:buClr>
              <a:buSzPct val="90000"/>
              <a:buFont typeface="Arial"/>
              <a:buChar char="•"/>
              <a:tabLst>
                <a:tab pos="0" algn="l"/>
              </a:tabLst>
              <a:defRPr/>
            </a:pPr>
            <a:r>
              <a:rPr lang="en-US" sz="1200" b="0" u="none" strike="noStrike">
                <a:solidFill>
                  <a:schemeClr val="dk1"/>
                </a:solidFill>
                <a:latin typeface="Segoe UI"/>
              </a:rPr>
              <a:t>Third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blank" preserve="1" userDrawn="1">
  <p:cSld name="3-column_Text">
    <p:bg>
      <p:bgPr>
        <a:solidFill>
          <a:srgbClr val="FFFFFF"/>
        </a:solidFill>
        <a:effectLst/>
      </p:bgPr>
    </p:bg>
    <p:spTree>
      <p:nvGrpSpPr>
        <p:cNvPr id="1" name=""/>
        <p:cNvGrpSpPr/>
        <p:nvPr/>
      </p:nvGrpSpPr>
      <p:grpSpPr bwMode="auto">
        <a:xfrm>
          <a:off x="0" y="0"/>
          <a:ext cx="0" cy="0"/>
          <a:chOff x="0" y="0"/>
          <a:chExt cx="0" cy="0"/>
        </a:xfrm>
      </p:grpSpPr>
      <p:pic>
        <p:nvPicPr>
          <p:cNvPr id="265637058" name="Picture 34"/>
          <p:cNvPicPr/>
          <p:nvPr/>
        </p:nvPicPr>
        <p:blipFill rotWithShape="1">
          <a:blip r:embed="rId2">
            <a:alphaModFix amt="40000"/>
          </a:blip>
          <a:stretch/>
        </p:blipFill>
        <p:spPr bwMode="auto">
          <a:xfrm>
            <a:off x="25424" y="17086"/>
            <a:ext cx="12191760" cy="6855840"/>
          </a:xfrm>
          <a:prstGeom prst="rect">
            <a:avLst/>
          </a:prstGeom>
          <a:noFill/>
          <a:ln w="0">
            <a:noFill/>
          </a:ln>
        </p:spPr>
      </p:pic>
      <p:pic>
        <p:nvPicPr>
          <p:cNvPr id="1216699958" name="Graphic 5"/>
          <p:cNvPicPr/>
          <p:nvPr/>
        </p:nvPicPr>
        <p:blipFill rotWithShape="1">
          <a:blip r:embed="rId3"/>
          <a:stretch/>
        </p:blipFill>
        <p:spPr bwMode="auto">
          <a:xfrm rot="5400000">
            <a:off x="9510120" y="2743200"/>
            <a:ext cx="6857640" cy="1371240"/>
          </a:xfrm>
          <a:prstGeom prst="rect">
            <a:avLst/>
          </a:prstGeom>
          <a:noFill/>
          <a:ln w="0">
            <a:noFill/>
          </a:ln>
        </p:spPr>
      </p:pic>
      <p:sp>
        <p:nvSpPr>
          <p:cNvPr id="1084130631" name="TextBox 2"/>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1732372382"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2093395614"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1916431583" name="Straight Connector 33"/>
          <p:cNvCxnSpPr/>
          <p:nvPr/>
        </p:nvCxnSpPr>
        <p:spPr bwMode="auto">
          <a:xfrm>
            <a:off x="-89640" y="5670360"/>
            <a:ext cx="360" cy="1178280"/>
          </a:xfrm>
          <a:prstGeom prst="straightConnector1">
            <a:avLst/>
          </a:prstGeom>
          <a:ln w="9525" cap="sq">
            <a:solidFill>
              <a:srgbClr val="FF0000"/>
            </a:solidFill>
            <a:miter/>
          </a:ln>
        </p:spPr>
      </p:cxnSp>
      <p:sp>
        <p:nvSpPr>
          <p:cNvPr id="547245340" name="PlaceHolder 1"/>
          <p:cNvSpPr>
            <a:spLocks noGrp="1"/>
          </p:cNvSpPr>
          <p:nvPr>
            <p:ph type="title"/>
          </p:nvPr>
        </p:nvSpPr>
        <p:spPr bwMode="auto">
          <a:xfrm>
            <a:off x="588240" y="585360"/>
            <a:ext cx="8192520" cy="307439"/>
          </a:xfrm>
          <a:prstGeom prst="rect">
            <a:avLst/>
          </a:prstGeom>
          <a:noFill/>
          <a:ln w="0">
            <a:noFill/>
          </a:ln>
        </p:spPr>
        <p:txBody>
          <a:bodyPr lIns="0" tIns="0" rIns="0" bIns="0" anchor="t">
            <a:noAutofit/>
          </a:bodyPr>
          <a:lstStyle>
            <a:lvl1pPr indent="0" algn="l" defTabSz="932760">
              <a:lnSpc>
                <a:spcPct val="100000"/>
              </a:lnSpc>
              <a:buNone/>
              <a:defRPr lang="en-US" sz="2000" b="0" u="none" strike="noStrike">
                <a:solidFill>
                  <a:schemeClr val="dk1"/>
                </a:solidFill>
                <a:latin typeface="Segoe UI Semibold"/>
              </a:defRPr>
            </a:lvl1pPr>
          </a:lstStyle>
          <a:p>
            <a:pPr indent="0" algn="l" defTabSz="932760">
              <a:lnSpc>
                <a:spcPct val="100000"/>
              </a:lnSpc>
              <a:buNone/>
              <a:defRPr/>
            </a:pPr>
            <a:r>
              <a:rPr lang="en-US" sz="2000" b="0" u="none" strike="noStrike">
                <a:solidFill>
                  <a:schemeClr val="dk1"/>
                </a:solidFill>
                <a:latin typeface="Segoe UI Semibold"/>
              </a:rPr>
              <a:t>Click to edit Master title style</a:t>
            </a:r>
          </a:p>
        </p:txBody>
      </p:sp>
      <p:sp>
        <p:nvSpPr>
          <p:cNvPr id="1197941093" name="PlaceHolder 2"/>
          <p:cNvSpPr>
            <a:spLocks noGrp="1"/>
          </p:cNvSpPr>
          <p:nvPr>
            <p:ph type="body"/>
          </p:nvPr>
        </p:nvSpPr>
        <p:spPr bwMode="auto">
          <a:xfrm>
            <a:off x="586440" y="1591200"/>
            <a:ext cx="3478680" cy="706680"/>
          </a:xfrm>
          <a:prstGeom prst="rect">
            <a:avLst/>
          </a:prstGeom>
          <a:noFill/>
          <a:ln w="0">
            <a:noFill/>
          </a:ln>
        </p:spPr>
        <p:txBody>
          <a:bodyPr lIns="0" tIns="0" rIns="0" bIns="0" anchor="t">
            <a:spAutoFit/>
          </a:bodyPr>
          <a:lstStyle>
            <a:lvl1pPr algn="l" defTabSz="932760">
              <a:lnSpc>
                <a:spcPct val="100000"/>
              </a:lnSpc>
              <a:spcBef>
                <a:spcPts val="320"/>
              </a:spcBef>
              <a:buClr>
                <a:srgbClr val="000000"/>
              </a:buClr>
              <a:buSzPct val="90000"/>
              <a:buFont typeface="Arial"/>
              <a:buChar char="•"/>
              <a:defRPr lang="en-US" sz="1600" b="0" u="none" strike="noStrike">
                <a:solidFill>
                  <a:schemeClr val="dk1"/>
                </a:solidFill>
                <a:latin typeface="Segoe UI"/>
              </a:defRPr>
            </a:lvl1pPr>
            <a:lvl2pPr lvl="1" algn="l" defTabSz="932760">
              <a:lnSpc>
                <a:spcPct val="100000"/>
              </a:lnSpc>
              <a:spcBef>
                <a:spcPts val="281"/>
              </a:spcBef>
              <a:buClr>
                <a:srgbClr val="000000"/>
              </a:buClr>
              <a:buSzPct val="90000"/>
              <a:buFont typeface="Arial"/>
              <a:buChar char="•"/>
              <a:defRPr lang="en-US" sz="1400" b="0" u="none" strike="noStrike">
                <a:solidFill>
                  <a:schemeClr val="dk1"/>
                </a:solidFill>
                <a:latin typeface="Segoe UI"/>
              </a:defRPr>
            </a:lvl2pPr>
            <a:lvl3pPr lvl="2" algn="l" defTabSz="932760">
              <a:lnSpc>
                <a:spcPct val="100000"/>
              </a:lnSpc>
              <a:spcBef>
                <a:spcPts val="241"/>
              </a:spcBef>
              <a:buClr>
                <a:srgbClr val="000000"/>
              </a:buClr>
              <a:buSzPct val="90000"/>
              <a:buFont typeface="Arial"/>
              <a:buChar char="•"/>
              <a:defRPr lang="en-US" sz="1200" b="0" u="none" strike="noStrike">
                <a:solidFill>
                  <a:schemeClr val="dk1"/>
                </a:solidFill>
                <a:latin typeface="Segoe UI"/>
              </a:defRPr>
            </a:lvl3pPr>
          </a:lstStyle>
          <a:p>
            <a:pPr marL="137160" indent="-137160" algn="l" defTabSz="932760">
              <a:lnSpc>
                <a:spcPct val="100000"/>
              </a:lnSpc>
              <a:spcBef>
                <a:spcPts val="320"/>
              </a:spcBef>
              <a:buClr>
                <a:srgbClr val="000000"/>
              </a:buClr>
              <a:buSzPct val="90000"/>
              <a:buFont typeface="Arial"/>
              <a:buChar char="•"/>
              <a:defRPr/>
            </a:pPr>
            <a:r>
              <a:rPr lang="en-US" sz="1600" b="0" u="none" strike="noStrike">
                <a:solidFill>
                  <a:schemeClr val="dk1"/>
                </a:solidFill>
                <a:latin typeface="Segoe UI"/>
              </a:rPr>
              <a:t>Click to edit Master text styles</a:t>
            </a:r>
          </a:p>
          <a:p>
            <a:pPr marL="265320" lvl="1" indent="-128160" algn="l" defTabSz="932760">
              <a:lnSpc>
                <a:spcPct val="100000"/>
              </a:lnSpc>
              <a:spcBef>
                <a:spcPts val="281"/>
              </a:spcBef>
              <a:buClr>
                <a:srgbClr val="000000"/>
              </a:buClr>
              <a:buSzPct val="90000"/>
              <a:buFont typeface="Arial"/>
              <a:buChar char="•"/>
              <a:defRPr/>
            </a:pPr>
            <a:r>
              <a:rPr lang="en-US" sz="1400" b="0" u="none" strike="noStrike">
                <a:solidFill>
                  <a:schemeClr val="dk1"/>
                </a:solidFill>
                <a:latin typeface="Segoe UI"/>
              </a:rPr>
              <a:t>Second level</a:t>
            </a:r>
          </a:p>
          <a:p>
            <a:pPr marL="384120" lvl="2" indent="-118800" algn="l" defTabSz="932760">
              <a:lnSpc>
                <a:spcPct val="100000"/>
              </a:lnSpc>
              <a:spcBef>
                <a:spcPts val="241"/>
              </a:spcBef>
              <a:buClr>
                <a:srgbClr val="000000"/>
              </a:buClr>
              <a:buSzPct val="90000"/>
              <a:buFont typeface="Arial"/>
              <a:buChar char="•"/>
              <a:defRPr/>
            </a:pPr>
            <a:r>
              <a:rPr lang="en-US" sz="1200" b="0" u="none" strike="noStrike">
                <a:solidFill>
                  <a:schemeClr val="dk1"/>
                </a:solidFill>
                <a:latin typeface="Segoe UI"/>
              </a:rPr>
              <a:t>Third level</a:t>
            </a:r>
          </a:p>
        </p:txBody>
      </p:sp>
      <p:sp>
        <p:nvSpPr>
          <p:cNvPr id="561748363" name="PlaceHolder 3"/>
          <p:cNvSpPr>
            <a:spLocks noGrp="1"/>
          </p:cNvSpPr>
          <p:nvPr>
            <p:ph type="body"/>
          </p:nvPr>
        </p:nvSpPr>
        <p:spPr bwMode="auto">
          <a:xfrm>
            <a:off x="4362840" y="1591200"/>
            <a:ext cx="3478680" cy="706680"/>
          </a:xfrm>
          <a:prstGeom prst="rect">
            <a:avLst/>
          </a:prstGeom>
          <a:noFill/>
          <a:ln w="0">
            <a:noFill/>
          </a:ln>
        </p:spPr>
        <p:txBody>
          <a:bodyPr lIns="0" tIns="0" rIns="0" bIns="0" anchor="t">
            <a:spAutoFit/>
          </a:bodyPr>
          <a:lstStyle>
            <a:lvl1pPr algn="l" defTabSz="932760">
              <a:lnSpc>
                <a:spcPct val="100000"/>
              </a:lnSpc>
              <a:spcBef>
                <a:spcPts val="320"/>
              </a:spcBef>
              <a:buClr>
                <a:srgbClr val="000000"/>
              </a:buClr>
              <a:buSzPct val="90000"/>
              <a:buFont typeface="Arial"/>
              <a:buChar char="•"/>
              <a:defRPr lang="en-US" sz="1600" b="0" u="none" strike="noStrike">
                <a:solidFill>
                  <a:schemeClr val="dk1"/>
                </a:solidFill>
                <a:latin typeface="Segoe UI"/>
              </a:defRPr>
            </a:lvl1pPr>
            <a:lvl2pPr lvl="1" algn="l" defTabSz="932760">
              <a:lnSpc>
                <a:spcPct val="100000"/>
              </a:lnSpc>
              <a:spcBef>
                <a:spcPts val="281"/>
              </a:spcBef>
              <a:buClr>
                <a:srgbClr val="000000"/>
              </a:buClr>
              <a:buSzPct val="90000"/>
              <a:buFont typeface="Arial"/>
              <a:buChar char="•"/>
              <a:defRPr lang="en-US" sz="1400" b="0" u="none" strike="noStrike">
                <a:solidFill>
                  <a:schemeClr val="dk1"/>
                </a:solidFill>
                <a:latin typeface="Segoe UI"/>
              </a:defRPr>
            </a:lvl2pPr>
            <a:lvl3pPr lvl="2" algn="l" defTabSz="932760">
              <a:lnSpc>
                <a:spcPct val="100000"/>
              </a:lnSpc>
              <a:spcBef>
                <a:spcPts val="241"/>
              </a:spcBef>
              <a:buClr>
                <a:srgbClr val="000000"/>
              </a:buClr>
              <a:buSzPct val="90000"/>
              <a:buFont typeface="Arial"/>
              <a:buChar char="•"/>
              <a:defRPr lang="en-US" sz="1200" b="0" u="none" strike="noStrike">
                <a:solidFill>
                  <a:schemeClr val="dk1"/>
                </a:solidFill>
                <a:latin typeface="Segoe UI"/>
              </a:defRPr>
            </a:lvl3pPr>
          </a:lstStyle>
          <a:p>
            <a:pPr marL="137160" indent="-137160" algn="l" defTabSz="932760">
              <a:lnSpc>
                <a:spcPct val="100000"/>
              </a:lnSpc>
              <a:spcBef>
                <a:spcPts val="320"/>
              </a:spcBef>
              <a:buClr>
                <a:srgbClr val="000000"/>
              </a:buClr>
              <a:buSzPct val="90000"/>
              <a:buFont typeface="Arial"/>
              <a:buChar char="•"/>
              <a:defRPr/>
            </a:pPr>
            <a:r>
              <a:rPr lang="en-US" sz="1600" b="0" u="none" strike="noStrike">
                <a:solidFill>
                  <a:schemeClr val="dk1"/>
                </a:solidFill>
                <a:latin typeface="Segoe UI"/>
              </a:rPr>
              <a:t>Click to edit Master text styles</a:t>
            </a:r>
          </a:p>
          <a:p>
            <a:pPr marL="265320" lvl="1" indent="-128160" algn="l" defTabSz="932760">
              <a:lnSpc>
                <a:spcPct val="100000"/>
              </a:lnSpc>
              <a:spcBef>
                <a:spcPts val="281"/>
              </a:spcBef>
              <a:buClr>
                <a:srgbClr val="000000"/>
              </a:buClr>
              <a:buSzPct val="90000"/>
              <a:buFont typeface="Arial"/>
              <a:buChar char="•"/>
              <a:defRPr/>
            </a:pPr>
            <a:r>
              <a:rPr lang="en-US" sz="1400" b="0" u="none" strike="noStrike">
                <a:solidFill>
                  <a:schemeClr val="dk1"/>
                </a:solidFill>
                <a:latin typeface="Segoe UI"/>
              </a:rPr>
              <a:t>Second level</a:t>
            </a:r>
          </a:p>
          <a:p>
            <a:pPr marL="384120" lvl="2" indent="-118800" algn="l" defTabSz="932760">
              <a:lnSpc>
                <a:spcPct val="100000"/>
              </a:lnSpc>
              <a:spcBef>
                <a:spcPts val="241"/>
              </a:spcBef>
              <a:buClr>
                <a:srgbClr val="000000"/>
              </a:buClr>
              <a:buSzPct val="90000"/>
              <a:buFont typeface="Arial"/>
              <a:buChar char="•"/>
              <a:defRPr/>
            </a:pPr>
            <a:r>
              <a:rPr lang="en-US" sz="1200" b="0" u="none" strike="noStrike">
                <a:solidFill>
                  <a:schemeClr val="dk1"/>
                </a:solidFill>
                <a:latin typeface="Segoe UI"/>
              </a:rPr>
              <a:t>Third level</a:t>
            </a:r>
          </a:p>
        </p:txBody>
      </p:sp>
      <p:sp>
        <p:nvSpPr>
          <p:cNvPr id="139817763" name="PlaceHolder 4"/>
          <p:cNvSpPr>
            <a:spLocks noGrp="1"/>
          </p:cNvSpPr>
          <p:nvPr>
            <p:ph type="body"/>
          </p:nvPr>
        </p:nvSpPr>
        <p:spPr bwMode="auto">
          <a:xfrm>
            <a:off x="8130240" y="1591200"/>
            <a:ext cx="3478680" cy="706680"/>
          </a:xfrm>
          <a:prstGeom prst="rect">
            <a:avLst/>
          </a:prstGeom>
          <a:noFill/>
          <a:ln w="0">
            <a:noFill/>
          </a:ln>
        </p:spPr>
        <p:txBody>
          <a:bodyPr lIns="0" tIns="0" rIns="0" bIns="0" anchor="t">
            <a:spAutoFit/>
          </a:bodyPr>
          <a:lstStyle>
            <a:lvl1pPr algn="l" defTabSz="932760">
              <a:lnSpc>
                <a:spcPct val="100000"/>
              </a:lnSpc>
              <a:spcBef>
                <a:spcPts val="320"/>
              </a:spcBef>
              <a:buClr>
                <a:srgbClr val="000000"/>
              </a:buClr>
              <a:buSzPct val="90000"/>
              <a:buFont typeface="Arial"/>
              <a:buChar char="•"/>
              <a:defRPr lang="en-US" sz="1600" b="0" u="none" strike="noStrike">
                <a:solidFill>
                  <a:schemeClr val="dk1"/>
                </a:solidFill>
                <a:latin typeface="Segoe UI"/>
              </a:defRPr>
            </a:lvl1pPr>
            <a:lvl2pPr lvl="1" algn="l" defTabSz="932760">
              <a:lnSpc>
                <a:spcPct val="100000"/>
              </a:lnSpc>
              <a:spcBef>
                <a:spcPts val="281"/>
              </a:spcBef>
              <a:buClr>
                <a:srgbClr val="000000"/>
              </a:buClr>
              <a:buSzPct val="90000"/>
              <a:buFont typeface="Arial"/>
              <a:buChar char="•"/>
              <a:defRPr lang="en-US" sz="1400" b="0" u="none" strike="noStrike">
                <a:solidFill>
                  <a:schemeClr val="dk1"/>
                </a:solidFill>
                <a:latin typeface="Segoe UI"/>
              </a:defRPr>
            </a:lvl2pPr>
            <a:lvl3pPr lvl="2" algn="l" defTabSz="932760">
              <a:lnSpc>
                <a:spcPct val="100000"/>
              </a:lnSpc>
              <a:spcBef>
                <a:spcPts val="241"/>
              </a:spcBef>
              <a:buClr>
                <a:srgbClr val="000000"/>
              </a:buClr>
              <a:buSzPct val="90000"/>
              <a:buFont typeface="Arial"/>
              <a:buChar char="•"/>
              <a:defRPr lang="en-US" sz="1200" b="0" u="none" strike="noStrike">
                <a:solidFill>
                  <a:schemeClr val="dk1"/>
                </a:solidFill>
                <a:latin typeface="Segoe UI"/>
              </a:defRPr>
            </a:lvl3pPr>
          </a:lstStyle>
          <a:p>
            <a:pPr marL="137160" indent="-137160" algn="l" defTabSz="932760">
              <a:lnSpc>
                <a:spcPct val="100000"/>
              </a:lnSpc>
              <a:spcBef>
                <a:spcPts val="320"/>
              </a:spcBef>
              <a:buClr>
                <a:srgbClr val="000000"/>
              </a:buClr>
              <a:buSzPct val="90000"/>
              <a:buFont typeface="Arial"/>
              <a:buChar char="•"/>
              <a:defRPr/>
            </a:pPr>
            <a:r>
              <a:rPr lang="en-US" sz="1600" b="0" u="none" strike="noStrike">
                <a:solidFill>
                  <a:schemeClr val="dk1"/>
                </a:solidFill>
                <a:latin typeface="Segoe UI"/>
              </a:rPr>
              <a:t>Click to edit Master text styles</a:t>
            </a:r>
          </a:p>
          <a:p>
            <a:pPr marL="265320" lvl="1" indent="-128160" algn="l" defTabSz="932760">
              <a:lnSpc>
                <a:spcPct val="100000"/>
              </a:lnSpc>
              <a:spcBef>
                <a:spcPts val="281"/>
              </a:spcBef>
              <a:buClr>
                <a:srgbClr val="000000"/>
              </a:buClr>
              <a:buSzPct val="90000"/>
              <a:buFont typeface="Arial"/>
              <a:buChar char="•"/>
              <a:defRPr/>
            </a:pPr>
            <a:r>
              <a:rPr lang="en-US" sz="1400" b="0" u="none" strike="noStrike">
                <a:solidFill>
                  <a:schemeClr val="dk1"/>
                </a:solidFill>
                <a:latin typeface="Segoe UI"/>
              </a:rPr>
              <a:t>Second level</a:t>
            </a:r>
          </a:p>
          <a:p>
            <a:pPr marL="384120" lvl="2" indent="-118800" algn="l" defTabSz="932760">
              <a:lnSpc>
                <a:spcPct val="100000"/>
              </a:lnSpc>
              <a:spcBef>
                <a:spcPts val="241"/>
              </a:spcBef>
              <a:buClr>
                <a:srgbClr val="000000"/>
              </a:buClr>
              <a:buSzPct val="90000"/>
              <a:buFont typeface="Arial"/>
              <a:buChar char="•"/>
              <a:defRPr/>
            </a:pPr>
            <a:r>
              <a:rPr lang="en-US" sz="1200" b="0" u="none" strike="noStrike">
                <a:solidFill>
                  <a:schemeClr val="dk1"/>
                </a:solidFill>
                <a:latin typeface="Segoe UI"/>
              </a:rPr>
              <a:t>Third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blank" preserve="1" userDrawn="1">
  <p:cSld name="3-column_Text_with Subheads">
    <p:bg>
      <p:bgPr>
        <a:solidFill>
          <a:srgbClr val="FFFFFF"/>
        </a:solidFill>
        <a:effectLst/>
      </p:bgPr>
    </p:bg>
    <p:spTree>
      <p:nvGrpSpPr>
        <p:cNvPr id="1" name=""/>
        <p:cNvGrpSpPr/>
        <p:nvPr/>
      </p:nvGrpSpPr>
      <p:grpSpPr bwMode="auto">
        <a:xfrm>
          <a:off x="0" y="0"/>
          <a:ext cx="0" cy="0"/>
          <a:chOff x="0" y="0"/>
          <a:chExt cx="0" cy="0"/>
        </a:xfrm>
      </p:grpSpPr>
      <p:pic>
        <p:nvPicPr>
          <p:cNvPr id="2067265600" name="Picture 34"/>
          <p:cNvPicPr/>
          <p:nvPr/>
        </p:nvPicPr>
        <p:blipFill rotWithShape="1">
          <a:blip r:embed="rId2">
            <a:alphaModFix amt="40000"/>
          </a:blip>
          <a:stretch/>
        </p:blipFill>
        <p:spPr bwMode="auto">
          <a:xfrm>
            <a:off x="0" y="720"/>
            <a:ext cx="12191760" cy="6855840"/>
          </a:xfrm>
          <a:prstGeom prst="rect">
            <a:avLst/>
          </a:prstGeom>
          <a:noFill/>
          <a:ln w="0">
            <a:noFill/>
          </a:ln>
        </p:spPr>
      </p:pic>
      <p:pic>
        <p:nvPicPr>
          <p:cNvPr id="1974165353" name="Graphic 5"/>
          <p:cNvPicPr/>
          <p:nvPr/>
        </p:nvPicPr>
        <p:blipFill rotWithShape="1">
          <a:blip r:embed="rId3"/>
          <a:stretch/>
        </p:blipFill>
        <p:spPr bwMode="auto">
          <a:xfrm rot="5400000">
            <a:off x="9510120" y="2743200"/>
            <a:ext cx="6857640" cy="1371240"/>
          </a:xfrm>
          <a:prstGeom prst="rect">
            <a:avLst/>
          </a:prstGeom>
          <a:noFill/>
          <a:ln w="0">
            <a:noFill/>
          </a:ln>
        </p:spPr>
      </p:pic>
      <p:sp>
        <p:nvSpPr>
          <p:cNvPr id="1305190535" name="TextBox 2"/>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335635601"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1618747129"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711459594" name="Straight Connector 33"/>
          <p:cNvCxnSpPr/>
          <p:nvPr/>
        </p:nvCxnSpPr>
        <p:spPr bwMode="auto">
          <a:xfrm>
            <a:off x="-89640" y="5670360"/>
            <a:ext cx="360" cy="1178280"/>
          </a:xfrm>
          <a:prstGeom prst="straightConnector1">
            <a:avLst/>
          </a:prstGeom>
          <a:ln w="9525" cap="sq">
            <a:solidFill>
              <a:srgbClr val="FF0000"/>
            </a:solidFill>
            <a:miter/>
          </a:ln>
        </p:spPr>
      </p:cxnSp>
      <p:sp>
        <p:nvSpPr>
          <p:cNvPr id="1232597100" name="PlaceHolder 1"/>
          <p:cNvSpPr>
            <a:spLocks noGrp="1"/>
          </p:cNvSpPr>
          <p:nvPr>
            <p:ph type="title"/>
          </p:nvPr>
        </p:nvSpPr>
        <p:spPr bwMode="auto">
          <a:xfrm>
            <a:off x="588240" y="585360"/>
            <a:ext cx="8192520" cy="307439"/>
          </a:xfrm>
          <a:prstGeom prst="rect">
            <a:avLst/>
          </a:prstGeom>
          <a:noFill/>
          <a:ln w="0">
            <a:noFill/>
          </a:ln>
        </p:spPr>
        <p:txBody>
          <a:bodyPr lIns="0" tIns="0" rIns="0" bIns="0" anchor="t">
            <a:noAutofit/>
          </a:bodyPr>
          <a:lstStyle>
            <a:lvl1pPr indent="0" algn="l" defTabSz="932760">
              <a:lnSpc>
                <a:spcPct val="100000"/>
              </a:lnSpc>
              <a:buNone/>
              <a:defRPr lang="en-US" sz="2000" b="0" u="none" strike="noStrike">
                <a:solidFill>
                  <a:schemeClr val="dk1"/>
                </a:solidFill>
                <a:latin typeface="Segoe UI Semibold"/>
              </a:defRPr>
            </a:lvl1pPr>
          </a:lstStyle>
          <a:p>
            <a:pPr indent="0" algn="l" defTabSz="932760">
              <a:lnSpc>
                <a:spcPct val="100000"/>
              </a:lnSpc>
              <a:buNone/>
              <a:defRPr/>
            </a:pPr>
            <a:r>
              <a:rPr lang="en-US" sz="2000" b="0" u="none" strike="noStrike">
                <a:solidFill>
                  <a:schemeClr val="dk1"/>
                </a:solidFill>
                <a:latin typeface="Segoe UI Semibold"/>
              </a:rPr>
              <a:t>Click to edit Master title style</a:t>
            </a:r>
          </a:p>
        </p:txBody>
      </p:sp>
      <p:sp>
        <p:nvSpPr>
          <p:cNvPr id="177296635" name="PlaceHolder 2"/>
          <p:cNvSpPr>
            <a:spLocks noGrp="1"/>
          </p:cNvSpPr>
          <p:nvPr>
            <p:ph type="body"/>
          </p:nvPr>
        </p:nvSpPr>
        <p:spPr bwMode="auto">
          <a:xfrm>
            <a:off x="584280" y="1594080"/>
            <a:ext cx="3478680" cy="245880"/>
          </a:xfrm>
          <a:prstGeom prst="rect">
            <a:avLst/>
          </a:prstGeom>
          <a:noFill/>
          <a:ln w="0">
            <a:noFill/>
          </a:ln>
        </p:spPr>
        <p:txBody>
          <a:bodyPr lIns="0" tIns="0" rIns="0" bIns="0" anchor="t">
            <a:noAutofit/>
          </a:bodyPr>
          <a:lstStyle>
            <a:lvl1pPr indent="0" algn="l" defTabSz="932760">
              <a:lnSpc>
                <a:spcPct val="100000"/>
              </a:lnSpc>
              <a:buNone/>
              <a:tabLst>
                <a:tab pos="0" algn="l"/>
              </a:tabLst>
              <a:defRPr lang="en-US" sz="1600" b="0" u="none" strike="noStrike">
                <a:solidFill>
                  <a:schemeClr val="dk1"/>
                </a:solidFill>
                <a:latin typeface="Segoe UI Semibold"/>
              </a:defRPr>
            </a:lvl1pPr>
          </a:lstStyle>
          <a:p>
            <a:pPr indent="0" algn="l" defTabSz="932760">
              <a:lnSpc>
                <a:spcPct val="100000"/>
              </a:lnSpc>
              <a:buNone/>
              <a:tabLst>
                <a:tab pos="0" algn="l"/>
              </a:tabLst>
              <a:defRPr/>
            </a:pPr>
            <a:r>
              <a:rPr lang="en-US" sz="1600" b="0" u="none" strike="noStrike">
                <a:solidFill>
                  <a:schemeClr val="dk1"/>
                </a:solidFill>
                <a:latin typeface="Segoe UI Semibold"/>
              </a:rPr>
              <a:t>Click to edit Master text styles</a:t>
            </a:r>
            <a:endParaRPr lang="en-US" sz="1600" b="0" u="none" strike="noStrike">
              <a:solidFill>
                <a:schemeClr val="dk1"/>
              </a:solidFill>
              <a:latin typeface="Segoe UI"/>
            </a:endParaRPr>
          </a:p>
        </p:txBody>
      </p:sp>
      <p:sp>
        <p:nvSpPr>
          <p:cNvPr id="1595836463" name="PlaceHolder 3"/>
          <p:cNvSpPr>
            <a:spLocks noGrp="1"/>
          </p:cNvSpPr>
          <p:nvPr>
            <p:ph type="body"/>
          </p:nvPr>
        </p:nvSpPr>
        <p:spPr bwMode="auto">
          <a:xfrm>
            <a:off x="586440" y="2286000"/>
            <a:ext cx="3477240" cy="706680"/>
          </a:xfrm>
          <a:prstGeom prst="rect">
            <a:avLst/>
          </a:prstGeom>
          <a:noFill/>
          <a:ln w="0">
            <a:noFill/>
          </a:ln>
        </p:spPr>
        <p:txBody>
          <a:bodyPr lIns="0" tIns="0" rIns="0" bIns="0" anchor="t">
            <a:spAutoFit/>
          </a:bodyPr>
          <a:lstStyle>
            <a:lvl1pPr algn="l" defTabSz="932760">
              <a:lnSpc>
                <a:spcPct val="100000"/>
              </a:lnSpc>
              <a:spcBef>
                <a:spcPts val="320"/>
              </a:spcBef>
              <a:buClr>
                <a:srgbClr val="000000"/>
              </a:buClr>
              <a:buSzPct val="90000"/>
              <a:buFont typeface="Arial"/>
              <a:buChar char="•"/>
              <a:tabLst>
                <a:tab pos="0" algn="l"/>
              </a:tabLst>
              <a:defRPr lang="en-US" sz="1600" b="0" u="none" strike="noStrike">
                <a:solidFill>
                  <a:schemeClr val="dk1"/>
                </a:solidFill>
                <a:latin typeface="Segoe UI"/>
              </a:defRPr>
            </a:lvl1pPr>
            <a:lvl2pPr lvl="1" algn="l" defTabSz="932760">
              <a:lnSpc>
                <a:spcPct val="100000"/>
              </a:lnSpc>
              <a:spcBef>
                <a:spcPts val="281"/>
              </a:spcBef>
              <a:buClr>
                <a:srgbClr val="000000"/>
              </a:buClr>
              <a:buSzPct val="90000"/>
              <a:buFont typeface="Arial"/>
              <a:buChar char="•"/>
              <a:tabLst>
                <a:tab pos="0" algn="l"/>
              </a:tabLst>
              <a:defRPr lang="en-US" sz="1400" b="0" u="none" strike="noStrike">
                <a:solidFill>
                  <a:schemeClr val="dk1"/>
                </a:solidFill>
                <a:latin typeface="Segoe UI"/>
              </a:defRPr>
            </a:lvl2pPr>
            <a:lvl3pPr lvl="2" algn="l" defTabSz="932760">
              <a:lnSpc>
                <a:spcPct val="100000"/>
              </a:lnSpc>
              <a:spcBef>
                <a:spcPts val="241"/>
              </a:spcBef>
              <a:buClr>
                <a:srgbClr val="000000"/>
              </a:buClr>
              <a:buSzPct val="90000"/>
              <a:buFont typeface="Arial"/>
              <a:buChar char="•"/>
              <a:tabLst>
                <a:tab pos="0" algn="l"/>
              </a:tabLst>
              <a:defRPr lang="en-US" sz="1200" b="0" u="none" strike="noStrike">
                <a:solidFill>
                  <a:schemeClr val="dk1"/>
                </a:solidFill>
                <a:latin typeface="Segoe UI"/>
              </a:defRPr>
            </a:lvl3pPr>
          </a:lstStyle>
          <a:p>
            <a:pPr marL="137160" indent="-137160" algn="l" defTabSz="932760">
              <a:lnSpc>
                <a:spcPct val="100000"/>
              </a:lnSpc>
              <a:spcBef>
                <a:spcPts val="320"/>
              </a:spcBef>
              <a:buClr>
                <a:srgbClr val="000000"/>
              </a:buClr>
              <a:buSzPct val="90000"/>
              <a:buFont typeface="Arial"/>
              <a:buChar char="•"/>
              <a:tabLst>
                <a:tab pos="0" algn="l"/>
              </a:tabLst>
              <a:defRPr/>
            </a:pPr>
            <a:r>
              <a:rPr lang="en-US" sz="1600" b="0" u="none" strike="noStrike">
                <a:solidFill>
                  <a:schemeClr val="dk1"/>
                </a:solidFill>
                <a:latin typeface="Segoe UI"/>
              </a:rPr>
              <a:t>Click to edit Master text styles</a:t>
            </a:r>
          </a:p>
          <a:p>
            <a:pPr marL="265320" lvl="1" indent="-128160" algn="l" defTabSz="932760">
              <a:lnSpc>
                <a:spcPct val="100000"/>
              </a:lnSpc>
              <a:spcBef>
                <a:spcPts val="281"/>
              </a:spcBef>
              <a:buClr>
                <a:srgbClr val="000000"/>
              </a:buClr>
              <a:buSzPct val="90000"/>
              <a:buFont typeface="Arial"/>
              <a:buChar char="•"/>
              <a:tabLst>
                <a:tab pos="0" algn="l"/>
              </a:tabLst>
              <a:defRPr/>
            </a:pPr>
            <a:r>
              <a:rPr lang="en-US" sz="1400" b="0" u="none" strike="noStrike">
                <a:solidFill>
                  <a:schemeClr val="dk1"/>
                </a:solidFill>
                <a:latin typeface="Segoe UI"/>
              </a:rPr>
              <a:t>Second level</a:t>
            </a:r>
          </a:p>
          <a:p>
            <a:pPr marL="384120" lvl="2" indent="-118800" algn="l" defTabSz="932760">
              <a:lnSpc>
                <a:spcPct val="100000"/>
              </a:lnSpc>
              <a:spcBef>
                <a:spcPts val="241"/>
              </a:spcBef>
              <a:buClr>
                <a:srgbClr val="000000"/>
              </a:buClr>
              <a:buSzPct val="90000"/>
              <a:buFont typeface="Arial"/>
              <a:buChar char="•"/>
              <a:tabLst>
                <a:tab pos="0" algn="l"/>
              </a:tabLst>
              <a:defRPr/>
            </a:pPr>
            <a:r>
              <a:rPr lang="en-US" sz="1200" b="0" u="none" strike="noStrike">
                <a:solidFill>
                  <a:schemeClr val="dk1"/>
                </a:solidFill>
                <a:latin typeface="Segoe UI"/>
              </a:rPr>
              <a:t>Third level</a:t>
            </a:r>
          </a:p>
        </p:txBody>
      </p:sp>
      <p:sp>
        <p:nvSpPr>
          <p:cNvPr id="2136604551" name="PlaceHolder 4"/>
          <p:cNvSpPr>
            <a:spLocks noGrp="1"/>
          </p:cNvSpPr>
          <p:nvPr>
            <p:ph type="body"/>
          </p:nvPr>
        </p:nvSpPr>
        <p:spPr bwMode="auto">
          <a:xfrm>
            <a:off x="4357440" y="1594080"/>
            <a:ext cx="3478680" cy="245880"/>
          </a:xfrm>
          <a:prstGeom prst="rect">
            <a:avLst/>
          </a:prstGeom>
          <a:noFill/>
          <a:ln w="0">
            <a:noFill/>
          </a:ln>
        </p:spPr>
        <p:txBody>
          <a:bodyPr lIns="0" tIns="0" rIns="0" bIns="0" anchor="t">
            <a:noAutofit/>
          </a:bodyPr>
          <a:lstStyle>
            <a:lvl1pPr indent="0" algn="l" defTabSz="932760">
              <a:lnSpc>
                <a:spcPct val="100000"/>
              </a:lnSpc>
              <a:buNone/>
              <a:tabLst>
                <a:tab pos="0" algn="l"/>
              </a:tabLst>
              <a:defRPr lang="en-US" sz="1600" b="0" u="none" strike="noStrike">
                <a:solidFill>
                  <a:schemeClr val="dk1"/>
                </a:solidFill>
                <a:latin typeface="Segoe UI Semibold"/>
              </a:defRPr>
            </a:lvl1pPr>
          </a:lstStyle>
          <a:p>
            <a:pPr indent="0" algn="l" defTabSz="932760">
              <a:lnSpc>
                <a:spcPct val="100000"/>
              </a:lnSpc>
              <a:buNone/>
              <a:tabLst>
                <a:tab pos="0" algn="l"/>
              </a:tabLst>
              <a:defRPr/>
            </a:pPr>
            <a:r>
              <a:rPr lang="en-US" sz="1600" b="0" u="none" strike="noStrike">
                <a:solidFill>
                  <a:schemeClr val="dk1"/>
                </a:solidFill>
                <a:latin typeface="Segoe UI Semibold"/>
              </a:rPr>
              <a:t>Click to edit Master text styles</a:t>
            </a:r>
            <a:endParaRPr lang="en-US" sz="1600" b="0" u="none" strike="noStrike">
              <a:solidFill>
                <a:schemeClr val="dk1"/>
              </a:solidFill>
              <a:latin typeface="Segoe UI"/>
            </a:endParaRPr>
          </a:p>
        </p:txBody>
      </p:sp>
      <p:sp>
        <p:nvSpPr>
          <p:cNvPr id="1653767458" name="PlaceHolder 5"/>
          <p:cNvSpPr>
            <a:spLocks noGrp="1"/>
          </p:cNvSpPr>
          <p:nvPr>
            <p:ph type="body"/>
          </p:nvPr>
        </p:nvSpPr>
        <p:spPr bwMode="auto">
          <a:xfrm>
            <a:off x="4359600" y="2286000"/>
            <a:ext cx="3477240" cy="706680"/>
          </a:xfrm>
          <a:prstGeom prst="rect">
            <a:avLst/>
          </a:prstGeom>
          <a:noFill/>
          <a:ln w="0">
            <a:noFill/>
          </a:ln>
        </p:spPr>
        <p:txBody>
          <a:bodyPr lIns="0" tIns="0" rIns="0" bIns="0" anchor="t">
            <a:spAutoFit/>
          </a:bodyPr>
          <a:lstStyle>
            <a:lvl1pPr algn="l" defTabSz="932760">
              <a:lnSpc>
                <a:spcPct val="100000"/>
              </a:lnSpc>
              <a:spcBef>
                <a:spcPts val="320"/>
              </a:spcBef>
              <a:buClr>
                <a:srgbClr val="000000"/>
              </a:buClr>
              <a:buSzPct val="90000"/>
              <a:buFont typeface="Arial"/>
              <a:buChar char="•"/>
              <a:tabLst>
                <a:tab pos="0" algn="l"/>
              </a:tabLst>
              <a:defRPr lang="en-US" sz="1600" b="0" u="none" strike="noStrike">
                <a:solidFill>
                  <a:schemeClr val="dk1"/>
                </a:solidFill>
                <a:latin typeface="Segoe UI"/>
              </a:defRPr>
            </a:lvl1pPr>
            <a:lvl2pPr lvl="1" algn="l" defTabSz="932760">
              <a:lnSpc>
                <a:spcPct val="100000"/>
              </a:lnSpc>
              <a:spcBef>
                <a:spcPts val="281"/>
              </a:spcBef>
              <a:buClr>
                <a:srgbClr val="000000"/>
              </a:buClr>
              <a:buSzPct val="90000"/>
              <a:buFont typeface="Arial"/>
              <a:buChar char="•"/>
              <a:tabLst>
                <a:tab pos="0" algn="l"/>
              </a:tabLst>
              <a:defRPr lang="en-US" sz="1400" b="0" u="none" strike="noStrike">
                <a:solidFill>
                  <a:schemeClr val="dk1"/>
                </a:solidFill>
                <a:latin typeface="Segoe UI"/>
              </a:defRPr>
            </a:lvl2pPr>
            <a:lvl3pPr lvl="2" algn="l" defTabSz="932760">
              <a:lnSpc>
                <a:spcPct val="100000"/>
              </a:lnSpc>
              <a:spcBef>
                <a:spcPts val="241"/>
              </a:spcBef>
              <a:buClr>
                <a:srgbClr val="000000"/>
              </a:buClr>
              <a:buSzPct val="90000"/>
              <a:buFont typeface="Arial"/>
              <a:buChar char="•"/>
              <a:tabLst>
                <a:tab pos="0" algn="l"/>
              </a:tabLst>
              <a:defRPr lang="en-US" sz="1200" b="0" u="none" strike="noStrike">
                <a:solidFill>
                  <a:schemeClr val="dk1"/>
                </a:solidFill>
                <a:latin typeface="Segoe UI"/>
              </a:defRPr>
            </a:lvl3pPr>
          </a:lstStyle>
          <a:p>
            <a:pPr marL="137160" indent="-137160" algn="l" defTabSz="932760">
              <a:lnSpc>
                <a:spcPct val="100000"/>
              </a:lnSpc>
              <a:spcBef>
                <a:spcPts val="320"/>
              </a:spcBef>
              <a:buClr>
                <a:srgbClr val="000000"/>
              </a:buClr>
              <a:buSzPct val="90000"/>
              <a:buFont typeface="Arial"/>
              <a:buChar char="•"/>
              <a:tabLst>
                <a:tab pos="0" algn="l"/>
              </a:tabLst>
              <a:defRPr/>
            </a:pPr>
            <a:r>
              <a:rPr lang="en-US" sz="1600" b="0" u="none" strike="noStrike">
                <a:solidFill>
                  <a:schemeClr val="dk1"/>
                </a:solidFill>
                <a:latin typeface="Segoe UI"/>
              </a:rPr>
              <a:t>Click to edit Master text styles</a:t>
            </a:r>
          </a:p>
          <a:p>
            <a:pPr marL="265320" lvl="1" indent="-128160" algn="l" defTabSz="932760">
              <a:lnSpc>
                <a:spcPct val="100000"/>
              </a:lnSpc>
              <a:spcBef>
                <a:spcPts val="281"/>
              </a:spcBef>
              <a:buClr>
                <a:srgbClr val="000000"/>
              </a:buClr>
              <a:buSzPct val="90000"/>
              <a:buFont typeface="Arial"/>
              <a:buChar char="•"/>
              <a:tabLst>
                <a:tab pos="0" algn="l"/>
              </a:tabLst>
              <a:defRPr/>
            </a:pPr>
            <a:r>
              <a:rPr lang="en-US" sz="1400" b="0" u="none" strike="noStrike">
                <a:solidFill>
                  <a:schemeClr val="dk1"/>
                </a:solidFill>
                <a:latin typeface="Segoe UI"/>
              </a:rPr>
              <a:t>Second level</a:t>
            </a:r>
          </a:p>
          <a:p>
            <a:pPr marL="384120" lvl="2" indent="-118800" algn="l" defTabSz="932760">
              <a:lnSpc>
                <a:spcPct val="100000"/>
              </a:lnSpc>
              <a:spcBef>
                <a:spcPts val="241"/>
              </a:spcBef>
              <a:buClr>
                <a:srgbClr val="000000"/>
              </a:buClr>
              <a:buSzPct val="90000"/>
              <a:buFont typeface="Arial"/>
              <a:buChar char="•"/>
              <a:tabLst>
                <a:tab pos="0" algn="l"/>
              </a:tabLst>
              <a:defRPr/>
            </a:pPr>
            <a:r>
              <a:rPr lang="en-US" sz="1200" b="0" u="none" strike="noStrike">
                <a:solidFill>
                  <a:schemeClr val="dk1"/>
                </a:solidFill>
                <a:latin typeface="Segoe UI"/>
              </a:rPr>
              <a:t>Third level</a:t>
            </a:r>
          </a:p>
        </p:txBody>
      </p:sp>
      <p:sp>
        <p:nvSpPr>
          <p:cNvPr id="1102322516" name="PlaceHolder 6"/>
          <p:cNvSpPr>
            <a:spLocks noGrp="1"/>
          </p:cNvSpPr>
          <p:nvPr>
            <p:ph type="body"/>
          </p:nvPr>
        </p:nvSpPr>
        <p:spPr bwMode="auto">
          <a:xfrm>
            <a:off x="8130960" y="1594080"/>
            <a:ext cx="3478680" cy="245880"/>
          </a:xfrm>
          <a:prstGeom prst="rect">
            <a:avLst/>
          </a:prstGeom>
          <a:noFill/>
          <a:ln w="0">
            <a:noFill/>
          </a:ln>
        </p:spPr>
        <p:txBody>
          <a:bodyPr lIns="0" tIns="0" rIns="0" bIns="0" anchor="t">
            <a:noAutofit/>
          </a:bodyPr>
          <a:lstStyle>
            <a:lvl1pPr indent="0" algn="l" defTabSz="932760">
              <a:lnSpc>
                <a:spcPct val="100000"/>
              </a:lnSpc>
              <a:buNone/>
              <a:tabLst>
                <a:tab pos="0" algn="l"/>
              </a:tabLst>
              <a:defRPr lang="en-US" sz="1600" b="0" u="none" strike="noStrike">
                <a:solidFill>
                  <a:schemeClr val="dk1"/>
                </a:solidFill>
                <a:latin typeface="Segoe UI Semibold"/>
              </a:defRPr>
            </a:lvl1pPr>
          </a:lstStyle>
          <a:p>
            <a:pPr indent="0" algn="l" defTabSz="932760">
              <a:lnSpc>
                <a:spcPct val="100000"/>
              </a:lnSpc>
              <a:buNone/>
              <a:tabLst>
                <a:tab pos="0" algn="l"/>
              </a:tabLst>
              <a:defRPr/>
            </a:pPr>
            <a:r>
              <a:rPr lang="en-US" sz="1600" b="0" u="none" strike="noStrike">
                <a:solidFill>
                  <a:schemeClr val="dk1"/>
                </a:solidFill>
                <a:latin typeface="Segoe UI Semibold"/>
              </a:rPr>
              <a:t>Click to edit Master text styles</a:t>
            </a:r>
            <a:endParaRPr lang="en-US" sz="1600" b="0" u="none" strike="noStrike">
              <a:solidFill>
                <a:schemeClr val="dk1"/>
              </a:solidFill>
              <a:latin typeface="Segoe UI"/>
            </a:endParaRPr>
          </a:p>
        </p:txBody>
      </p:sp>
      <p:sp>
        <p:nvSpPr>
          <p:cNvPr id="372093989" name="PlaceHolder 7"/>
          <p:cNvSpPr>
            <a:spLocks noGrp="1"/>
          </p:cNvSpPr>
          <p:nvPr>
            <p:ph type="body"/>
          </p:nvPr>
        </p:nvSpPr>
        <p:spPr bwMode="auto">
          <a:xfrm>
            <a:off x="8133120" y="2286000"/>
            <a:ext cx="3477240" cy="706680"/>
          </a:xfrm>
          <a:prstGeom prst="rect">
            <a:avLst/>
          </a:prstGeom>
          <a:noFill/>
          <a:ln w="0">
            <a:noFill/>
          </a:ln>
        </p:spPr>
        <p:txBody>
          <a:bodyPr lIns="0" tIns="0" rIns="0" bIns="0" anchor="t">
            <a:spAutoFit/>
          </a:bodyPr>
          <a:lstStyle>
            <a:lvl1pPr algn="l" defTabSz="932760">
              <a:lnSpc>
                <a:spcPct val="100000"/>
              </a:lnSpc>
              <a:spcBef>
                <a:spcPts val="320"/>
              </a:spcBef>
              <a:buClr>
                <a:srgbClr val="000000"/>
              </a:buClr>
              <a:buSzPct val="90000"/>
              <a:buFont typeface="Arial"/>
              <a:buChar char="•"/>
              <a:tabLst>
                <a:tab pos="0" algn="l"/>
              </a:tabLst>
              <a:defRPr lang="en-US" sz="1600" b="0" u="none" strike="noStrike">
                <a:solidFill>
                  <a:schemeClr val="dk1"/>
                </a:solidFill>
                <a:latin typeface="Segoe UI"/>
              </a:defRPr>
            </a:lvl1pPr>
            <a:lvl2pPr lvl="1" algn="l" defTabSz="932760">
              <a:lnSpc>
                <a:spcPct val="100000"/>
              </a:lnSpc>
              <a:spcBef>
                <a:spcPts val="281"/>
              </a:spcBef>
              <a:buClr>
                <a:srgbClr val="000000"/>
              </a:buClr>
              <a:buSzPct val="90000"/>
              <a:buFont typeface="Arial"/>
              <a:buChar char="•"/>
              <a:tabLst>
                <a:tab pos="0" algn="l"/>
              </a:tabLst>
              <a:defRPr lang="en-US" sz="1400" b="0" u="none" strike="noStrike">
                <a:solidFill>
                  <a:schemeClr val="dk1"/>
                </a:solidFill>
                <a:latin typeface="Segoe UI"/>
              </a:defRPr>
            </a:lvl2pPr>
            <a:lvl3pPr lvl="2" algn="l" defTabSz="932760">
              <a:lnSpc>
                <a:spcPct val="100000"/>
              </a:lnSpc>
              <a:spcBef>
                <a:spcPts val="241"/>
              </a:spcBef>
              <a:buClr>
                <a:srgbClr val="000000"/>
              </a:buClr>
              <a:buSzPct val="90000"/>
              <a:buFont typeface="Arial"/>
              <a:buChar char="•"/>
              <a:tabLst>
                <a:tab pos="0" algn="l"/>
              </a:tabLst>
              <a:defRPr lang="en-US" sz="1200" b="0" u="none" strike="noStrike">
                <a:solidFill>
                  <a:schemeClr val="dk1"/>
                </a:solidFill>
                <a:latin typeface="Segoe UI"/>
              </a:defRPr>
            </a:lvl3pPr>
          </a:lstStyle>
          <a:p>
            <a:pPr marL="137160" indent="-137160" algn="l" defTabSz="932760">
              <a:lnSpc>
                <a:spcPct val="100000"/>
              </a:lnSpc>
              <a:spcBef>
                <a:spcPts val="320"/>
              </a:spcBef>
              <a:buClr>
                <a:srgbClr val="000000"/>
              </a:buClr>
              <a:buSzPct val="90000"/>
              <a:buFont typeface="Arial"/>
              <a:buChar char="•"/>
              <a:tabLst>
                <a:tab pos="0" algn="l"/>
              </a:tabLst>
              <a:defRPr/>
            </a:pPr>
            <a:r>
              <a:rPr lang="en-US" sz="1600" b="0" u="none" strike="noStrike">
                <a:solidFill>
                  <a:schemeClr val="dk1"/>
                </a:solidFill>
                <a:latin typeface="Segoe UI"/>
              </a:rPr>
              <a:t>Click to edit Master text styles</a:t>
            </a:r>
          </a:p>
          <a:p>
            <a:pPr marL="265320" lvl="1" indent="-128160" algn="l" defTabSz="932760">
              <a:lnSpc>
                <a:spcPct val="100000"/>
              </a:lnSpc>
              <a:spcBef>
                <a:spcPts val="281"/>
              </a:spcBef>
              <a:buClr>
                <a:srgbClr val="000000"/>
              </a:buClr>
              <a:buSzPct val="90000"/>
              <a:buFont typeface="Arial"/>
              <a:buChar char="•"/>
              <a:tabLst>
                <a:tab pos="0" algn="l"/>
              </a:tabLst>
              <a:defRPr/>
            </a:pPr>
            <a:r>
              <a:rPr lang="en-US" sz="1400" b="0" u="none" strike="noStrike">
                <a:solidFill>
                  <a:schemeClr val="dk1"/>
                </a:solidFill>
                <a:latin typeface="Segoe UI"/>
              </a:rPr>
              <a:t>Second level</a:t>
            </a:r>
          </a:p>
          <a:p>
            <a:pPr marL="384120" lvl="2" indent="-118800" algn="l" defTabSz="932760">
              <a:lnSpc>
                <a:spcPct val="100000"/>
              </a:lnSpc>
              <a:spcBef>
                <a:spcPts val="241"/>
              </a:spcBef>
              <a:buClr>
                <a:srgbClr val="000000"/>
              </a:buClr>
              <a:buSzPct val="90000"/>
              <a:buFont typeface="Arial"/>
              <a:buChar char="•"/>
              <a:tabLst>
                <a:tab pos="0" algn="l"/>
              </a:tabLst>
              <a:defRPr/>
            </a:pPr>
            <a:r>
              <a:rPr lang="en-US" sz="1200" b="0" u="none" strike="noStrike">
                <a:solidFill>
                  <a:schemeClr val="dk1"/>
                </a:solidFill>
                <a:latin typeface="Segoe UI"/>
              </a:rPr>
              <a:t>Third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type="blank" preserve="1" userDrawn="1">
  <p:cSld name="1_Section_Gradient_Light">
    <p:bg>
      <p:bgPr>
        <a:solidFill>
          <a:srgbClr val="FFFFFF"/>
        </a:solidFill>
        <a:effectLst/>
      </p:bgPr>
    </p:bg>
    <p:spTree>
      <p:nvGrpSpPr>
        <p:cNvPr id="1" name=""/>
        <p:cNvGrpSpPr/>
        <p:nvPr/>
      </p:nvGrpSpPr>
      <p:grpSpPr bwMode="auto">
        <a:xfrm>
          <a:off x="0" y="0"/>
          <a:ext cx="0" cy="0"/>
          <a:chOff x="0" y="0"/>
          <a:chExt cx="0" cy="0"/>
        </a:xfrm>
      </p:grpSpPr>
      <p:pic>
        <p:nvPicPr>
          <p:cNvPr id="450489203" name="Picture 34"/>
          <p:cNvPicPr/>
          <p:nvPr/>
        </p:nvPicPr>
        <p:blipFill rotWithShape="1">
          <a:blip r:embed="rId2">
            <a:alphaModFix amt="40000"/>
          </a:blip>
          <a:stretch/>
        </p:blipFill>
        <p:spPr bwMode="auto">
          <a:xfrm>
            <a:off x="0" y="720"/>
            <a:ext cx="12191760" cy="6855840"/>
          </a:xfrm>
          <a:prstGeom prst="rect">
            <a:avLst/>
          </a:prstGeom>
          <a:noFill/>
          <a:ln w="0">
            <a:noFill/>
          </a:ln>
        </p:spPr>
      </p:pic>
      <p:grpSp>
        <p:nvGrpSpPr>
          <p:cNvPr id="1392898725" name="GRID"/>
          <p:cNvGrpSpPr/>
          <p:nvPr/>
        </p:nvGrpSpPr>
        <p:grpSpPr bwMode="auto">
          <a:xfrm>
            <a:off x="0" y="0"/>
            <a:ext cx="12191760" cy="6858000"/>
            <a:chOff x="0" y="0"/>
            <a:chExt cx="12191760" cy="6858000"/>
          </a:xfrm>
        </p:grpSpPr>
        <p:cxnSp>
          <p:nvCxnSpPr>
            <p:cNvPr id="554" name="Straight Connector 6"/>
            <p:cNvCxnSpPr/>
            <p:nvPr/>
          </p:nvCxnSpPr>
          <p:spPr bwMode="auto">
            <a:xfrm>
              <a:off x="0" y="0"/>
              <a:ext cx="12189240" cy="360"/>
            </a:xfrm>
            <a:prstGeom prst="straightConnector1">
              <a:avLst/>
            </a:prstGeom>
            <a:ln w="3175">
              <a:solidFill>
                <a:schemeClr val="dk1">
                  <a:alpha val="20000"/>
                </a:schemeClr>
              </a:solidFill>
              <a:round/>
            </a:ln>
          </p:spPr>
        </p:cxnSp>
        <p:cxnSp>
          <p:nvCxnSpPr>
            <p:cNvPr id="555" name="Straight Connector 8"/>
            <p:cNvCxnSpPr/>
            <p:nvPr/>
          </p:nvCxnSpPr>
          <p:spPr bwMode="auto">
            <a:xfrm>
              <a:off x="0" y="292320"/>
              <a:ext cx="12189240" cy="360"/>
            </a:xfrm>
            <a:prstGeom prst="straightConnector1">
              <a:avLst/>
            </a:prstGeom>
            <a:ln w="3175">
              <a:solidFill>
                <a:schemeClr val="dk1">
                  <a:alpha val="20000"/>
                </a:schemeClr>
              </a:solidFill>
              <a:round/>
            </a:ln>
          </p:spPr>
        </p:cxnSp>
        <p:cxnSp>
          <p:nvCxnSpPr>
            <p:cNvPr id="556" name="Straight Connector 9"/>
            <p:cNvCxnSpPr/>
            <p:nvPr/>
          </p:nvCxnSpPr>
          <p:spPr bwMode="auto">
            <a:xfrm>
              <a:off x="0" y="585000"/>
              <a:ext cx="12189240" cy="360"/>
            </a:xfrm>
            <a:prstGeom prst="straightConnector1">
              <a:avLst/>
            </a:prstGeom>
            <a:ln w="3175">
              <a:solidFill>
                <a:srgbClr val="DF45D4"/>
              </a:solidFill>
              <a:round/>
            </a:ln>
          </p:spPr>
        </p:cxnSp>
        <p:cxnSp>
          <p:nvCxnSpPr>
            <p:cNvPr id="557" name="Straight Connector 10"/>
            <p:cNvCxnSpPr/>
            <p:nvPr/>
          </p:nvCxnSpPr>
          <p:spPr bwMode="auto">
            <a:xfrm>
              <a:off x="0" y="6272640"/>
              <a:ext cx="12189240" cy="360"/>
            </a:xfrm>
            <a:prstGeom prst="straightConnector1">
              <a:avLst/>
            </a:prstGeom>
            <a:ln w="3175">
              <a:solidFill>
                <a:srgbClr val="DF45D4"/>
              </a:solidFill>
              <a:round/>
            </a:ln>
          </p:spPr>
        </p:cxnSp>
        <p:cxnSp>
          <p:nvCxnSpPr>
            <p:cNvPr id="558" name="Straight Connector 11"/>
            <p:cNvCxnSpPr/>
            <p:nvPr/>
          </p:nvCxnSpPr>
          <p:spPr bwMode="auto">
            <a:xfrm>
              <a:off x="0" y="6565320"/>
              <a:ext cx="12189240" cy="360"/>
            </a:xfrm>
            <a:prstGeom prst="straightConnector1">
              <a:avLst/>
            </a:prstGeom>
            <a:ln w="3175">
              <a:solidFill>
                <a:schemeClr val="dk1">
                  <a:alpha val="20000"/>
                </a:schemeClr>
              </a:solidFill>
              <a:round/>
            </a:ln>
          </p:spPr>
        </p:cxnSp>
        <p:cxnSp>
          <p:nvCxnSpPr>
            <p:cNvPr id="559" name="Straight Connector 12"/>
            <p:cNvCxnSpPr/>
            <p:nvPr/>
          </p:nvCxnSpPr>
          <p:spPr bwMode="auto">
            <a:xfrm>
              <a:off x="0" y="6858000"/>
              <a:ext cx="12189240" cy="360"/>
            </a:xfrm>
            <a:prstGeom prst="straightConnector1">
              <a:avLst/>
            </a:prstGeom>
            <a:ln w="3175">
              <a:solidFill>
                <a:schemeClr val="dk1">
                  <a:alpha val="20000"/>
                </a:schemeClr>
              </a:solidFill>
              <a:round/>
            </a:ln>
          </p:spPr>
        </p:cxnSp>
        <p:cxnSp>
          <p:nvCxnSpPr>
            <p:cNvPr id="560" name="Straight Connector 13"/>
            <p:cNvCxnSpPr/>
            <p:nvPr/>
          </p:nvCxnSpPr>
          <p:spPr bwMode="auto">
            <a:xfrm>
              <a:off x="0" y="877680"/>
              <a:ext cx="12189240" cy="360"/>
            </a:xfrm>
            <a:prstGeom prst="straightConnector1">
              <a:avLst/>
            </a:prstGeom>
            <a:ln w="3175">
              <a:solidFill>
                <a:schemeClr val="dk1">
                  <a:alpha val="20000"/>
                </a:schemeClr>
              </a:solidFill>
              <a:round/>
            </a:ln>
          </p:spPr>
        </p:cxnSp>
        <p:cxnSp>
          <p:nvCxnSpPr>
            <p:cNvPr id="561" name="Straight Connector 14"/>
            <p:cNvCxnSpPr/>
            <p:nvPr/>
          </p:nvCxnSpPr>
          <p:spPr bwMode="auto">
            <a:xfrm>
              <a:off x="0" y="1170360"/>
              <a:ext cx="12189240" cy="360"/>
            </a:xfrm>
            <a:prstGeom prst="straightConnector1">
              <a:avLst/>
            </a:prstGeom>
            <a:ln w="3175">
              <a:solidFill>
                <a:schemeClr val="dk1">
                  <a:alpha val="20000"/>
                </a:schemeClr>
              </a:solidFill>
              <a:round/>
            </a:ln>
          </p:spPr>
        </p:cxnSp>
        <p:cxnSp>
          <p:nvCxnSpPr>
            <p:cNvPr id="562" name="Straight Connector 15"/>
            <p:cNvCxnSpPr/>
            <p:nvPr/>
          </p:nvCxnSpPr>
          <p:spPr bwMode="auto">
            <a:xfrm>
              <a:off x="0" y="1463040"/>
              <a:ext cx="12189240" cy="360"/>
            </a:xfrm>
            <a:prstGeom prst="straightConnector1">
              <a:avLst/>
            </a:prstGeom>
            <a:ln w="3175">
              <a:solidFill>
                <a:schemeClr val="dk1">
                  <a:alpha val="20000"/>
                </a:schemeClr>
              </a:solidFill>
              <a:round/>
            </a:ln>
          </p:spPr>
        </p:cxnSp>
        <p:cxnSp>
          <p:nvCxnSpPr>
            <p:cNvPr id="563" name="Straight Connector 16"/>
            <p:cNvCxnSpPr/>
            <p:nvPr/>
          </p:nvCxnSpPr>
          <p:spPr bwMode="auto">
            <a:xfrm>
              <a:off x="0" y="0"/>
              <a:ext cx="360" cy="6858360"/>
            </a:xfrm>
            <a:prstGeom prst="straightConnector1">
              <a:avLst/>
            </a:prstGeom>
            <a:ln w="3175">
              <a:solidFill>
                <a:schemeClr val="dk1">
                  <a:alpha val="20000"/>
                </a:schemeClr>
              </a:solidFill>
              <a:round/>
            </a:ln>
          </p:spPr>
        </p:cxnSp>
        <p:cxnSp>
          <p:nvCxnSpPr>
            <p:cNvPr id="564" name="Straight Connector 17"/>
            <p:cNvCxnSpPr/>
            <p:nvPr/>
          </p:nvCxnSpPr>
          <p:spPr bwMode="auto">
            <a:xfrm>
              <a:off x="585000" y="0"/>
              <a:ext cx="360" cy="6858360"/>
            </a:xfrm>
            <a:prstGeom prst="straightConnector1">
              <a:avLst/>
            </a:prstGeom>
            <a:ln w="3175">
              <a:solidFill>
                <a:srgbClr val="DF45D4"/>
              </a:solidFill>
              <a:round/>
            </a:ln>
          </p:spPr>
        </p:cxnSp>
        <p:cxnSp>
          <p:nvCxnSpPr>
            <p:cNvPr id="565" name="Straight Connector 18"/>
            <p:cNvCxnSpPr/>
            <p:nvPr/>
          </p:nvCxnSpPr>
          <p:spPr bwMode="auto">
            <a:xfrm>
              <a:off x="292320" y="0"/>
              <a:ext cx="360" cy="6858360"/>
            </a:xfrm>
            <a:prstGeom prst="straightConnector1">
              <a:avLst/>
            </a:prstGeom>
            <a:ln w="3175">
              <a:solidFill>
                <a:schemeClr val="dk1">
                  <a:alpha val="20000"/>
                </a:schemeClr>
              </a:solidFill>
              <a:round/>
            </a:ln>
          </p:spPr>
        </p:cxnSp>
        <p:cxnSp>
          <p:nvCxnSpPr>
            <p:cNvPr id="566" name="Straight Connector 19"/>
            <p:cNvCxnSpPr/>
            <p:nvPr/>
          </p:nvCxnSpPr>
          <p:spPr bwMode="auto">
            <a:xfrm>
              <a:off x="877680" y="0"/>
              <a:ext cx="360" cy="6858360"/>
            </a:xfrm>
            <a:prstGeom prst="straightConnector1">
              <a:avLst/>
            </a:prstGeom>
            <a:ln w="3175">
              <a:solidFill>
                <a:schemeClr val="dk1">
                  <a:alpha val="20000"/>
                </a:schemeClr>
              </a:solidFill>
              <a:round/>
            </a:ln>
          </p:spPr>
        </p:cxnSp>
        <p:cxnSp>
          <p:nvCxnSpPr>
            <p:cNvPr id="567" name="Straight Connector 20"/>
            <p:cNvCxnSpPr/>
            <p:nvPr/>
          </p:nvCxnSpPr>
          <p:spPr bwMode="auto">
            <a:xfrm>
              <a:off x="1170360" y="0"/>
              <a:ext cx="360" cy="6858360"/>
            </a:xfrm>
            <a:prstGeom prst="straightConnector1">
              <a:avLst/>
            </a:prstGeom>
            <a:ln w="3175">
              <a:solidFill>
                <a:schemeClr val="dk1">
                  <a:alpha val="20000"/>
                </a:schemeClr>
              </a:solidFill>
              <a:round/>
            </a:ln>
          </p:spPr>
        </p:cxnSp>
        <p:cxnSp>
          <p:nvCxnSpPr>
            <p:cNvPr id="568" name="Straight Connector 21"/>
            <p:cNvCxnSpPr/>
            <p:nvPr/>
          </p:nvCxnSpPr>
          <p:spPr bwMode="auto">
            <a:xfrm>
              <a:off x="11021400" y="0"/>
              <a:ext cx="360" cy="6858360"/>
            </a:xfrm>
            <a:prstGeom prst="straightConnector1">
              <a:avLst/>
            </a:prstGeom>
            <a:ln w="3175">
              <a:solidFill>
                <a:schemeClr val="dk1">
                  <a:alpha val="20000"/>
                </a:schemeClr>
              </a:solidFill>
              <a:round/>
            </a:ln>
          </p:spPr>
        </p:cxnSp>
        <p:cxnSp>
          <p:nvCxnSpPr>
            <p:cNvPr id="569" name="Straight Connector 22"/>
            <p:cNvCxnSpPr/>
            <p:nvPr/>
          </p:nvCxnSpPr>
          <p:spPr bwMode="auto">
            <a:xfrm>
              <a:off x="11606760" y="0"/>
              <a:ext cx="360" cy="6858360"/>
            </a:xfrm>
            <a:prstGeom prst="straightConnector1">
              <a:avLst/>
            </a:prstGeom>
            <a:ln w="3175">
              <a:solidFill>
                <a:srgbClr val="DF45D4"/>
              </a:solidFill>
              <a:round/>
            </a:ln>
          </p:spPr>
        </p:cxnSp>
        <p:cxnSp>
          <p:nvCxnSpPr>
            <p:cNvPr id="570" name="Straight Connector 23"/>
            <p:cNvCxnSpPr/>
            <p:nvPr/>
          </p:nvCxnSpPr>
          <p:spPr bwMode="auto">
            <a:xfrm>
              <a:off x="11314079" y="0"/>
              <a:ext cx="360" cy="6858360"/>
            </a:xfrm>
            <a:prstGeom prst="straightConnector1">
              <a:avLst/>
            </a:prstGeom>
            <a:ln w="3175">
              <a:solidFill>
                <a:schemeClr val="dk1">
                  <a:alpha val="20000"/>
                </a:schemeClr>
              </a:solidFill>
              <a:round/>
            </a:ln>
          </p:spPr>
        </p:cxnSp>
        <p:cxnSp>
          <p:nvCxnSpPr>
            <p:cNvPr id="571" name="Straight Connector 24"/>
            <p:cNvCxnSpPr/>
            <p:nvPr/>
          </p:nvCxnSpPr>
          <p:spPr bwMode="auto">
            <a:xfrm>
              <a:off x="11899079" y="0"/>
              <a:ext cx="360" cy="6858360"/>
            </a:xfrm>
            <a:prstGeom prst="straightConnector1">
              <a:avLst/>
            </a:prstGeom>
            <a:ln w="3175">
              <a:solidFill>
                <a:schemeClr val="dk1">
                  <a:alpha val="20000"/>
                </a:schemeClr>
              </a:solidFill>
              <a:round/>
            </a:ln>
          </p:spPr>
        </p:cxnSp>
        <p:cxnSp>
          <p:nvCxnSpPr>
            <p:cNvPr id="572" name="Straight Connector 25"/>
            <p:cNvCxnSpPr/>
            <p:nvPr/>
          </p:nvCxnSpPr>
          <p:spPr bwMode="auto">
            <a:xfrm>
              <a:off x="12191760" y="0"/>
              <a:ext cx="360" cy="6858360"/>
            </a:xfrm>
            <a:prstGeom prst="straightConnector1">
              <a:avLst/>
            </a:prstGeom>
            <a:ln w="3175">
              <a:solidFill>
                <a:schemeClr val="dk1">
                  <a:alpha val="20000"/>
                </a:schemeClr>
              </a:solidFill>
              <a:round/>
            </a:ln>
          </p:spPr>
        </p:cxnSp>
        <p:cxnSp>
          <p:nvCxnSpPr>
            <p:cNvPr id="573" name="Straight Connector 26"/>
            <p:cNvCxnSpPr/>
            <p:nvPr/>
          </p:nvCxnSpPr>
          <p:spPr bwMode="auto">
            <a:xfrm>
              <a:off x="0" y="1755360"/>
              <a:ext cx="12189240" cy="360"/>
            </a:xfrm>
            <a:prstGeom prst="straightConnector1">
              <a:avLst/>
            </a:prstGeom>
            <a:ln w="3175">
              <a:solidFill>
                <a:schemeClr val="dk1">
                  <a:alpha val="20000"/>
                </a:schemeClr>
              </a:solidFill>
              <a:round/>
            </a:ln>
          </p:spPr>
        </p:cxnSp>
        <p:cxnSp>
          <p:nvCxnSpPr>
            <p:cNvPr id="574" name="Straight Connector 27"/>
            <p:cNvCxnSpPr/>
            <p:nvPr/>
          </p:nvCxnSpPr>
          <p:spPr bwMode="auto">
            <a:xfrm>
              <a:off x="0" y="2048040"/>
              <a:ext cx="12189240" cy="360"/>
            </a:xfrm>
            <a:prstGeom prst="straightConnector1">
              <a:avLst/>
            </a:prstGeom>
            <a:ln w="3175">
              <a:solidFill>
                <a:schemeClr val="dk1">
                  <a:alpha val="20000"/>
                </a:schemeClr>
              </a:solidFill>
              <a:round/>
            </a:ln>
          </p:spPr>
        </p:cxnSp>
        <p:cxnSp>
          <p:nvCxnSpPr>
            <p:cNvPr id="575" name="Straight Connector 28"/>
            <p:cNvCxnSpPr/>
            <p:nvPr/>
          </p:nvCxnSpPr>
          <p:spPr bwMode="auto">
            <a:xfrm>
              <a:off x="0" y="2340720"/>
              <a:ext cx="12189240" cy="360"/>
            </a:xfrm>
            <a:prstGeom prst="straightConnector1">
              <a:avLst/>
            </a:prstGeom>
            <a:ln w="3175">
              <a:solidFill>
                <a:schemeClr val="dk1">
                  <a:alpha val="20000"/>
                </a:schemeClr>
              </a:solidFill>
              <a:round/>
            </a:ln>
          </p:spPr>
        </p:cxnSp>
        <p:cxnSp>
          <p:nvCxnSpPr>
            <p:cNvPr id="576" name="Straight Connector 29"/>
            <p:cNvCxnSpPr/>
            <p:nvPr/>
          </p:nvCxnSpPr>
          <p:spPr bwMode="auto">
            <a:xfrm>
              <a:off x="0" y="2633400"/>
              <a:ext cx="12189240" cy="360"/>
            </a:xfrm>
            <a:prstGeom prst="straightConnector1">
              <a:avLst/>
            </a:prstGeom>
            <a:ln w="3175">
              <a:solidFill>
                <a:schemeClr val="dk1">
                  <a:alpha val="20000"/>
                </a:schemeClr>
              </a:solidFill>
              <a:round/>
            </a:ln>
          </p:spPr>
        </p:cxnSp>
        <p:cxnSp>
          <p:nvCxnSpPr>
            <p:cNvPr id="577" name="Straight Connector 30"/>
            <p:cNvCxnSpPr/>
            <p:nvPr/>
          </p:nvCxnSpPr>
          <p:spPr bwMode="auto">
            <a:xfrm>
              <a:off x="0" y="2926080"/>
              <a:ext cx="12189240" cy="360"/>
            </a:xfrm>
            <a:prstGeom prst="straightConnector1">
              <a:avLst/>
            </a:prstGeom>
            <a:ln w="3175">
              <a:solidFill>
                <a:schemeClr val="dk1">
                  <a:alpha val="20000"/>
                </a:schemeClr>
              </a:solidFill>
              <a:round/>
            </a:ln>
          </p:spPr>
        </p:cxnSp>
        <p:cxnSp>
          <p:nvCxnSpPr>
            <p:cNvPr id="578" name="Straight Connector 31"/>
            <p:cNvCxnSpPr/>
            <p:nvPr/>
          </p:nvCxnSpPr>
          <p:spPr bwMode="auto">
            <a:xfrm>
              <a:off x="0" y="3218400"/>
              <a:ext cx="12189240" cy="360"/>
            </a:xfrm>
            <a:prstGeom prst="straightConnector1">
              <a:avLst/>
            </a:prstGeom>
            <a:ln w="3175">
              <a:solidFill>
                <a:schemeClr val="dk1">
                  <a:alpha val="20000"/>
                </a:schemeClr>
              </a:solidFill>
              <a:round/>
            </a:ln>
          </p:spPr>
        </p:cxnSp>
        <p:cxnSp>
          <p:nvCxnSpPr>
            <p:cNvPr id="579" name="Straight Connector 32"/>
            <p:cNvCxnSpPr/>
            <p:nvPr/>
          </p:nvCxnSpPr>
          <p:spPr bwMode="auto">
            <a:xfrm>
              <a:off x="0" y="3511080"/>
              <a:ext cx="12189240" cy="360"/>
            </a:xfrm>
            <a:prstGeom prst="straightConnector1">
              <a:avLst/>
            </a:prstGeom>
            <a:ln w="3175">
              <a:solidFill>
                <a:schemeClr val="dk1">
                  <a:alpha val="20000"/>
                </a:schemeClr>
              </a:solidFill>
              <a:round/>
            </a:ln>
          </p:spPr>
        </p:cxnSp>
        <p:cxnSp>
          <p:nvCxnSpPr>
            <p:cNvPr id="580" name="Straight Connector 38"/>
            <p:cNvCxnSpPr/>
            <p:nvPr/>
          </p:nvCxnSpPr>
          <p:spPr bwMode="auto">
            <a:xfrm>
              <a:off x="0" y="3803760"/>
              <a:ext cx="12189240" cy="360"/>
            </a:xfrm>
            <a:prstGeom prst="straightConnector1">
              <a:avLst/>
            </a:prstGeom>
            <a:ln w="3175">
              <a:solidFill>
                <a:schemeClr val="dk1">
                  <a:alpha val="20000"/>
                </a:schemeClr>
              </a:solidFill>
              <a:round/>
            </a:ln>
          </p:spPr>
        </p:cxnSp>
        <p:cxnSp>
          <p:nvCxnSpPr>
            <p:cNvPr id="581" name="Straight Connector 39"/>
            <p:cNvCxnSpPr/>
            <p:nvPr/>
          </p:nvCxnSpPr>
          <p:spPr bwMode="auto">
            <a:xfrm>
              <a:off x="0" y="4096440"/>
              <a:ext cx="12189240" cy="360"/>
            </a:xfrm>
            <a:prstGeom prst="straightConnector1">
              <a:avLst/>
            </a:prstGeom>
            <a:ln w="3175">
              <a:solidFill>
                <a:schemeClr val="dk1">
                  <a:alpha val="20000"/>
                </a:schemeClr>
              </a:solidFill>
              <a:round/>
            </a:ln>
          </p:spPr>
        </p:cxnSp>
        <p:cxnSp>
          <p:nvCxnSpPr>
            <p:cNvPr id="582" name="Straight Connector 40"/>
            <p:cNvCxnSpPr/>
            <p:nvPr/>
          </p:nvCxnSpPr>
          <p:spPr bwMode="auto">
            <a:xfrm>
              <a:off x="0" y="4389120"/>
              <a:ext cx="12189240" cy="360"/>
            </a:xfrm>
            <a:prstGeom prst="straightConnector1">
              <a:avLst/>
            </a:prstGeom>
            <a:ln w="3175">
              <a:solidFill>
                <a:schemeClr val="dk1">
                  <a:alpha val="20000"/>
                </a:schemeClr>
              </a:solidFill>
              <a:round/>
            </a:ln>
          </p:spPr>
        </p:cxnSp>
        <p:cxnSp>
          <p:nvCxnSpPr>
            <p:cNvPr id="583" name="Straight Connector 41"/>
            <p:cNvCxnSpPr/>
            <p:nvPr/>
          </p:nvCxnSpPr>
          <p:spPr bwMode="auto">
            <a:xfrm>
              <a:off x="0" y="4681440"/>
              <a:ext cx="12189240" cy="360"/>
            </a:xfrm>
            <a:prstGeom prst="straightConnector1">
              <a:avLst/>
            </a:prstGeom>
            <a:ln w="3175">
              <a:solidFill>
                <a:schemeClr val="dk1">
                  <a:alpha val="20000"/>
                </a:schemeClr>
              </a:solidFill>
              <a:round/>
            </a:ln>
          </p:spPr>
        </p:cxnSp>
        <p:cxnSp>
          <p:nvCxnSpPr>
            <p:cNvPr id="584" name="Straight Connector 42"/>
            <p:cNvCxnSpPr/>
            <p:nvPr/>
          </p:nvCxnSpPr>
          <p:spPr bwMode="auto">
            <a:xfrm>
              <a:off x="0" y="4974120"/>
              <a:ext cx="12189240" cy="360"/>
            </a:xfrm>
            <a:prstGeom prst="straightConnector1">
              <a:avLst/>
            </a:prstGeom>
            <a:ln w="3175">
              <a:solidFill>
                <a:schemeClr val="dk1">
                  <a:alpha val="20000"/>
                </a:schemeClr>
              </a:solidFill>
              <a:round/>
            </a:ln>
          </p:spPr>
        </p:cxnSp>
        <p:cxnSp>
          <p:nvCxnSpPr>
            <p:cNvPr id="585" name="Straight Connector 43"/>
            <p:cNvCxnSpPr/>
            <p:nvPr/>
          </p:nvCxnSpPr>
          <p:spPr bwMode="auto">
            <a:xfrm>
              <a:off x="0" y="5266800"/>
              <a:ext cx="12189240" cy="360"/>
            </a:xfrm>
            <a:prstGeom prst="straightConnector1">
              <a:avLst/>
            </a:prstGeom>
            <a:ln w="3175">
              <a:solidFill>
                <a:schemeClr val="dk1">
                  <a:alpha val="20000"/>
                </a:schemeClr>
              </a:solidFill>
              <a:round/>
            </a:ln>
          </p:spPr>
        </p:cxnSp>
        <p:cxnSp>
          <p:nvCxnSpPr>
            <p:cNvPr id="586" name="Straight Connector 44"/>
            <p:cNvCxnSpPr/>
            <p:nvPr/>
          </p:nvCxnSpPr>
          <p:spPr bwMode="auto">
            <a:xfrm>
              <a:off x="0" y="5559480"/>
              <a:ext cx="12189240" cy="360"/>
            </a:xfrm>
            <a:prstGeom prst="straightConnector1">
              <a:avLst/>
            </a:prstGeom>
            <a:ln w="3175">
              <a:solidFill>
                <a:schemeClr val="dk1">
                  <a:alpha val="20000"/>
                </a:schemeClr>
              </a:solidFill>
              <a:round/>
            </a:ln>
          </p:spPr>
        </p:cxnSp>
        <p:cxnSp>
          <p:nvCxnSpPr>
            <p:cNvPr id="587" name="Straight Connector 45"/>
            <p:cNvCxnSpPr/>
            <p:nvPr/>
          </p:nvCxnSpPr>
          <p:spPr bwMode="auto">
            <a:xfrm>
              <a:off x="0" y="5852160"/>
              <a:ext cx="12189240" cy="360"/>
            </a:xfrm>
            <a:prstGeom prst="straightConnector1">
              <a:avLst/>
            </a:prstGeom>
            <a:ln w="3175">
              <a:solidFill>
                <a:schemeClr val="dk1">
                  <a:alpha val="20000"/>
                </a:schemeClr>
              </a:solidFill>
              <a:round/>
            </a:ln>
          </p:spPr>
        </p:cxnSp>
      </p:grpSp>
      <p:pic>
        <p:nvPicPr>
          <p:cNvPr id="880803722" name="Graphic 5"/>
          <p:cNvPicPr/>
          <p:nvPr/>
        </p:nvPicPr>
        <p:blipFill rotWithShape="1">
          <a:blip r:embed="rId3"/>
          <a:stretch/>
        </p:blipFill>
        <p:spPr bwMode="auto">
          <a:xfrm rot="5400000">
            <a:off x="9510120" y="2743200"/>
            <a:ext cx="6857640" cy="1371240"/>
          </a:xfrm>
          <a:prstGeom prst="rect">
            <a:avLst/>
          </a:prstGeom>
          <a:noFill/>
          <a:ln w="0">
            <a:noFill/>
          </a:ln>
        </p:spPr>
      </p:pic>
      <p:sp>
        <p:nvSpPr>
          <p:cNvPr id="1486070001" name="TextBox 2"/>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2106700430"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652643186"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750598672" name="Straight Connector 33"/>
          <p:cNvCxnSpPr/>
          <p:nvPr/>
        </p:nvCxnSpPr>
        <p:spPr bwMode="auto">
          <a:xfrm>
            <a:off x="-89640" y="5670360"/>
            <a:ext cx="360" cy="1178280"/>
          </a:xfrm>
          <a:prstGeom prst="straightConnector1">
            <a:avLst/>
          </a:prstGeom>
          <a:ln w="9525" cap="sq">
            <a:solidFill>
              <a:srgbClr val="FF0000"/>
            </a:solidFill>
            <a:miter/>
          </a:ln>
        </p:spPr>
      </p:cxnSp>
      <p:pic>
        <p:nvPicPr>
          <p:cNvPr id="1439679522" name="Picture 4"/>
          <p:cNvPicPr/>
          <p:nvPr/>
        </p:nvPicPr>
        <p:blipFill rotWithShape="1">
          <a:blip r:embed="rId4"/>
          <a:stretch/>
        </p:blipFill>
        <p:spPr bwMode="auto">
          <a:xfrm>
            <a:off x="0" y="0"/>
            <a:ext cx="12191760" cy="6857640"/>
          </a:xfrm>
          <a:prstGeom prst="rect">
            <a:avLst/>
          </a:prstGeom>
          <a:noFill/>
          <a:ln w="0">
            <a:noFill/>
          </a:ln>
        </p:spPr>
      </p:pic>
      <p:sp>
        <p:nvSpPr>
          <p:cNvPr id="322881336" name="PlaceHolder 1"/>
          <p:cNvSpPr>
            <a:spLocks noGrp="1"/>
          </p:cNvSpPr>
          <p:nvPr>
            <p:ph type="title" hasCustomPrompt="1"/>
          </p:nvPr>
        </p:nvSpPr>
        <p:spPr bwMode="auto">
          <a:xfrm>
            <a:off x="569880" y="3390120"/>
            <a:ext cx="8192520" cy="609840"/>
          </a:xfrm>
          <a:prstGeom prst="rect">
            <a:avLst/>
          </a:prstGeom>
          <a:noFill/>
          <a:ln w="0">
            <a:noFill/>
          </a:ln>
        </p:spPr>
        <p:txBody>
          <a:bodyPr lIns="0" tIns="0" rIns="0" bIns="0" anchor="b">
            <a:spAutoFit/>
          </a:bodyPr>
          <a:lstStyle>
            <a:lvl1pPr indent="0" algn="l" defTabSz="932760">
              <a:lnSpc>
                <a:spcPct val="100000"/>
              </a:lnSpc>
              <a:buNone/>
              <a:defRPr lang="en-US" sz="4000" b="0" u="none" strike="noStrike" spc="-51">
                <a:solidFill>
                  <a:schemeClr val="dk1"/>
                </a:solidFill>
                <a:latin typeface="Segoe UI"/>
              </a:defRPr>
            </a:lvl1pPr>
          </a:lstStyle>
          <a:p>
            <a:pPr indent="0" algn="l" defTabSz="932760">
              <a:lnSpc>
                <a:spcPct val="100000"/>
              </a:lnSpc>
              <a:buNone/>
              <a:defRPr/>
            </a:pPr>
            <a:r>
              <a:rPr lang="en-US" sz="4000" b="0" u="none" strike="noStrike" spc="-51">
                <a:solidFill>
                  <a:schemeClr val="dk1"/>
                </a:solidFill>
                <a:latin typeface="Segoe UI"/>
              </a:rPr>
              <a:t>Section divider title</a:t>
            </a:r>
          </a:p>
        </p:txBody>
      </p:sp>
      <p:sp>
        <p:nvSpPr>
          <p:cNvPr id="1579849973" name="PlaceHolder 2"/>
          <p:cNvSpPr>
            <a:spLocks noGrp="1"/>
          </p:cNvSpPr>
          <p:nvPr>
            <p:ph type="body" hasCustomPrompt="1"/>
          </p:nvPr>
        </p:nvSpPr>
        <p:spPr bwMode="auto">
          <a:xfrm>
            <a:off x="582120" y="4215960"/>
            <a:ext cx="8192520" cy="244080"/>
          </a:xfrm>
          <a:prstGeom prst="rect">
            <a:avLst/>
          </a:prstGeom>
          <a:noFill/>
          <a:ln w="0">
            <a:noFill/>
          </a:ln>
        </p:spPr>
        <p:txBody>
          <a:bodyPr lIns="0" tIns="0" rIns="0" bIns="0" anchor="t">
            <a:spAutoFit/>
          </a:bodyPr>
          <a:lstStyle>
            <a:lvl1pPr indent="0" algn="l" defTabSz="932760">
              <a:lnSpc>
                <a:spcPct val="100000"/>
              </a:lnSpc>
              <a:buNone/>
              <a:tabLst>
                <a:tab pos="0" algn="l"/>
              </a:tabLst>
              <a:defRPr lang="en-US" sz="1600" b="0" u="none" strike="noStrike">
                <a:solidFill>
                  <a:schemeClr val="dk1"/>
                </a:solidFill>
                <a:latin typeface="Segoe UI"/>
              </a:defRPr>
            </a:lvl1pPr>
          </a:lstStyle>
          <a:p>
            <a:pPr indent="0" algn="l" defTabSz="932760">
              <a:lnSpc>
                <a:spcPct val="100000"/>
              </a:lnSpc>
              <a:buNone/>
              <a:tabLst>
                <a:tab pos="0" algn="l"/>
              </a:tabLst>
              <a:defRPr/>
            </a:pPr>
            <a:r>
              <a:rPr lang="en-US" sz="1600" b="0" u="none" strike="noStrike">
                <a:solidFill>
                  <a:schemeClr val="dk1"/>
                </a:solidFill>
                <a:latin typeface="Segoe UI"/>
              </a:rPr>
              <a:t>Subtitle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type="blank" preserve="1" userDrawn="1">
  <p:cSld name="1-column_Text_with Image">
    <p:bg>
      <p:bgPr>
        <a:solidFill>
          <a:srgbClr val="FFFFFF"/>
        </a:solidFill>
        <a:effectLst/>
      </p:bgPr>
    </p:bg>
    <p:spTree>
      <p:nvGrpSpPr>
        <p:cNvPr id="1" name=""/>
        <p:cNvGrpSpPr/>
        <p:nvPr/>
      </p:nvGrpSpPr>
      <p:grpSpPr bwMode="auto">
        <a:xfrm>
          <a:off x="0" y="0"/>
          <a:ext cx="0" cy="0"/>
          <a:chOff x="0" y="0"/>
          <a:chExt cx="0" cy="0"/>
        </a:xfrm>
      </p:grpSpPr>
      <p:pic>
        <p:nvPicPr>
          <p:cNvPr id="97588645" name="Picture 34"/>
          <p:cNvPicPr/>
          <p:nvPr/>
        </p:nvPicPr>
        <p:blipFill rotWithShape="1">
          <a:blip r:embed="rId2">
            <a:alphaModFix amt="40000"/>
          </a:blip>
          <a:stretch/>
        </p:blipFill>
        <p:spPr bwMode="auto">
          <a:xfrm>
            <a:off x="0" y="720"/>
            <a:ext cx="12191760" cy="6855840"/>
          </a:xfrm>
          <a:prstGeom prst="rect">
            <a:avLst/>
          </a:prstGeom>
          <a:noFill/>
          <a:ln w="0">
            <a:noFill/>
          </a:ln>
        </p:spPr>
      </p:pic>
      <p:pic>
        <p:nvPicPr>
          <p:cNvPr id="718885338" name="Graphic 5"/>
          <p:cNvPicPr/>
          <p:nvPr/>
        </p:nvPicPr>
        <p:blipFill rotWithShape="1">
          <a:blip r:embed="rId3"/>
          <a:stretch/>
        </p:blipFill>
        <p:spPr bwMode="auto">
          <a:xfrm rot="5400000">
            <a:off x="9510120" y="2743200"/>
            <a:ext cx="6857640" cy="1371240"/>
          </a:xfrm>
          <a:prstGeom prst="rect">
            <a:avLst/>
          </a:prstGeom>
          <a:noFill/>
          <a:ln w="0">
            <a:noFill/>
          </a:ln>
        </p:spPr>
      </p:pic>
      <p:sp>
        <p:nvSpPr>
          <p:cNvPr id="1714920824" name="TextBox 2"/>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41416323"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1470144037"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1032530799" name="Straight Connector 33"/>
          <p:cNvCxnSpPr/>
          <p:nvPr/>
        </p:nvCxnSpPr>
        <p:spPr bwMode="auto">
          <a:xfrm>
            <a:off x="-89640" y="5670360"/>
            <a:ext cx="360" cy="1178280"/>
          </a:xfrm>
          <a:prstGeom prst="straightConnector1">
            <a:avLst/>
          </a:prstGeom>
          <a:ln w="9525" cap="sq">
            <a:solidFill>
              <a:srgbClr val="FF0000"/>
            </a:solidFill>
            <a:miter/>
          </a:ln>
        </p:spPr>
      </p:cxnSp>
      <p:sp>
        <p:nvSpPr>
          <p:cNvPr id="1555593319" name="PlaceHolder 1"/>
          <p:cNvSpPr>
            <a:spLocks noGrp="1"/>
          </p:cNvSpPr>
          <p:nvPr>
            <p:ph type="title"/>
          </p:nvPr>
        </p:nvSpPr>
        <p:spPr bwMode="auto">
          <a:xfrm>
            <a:off x="588240" y="585360"/>
            <a:ext cx="4710240" cy="307439"/>
          </a:xfrm>
          <a:prstGeom prst="rect">
            <a:avLst/>
          </a:prstGeom>
          <a:noFill/>
          <a:ln w="0">
            <a:noFill/>
          </a:ln>
        </p:spPr>
        <p:txBody>
          <a:bodyPr lIns="0" tIns="0" rIns="0" bIns="0" anchor="t">
            <a:noAutofit/>
          </a:bodyPr>
          <a:lstStyle>
            <a:lvl1pPr indent="0" algn="l" defTabSz="932760">
              <a:lnSpc>
                <a:spcPct val="100000"/>
              </a:lnSpc>
              <a:buNone/>
              <a:defRPr lang="en-US" sz="2000" b="0" u="none" strike="noStrike">
                <a:solidFill>
                  <a:schemeClr val="dk1"/>
                </a:solidFill>
                <a:latin typeface="Segoe UI Semibold"/>
              </a:defRPr>
            </a:lvl1pPr>
          </a:lstStyle>
          <a:p>
            <a:pPr indent="0" algn="l" defTabSz="932760">
              <a:lnSpc>
                <a:spcPct val="100000"/>
              </a:lnSpc>
              <a:buNone/>
              <a:defRPr/>
            </a:pPr>
            <a:r>
              <a:rPr lang="en-US" sz="2000" b="0" u="none" strike="noStrike">
                <a:solidFill>
                  <a:schemeClr val="dk1"/>
                </a:solidFill>
                <a:latin typeface="Segoe UI Semibold"/>
              </a:rPr>
              <a:t>Click to edit Master title style</a:t>
            </a:r>
          </a:p>
        </p:txBody>
      </p:sp>
      <p:sp>
        <p:nvSpPr>
          <p:cNvPr id="2027137027" name="PlaceHolder 2"/>
          <p:cNvSpPr>
            <a:spLocks noGrp="1"/>
          </p:cNvSpPr>
          <p:nvPr>
            <p:ph type="body"/>
          </p:nvPr>
        </p:nvSpPr>
        <p:spPr bwMode="auto">
          <a:xfrm>
            <a:off x="584280" y="1594080"/>
            <a:ext cx="4714200" cy="245880"/>
          </a:xfrm>
          <a:prstGeom prst="rect">
            <a:avLst/>
          </a:prstGeom>
          <a:noFill/>
          <a:ln w="0">
            <a:noFill/>
          </a:ln>
        </p:spPr>
        <p:txBody>
          <a:bodyPr lIns="0" tIns="0" rIns="0" bIns="0" anchor="t">
            <a:noAutofit/>
          </a:bodyPr>
          <a:lstStyle>
            <a:lvl1pPr indent="0" algn="l" defTabSz="932760">
              <a:lnSpc>
                <a:spcPct val="100000"/>
              </a:lnSpc>
              <a:buNone/>
              <a:tabLst>
                <a:tab pos="0" algn="l"/>
              </a:tabLst>
              <a:defRPr lang="en-US" sz="1600" b="0" u="none" strike="noStrike">
                <a:solidFill>
                  <a:schemeClr val="dk1"/>
                </a:solidFill>
                <a:latin typeface="Segoe UI Semibold"/>
              </a:defRPr>
            </a:lvl1pPr>
          </a:lstStyle>
          <a:p>
            <a:pPr indent="0" algn="l" defTabSz="932760">
              <a:lnSpc>
                <a:spcPct val="100000"/>
              </a:lnSpc>
              <a:buNone/>
              <a:tabLst>
                <a:tab pos="0" algn="l"/>
              </a:tabLst>
              <a:defRPr/>
            </a:pPr>
            <a:r>
              <a:rPr lang="en-US" sz="1600" b="0" u="none" strike="noStrike">
                <a:solidFill>
                  <a:schemeClr val="dk1"/>
                </a:solidFill>
                <a:latin typeface="Segoe UI Semibold"/>
              </a:rPr>
              <a:t>Click to edit Master text styles</a:t>
            </a:r>
            <a:endParaRPr lang="en-US" sz="1600" b="1" u="none" strike="noStrike">
              <a:solidFill>
                <a:srgbClr val="000000"/>
              </a:solidFill>
              <a:latin typeface="Segoe UI"/>
            </a:endParaRPr>
          </a:p>
        </p:txBody>
      </p:sp>
      <p:sp>
        <p:nvSpPr>
          <p:cNvPr id="1358053776" name="PlaceHolder 3"/>
          <p:cNvSpPr>
            <a:spLocks noGrp="1"/>
          </p:cNvSpPr>
          <p:nvPr>
            <p:ph type="body"/>
          </p:nvPr>
        </p:nvSpPr>
        <p:spPr bwMode="auto">
          <a:xfrm>
            <a:off x="586440" y="2085840"/>
            <a:ext cx="4712400" cy="706680"/>
          </a:xfrm>
          <a:prstGeom prst="rect">
            <a:avLst/>
          </a:prstGeom>
          <a:noFill/>
          <a:ln w="0">
            <a:noFill/>
          </a:ln>
        </p:spPr>
        <p:txBody>
          <a:bodyPr lIns="0" tIns="0" rIns="0" bIns="0" anchor="t">
            <a:spAutoFit/>
          </a:bodyPr>
          <a:lstStyle>
            <a:lvl1pPr algn="l" defTabSz="932760">
              <a:lnSpc>
                <a:spcPct val="100000"/>
              </a:lnSpc>
              <a:spcBef>
                <a:spcPts val="320"/>
              </a:spcBef>
              <a:buClr>
                <a:srgbClr val="000000"/>
              </a:buClr>
              <a:buSzPct val="90000"/>
              <a:buFont typeface="Arial"/>
              <a:buChar char="•"/>
              <a:tabLst>
                <a:tab pos="0" algn="l"/>
              </a:tabLst>
              <a:defRPr lang="en-US" sz="1600" b="0" u="none" strike="noStrike">
                <a:solidFill>
                  <a:schemeClr val="dk1"/>
                </a:solidFill>
                <a:latin typeface="Segoe UI"/>
              </a:defRPr>
            </a:lvl1pPr>
            <a:lvl2pPr lvl="1" algn="l" defTabSz="932760">
              <a:lnSpc>
                <a:spcPct val="100000"/>
              </a:lnSpc>
              <a:spcBef>
                <a:spcPts val="281"/>
              </a:spcBef>
              <a:buClr>
                <a:srgbClr val="000000"/>
              </a:buClr>
              <a:buSzPct val="90000"/>
              <a:buFont typeface="Arial"/>
              <a:buChar char="•"/>
              <a:tabLst>
                <a:tab pos="0" algn="l"/>
              </a:tabLst>
              <a:defRPr lang="en-US" sz="1400" b="0" u="none" strike="noStrike">
                <a:solidFill>
                  <a:schemeClr val="dk1"/>
                </a:solidFill>
                <a:latin typeface="Segoe UI"/>
              </a:defRPr>
            </a:lvl2pPr>
            <a:lvl3pPr lvl="2" algn="l" defTabSz="932760">
              <a:lnSpc>
                <a:spcPct val="100000"/>
              </a:lnSpc>
              <a:spcBef>
                <a:spcPts val="241"/>
              </a:spcBef>
              <a:buClr>
                <a:srgbClr val="000000"/>
              </a:buClr>
              <a:buSzPct val="90000"/>
              <a:buFont typeface="Arial"/>
              <a:buChar char="•"/>
              <a:tabLst>
                <a:tab pos="0" algn="l"/>
              </a:tabLst>
              <a:defRPr lang="en-US" sz="1200" b="0" u="none" strike="noStrike">
                <a:solidFill>
                  <a:schemeClr val="dk1"/>
                </a:solidFill>
                <a:latin typeface="Segoe UI"/>
              </a:defRPr>
            </a:lvl3pPr>
          </a:lstStyle>
          <a:p>
            <a:pPr marL="137160" indent="-137160" algn="l" defTabSz="932760">
              <a:lnSpc>
                <a:spcPct val="100000"/>
              </a:lnSpc>
              <a:spcBef>
                <a:spcPts val="320"/>
              </a:spcBef>
              <a:buClr>
                <a:srgbClr val="000000"/>
              </a:buClr>
              <a:buSzPct val="90000"/>
              <a:buFont typeface="Arial"/>
              <a:buChar char="•"/>
              <a:tabLst>
                <a:tab pos="0" algn="l"/>
              </a:tabLst>
              <a:defRPr/>
            </a:pPr>
            <a:r>
              <a:rPr lang="en-US" sz="1600" b="0" u="none" strike="noStrike">
                <a:solidFill>
                  <a:schemeClr val="dk1"/>
                </a:solidFill>
                <a:latin typeface="Segoe UI"/>
              </a:rPr>
              <a:t>Click to edit Master text styles</a:t>
            </a:r>
            <a:endParaRPr lang="en-US" sz="1600" b="1" u="none" strike="noStrike">
              <a:solidFill>
                <a:srgbClr val="000000"/>
              </a:solidFill>
              <a:latin typeface="Segoe UI"/>
            </a:endParaRPr>
          </a:p>
          <a:p>
            <a:pPr marL="265320" lvl="1" indent="-128160" algn="l" defTabSz="932760">
              <a:lnSpc>
                <a:spcPct val="100000"/>
              </a:lnSpc>
              <a:spcBef>
                <a:spcPts val="281"/>
              </a:spcBef>
              <a:buClr>
                <a:srgbClr val="000000"/>
              </a:buClr>
              <a:buSzPct val="90000"/>
              <a:buFont typeface="Arial"/>
              <a:buChar char="•"/>
              <a:tabLst>
                <a:tab pos="0" algn="l"/>
              </a:tabLst>
              <a:defRPr/>
            </a:pPr>
            <a:r>
              <a:rPr lang="en-US" sz="1400" b="0" u="none" strike="noStrike">
                <a:solidFill>
                  <a:schemeClr val="dk1"/>
                </a:solidFill>
                <a:latin typeface="Segoe UI"/>
              </a:rPr>
              <a:t>Second level</a:t>
            </a:r>
            <a:endParaRPr lang="en-US" sz="1400" b="1" u="none" strike="noStrike">
              <a:solidFill>
                <a:srgbClr val="000000"/>
              </a:solidFill>
              <a:latin typeface="Segoe UI"/>
            </a:endParaRPr>
          </a:p>
          <a:p>
            <a:pPr marL="384120" lvl="2" indent="-118800" algn="l" defTabSz="932760">
              <a:lnSpc>
                <a:spcPct val="100000"/>
              </a:lnSpc>
              <a:spcBef>
                <a:spcPts val="241"/>
              </a:spcBef>
              <a:buClr>
                <a:srgbClr val="000000"/>
              </a:buClr>
              <a:buSzPct val="90000"/>
              <a:buFont typeface="Arial"/>
              <a:buChar char="•"/>
              <a:tabLst>
                <a:tab pos="0" algn="l"/>
              </a:tabLst>
              <a:defRPr/>
            </a:pPr>
            <a:r>
              <a:rPr lang="en-US" sz="1200" b="0" u="none" strike="noStrike">
                <a:solidFill>
                  <a:schemeClr val="dk1"/>
                </a:solidFill>
                <a:latin typeface="Segoe UI"/>
              </a:rPr>
              <a:t>Third level</a:t>
            </a:r>
            <a:endParaRPr lang="en-US" sz="1200" b="1" u="none" strike="noStrike">
              <a:solidFill>
                <a:srgbClr val="000000"/>
              </a:solidFill>
              <a:latin typeface="Segoe UI"/>
            </a:endParaRPr>
          </a:p>
        </p:txBody>
      </p:sp>
      <p:sp>
        <p:nvSpPr>
          <p:cNvPr id="856937188" name="PlaceHolder 4"/>
          <p:cNvSpPr>
            <a:spLocks noGrp="1"/>
          </p:cNvSpPr>
          <p:nvPr>
            <p:ph type="body" hasCustomPrompt="1"/>
          </p:nvPr>
        </p:nvSpPr>
        <p:spPr bwMode="auto">
          <a:xfrm>
            <a:off x="6095880" y="0"/>
            <a:ext cx="6095520" cy="6857640"/>
          </a:xfrm>
          <a:prstGeom prst="rect">
            <a:avLst/>
          </a:prstGeom>
          <a:solidFill>
            <a:srgbClr val="F4F4F7"/>
          </a:solidFill>
          <a:ln w="0">
            <a:noFill/>
          </a:ln>
        </p:spPr>
        <p:txBody>
          <a:bodyPr lIns="0" tIns="0" rIns="0" bIns="731520" anchor="ctr">
            <a:noAutofit/>
          </a:bodyPr>
          <a:lstStyle>
            <a:lvl1pPr indent="0" algn="ctr" defTabSz="914400">
              <a:lnSpc>
                <a:spcPct val="100000"/>
              </a:lnSpc>
              <a:buNone/>
              <a:tabLst>
                <a:tab pos="0" algn="l"/>
              </a:tabLst>
              <a:defRPr lang="en-US" sz="1200" b="1" u="none" strike="noStrike">
                <a:solidFill>
                  <a:srgbClr val="000000"/>
                </a:solidFill>
                <a:latin typeface="Segoe UI"/>
              </a:defRPr>
            </a:lvl1pPr>
            <a:lvl2pPr indent="0" algn="ctr" defTabSz="914400">
              <a:lnSpc>
                <a:spcPct val="100000"/>
              </a:lnSpc>
              <a:buNone/>
              <a:tabLst>
                <a:tab pos="0" algn="l"/>
              </a:tabLst>
              <a:defRPr lang="en-US" sz="1200" b="1" u="none" strike="noStrike">
                <a:solidFill>
                  <a:srgbClr val="000000"/>
                </a:solidFill>
                <a:latin typeface="Segoe UI"/>
              </a:defRPr>
            </a:lvl2pPr>
            <a:lvl3pPr indent="0" algn="ctr" defTabSz="914400">
              <a:lnSpc>
                <a:spcPct val="100000"/>
              </a:lnSpc>
              <a:buNone/>
              <a:tabLst>
                <a:tab pos="0" algn="l"/>
              </a:tabLst>
              <a:defRPr lang="en-US" sz="1200" b="1" u="none" strike="noStrike">
                <a:solidFill>
                  <a:srgbClr val="000000"/>
                </a:solidFill>
                <a:latin typeface="Segoe UI"/>
              </a:defRPr>
            </a:lvl3pPr>
          </a:lstStyle>
          <a:p>
            <a:pPr indent="0" algn="ctr" defTabSz="914400">
              <a:lnSpc>
                <a:spcPct val="100000"/>
              </a:lnSpc>
              <a:buNone/>
              <a:tabLst>
                <a:tab pos="0" algn="l"/>
              </a:tabLst>
              <a:defRPr/>
            </a:pPr>
            <a:r>
              <a:rPr lang="en-US" sz="1200" b="1" u="none" strike="noStrike">
                <a:solidFill>
                  <a:srgbClr val="000000"/>
                </a:solidFill>
                <a:latin typeface="Segoe UI"/>
              </a:rPr>
              <a:t>Drag &amp; drop your photo here </a:t>
            </a:r>
            <a:br>
              <a:rPr sz="1200"/>
            </a:br>
            <a:r>
              <a:rPr lang="en-US" sz="1200" b="1" u="none" strike="noStrike">
                <a:solidFill>
                  <a:srgbClr val="000000"/>
                </a:solidFill>
                <a:latin typeface="Segoe UI"/>
              </a:rPr>
              <a:t>or click or tap icon below </a:t>
            </a:r>
            <a:br>
              <a:rPr sz="1200"/>
            </a:br>
            <a:r>
              <a:rPr lang="en-US" sz="1200" b="1" u="none" strike="noStrike">
                <a:solidFill>
                  <a:srgbClr val="000000"/>
                </a:solidFill>
                <a:latin typeface="Segoe UI"/>
              </a:rPr>
              <a:t>to insert</a:t>
            </a:r>
          </a:p>
          <a:p>
            <a:pPr indent="0" algn="ctr" defTabSz="914400">
              <a:lnSpc>
                <a:spcPct val="100000"/>
              </a:lnSpc>
              <a:buNone/>
              <a:tabLst>
                <a:tab pos="0" algn="l"/>
              </a:tabLst>
              <a:defRPr/>
            </a:pPr>
            <a:endParaRPr lang="en-US" sz="1200" b="1" u="none" strike="noStrike">
              <a:solidFill>
                <a:srgbClr val="000000"/>
              </a:solidFill>
              <a:latin typeface="Segoe UI"/>
            </a:endParaRPr>
          </a:p>
          <a:p>
            <a:pPr indent="0" algn="ctr" defTabSz="914400">
              <a:lnSpc>
                <a:spcPct val="100000"/>
              </a:lnSpc>
              <a:buNone/>
              <a:tabLst>
                <a:tab pos="0" algn="l"/>
              </a:tabLst>
              <a:defRPr/>
            </a:pPr>
            <a:endParaRPr lang="en-US" sz="1200" b="1" u="none" strike="noStrike">
              <a:solidFill>
                <a:srgbClr val="000000"/>
              </a:solidFill>
              <a:latin typeface="Segoe U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type="blank" preserve="1" userDrawn="1">
  <p:cSld name="2-column_Text_with Image">
    <p:bg>
      <p:bgPr>
        <a:solidFill>
          <a:srgbClr val="FFFFFF"/>
        </a:solidFill>
        <a:effectLst/>
      </p:bgPr>
    </p:bg>
    <p:spTree>
      <p:nvGrpSpPr>
        <p:cNvPr id="1" name=""/>
        <p:cNvGrpSpPr/>
        <p:nvPr/>
      </p:nvGrpSpPr>
      <p:grpSpPr bwMode="auto">
        <a:xfrm>
          <a:off x="0" y="0"/>
          <a:ext cx="0" cy="0"/>
          <a:chOff x="0" y="0"/>
          <a:chExt cx="0" cy="0"/>
        </a:xfrm>
      </p:grpSpPr>
      <p:pic>
        <p:nvPicPr>
          <p:cNvPr id="1499347695" name="Picture 34"/>
          <p:cNvPicPr/>
          <p:nvPr/>
        </p:nvPicPr>
        <p:blipFill rotWithShape="1">
          <a:blip r:embed="rId2">
            <a:alphaModFix amt="40000"/>
          </a:blip>
          <a:stretch/>
        </p:blipFill>
        <p:spPr bwMode="auto">
          <a:xfrm>
            <a:off x="0" y="720"/>
            <a:ext cx="12191760" cy="6855840"/>
          </a:xfrm>
          <a:prstGeom prst="rect">
            <a:avLst/>
          </a:prstGeom>
          <a:noFill/>
          <a:ln w="0">
            <a:noFill/>
          </a:ln>
        </p:spPr>
      </p:pic>
      <p:pic>
        <p:nvPicPr>
          <p:cNvPr id="325259374" name="Graphic 5"/>
          <p:cNvPicPr/>
          <p:nvPr/>
        </p:nvPicPr>
        <p:blipFill rotWithShape="1">
          <a:blip r:embed="rId3"/>
          <a:stretch/>
        </p:blipFill>
        <p:spPr bwMode="auto">
          <a:xfrm rot="5400000">
            <a:off x="9510120" y="2743200"/>
            <a:ext cx="6857640" cy="1371240"/>
          </a:xfrm>
          <a:prstGeom prst="rect">
            <a:avLst/>
          </a:prstGeom>
          <a:noFill/>
          <a:ln w="0">
            <a:noFill/>
          </a:ln>
        </p:spPr>
      </p:pic>
      <p:sp>
        <p:nvSpPr>
          <p:cNvPr id="390482393" name="TextBox 2"/>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833343634"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1906779786"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26950528" name="Straight Connector 33"/>
          <p:cNvCxnSpPr/>
          <p:nvPr/>
        </p:nvCxnSpPr>
        <p:spPr bwMode="auto">
          <a:xfrm>
            <a:off x="-89640" y="5670360"/>
            <a:ext cx="360" cy="1178280"/>
          </a:xfrm>
          <a:prstGeom prst="straightConnector1">
            <a:avLst/>
          </a:prstGeom>
          <a:ln w="9525" cap="sq">
            <a:solidFill>
              <a:srgbClr val="FF0000"/>
            </a:solidFill>
            <a:miter/>
          </a:ln>
        </p:spPr>
      </p:cxnSp>
      <p:sp>
        <p:nvSpPr>
          <p:cNvPr id="2065278637" name="PlaceHolder 1"/>
          <p:cNvSpPr>
            <a:spLocks noGrp="1"/>
          </p:cNvSpPr>
          <p:nvPr>
            <p:ph type="title"/>
          </p:nvPr>
        </p:nvSpPr>
        <p:spPr bwMode="auto">
          <a:xfrm>
            <a:off x="588240" y="585360"/>
            <a:ext cx="8192520" cy="307439"/>
          </a:xfrm>
          <a:prstGeom prst="rect">
            <a:avLst/>
          </a:prstGeom>
          <a:noFill/>
          <a:ln w="0">
            <a:noFill/>
          </a:ln>
        </p:spPr>
        <p:txBody>
          <a:bodyPr lIns="0" tIns="0" rIns="0" bIns="0" anchor="t">
            <a:noAutofit/>
          </a:bodyPr>
          <a:lstStyle>
            <a:lvl1pPr indent="0" algn="l" defTabSz="932760">
              <a:lnSpc>
                <a:spcPct val="100000"/>
              </a:lnSpc>
              <a:buNone/>
              <a:defRPr lang="en-US" sz="2000" b="0" u="none" strike="noStrike">
                <a:solidFill>
                  <a:srgbClr val="001F2D"/>
                </a:solidFill>
                <a:latin typeface="Segoe UI Semibold"/>
              </a:defRPr>
            </a:lvl1pPr>
          </a:lstStyle>
          <a:p>
            <a:pPr indent="0" algn="l" defTabSz="932760">
              <a:lnSpc>
                <a:spcPct val="100000"/>
              </a:lnSpc>
              <a:buNone/>
              <a:defRPr/>
            </a:pPr>
            <a:r>
              <a:rPr lang="en-US" sz="2000" b="0" u="none" strike="noStrike">
                <a:solidFill>
                  <a:srgbClr val="001F2D"/>
                </a:solidFill>
                <a:latin typeface="Segoe UI Semibold"/>
              </a:rPr>
              <a:t>Click to edit Master title style</a:t>
            </a:r>
          </a:p>
        </p:txBody>
      </p:sp>
      <p:sp>
        <p:nvSpPr>
          <p:cNvPr id="1881275911" name="PlaceHolder 2"/>
          <p:cNvSpPr>
            <a:spLocks noGrp="1"/>
          </p:cNvSpPr>
          <p:nvPr>
            <p:ph type="body"/>
          </p:nvPr>
        </p:nvSpPr>
        <p:spPr bwMode="auto">
          <a:xfrm>
            <a:off x="584280" y="1594080"/>
            <a:ext cx="3478680" cy="245880"/>
          </a:xfrm>
          <a:prstGeom prst="rect">
            <a:avLst/>
          </a:prstGeom>
          <a:noFill/>
          <a:ln w="0">
            <a:noFill/>
          </a:ln>
        </p:spPr>
        <p:txBody>
          <a:bodyPr lIns="0" tIns="0" rIns="0" bIns="0" anchor="t">
            <a:noAutofit/>
          </a:bodyPr>
          <a:lstStyle>
            <a:lvl1pPr indent="0" algn="l" defTabSz="932760">
              <a:lnSpc>
                <a:spcPct val="100000"/>
              </a:lnSpc>
              <a:buNone/>
              <a:tabLst>
                <a:tab pos="0" algn="l"/>
              </a:tabLst>
              <a:defRPr lang="en-US" sz="1600" b="0" u="none" strike="noStrike">
                <a:solidFill>
                  <a:schemeClr val="dk1"/>
                </a:solidFill>
                <a:latin typeface="Segoe UI Semibold"/>
              </a:defRPr>
            </a:lvl1pPr>
          </a:lstStyle>
          <a:p>
            <a:pPr indent="0" algn="l" defTabSz="932760">
              <a:lnSpc>
                <a:spcPct val="100000"/>
              </a:lnSpc>
              <a:buNone/>
              <a:tabLst>
                <a:tab pos="0" algn="l"/>
              </a:tabLst>
              <a:defRPr/>
            </a:pPr>
            <a:r>
              <a:rPr lang="en-US" sz="1600" b="0" u="none" strike="noStrike">
                <a:solidFill>
                  <a:schemeClr val="dk1"/>
                </a:solidFill>
                <a:latin typeface="Segoe UI Semibold"/>
              </a:rPr>
              <a:t>Click to edit Master text styles</a:t>
            </a:r>
            <a:endParaRPr lang="en-US" sz="1600" b="1" u="none" strike="noStrike">
              <a:solidFill>
                <a:srgbClr val="000000"/>
              </a:solidFill>
              <a:latin typeface="Segoe UI"/>
            </a:endParaRPr>
          </a:p>
        </p:txBody>
      </p:sp>
      <p:sp>
        <p:nvSpPr>
          <p:cNvPr id="444914436" name="PlaceHolder 3"/>
          <p:cNvSpPr>
            <a:spLocks noGrp="1"/>
          </p:cNvSpPr>
          <p:nvPr>
            <p:ph type="body"/>
          </p:nvPr>
        </p:nvSpPr>
        <p:spPr bwMode="auto">
          <a:xfrm>
            <a:off x="586440" y="2085840"/>
            <a:ext cx="3477240" cy="706680"/>
          </a:xfrm>
          <a:prstGeom prst="rect">
            <a:avLst/>
          </a:prstGeom>
          <a:noFill/>
          <a:ln w="0">
            <a:noFill/>
          </a:ln>
        </p:spPr>
        <p:txBody>
          <a:bodyPr lIns="0" tIns="0" rIns="0" bIns="0" anchor="t">
            <a:spAutoFit/>
          </a:bodyPr>
          <a:lstStyle>
            <a:lvl1pPr algn="l" defTabSz="932760">
              <a:lnSpc>
                <a:spcPct val="100000"/>
              </a:lnSpc>
              <a:spcBef>
                <a:spcPts val="320"/>
              </a:spcBef>
              <a:buClr>
                <a:srgbClr val="000000"/>
              </a:buClr>
              <a:buSzPct val="90000"/>
              <a:buFont typeface="Arial"/>
              <a:buChar char="•"/>
              <a:tabLst>
                <a:tab pos="0" algn="l"/>
              </a:tabLst>
              <a:defRPr lang="en-US" sz="1600" b="0" u="none" strike="noStrike">
                <a:solidFill>
                  <a:schemeClr val="dk1"/>
                </a:solidFill>
                <a:latin typeface="Segoe UI"/>
              </a:defRPr>
            </a:lvl1pPr>
            <a:lvl2pPr lvl="1" algn="l" defTabSz="932760">
              <a:lnSpc>
                <a:spcPct val="100000"/>
              </a:lnSpc>
              <a:spcBef>
                <a:spcPts val="281"/>
              </a:spcBef>
              <a:buClr>
                <a:srgbClr val="000000"/>
              </a:buClr>
              <a:buSzPct val="90000"/>
              <a:buFont typeface="Arial"/>
              <a:buChar char="•"/>
              <a:tabLst>
                <a:tab pos="0" algn="l"/>
              </a:tabLst>
              <a:defRPr lang="en-US" sz="1400" b="0" u="none" strike="noStrike">
                <a:solidFill>
                  <a:schemeClr val="dk1"/>
                </a:solidFill>
                <a:latin typeface="Segoe UI"/>
              </a:defRPr>
            </a:lvl2pPr>
            <a:lvl3pPr lvl="2" algn="l" defTabSz="932760">
              <a:lnSpc>
                <a:spcPct val="100000"/>
              </a:lnSpc>
              <a:spcBef>
                <a:spcPts val="241"/>
              </a:spcBef>
              <a:buClr>
                <a:srgbClr val="000000"/>
              </a:buClr>
              <a:buSzPct val="90000"/>
              <a:buFont typeface="Arial"/>
              <a:buChar char="•"/>
              <a:tabLst>
                <a:tab pos="0" algn="l"/>
              </a:tabLst>
              <a:defRPr lang="en-US" sz="1200" b="0" u="none" strike="noStrike">
                <a:solidFill>
                  <a:schemeClr val="dk1"/>
                </a:solidFill>
                <a:latin typeface="Segoe UI"/>
              </a:defRPr>
            </a:lvl3pPr>
          </a:lstStyle>
          <a:p>
            <a:pPr marL="137160" indent="-137160" algn="l" defTabSz="932760">
              <a:lnSpc>
                <a:spcPct val="100000"/>
              </a:lnSpc>
              <a:spcBef>
                <a:spcPts val="320"/>
              </a:spcBef>
              <a:buClr>
                <a:srgbClr val="000000"/>
              </a:buClr>
              <a:buSzPct val="90000"/>
              <a:buFont typeface="Arial"/>
              <a:buChar char="•"/>
              <a:tabLst>
                <a:tab pos="0" algn="l"/>
              </a:tabLst>
              <a:defRPr/>
            </a:pPr>
            <a:r>
              <a:rPr lang="en-US" sz="1600" b="0" u="none" strike="noStrike">
                <a:solidFill>
                  <a:schemeClr val="dk1"/>
                </a:solidFill>
                <a:latin typeface="Segoe UI"/>
              </a:rPr>
              <a:t>Click to edit Master text styles</a:t>
            </a:r>
            <a:endParaRPr lang="en-US" sz="1600" b="1" u="none" strike="noStrike">
              <a:solidFill>
                <a:srgbClr val="000000"/>
              </a:solidFill>
              <a:latin typeface="Segoe UI"/>
            </a:endParaRPr>
          </a:p>
          <a:p>
            <a:pPr marL="265320" lvl="1" indent="-128160" algn="l" defTabSz="932760">
              <a:lnSpc>
                <a:spcPct val="100000"/>
              </a:lnSpc>
              <a:spcBef>
                <a:spcPts val="281"/>
              </a:spcBef>
              <a:buClr>
                <a:srgbClr val="000000"/>
              </a:buClr>
              <a:buSzPct val="90000"/>
              <a:buFont typeface="Arial"/>
              <a:buChar char="•"/>
              <a:tabLst>
                <a:tab pos="0" algn="l"/>
              </a:tabLst>
              <a:defRPr/>
            </a:pPr>
            <a:r>
              <a:rPr lang="en-US" sz="1400" b="0" u="none" strike="noStrike">
                <a:solidFill>
                  <a:schemeClr val="dk1"/>
                </a:solidFill>
                <a:latin typeface="Segoe UI"/>
              </a:rPr>
              <a:t>Second level</a:t>
            </a:r>
            <a:endParaRPr lang="en-US" sz="1400" b="1" u="none" strike="noStrike">
              <a:solidFill>
                <a:srgbClr val="000000"/>
              </a:solidFill>
              <a:latin typeface="Segoe UI"/>
            </a:endParaRPr>
          </a:p>
          <a:p>
            <a:pPr marL="384120" lvl="2" indent="-118800" algn="l" defTabSz="932760">
              <a:lnSpc>
                <a:spcPct val="100000"/>
              </a:lnSpc>
              <a:spcBef>
                <a:spcPts val="241"/>
              </a:spcBef>
              <a:buClr>
                <a:srgbClr val="000000"/>
              </a:buClr>
              <a:buSzPct val="90000"/>
              <a:buFont typeface="Arial"/>
              <a:buChar char="•"/>
              <a:tabLst>
                <a:tab pos="0" algn="l"/>
              </a:tabLst>
              <a:defRPr/>
            </a:pPr>
            <a:r>
              <a:rPr lang="en-US" sz="1200" b="0" u="none" strike="noStrike">
                <a:solidFill>
                  <a:schemeClr val="dk1"/>
                </a:solidFill>
                <a:latin typeface="Segoe UI"/>
              </a:rPr>
              <a:t>Third level</a:t>
            </a:r>
            <a:endParaRPr lang="en-US" sz="1200" b="1" u="none" strike="noStrike">
              <a:solidFill>
                <a:srgbClr val="000000"/>
              </a:solidFill>
              <a:latin typeface="Segoe UI"/>
            </a:endParaRPr>
          </a:p>
        </p:txBody>
      </p:sp>
      <p:sp>
        <p:nvSpPr>
          <p:cNvPr id="1159005287" name="PlaceHolder 4"/>
          <p:cNvSpPr>
            <a:spLocks noGrp="1"/>
          </p:cNvSpPr>
          <p:nvPr>
            <p:ph type="body"/>
          </p:nvPr>
        </p:nvSpPr>
        <p:spPr bwMode="auto">
          <a:xfrm>
            <a:off x="4357440" y="1594080"/>
            <a:ext cx="3478680" cy="245880"/>
          </a:xfrm>
          <a:prstGeom prst="rect">
            <a:avLst/>
          </a:prstGeom>
          <a:noFill/>
          <a:ln w="0">
            <a:noFill/>
          </a:ln>
        </p:spPr>
        <p:txBody>
          <a:bodyPr lIns="0" tIns="0" rIns="0" bIns="0" anchor="t">
            <a:noAutofit/>
          </a:bodyPr>
          <a:lstStyle>
            <a:lvl1pPr indent="0" algn="l" defTabSz="932760">
              <a:lnSpc>
                <a:spcPct val="100000"/>
              </a:lnSpc>
              <a:buNone/>
              <a:tabLst>
                <a:tab pos="0" algn="l"/>
              </a:tabLst>
              <a:defRPr lang="en-US" sz="1600" b="0" u="none" strike="noStrike">
                <a:solidFill>
                  <a:schemeClr val="dk1"/>
                </a:solidFill>
                <a:latin typeface="Segoe UI Semibold"/>
              </a:defRPr>
            </a:lvl1pPr>
          </a:lstStyle>
          <a:p>
            <a:pPr indent="0" algn="l" defTabSz="932760">
              <a:lnSpc>
                <a:spcPct val="100000"/>
              </a:lnSpc>
              <a:buNone/>
              <a:tabLst>
                <a:tab pos="0" algn="l"/>
              </a:tabLst>
              <a:defRPr/>
            </a:pPr>
            <a:r>
              <a:rPr lang="en-US" sz="1600" b="0" u="none" strike="noStrike">
                <a:solidFill>
                  <a:schemeClr val="dk1"/>
                </a:solidFill>
                <a:latin typeface="Segoe UI Semibold"/>
              </a:rPr>
              <a:t>Click to edit Master text styles</a:t>
            </a:r>
            <a:endParaRPr lang="en-US" sz="1600" b="1" u="none" strike="noStrike">
              <a:solidFill>
                <a:srgbClr val="000000"/>
              </a:solidFill>
              <a:latin typeface="Segoe UI"/>
            </a:endParaRPr>
          </a:p>
        </p:txBody>
      </p:sp>
      <p:sp>
        <p:nvSpPr>
          <p:cNvPr id="1880134373" name="PlaceHolder 5"/>
          <p:cNvSpPr>
            <a:spLocks noGrp="1"/>
          </p:cNvSpPr>
          <p:nvPr>
            <p:ph type="body"/>
          </p:nvPr>
        </p:nvSpPr>
        <p:spPr bwMode="auto">
          <a:xfrm>
            <a:off x="4359600" y="2085840"/>
            <a:ext cx="3477240" cy="706680"/>
          </a:xfrm>
          <a:prstGeom prst="rect">
            <a:avLst/>
          </a:prstGeom>
          <a:noFill/>
          <a:ln w="0">
            <a:noFill/>
          </a:ln>
        </p:spPr>
        <p:txBody>
          <a:bodyPr lIns="0" tIns="0" rIns="0" bIns="0" anchor="t">
            <a:spAutoFit/>
          </a:bodyPr>
          <a:lstStyle>
            <a:lvl1pPr algn="l" defTabSz="932760">
              <a:lnSpc>
                <a:spcPct val="100000"/>
              </a:lnSpc>
              <a:spcBef>
                <a:spcPts val="320"/>
              </a:spcBef>
              <a:buClr>
                <a:srgbClr val="000000"/>
              </a:buClr>
              <a:buSzPct val="90000"/>
              <a:buFont typeface="Arial"/>
              <a:buChar char="•"/>
              <a:tabLst>
                <a:tab pos="0" algn="l"/>
              </a:tabLst>
              <a:defRPr lang="en-US" sz="1600" b="0" u="none" strike="noStrike">
                <a:solidFill>
                  <a:schemeClr val="dk1"/>
                </a:solidFill>
                <a:latin typeface="Segoe UI"/>
              </a:defRPr>
            </a:lvl1pPr>
            <a:lvl2pPr lvl="1" algn="l" defTabSz="932760">
              <a:lnSpc>
                <a:spcPct val="100000"/>
              </a:lnSpc>
              <a:spcBef>
                <a:spcPts val="281"/>
              </a:spcBef>
              <a:buClr>
                <a:srgbClr val="000000"/>
              </a:buClr>
              <a:buSzPct val="90000"/>
              <a:buFont typeface="Arial"/>
              <a:buChar char="•"/>
              <a:tabLst>
                <a:tab pos="0" algn="l"/>
              </a:tabLst>
              <a:defRPr lang="en-US" sz="1400" b="0" u="none" strike="noStrike">
                <a:solidFill>
                  <a:schemeClr val="dk1"/>
                </a:solidFill>
                <a:latin typeface="Segoe UI"/>
              </a:defRPr>
            </a:lvl2pPr>
            <a:lvl3pPr lvl="2" algn="l" defTabSz="932760">
              <a:lnSpc>
                <a:spcPct val="100000"/>
              </a:lnSpc>
              <a:spcBef>
                <a:spcPts val="241"/>
              </a:spcBef>
              <a:buClr>
                <a:srgbClr val="000000"/>
              </a:buClr>
              <a:buSzPct val="90000"/>
              <a:buFont typeface="Arial"/>
              <a:buChar char="•"/>
              <a:tabLst>
                <a:tab pos="0" algn="l"/>
              </a:tabLst>
              <a:defRPr lang="en-US" sz="1200" b="0" u="none" strike="noStrike">
                <a:solidFill>
                  <a:schemeClr val="dk1"/>
                </a:solidFill>
                <a:latin typeface="Segoe UI"/>
              </a:defRPr>
            </a:lvl3pPr>
          </a:lstStyle>
          <a:p>
            <a:pPr marL="137160" indent="-137160" algn="l" defTabSz="932760">
              <a:lnSpc>
                <a:spcPct val="100000"/>
              </a:lnSpc>
              <a:spcBef>
                <a:spcPts val="320"/>
              </a:spcBef>
              <a:buClr>
                <a:srgbClr val="000000"/>
              </a:buClr>
              <a:buSzPct val="90000"/>
              <a:buFont typeface="Arial"/>
              <a:buChar char="•"/>
              <a:tabLst>
                <a:tab pos="0" algn="l"/>
              </a:tabLst>
              <a:defRPr/>
            </a:pPr>
            <a:r>
              <a:rPr lang="en-US" sz="1600" b="0" u="none" strike="noStrike">
                <a:solidFill>
                  <a:schemeClr val="dk1"/>
                </a:solidFill>
                <a:latin typeface="Segoe UI"/>
              </a:rPr>
              <a:t>Click to edit Master text styles</a:t>
            </a:r>
            <a:endParaRPr lang="en-US" sz="1600" b="1" u="none" strike="noStrike">
              <a:solidFill>
                <a:srgbClr val="000000"/>
              </a:solidFill>
              <a:latin typeface="Segoe UI"/>
            </a:endParaRPr>
          </a:p>
          <a:p>
            <a:pPr marL="265320" lvl="1" indent="-128160" algn="l" defTabSz="932760">
              <a:lnSpc>
                <a:spcPct val="100000"/>
              </a:lnSpc>
              <a:spcBef>
                <a:spcPts val="281"/>
              </a:spcBef>
              <a:buClr>
                <a:srgbClr val="000000"/>
              </a:buClr>
              <a:buSzPct val="90000"/>
              <a:buFont typeface="Arial"/>
              <a:buChar char="•"/>
              <a:tabLst>
                <a:tab pos="0" algn="l"/>
              </a:tabLst>
              <a:defRPr/>
            </a:pPr>
            <a:r>
              <a:rPr lang="en-US" sz="1400" b="0" u="none" strike="noStrike">
                <a:solidFill>
                  <a:schemeClr val="dk1"/>
                </a:solidFill>
                <a:latin typeface="Segoe UI"/>
              </a:rPr>
              <a:t>Second level</a:t>
            </a:r>
            <a:endParaRPr lang="en-US" sz="1400" b="1" u="none" strike="noStrike">
              <a:solidFill>
                <a:srgbClr val="000000"/>
              </a:solidFill>
              <a:latin typeface="Segoe UI"/>
            </a:endParaRPr>
          </a:p>
          <a:p>
            <a:pPr marL="384120" lvl="2" indent="-118800" algn="l" defTabSz="932760">
              <a:lnSpc>
                <a:spcPct val="100000"/>
              </a:lnSpc>
              <a:spcBef>
                <a:spcPts val="241"/>
              </a:spcBef>
              <a:buClr>
                <a:srgbClr val="000000"/>
              </a:buClr>
              <a:buSzPct val="90000"/>
              <a:buFont typeface="Arial"/>
              <a:buChar char="•"/>
              <a:tabLst>
                <a:tab pos="0" algn="l"/>
              </a:tabLst>
              <a:defRPr/>
            </a:pPr>
            <a:r>
              <a:rPr lang="en-US" sz="1200" b="0" u="none" strike="noStrike">
                <a:solidFill>
                  <a:schemeClr val="dk1"/>
                </a:solidFill>
                <a:latin typeface="Segoe UI"/>
              </a:rPr>
              <a:t>Third level</a:t>
            </a:r>
            <a:endParaRPr lang="en-US" sz="1200" b="1" u="none" strike="noStrike">
              <a:solidFill>
                <a:srgbClr val="000000"/>
              </a:solidFill>
              <a:latin typeface="Segoe UI"/>
            </a:endParaRPr>
          </a:p>
        </p:txBody>
      </p:sp>
      <p:sp>
        <p:nvSpPr>
          <p:cNvPr id="443397983" name="PlaceHolder 6"/>
          <p:cNvSpPr>
            <a:spLocks noGrp="1"/>
          </p:cNvSpPr>
          <p:nvPr>
            <p:ph type="body" hasCustomPrompt="1"/>
          </p:nvPr>
        </p:nvSpPr>
        <p:spPr bwMode="auto">
          <a:xfrm>
            <a:off x="8128080" y="0"/>
            <a:ext cx="4063680" cy="6857640"/>
          </a:xfrm>
          <a:prstGeom prst="rect">
            <a:avLst/>
          </a:prstGeom>
          <a:solidFill>
            <a:srgbClr val="F4F4F7"/>
          </a:solidFill>
          <a:ln w="0">
            <a:noFill/>
          </a:ln>
        </p:spPr>
        <p:txBody>
          <a:bodyPr lIns="0" tIns="0" rIns="0" bIns="731520" anchor="ctr">
            <a:noAutofit/>
          </a:bodyPr>
          <a:lstStyle>
            <a:lvl1pPr indent="0" algn="ctr" defTabSz="914400">
              <a:lnSpc>
                <a:spcPct val="100000"/>
              </a:lnSpc>
              <a:buNone/>
              <a:tabLst>
                <a:tab pos="0" algn="l"/>
              </a:tabLst>
              <a:defRPr lang="en-US" sz="1200" b="1" u="none" strike="noStrike">
                <a:solidFill>
                  <a:srgbClr val="000000"/>
                </a:solidFill>
                <a:latin typeface="Segoe UI"/>
              </a:defRPr>
            </a:lvl1pPr>
            <a:lvl2pPr indent="0" algn="ctr" defTabSz="914400">
              <a:lnSpc>
                <a:spcPct val="100000"/>
              </a:lnSpc>
              <a:buNone/>
              <a:tabLst>
                <a:tab pos="0" algn="l"/>
              </a:tabLst>
              <a:defRPr lang="en-US" sz="1200" b="1" u="none" strike="noStrike">
                <a:solidFill>
                  <a:srgbClr val="000000"/>
                </a:solidFill>
                <a:latin typeface="Segoe UI"/>
              </a:defRPr>
            </a:lvl2pPr>
            <a:lvl3pPr indent="0" algn="ctr" defTabSz="914400">
              <a:lnSpc>
                <a:spcPct val="100000"/>
              </a:lnSpc>
              <a:buNone/>
              <a:tabLst>
                <a:tab pos="0" algn="l"/>
              </a:tabLst>
              <a:defRPr lang="en-US" sz="1200" b="1" u="none" strike="noStrike">
                <a:solidFill>
                  <a:srgbClr val="000000"/>
                </a:solidFill>
                <a:latin typeface="Segoe UI"/>
              </a:defRPr>
            </a:lvl3pPr>
          </a:lstStyle>
          <a:p>
            <a:pPr indent="0" algn="ctr" defTabSz="914400">
              <a:lnSpc>
                <a:spcPct val="100000"/>
              </a:lnSpc>
              <a:buNone/>
              <a:tabLst>
                <a:tab pos="0" algn="l"/>
              </a:tabLst>
              <a:defRPr/>
            </a:pPr>
            <a:r>
              <a:rPr lang="en-US" sz="1200" b="1" u="none" strike="noStrike">
                <a:solidFill>
                  <a:srgbClr val="000000"/>
                </a:solidFill>
                <a:latin typeface="Segoe UI"/>
              </a:rPr>
              <a:t>Drag &amp; drop your photo here </a:t>
            </a:r>
            <a:br>
              <a:rPr sz="1200"/>
            </a:br>
            <a:r>
              <a:rPr lang="en-US" sz="1200" b="1" u="none" strike="noStrike">
                <a:solidFill>
                  <a:srgbClr val="000000"/>
                </a:solidFill>
                <a:latin typeface="Segoe UI"/>
              </a:rPr>
              <a:t>or click or tap icon below </a:t>
            </a:r>
            <a:br>
              <a:rPr sz="1200"/>
            </a:br>
            <a:r>
              <a:rPr lang="en-US" sz="1200" b="1" u="none" strike="noStrike">
                <a:solidFill>
                  <a:srgbClr val="000000"/>
                </a:solidFill>
                <a:latin typeface="Segoe UI"/>
              </a:rPr>
              <a:t>to insert</a:t>
            </a:r>
          </a:p>
          <a:p>
            <a:pPr indent="0" algn="ctr" defTabSz="914400">
              <a:lnSpc>
                <a:spcPct val="100000"/>
              </a:lnSpc>
              <a:buNone/>
              <a:tabLst>
                <a:tab pos="0" algn="l"/>
              </a:tabLst>
              <a:defRPr/>
            </a:pPr>
            <a:endParaRPr lang="en-US" sz="1200" b="1" u="none" strike="noStrike">
              <a:solidFill>
                <a:srgbClr val="000000"/>
              </a:solidFill>
              <a:latin typeface="Segoe UI"/>
            </a:endParaRPr>
          </a:p>
          <a:p>
            <a:pPr indent="0" algn="ctr" defTabSz="914400">
              <a:lnSpc>
                <a:spcPct val="100000"/>
              </a:lnSpc>
              <a:buNone/>
              <a:tabLst>
                <a:tab pos="0" algn="l"/>
              </a:tabLst>
              <a:defRPr/>
            </a:pPr>
            <a:endParaRPr lang="en-US" sz="1200" b="1" u="none" strike="noStrike">
              <a:solidFill>
                <a:srgbClr val="000000"/>
              </a:solidFill>
              <a:latin typeface="Segoe U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type="blank" preserve="1" userDrawn="1">
  <p:cSld name="1_Two photos_with Captions">
    <p:bg>
      <p:bgPr>
        <a:solidFill>
          <a:srgbClr val="FFFFFF"/>
        </a:solidFill>
        <a:effectLst/>
      </p:bgPr>
    </p:bg>
    <p:spTree>
      <p:nvGrpSpPr>
        <p:cNvPr id="1" name=""/>
        <p:cNvGrpSpPr/>
        <p:nvPr/>
      </p:nvGrpSpPr>
      <p:grpSpPr bwMode="auto">
        <a:xfrm>
          <a:off x="0" y="0"/>
          <a:ext cx="0" cy="0"/>
          <a:chOff x="0" y="0"/>
          <a:chExt cx="0" cy="0"/>
        </a:xfrm>
      </p:grpSpPr>
      <p:pic>
        <p:nvPicPr>
          <p:cNvPr id="1928147522" name="Picture 34"/>
          <p:cNvPicPr/>
          <p:nvPr/>
        </p:nvPicPr>
        <p:blipFill rotWithShape="1">
          <a:blip r:embed="rId2">
            <a:alphaModFix amt="40000"/>
          </a:blip>
          <a:stretch/>
        </p:blipFill>
        <p:spPr bwMode="auto">
          <a:xfrm>
            <a:off x="0" y="720"/>
            <a:ext cx="12191760" cy="6855840"/>
          </a:xfrm>
          <a:prstGeom prst="rect">
            <a:avLst/>
          </a:prstGeom>
          <a:noFill/>
          <a:ln w="0">
            <a:noFill/>
          </a:ln>
        </p:spPr>
      </p:pic>
      <p:pic>
        <p:nvPicPr>
          <p:cNvPr id="1323904401" name="Graphic 5"/>
          <p:cNvPicPr/>
          <p:nvPr/>
        </p:nvPicPr>
        <p:blipFill rotWithShape="1">
          <a:blip r:embed="rId3"/>
          <a:stretch/>
        </p:blipFill>
        <p:spPr bwMode="auto">
          <a:xfrm rot="5400000">
            <a:off x="9510120" y="2743200"/>
            <a:ext cx="6857640" cy="1371240"/>
          </a:xfrm>
          <a:prstGeom prst="rect">
            <a:avLst/>
          </a:prstGeom>
          <a:noFill/>
          <a:ln w="0">
            <a:noFill/>
          </a:ln>
        </p:spPr>
      </p:pic>
      <p:sp>
        <p:nvSpPr>
          <p:cNvPr id="1312186708" name="TextBox 2"/>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1808017216"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647422491"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263880435" name="Straight Connector 33"/>
          <p:cNvCxnSpPr/>
          <p:nvPr/>
        </p:nvCxnSpPr>
        <p:spPr bwMode="auto">
          <a:xfrm>
            <a:off x="-89640" y="5670360"/>
            <a:ext cx="360" cy="1178280"/>
          </a:xfrm>
          <a:prstGeom prst="straightConnector1">
            <a:avLst/>
          </a:prstGeom>
          <a:ln w="9525" cap="sq">
            <a:solidFill>
              <a:srgbClr val="FF0000"/>
            </a:solidFill>
            <a:miter/>
          </a:ln>
        </p:spPr>
      </p:cxnSp>
      <p:sp>
        <p:nvSpPr>
          <p:cNvPr id="314910835" name="PlaceHolder 1"/>
          <p:cNvSpPr>
            <a:spLocks noGrp="1"/>
          </p:cNvSpPr>
          <p:nvPr>
            <p:ph type="title"/>
          </p:nvPr>
        </p:nvSpPr>
        <p:spPr bwMode="auto">
          <a:xfrm>
            <a:off x="588240" y="585360"/>
            <a:ext cx="8192520" cy="307439"/>
          </a:xfrm>
          <a:prstGeom prst="rect">
            <a:avLst/>
          </a:prstGeom>
          <a:noFill/>
          <a:ln w="0">
            <a:noFill/>
          </a:ln>
        </p:spPr>
        <p:txBody>
          <a:bodyPr lIns="0" tIns="0" rIns="0" bIns="0" anchor="t">
            <a:noAutofit/>
          </a:bodyPr>
          <a:lstStyle>
            <a:lvl1pPr indent="0" algn="l" defTabSz="932760">
              <a:lnSpc>
                <a:spcPct val="100000"/>
              </a:lnSpc>
              <a:buNone/>
              <a:defRPr lang="en-US" sz="2000" b="0" u="none" strike="noStrike">
                <a:solidFill>
                  <a:schemeClr val="dk1"/>
                </a:solidFill>
                <a:latin typeface="Segoe UI Semibold"/>
              </a:defRPr>
            </a:lvl1pPr>
          </a:lstStyle>
          <a:p>
            <a:pPr indent="0" algn="l" defTabSz="932760">
              <a:lnSpc>
                <a:spcPct val="100000"/>
              </a:lnSpc>
              <a:buNone/>
              <a:defRPr/>
            </a:pPr>
            <a:r>
              <a:rPr lang="en-US" sz="2000" b="0" u="none" strike="noStrike">
                <a:solidFill>
                  <a:schemeClr val="dk1"/>
                </a:solidFill>
                <a:latin typeface="Segoe UI Semibold"/>
              </a:rPr>
              <a:t>Click to edit Master title style</a:t>
            </a:r>
          </a:p>
        </p:txBody>
      </p:sp>
      <p:sp>
        <p:nvSpPr>
          <p:cNvPr id="58634188" name="PlaceHolder 2"/>
          <p:cNvSpPr>
            <a:spLocks noGrp="1"/>
          </p:cNvSpPr>
          <p:nvPr>
            <p:ph type="body" hasCustomPrompt="1"/>
          </p:nvPr>
        </p:nvSpPr>
        <p:spPr bwMode="auto">
          <a:xfrm>
            <a:off x="584280" y="1591200"/>
            <a:ext cx="5365440" cy="2686680"/>
          </a:xfrm>
          <a:prstGeom prst="rect">
            <a:avLst/>
          </a:prstGeom>
          <a:solidFill>
            <a:srgbClr val="F4F4F7"/>
          </a:solidFill>
          <a:ln w="0">
            <a:noFill/>
          </a:ln>
        </p:spPr>
        <p:txBody>
          <a:bodyPr lIns="0" tIns="0" rIns="0" bIns="731520" anchor="ctr">
            <a:noAutofit/>
          </a:bodyPr>
          <a:lstStyle>
            <a:lvl1pPr indent="0" algn="ctr" defTabSz="914400">
              <a:lnSpc>
                <a:spcPct val="100000"/>
              </a:lnSpc>
              <a:buNone/>
              <a:tabLst>
                <a:tab pos="0" algn="l"/>
              </a:tabLst>
              <a:defRPr lang="en-US" sz="1050" b="1" u="none" strike="noStrike">
                <a:solidFill>
                  <a:srgbClr val="000000"/>
                </a:solidFill>
                <a:latin typeface="Segoe UI"/>
              </a:defRPr>
            </a:lvl1pPr>
            <a:lvl2pPr indent="0" algn="ctr" defTabSz="914400">
              <a:lnSpc>
                <a:spcPct val="100000"/>
              </a:lnSpc>
              <a:buNone/>
              <a:tabLst>
                <a:tab pos="0" algn="l"/>
              </a:tabLst>
              <a:defRPr lang="en-US" sz="1050" b="1" u="none" strike="noStrike">
                <a:solidFill>
                  <a:srgbClr val="000000"/>
                </a:solidFill>
                <a:latin typeface="Segoe UI"/>
              </a:defRPr>
            </a:lvl2pPr>
            <a:lvl3pPr indent="0" algn="ctr" defTabSz="914400">
              <a:lnSpc>
                <a:spcPct val="100000"/>
              </a:lnSpc>
              <a:buNone/>
              <a:tabLst>
                <a:tab pos="0" algn="l"/>
              </a:tabLst>
              <a:defRPr lang="en-US" sz="1050" b="1" u="none" strike="noStrike">
                <a:solidFill>
                  <a:srgbClr val="000000"/>
                </a:solidFill>
                <a:latin typeface="Segoe UI"/>
              </a:defRPr>
            </a:lvl3pPr>
            <a:lvl4pPr indent="0" algn="ctr" defTabSz="914400">
              <a:lnSpc>
                <a:spcPct val="100000"/>
              </a:lnSpc>
              <a:buNone/>
              <a:tabLst>
                <a:tab pos="0" algn="l"/>
              </a:tabLst>
              <a:defRPr lang="en-US" sz="1050" b="1" u="none" strike="noStrike">
                <a:solidFill>
                  <a:srgbClr val="000000"/>
                </a:solidFill>
                <a:latin typeface="Segoe UI"/>
              </a:defRPr>
            </a:lvl4pPr>
            <a:lvl5pPr indent="0" algn="ctr" defTabSz="914400">
              <a:lnSpc>
                <a:spcPct val="100000"/>
              </a:lnSpc>
              <a:buNone/>
              <a:tabLst>
                <a:tab pos="0" algn="l"/>
              </a:tabLst>
              <a:defRPr lang="en-US" sz="1050" b="1" u="none" strike="noStrike">
                <a:solidFill>
                  <a:srgbClr val="000000"/>
                </a:solidFill>
                <a:latin typeface="Segoe UI"/>
              </a:defRPr>
            </a:lvl5pPr>
          </a:lstStyle>
          <a:p>
            <a:pPr indent="0" algn="ctr" defTabSz="914400">
              <a:lnSpc>
                <a:spcPct val="100000"/>
              </a:lnSpc>
              <a:buNone/>
              <a:tabLst>
                <a:tab pos="0" algn="l"/>
              </a:tabLst>
              <a:defRPr/>
            </a:pPr>
            <a:r>
              <a:rPr lang="en-US" sz="1050" b="1" u="none" strike="noStrike">
                <a:solidFill>
                  <a:srgbClr val="000000"/>
                </a:solidFill>
                <a:latin typeface="Segoe UI"/>
              </a:rPr>
              <a:t>Drag &amp; drop your photo</a:t>
            </a:r>
            <a:endParaRPr lang="en-US" sz="1050" b="0" u="none" strike="noStrike">
              <a:solidFill>
                <a:schemeClr val="dk1"/>
              </a:solidFill>
              <a:latin typeface="Segoe UI"/>
            </a:endParaRPr>
          </a:p>
          <a:p>
            <a:pPr indent="0" algn="ctr" defTabSz="914400">
              <a:lnSpc>
                <a:spcPct val="100000"/>
              </a:lnSpc>
              <a:buNone/>
              <a:tabLst>
                <a:tab pos="0" algn="l"/>
              </a:tabLst>
              <a:defRPr/>
            </a:pPr>
            <a:r>
              <a:rPr lang="en-US" sz="1050" b="1" u="none" strike="noStrike">
                <a:solidFill>
                  <a:srgbClr val="000000"/>
                </a:solidFill>
                <a:latin typeface="Segoe UI"/>
              </a:rPr>
              <a:t>here or click or tap </a:t>
            </a:r>
            <a:endParaRPr lang="en-US" sz="1050" b="0" u="none" strike="noStrike">
              <a:solidFill>
                <a:schemeClr val="dk1"/>
              </a:solidFill>
              <a:latin typeface="Segoe UI"/>
            </a:endParaRPr>
          </a:p>
          <a:p>
            <a:pPr indent="0" algn="ctr" defTabSz="914400">
              <a:lnSpc>
                <a:spcPct val="100000"/>
              </a:lnSpc>
              <a:buNone/>
              <a:tabLst>
                <a:tab pos="0" algn="l"/>
              </a:tabLst>
              <a:defRPr/>
            </a:pPr>
            <a:r>
              <a:rPr lang="en-US" sz="1050" b="1" u="none" strike="noStrike">
                <a:solidFill>
                  <a:srgbClr val="000000"/>
                </a:solidFill>
                <a:latin typeface="Segoe UI"/>
              </a:rPr>
              <a:t>icon below to insert</a:t>
            </a:r>
            <a:endParaRPr lang="en-US" sz="1050" b="0" u="none" strike="noStrike">
              <a:solidFill>
                <a:schemeClr val="dk1"/>
              </a:solidFill>
              <a:latin typeface="Segoe UI"/>
            </a:endParaRPr>
          </a:p>
          <a:p>
            <a:pPr indent="0" algn="ctr" defTabSz="914400">
              <a:lnSpc>
                <a:spcPct val="100000"/>
              </a:lnSpc>
              <a:buNone/>
              <a:tabLst>
                <a:tab pos="0" algn="l"/>
              </a:tabLst>
              <a:defRPr/>
            </a:pPr>
            <a:endParaRPr lang="en-US" sz="1050" b="0" u="none" strike="noStrike">
              <a:solidFill>
                <a:schemeClr val="dk1"/>
              </a:solidFill>
              <a:latin typeface="Segoe UI"/>
            </a:endParaRPr>
          </a:p>
          <a:p>
            <a:pPr indent="0" algn="ctr" defTabSz="914400">
              <a:lnSpc>
                <a:spcPct val="100000"/>
              </a:lnSpc>
              <a:buNone/>
              <a:tabLst>
                <a:tab pos="0" algn="l"/>
              </a:tabLst>
              <a:defRPr/>
            </a:pPr>
            <a:endParaRPr lang="en-US" sz="1050" b="0" u="none" strike="noStrike">
              <a:solidFill>
                <a:schemeClr val="dk1"/>
              </a:solidFill>
              <a:latin typeface="Segoe UI"/>
            </a:endParaRPr>
          </a:p>
        </p:txBody>
      </p:sp>
      <p:sp>
        <p:nvSpPr>
          <p:cNvPr id="347571471" name="PlaceHolder 3"/>
          <p:cNvSpPr>
            <a:spLocks noGrp="1"/>
          </p:cNvSpPr>
          <p:nvPr>
            <p:ph type="body"/>
          </p:nvPr>
        </p:nvSpPr>
        <p:spPr bwMode="auto">
          <a:xfrm>
            <a:off x="584280" y="4575240"/>
            <a:ext cx="5364000" cy="184320"/>
          </a:xfrm>
          <a:prstGeom prst="rect">
            <a:avLst/>
          </a:prstGeom>
          <a:noFill/>
          <a:ln w="0">
            <a:noFill/>
          </a:ln>
        </p:spPr>
        <p:txBody>
          <a:bodyPr lIns="0" tIns="0" rIns="0" bIns="0" anchor="t">
            <a:noAutofit/>
          </a:bodyPr>
          <a:lstStyle>
            <a:lvl1pPr indent="0" algn="l" defTabSz="932760">
              <a:lnSpc>
                <a:spcPct val="100000"/>
              </a:lnSpc>
              <a:buNone/>
              <a:tabLst>
                <a:tab pos="0" algn="l"/>
              </a:tabLst>
              <a:defRPr lang="en-US" sz="1200" b="0" u="none" strike="noStrike">
                <a:solidFill>
                  <a:schemeClr val="dk1"/>
                </a:solidFill>
                <a:latin typeface="Segoe UI Semibold"/>
              </a:defRPr>
            </a:lvl1pPr>
          </a:lstStyle>
          <a:p>
            <a:pPr indent="0" algn="l" defTabSz="932760">
              <a:lnSpc>
                <a:spcPct val="100000"/>
              </a:lnSpc>
              <a:buNone/>
              <a:tabLst>
                <a:tab pos="0" algn="l"/>
              </a:tabLst>
              <a:defRPr/>
            </a:pPr>
            <a:r>
              <a:rPr lang="en-US" sz="1200" b="0" u="none" strike="noStrike">
                <a:solidFill>
                  <a:schemeClr val="dk1"/>
                </a:solidFill>
                <a:latin typeface="Segoe UI Semibold"/>
              </a:rPr>
              <a:t>Click to edit Master text styles</a:t>
            </a:r>
            <a:endParaRPr lang="en-US" sz="1200" b="0" u="none" strike="noStrike">
              <a:solidFill>
                <a:schemeClr val="dk1"/>
              </a:solidFill>
              <a:latin typeface="Segoe UI"/>
            </a:endParaRPr>
          </a:p>
        </p:txBody>
      </p:sp>
      <p:sp>
        <p:nvSpPr>
          <p:cNvPr id="194596525" name="PlaceHolder 4"/>
          <p:cNvSpPr>
            <a:spLocks noGrp="1"/>
          </p:cNvSpPr>
          <p:nvPr>
            <p:ph type="body"/>
          </p:nvPr>
        </p:nvSpPr>
        <p:spPr bwMode="auto">
          <a:xfrm>
            <a:off x="586440" y="4976280"/>
            <a:ext cx="5361840" cy="153000"/>
          </a:xfrm>
          <a:prstGeom prst="rect">
            <a:avLst/>
          </a:prstGeom>
          <a:noFill/>
          <a:ln w="0">
            <a:noFill/>
          </a:ln>
        </p:spPr>
        <p:txBody>
          <a:bodyPr lIns="0" tIns="0" rIns="0" bIns="0" anchor="t">
            <a:spAutoFit/>
          </a:bodyPr>
          <a:lstStyle>
            <a:lvl1pPr indent="0" algn="l" defTabSz="932760">
              <a:lnSpc>
                <a:spcPct val="100000"/>
              </a:lnSpc>
              <a:spcBef>
                <a:spcPts val="201"/>
              </a:spcBef>
              <a:buNone/>
              <a:tabLst>
                <a:tab pos="0" algn="l"/>
              </a:tabLst>
              <a:defRPr lang="en-US" sz="1000" b="0" u="none" strike="noStrike">
                <a:solidFill>
                  <a:schemeClr val="dk1"/>
                </a:solidFill>
                <a:latin typeface="Segoe UI"/>
              </a:defRPr>
            </a:lvl1pPr>
          </a:lstStyle>
          <a:p>
            <a:pPr indent="0" algn="l" defTabSz="932760">
              <a:lnSpc>
                <a:spcPct val="100000"/>
              </a:lnSpc>
              <a:spcBef>
                <a:spcPts val="201"/>
              </a:spcBef>
              <a:buNone/>
              <a:tabLst>
                <a:tab pos="0" algn="l"/>
              </a:tabLst>
              <a:defRPr/>
            </a:pPr>
            <a:r>
              <a:rPr lang="en-US" sz="1000" b="0" u="none" strike="noStrike">
                <a:solidFill>
                  <a:schemeClr val="dk1"/>
                </a:solidFill>
                <a:latin typeface="Segoe UI"/>
              </a:rPr>
              <a:t>Click to edit Master text styles</a:t>
            </a:r>
          </a:p>
        </p:txBody>
      </p:sp>
      <p:sp>
        <p:nvSpPr>
          <p:cNvPr id="772659271" name="PlaceHolder 5"/>
          <p:cNvSpPr>
            <a:spLocks noGrp="1"/>
          </p:cNvSpPr>
          <p:nvPr>
            <p:ph type="body" hasCustomPrompt="1"/>
          </p:nvPr>
        </p:nvSpPr>
        <p:spPr bwMode="auto">
          <a:xfrm>
            <a:off x="6242039" y="1591200"/>
            <a:ext cx="5357520" cy="2686680"/>
          </a:xfrm>
          <a:prstGeom prst="rect">
            <a:avLst/>
          </a:prstGeom>
          <a:solidFill>
            <a:srgbClr val="F4F4F7"/>
          </a:solidFill>
          <a:ln w="0">
            <a:noFill/>
          </a:ln>
        </p:spPr>
        <p:txBody>
          <a:bodyPr lIns="0" tIns="0" rIns="0" bIns="731520" anchor="ctr">
            <a:noAutofit/>
          </a:bodyPr>
          <a:lstStyle>
            <a:lvl1pPr indent="0" algn="ctr" defTabSz="914400">
              <a:lnSpc>
                <a:spcPct val="100000"/>
              </a:lnSpc>
              <a:buNone/>
              <a:tabLst>
                <a:tab pos="0" algn="l"/>
              </a:tabLst>
              <a:defRPr lang="en-US" sz="1050" b="1" u="none" strike="noStrike">
                <a:solidFill>
                  <a:srgbClr val="000000"/>
                </a:solidFill>
                <a:latin typeface="Segoe UI"/>
              </a:defRPr>
            </a:lvl1pPr>
            <a:lvl2pPr indent="0" algn="ctr" defTabSz="914400">
              <a:lnSpc>
                <a:spcPct val="100000"/>
              </a:lnSpc>
              <a:buNone/>
              <a:tabLst>
                <a:tab pos="0" algn="l"/>
              </a:tabLst>
              <a:defRPr lang="en-US" sz="1050" b="1" u="none" strike="noStrike">
                <a:solidFill>
                  <a:srgbClr val="000000"/>
                </a:solidFill>
                <a:latin typeface="Segoe UI"/>
              </a:defRPr>
            </a:lvl2pPr>
            <a:lvl3pPr indent="0" algn="ctr" defTabSz="914400">
              <a:lnSpc>
                <a:spcPct val="100000"/>
              </a:lnSpc>
              <a:buNone/>
              <a:tabLst>
                <a:tab pos="0" algn="l"/>
              </a:tabLst>
              <a:defRPr lang="en-US" sz="1050" b="1" u="none" strike="noStrike">
                <a:solidFill>
                  <a:srgbClr val="000000"/>
                </a:solidFill>
                <a:latin typeface="Segoe UI"/>
              </a:defRPr>
            </a:lvl3pPr>
            <a:lvl4pPr indent="0" algn="ctr" defTabSz="914400">
              <a:lnSpc>
                <a:spcPct val="100000"/>
              </a:lnSpc>
              <a:buNone/>
              <a:tabLst>
                <a:tab pos="0" algn="l"/>
              </a:tabLst>
              <a:defRPr lang="en-US" sz="1050" b="1" u="none" strike="noStrike">
                <a:solidFill>
                  <a:srgbClr val="000000"/>
                </a:solidFill>
                <a:latin typeface="Segoe UI"/>
              </a:defRPr>
            </a:lvl4pPr>
            <a:lvl5pPr indent="0" algn="ctr" defTabSz="914400">
              <a:lnSpc>
                <a:spcPct val="100000"/>
              </a:lnSpc>
              <a:buNone/>
              <a:tabLst>
                <a:tab pos="0" algn="l"/>
              </a:tabLst>
              <a:defRPr lang="en-US" sz="1050" b="1" u="none" strike="noStrike">
                <a:solidFill>
                  <a:srgbClr val="000000"/>
                </a:solidFill>
                <a:latin typeface="Segoe UI"/>
              </a:defRPr>
            </a:lvl5pPr>
          </a:lstStyle>
          <a:p>
            <a:pPr indent="0" algn="ctr" defTabSz="914400">
              <a:lnSpc>
                <a:spcPct val="100000"/>
              </a:lnSpc>
              <a:buNone/>
              <a:tabLst>
                <a:tab pos="0" algn="l"/>
              </a:tabLst>
              <a:defRPr/>
            </a:pPr>
            <a:r>
              <a:rPr lang="en-US" sz="1050" b="1" u="none" strike="noStrike">
                <a:solidFill>
                  <a:srgbClr val="000000"/>
                </a:solidFill>
                <a:latin typeface="Segoe UI"/>
              </a:rPr>
              <a:t>Drag &amp; drop your photo</a:t>
            </a:r>
            <a:endParaRPr lang="en-US" sz="1050" b="0" u="none" strike="noStrike">
              <a:solidFill>
                <a:schemeClr val="dk1"/>
              </a:solidFill>
              <a:latin typeface="Segoe UI"/>
            </a:endParaRPr>
          </a:p>
          <a:p>
            <a:pPr indent="0" algn="ctr" defTabSz="914400">
              <a:lnSpc>
                <a:spcPct val="100000"/>
              </a:lnSpc>
              <a:buNone/>
              <a:tabLst>
                <a:tab pos="0" algn="l"/>
              </a:tabLst>
              <a:defRPr/>
            </a:pPr>
            <a:r>
              <a:rPr lang="en-US" sz="1050" b="1" u="none" strike="noStrike">
                <a:solidFill>
                  <a:srgbClr val="000000"/>
                </a:solidFill>
                <a:latin typeface="Segoe UI"/>
              </a:rPr>
              <a:t>here or click or tap </a:t>
            </a:r>
            <a:endParaRPr lang="en-US" sz="1050" b="0" u="none" strike="noStrike">
              <a:solidFill>
                <a:schemeClr val="dk1"/>
              </a:solidFill>
              <a:latin typeface="Segoe UI"/>
            </a:endParaRPr>
          </a:p>
          <a:p>
            <a:pPr indent="0" algn="ctr" defTabSz="914400">
              <a:lnSpc>
                <a:spcPct val="100000"/>
              </a:lnSpc>
              <a:buNone/>
              <a:tabLst>
                <a:tab pos="0" algn="l"/>
              </a:tabLst>
              <a:defRPr/>
            </a:pPr>
            <a:r>
              <a:rPr lang="en-US" sz="1050" b="1" u="none" strike="noStrike">
                <a:solidFill>
                  <a:srgbClr val="000000"/>
                </a:solidFill>
                <a:latin typeface="Segoe UI"/>
              </a:rPr>
              <a:t>icon below to insert</a:t>
            </a:r>
            <a:endParaRPr lang="en-US" sz="1050" b="0" u="none" strike="noStrike">
              <a:solidFill>
                <a:schemeClr val="dk1"/>
              </a:solidFill>
              <a:latin typeface="Segoe UI"/>
            </a:endParaRPr>
          </a:p>
          <a:p>
            <a:pPr indent="0" algn="ctr" defTabSz="914400">
              <a:lnSpc>
                <a:spcPct val="100000"/>
              </a:lnSpc>
              <a:buNone/>
              <a:tabLst>
                <a:tab pos="0" algn="l"/>
              </a:tabLst>
              <a:defRPr/>
            </a:pPr>
            <a:endParaRPr lang="en-US" sz="1050" b="0" u="none" strike="noStrike">
              <a:solidFill>
                <a:schemeClr val="dk1"/>
              </a:solidFill>
              <a:latin typeface="Segoe UI"/>
            </a:endParaRPr>
          </a:p>
          <a:p>
            <a:pPr indent="0" algn="ctr" defTabSz="914400">
              <a:lnSpc>
                <a:spcPct val="100000"/>
              </a:lnSpc>
              <a:buNone/>
              <a:tabLst>
                <a:tab pos="0" algn="l"/>
              </a:tabLst>
              <a:defRPr/>
            </a:pPr>
            <a:endParaRPr lang="en-US" sz="1050" b="0" u="none" strike="noStrike">
              <a:solidFill>
                <a:schemeClr val="dk1"/>
              </a:solidFill>
              <a:latin typeface="Segoe UI"/>
            </a:endParaRPr>
          </a:p>
        </p:txBody>
      </p:sp>
      <p:sp>
        <p:nvSpPr>
          <p:cNvPr id="1264736313" name="PlaceHolder 6"/>
          <p:cNvSpPr>
            <a:spLocks noGrp="1"/>
          </p:cNvSpPr>
          <p:nvPr>
            <p:ph type="body"/>
          </p:nvPr>
        </p:nvSpPr>
        <p:spPr bwMode="auto">
          <a:xfrm>
            <a:off x="6243480" y="4575240"/>
            <a:ext cx="5356080" cy="184320"/>
          </a:xfrm>
          <a:prstGeom prst="rect">
            <a:avLst/>
          </a:prstGeom>
          <a:noFill/>
          <a:ln w="0">
            <a:noFill/>
          </a:ln>
        </p:spPr>
        <p:txBody>
          <a:bodyPr lIns="0" tIns="0" rIns="0" bIns="0" anchor="t">
            <a:noAutofit/>
          </a:bodyPr>
          <a:lstStyle>
            <a:lvl1pPr indent="0" algn="l" defTabSz="932760">
              <a:lnSpc>
                <a:spcPct val="100000"/>
              </a:lnSpc>
              <a:buNone/>
              <a:tabLst>
                <a:tab pos="0" algn="l"/>
              </a:tabLst>
              <a:defRPr lang="en-US" sz="1200" b="0" u="none" strike="noStrike">
                <a:solidFill>
                  <a:schemeClr val="dk1"/>
                </a:solidFill>
                <a:latin typeface="Segoe UI Semibold"/>
              </a:defRPr>
            </a:lvl1pPr>
          </a:lstStyle>
          <a:p>
            <a:pPr indent="0" algn="l" defTabSz="932760">
              <a:lnSpc>
                <a:spcPct val="100000"/>
              </a:lnSpc>
              <a:buNone/>
              <a:tabLst>
                <a:tab pos="0" algn="l"/>
              </a:tabLst>
              <a:defRPr/>
            </a:pPr>
            <a:r>
              <a:rPr lang="en-US" sz="1200" b="0" u="none" strike="noStrike">
                <a:solidFill>
                  <a:schemeClr val="dk1"/>
                </a:solidFill>
                <a:latin typeface="Segoe UI Semibold"/>
              </a:rPr>
              <a:t>Click to edit Master text styles</a:t>
            </a:r>
            <a:endParaRPr lang="en-US" sz="1200" b="0" u="none" strike="noStrike">
              <a:solidFill>
                <a:schemeClr val="dk1"/>
              </a:solidFill>
              <a:latin typeface="Segoe UI"/>
            </a:endParaRPr>
          </a:p>
        </p:txBody>
      </p:sp>
      <p:sp>
        <p:nvSpPr>
          <p:cNvPr id="1255689098" name="PlaceHolder 7"/>
          <p:cNvSpPr>
            <a:spLocks noGrp="1"/>
          </p:cNvSpPr>
          <p:nvPr>
            <p:ph type="body"/>
          </p:nvPr>
        </p:nvSpPr>
        <p:spPr bwMode="auto">
          <a:xfrm>
            <a:off x="6252480" y="4976280"/>
            <a:ext cx="5357160" cy="153000"/>
          </a:xfrm>
          <a:prstGeom prst="rect">
            <a:avLst/>
          </a:prstGeom>
          <a:noFill/>
          <a:ln w="0">
            <a:noFill/>
          </a:ln>
        </p:spPr>
        <p:txBody>
          <a:bodyPr lIns="0" tIns="0" rIns="0" bIns="0" anchor="t">
            <a:spAutoFit/>
          </a:bodyPr>
          <a:lstStyle>
            <a:lvl1pPr indent="0" algn="l" defTabSz="932760">
              <a:lnSpc>
                <a:spcPct val="100000"/>
              </a:lnSpc>
              <a:spcBef>
                <a:spcPts val="201"/>
              </a:spcBef>
              <a:buNone/>
              <a:tabLst>
                <a:tab pos="0" algn="l"/>
              </a:tabLst>
              <a:defRPr lang="en-US" sz="1000" b="0" u="none" strike="noStrike">
                <a:solidFill>
                  <a:schemeClr val="dk1"/>
                </a:solidFill>
                <a:latin typeface="Segoe UI"/>
              </a:defRPr>
            </a:lvl1pPr>
          </a:lstStyle>
          <a:p>
            <a:pPr indent="0" algn="l" defTabSz="932760">
              <a:lnSpc>
                <a:spcPct val="100000"/>
              </a:lnSpc>
              <a:spcBef>
                <a:spcPts val="201"/>
              </a:spcBef>
              <a:buNone/>
              <a:tabLst>
                <a:tab pos="0" algn="l"/>
              </a:tabLst>
              <a:defRPr/>
            </a:pPr>
            <a:r>
              <a:rPr lang="en-US" sz="1000" b="0" u="none" strike="noStrike">
                <a:solidFill>
                  <a:schemeClr val="dk1"/>
                </a:solidFill>
                <a:latin typeface="Segoe UI"/>
              </a:rPr>
              <a:t>Click to edit Master text styles</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type="blank" preserve="1" userDrawn="1">
  <p:cSld name="1_Three photos_with Captions">
    <p:bg>
      <p:bgPr>
        <a:solidFill>
          <a:srgbClr val="FFFFFF"/>
        </a:solidFill>
        <a:effectLst/>
      </p:bgPr>
    </p:bg>
    <p:spTree>
      <p:nvGrpSpPr>
        <p:cNvPr id="1" name=""/>
        <p:cNvGrpSpPr/>
        <p:nvPr/>
      </p:nvGrpSpPr>
      <p:grpSpPr bwMode="auto">
        <a:xfrm>
          <a:off x="0" y="0"/>
          <a:ext cx="0" cy="0"/>
          <a:chOff x="0" y="0"/>
          <a:chExt cx="0" cy="0"/>
        </a:xfrm>
      </p:grpSpPr>
      <p:pic>
        <p:nvPicPr>
          <p:cNvPr id="1283495296" name="Picture 34"/>
          <p:cNvPicPr/>
          <p:nvPr userDrawn="1"/>
        </p:nvPicPr>
        <p:blipFill rotWithShape="1">
          <a:blip r:embed="rId2">
            <a:alphaModFix amt="40000"/>
          </a:blip>
          <a:stretch/>
        </p:blipFill>
        <p:spPr bwMode="auto">
          <a:xfrm>
            <a:off x="0" y="720"/>
            <a:ext cx="12191760" cy="6855840"/>
          </a:xfrm>
          <a:prstGeom prst="rect">
            <a:avLst/>
          </a:prstGeom>
          <a:noFill/>
          <a:ln w="0">
            <a:noFill/>
          </a:ln>
        </p:spPr>
      </p:pic>
      <p:pic>
        <p:nvPicPr>
          <p:cNvPr id="151150321" name="Graphic 5"/>
          <p:cNvPicPr/>
          <p:nvPr/>
        </p:nvPicPr>
        <p:blipFill rotWithShape="1">
          <a:blip r:embed="rId3"/>
          <a:stretch/>
        </p:blipFill>
        <p:spPr bwMode="auto">
          <a:xfrm rot="5400000">
            <a:off x="9510120" y="2743200"/>
            <a:ext cx="6857640" cy="1371240"/>
          </a:xfrm>
          <a:prstGeom prst="rect">
            <a:avLst/>
          </a:prstGeom>
          <a:noFill/>
          <a:ln w="0">
            <a:noFill/>
          </a:ln>
        </p:spPr>
      </p:pic>
      <p:sp>
        <p:nvSpPr>
          <p:cNvPr id="1302567601" name="TextBox 2"/>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1485707101"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129818367"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238770487" name="Straight Connector 33"/>
          <p:cNvCxnSpPr/>
          <p:nvPr/>
        </p:nvCxnSpPr>
        <p:spPr bwMode="auto">
          <a:xfrm>
            <a:off x="-89640" y="5670360"/>
            <a:ext cx="360" cy="1178280"/>
          </a:xfrm>
          <a:prstGeom prst="straightConnector1">
            <a:avLst/>
          </a:prstGeom>
          <a:ln w="9525" cap="sq">
            <a:solidFill>
              <a:srgbClr val="FF0000"/>
            </a:solidFill>
            <a:miter/>
          </a:ln>
        </p:spPr>
      </p:cxnSp>
      <p:sp>
        <p:nvSpPr>
          <p:cNvPr id="1223915449" name="PlaceHolder 1"/>
          <p:cNvSpPr>
            <a:spLocks noGrp="1"/>
          </p:cNvSpPr>
          <p:nvPr>
            <p:ph type="title"/>
          </p:nvPr>
        </p:nvSpPr>
        <p:spPr bwMode="auto">
          <a:xfrm>
            <a:off x="588240" y="585360"/>
            <a:ext cx="8192520" cy="307439"/>
          </a:xfrm>
          <a:prstGeom prst="rect">
            <a:avLst/>
          </a:prstGeom>
          <a:noFill/>
          <a:ln w="0">
            <a:noFill/>
          </a:ln>
        </p:spPr>
        <p:txBody>
          <a:bodyPr lIns="0" tIns="0" rIns="0" bIns="0" anchor="t">
            <a:noAutofit/>
          </a:bodyPr>
          <a:lstStyle>
            <a:lvl1pPr indent="0" algn="l" defTabSz="932760">
              <a:lnSpc>
                <a:spcPct val="100000"/>
              </a:lnSpc>
              <a:buNone/>
              <a:defRPr lang="en-US" sz="2000" b="0" u="none" strike="noStrike">
                <a:solidFill>
                  <a:schemeClr val="dk1"/>
                </a:solidFill>
                <a:latin typeface="Segoe UI Semibold"/>
              </a:defRPr>
            </a:lvl1pPr>
          </a:lstStyle>
          <a:p>
            <a:pPr indent="0" algn="l" defTabSz="932760">
              <a:lnSpc>
                <a:spcPct val="100000"/>
              </a:lnSpc>
              <a:buNone/>
              <a:defRPr/>
            </a:pPr>
            <a:r>
              <a:rPr lang="en-US" sz="2000" b="0" u="none" strike="noStrike">
                <a:solidFill>
                  <a:schemeClr val="dk1"/>
                </a:solidFill>
                <a:latin typeface="Segoe UI Semibold"/>
              </a:rPr>
              <a:t>Click to edit Master title style</a:t>
            </a:r>
          </a:p>
        </p:txBody>
      </p:sp>
      <p:sp>
        <p:nvSpPr>
          <p:cNvPr id="835320674" name="PlaceHolder 2"/>
          <p:cNvSpPr>
            <a:spLocks noGrp="1"/>
          </p:cNvSpPr>
          <p:nvPr>
            <p:ph type="body" hasCustomPrompt="1"/>
          </p:nvPr>
        </p:nvSpPr>
        <p:spPr bwMode="auto">
          <a:xfrm>
            <a:off x="584280" y="1591200"/>
            <a:ext cx="3481200" cy="2686680"/>
          </a:xfrm>
          <a:prstGeom prst="rect">
            <a:avLst/>
          </a:prstGeom>
          <a:solidFill>
            <a:srgbClr val="F4F4F7"/>
          </a:solidFill>
          <a:ln w="0">
            <a:noFill/>
          </a:ln>
        </p:spPr>
        <p:txBody>
          <a:bodyPr lIns="0" tIns="0" rIns="0" bIns="731520" anchor="ctr">
            <a:noAutofit/>
          </a:bodyPr>
          <a:lstStyle>
            <a:lvl1pPr indent="0" algn="ctr" defTabSz="914400">
              <a:lnSpc>
                <a:spcPct val="100000"/>
              </a:lnSpc>
              <a:buNone/>
              <a:tabLst>
                <a:tab pos="0" algn="l"/>
              </a:tabLst>
              <a:defRPr lang="en-US" sz="1050" b="1" u="none" strike="noStrike">
                <a:solidFill>
                  <a:srgbClr val="000000"/>
                </a:solidFill>
                <a:latin typeface="Segoe UI"/>
              </a:defRPr>
            </a:lvl1pPr>
            <a:lvl2pPr indent="0" algn="ctr" defTabSz="914400">
              <a:lnSpc>
                <a:spcPct val="100000"/>
              </a:lnSpc>
              <a:buNone/>
              <a:tabLst>
                <a:tab pos="0" algn="l"/>
              </a:tabLst>
              <a:defRPr lang="en-US" sz="1050" b="1" u="none" strike="noStrike">
                <a:solidFill>
                  <a:srgbClr val="000000"/>
                </a:solidFill>
                <a:latin typeface="Segoe UI"/>
              </a:defRPr>
            </a:lvl2pPr>
            <a:lvl3pPr indent="0" algn="ctr" defTabSz="914400">
              <a:lnSpc>
                <a:spcPct val="100000"/>
              </a:lnSpc>
              <a:buNone/>
              <a:tabLst>
                <a:tab pos="0" algn="l"/>
              </a:tabLst>
              <a:defRPr lang="en-US" sz="1050" b="1" u="none" strike="noStrike">
                <a:solidFill>
                  <a:srgbClr val="000000"/>
                </a:solidFill>
                <a:latin typeface="Segoe UI"/>
              </a:defRPr>
            </a:lvl3pPr>
            <a:lvl4pPr indent="0" algn="ctr" defTabSz="914400">
              <a:lnSpc>
                <a:spcPct val="100000"/>
              </a:lnSpc>
              <a:buNone/>
              <a:tabLst>
                <a:tab pos="0" algn="l"/>
              </a:tabLst>
              <a:defRPr lang="en-US" sz="1050" b="1" u="none" strike="noStrike">
                <a:solidFill>
                  <a:srgbClr val="000000"/>
                </a:solidFill>
                <a:latin typeface="Segoe UI"/>
              </a:defRPr>
            </a:lvl4pPr>
            <a:lvl5pPr indent="0" algn="ctr" defTabSz="914400">
              <a:lnSpc>
                <a:spcPct val="100000"/>
              </a:lnSpc>
              <a:buNone/>
              <a:tabLst>
                <a:tab pos="0" algn="l"/>
              </a:tabLst>
              <a:defRPr lang="en-US" sz="1050" b="1" u="none" strike="noStrike">
                <a:solidFill>
                  <a:srgbClr val="000000"/>
                </a:solidFill>
                <a:latin typeface="Segoe UI"/>
              </a:defRPr>
            </a:lvl5pPr>
          </a:lstStyle>
          <a:p>
            <a:pPr indent="0" algn="ctr" defTabSz="914400">
              <a:lnSpc>
                <a:spcPct val="100000"/>
              </a:lnSpc>
              <a:buNone/>
              <a:tabLst>
                <a:tab pos="0" algn="l"/>
              </a:tabLst>
              <a:defRPr/>
            </a:pPr>
            <a:r>
              <a:rPr lang="en-US" sz="1050" b="1" u="none" strike="noStrike">
                <a:solidFill>
                  <a:srgbClr val="000000"/>
                </a:solidFill>
                <a:latin typeface="Segoe UI"/>
              </a:rPr>
              <a:t>Drag &amp; drop your photo</a:t>
            </a:r>
            <a:endParaRPr lang="en-US" sz="1050" b="0" u="none" strike="noStrike">
              <a:solidFill>
                <a:schemeClr val="dk1"/>
              </a:solidFill>
              <a:latin typeface="Segoe UI"/>
            </a:endParaRPr>
          </a:p>
          <a:p>
            <a:pPr indent="0" algn="ctr" defTabSz="914400">
              <a:lnSpc>
                <a:spcPct val="100000"/>
              </a:lnSpc>
              <a:buNone/>
              <a:tabLst>
                <a:tab pos="0" algn="l"/>
              </a:tabLst>
              <a:defRPr/>
            </a:pPr>
            <a:r>
              <a:rPr lang="en-US" sz="1050" b="1" u="none" strike="noStrike">
                <a:solidFill>
                  <a:srgbClr val="000000"/>
                </a:solidFill>
                <a:latin typeface="Segoe UI"/>
              </a:rPr>
              <a:t>here or click or tap </a:t>
            </a:r>
            <a:endParaRPr lang="en-US" sz="1050" b="0" u="none" strike="noStrike">
              <a:solidFill>
                <a:schemeClr val="dk1"/>
              </a:solidFill>
              <a:latin typeface="Segoe UI"/>
            </a:endParaRPr>
          </a:p>
          <a:p>
            <a:pPr indent="0" algn="ctr" defTabSz="914400">
              <a:lnSpc>
                <a:spcPct val="100000"/>
              </a:lnSpc>
              <a:buNone/>
              <a:tabLst>
                <a:tab pos="0" algn="l"/>
              </a:tabLst>
              <a:defRPr/>
            </a:pPr>
            <a:r>
              <a:rPr lang="en-US" sz="1050" b="1" u="none" strike="noStrike">
                <a:solidFill>
                  <a:srgbClr val="000000"/>
                </a:solidFill>
                <a:latin typeface="Segoe UI"/>
              </a:rPr>
              <a:t>icon below to insert</a:t>
            </a:r>
            <a:endParaRPr lang="en-US" sz="1050" b="0" u="none" strike="noStrike">
              <a:solidFill>
                <a:schemeClr val="dk1"/>
              </a:solidFill>
              <a:latin typeface="Segoe UI"/>
            </a:endParaRPr>
          </a:p>
          <a:p>
            <a:pPr indent="0" algn="ctr" defTabSz="914400">
              <a:lnSpc>
                <a:spcPct val="100000"/>
              </a:lnSpc>
              <a:buNone/>
              <a:tabLst>
                <a:tab pos="0" algn="l"/>
              </a:tabLst>
              <a:defRPr/>
            </a:pPr>
            <a:endParaRPr lang="en-US" sz="1050" b="0" u="none" strike="noStrike">
              <a:solidFill>
                <a:schemeClr val="dk1"/>
              </a:solidFill>
              <a:latin typeface="Segoe UI"/>
            </a:endParaRPr>
          </a:p>
          <a:p>
            <a:pPr indent="0" algn="ctr" defTabSz="914400">
              <a:lnSpc>
                <a:spcPct val="100000"/>
              </a:lnSpc>
              <a:buNone/>
              <a:tabLst>
                <a:tab pos="0" algn="l"/>
              </a:tabLst>
              <a:defRPr/>
            </a:pPr>
            <a:endParaRPr lang="en-US" sz="1050" b="0" u="none" strike="noStrike">
              <a:solidFill>
                <a:schemeClr val="dk1"/>
              </a:solidFill>
              <a:latin typeface="Segoe UI"/>
            </a:endParaRPr>
          </a:p>
        </p:txBody>
      </p:sp>
      <p:sp>
        <p:nvSpPr>
          <p:cNvPr id="1320668505" name="PlaceHolder 3"/>
          <p:cNvSpPr>
            <a:spLocks noGrp="1"/>
          </p:cNvSpPr>
          <p:nvPr>
            <p:ph type="body"/>
          </p:nvPr>
        </p:nvSpPr>
        <p:spPr bwMode="auto">
          <a:xfrm>
            <a:off x="584280" y="4575240"/>
            <a:ext cx="3478680" cy="184320"/>
          </a:xfrm>
          <a:prstGeom prst="rect">
            <a:avLst/>
          </a:prstGeom>
          <a:noFill/>
          <a:ln w="0">
            <a:noFill/>
          </a:ln>
        </p:spPr>
        <p:txBody>
          <a:bodyPr lIns="0" tIns="0" rIns="0" bIns="0" anchor="t">
            <a:noAutofit/>
          </a:bodyPr>
          <a:lstStyle>
            <a:lvl1pPr indent="0" algn="l" defTabSz="932760">
              <a:lnSpc>
                <a:spcPct val="100000"/>
              </a:lnSpc>
              <a:buNone/>
              <a:tabLst>
                <a:tab pos="0" algn="l"/>
              </a:tabLst>
              <a:defRPr lang="en-US" sz="1200" b="0" u="none" strike="noStrike">
                <a:solidFill>
                  <a:schemeClr val="dk1"/>
                </a:solidFill>
                <a:latin typeface="Segoe UI Semibold"/>
              </a:defRPr>
            </a:lvl1pPr>
          </a:lstStyle>
          <a:p>
            <a:pPr indent="0" algn="l" defTabSz="932760">
              <a:lnSpc>
                <a:spcPct val="100000"/>
              </a:lnSpc>
              <a:buNone/>
              <a:tabLst>
                <a:tab pos="0" algn="l"/>
              </a:tabLst>
              <a:defRPr/>
            </a:pPr>
            <a:r>
              <a:rPr lang="en-US" sz="1200" b="0" u="none" strike="noStrike">
                <a:solidFill>
                  <a:schemeClr val="dk1"/>
                </a:solidFill>
                <a:latin typeface="Segoe UI Semibold"/>
              </a:rPr>
              <a:t>Click to edit Master text styles</a:t>
            </a:r>
            <a:endParaRPr lang="en-US" sz="1200" b="0" u="none" strike="noStrike">
              <a:solidFill>
                <a:schemeClr val="dk1"/>
              </a:solidFill>
              <a:latin typeface="Segoe UI"/>
            </a:endParaRPr>
          </a:p>
        </p:txBody>
      </p:sp>
      <p:sp>
        <p:nvSpPr>
          <p:cNvPr id="726954757" name="PlaceHolder 4"/>
          <p:cNvSpPr>
            <a:spLocks noGrp="1"/>
          </p:cNvSpPr>
          <p:nvPr>
            <p:ph type="body"/>
          </p:nvPr>
        </p:nvSpPr>
        <p:spPr bwMode="auto">
          <a:xfrm>
            <a:off x="586440" y="4976280"/>
            <a:ext cx="3477240" cy="153000"/>
          </a:xfrm>
          <a:prstGeom prst="rect">
            <a:avLst/>
          </a:prstGeom>
          <a:noFill/>
          <a:ln w="0">
            <a:noFill/>
          </a:ln>
        </p:spPr>
        <p:txBody>
          <a:bodyPr lIns="0" tIns="0" rIns="0" bIns="0" anchor="t">
            <a:spAutoFit/>
          </a:bodyPr>
          <a:lstStyle>
            <a:lvl1pPr indent="0" algn="l" defTabSz="932760">
              <a:lnSpc>
                <a:spcPct val="100000"/>
              </a:lnSpc>
              <a:spcBef>
                <a:spcPts val="201"/>
              </a:spcBef>
              <a:buNone/>
              <a:tabLst>
                <a:tab pos="0" algn="l"/>
              </a:tabLst>
              <a:defRPr lang="en-US" sz="1000" b="0" u="none" strike="noStrike">
                <a:solidFill>
                  <a:schemeClr val="dk1"/>
                </a:solidFill>
                <a:latin typeface="Segoe UI"/>
              </a:defRPr>
            </a:lvl1pPr>
          </a:lstStyle>
          <a:p>
            <a:pPr indent="0" algn="l" defTabSz="932760">
              <a:lnSpc>
                <a:spcPct val="100000"/>
              </a:lnSpc>
              <a:spcBef>
                <a:spcPts val="201"/>
              </a:spcBef>
              <a:buNone/>
              <a:tabLst>
                <a:tab pos="0" algn="l"/>
              </a:tabLst>
              <a:defRPr/>
            </a:pPr>
            <a:r>
              <a:rPr lang="en-US" sz="1000" b="0" u="none" strike="noStrike">
                <a:solidFill>
                  <a:schemeClr val="dk1"/>
                </a:solidFill>
                <a:latin typeface="Segoe UI"/>
              </a:rPr>
              <a:t>Click to edit Master text styles</a:t>
            </a:r>
          </a:p>
        </p:txBody>
      </p:sp>
      <p:sp>
        <p:nvSpPr>
          <p:cNvPr id="60461859" name="PlaceHolder 5"/>
          <p:cNvSpPr>
            <a:spLocks noGrp="1"/>
          </p:cNvSpPr>
          <p:nvPr>
            <p:ph type="body" hasCustomPrompt="1"/>
          </p:nvPr>
        </p:nvSpPr>
        <p:spPr bwMode="auto">
          <a:xfrm>
            <a:off x="4353480" y="1591200"/>
            <a:ext cx="3481200" cy="2686680"/>
          </a:xfrm>
          <a:prstGeom prst="rect">
            <a:avLst/>
          </a:prstGeom>
          <a:solidFill>
            <a:srgbClr val="F4F4F7"/>
          </a:solidFill>
          <a:ln w="0">
            <a:noFill/>
          </a:ln>
        </p:spPr>
        <p:txBody>
          <a:bodyPr lIns="0" tIns="0" rIns="0" bIns="731520" anchor="ctr">
            <a:noAutofit/>
          </a:bodyPr>
          <a:lstStyle>
            <a:lvl1pPr indent="0" algn="ctr" defTabSz="914400">
              <a:lnSpc>
                <a:spcPct val="100000"/>
              </a:lnSpc>
              <a:buNone/>
              <a:tabLst>
                <a:tab pos="0" algn="l"/>
              </a:tabLst>
              <a:defRPr lang="en-US" sz="1050" b="1" u="none" strike="noStrike">
                <a:solidFill>
                  <a:srgbClr val="000000"/>
                </a:solidFill>
                <a:latin typeface="Segoe UI"/>
              </a:defRPr>
            </a:lvl1pPr>
            <a:lvl2pPr indent="0" algn="ctr" defTabSz="914400">
              <a:lnSpc>
                <a:spcPct val="100000"/>
              </a:lnSpc>
              <a:buNone/>
              <a:tabLst>
                <a:tab pos="0" algn="l"/>
              </a:tabLst>
              <a:defRPr lang="en-US" sz="1050" b="1" u="none" strike="noStrike">
                <a:solidFill>
                  <a:srgbClr val="000000"/>
                </a:solidFill>
                <a:latin typeface="Segoe UI"/>
              </a:defRPr>
            </a:lvl2pPr>
            <a:lvl3pPr indent="0" algn="ctr" defTabSz="914400">
              <a:lnSpc>
                <a:spcPct val="100000"/>
              </a:lnSpc>
              <a:buNone/>
              <a:tabLst>
                <a:tab pos="0" algn="l"/>
              </a:tabLst>
              <a:defRPr lang="en-US" sz="1050" b="1" u="none" strike="noStrike">
                <a:solidFill>
                  <a:srgbClr val="000000"/>
                </a:solidFill>
                <a:latin typeface="Segoe UI"/>
              </a:defRPr>
            </a:lvl3pPr>
            <a:lvl4pPr indent="0" algn="ctr" defTabSz="914400">
              <a:lnSpc>
                <a:spcPct val="100000"/>
              </a:lnSpc>
              <a:buNone/>
              <a:tabLst>
                <a:tab pos="0" algn="l"/>
              </a:tabLst>
              <a:defRPr lang="en-US" sz="1050" b="1" u="none" strike="noStrike">
                <a:solidFill>
                  <a:srgbClr val="000000"/>
                </a:solidFill>
                <a:latin typeface="Segoe UI"/>
              </a:defRPr>
            </a:lvl4pPr>
            <a:lvl5pPr indent="0" algn="ctr" defTabSz="914400">
              <a:lnSpc>
                <a:spcPct val="100000"/>
              </a:lnSpc>
              <a:buNone/>
              <a:tabLst>
                <a:tab pos="0" algn="l"/>
              </a:tabLst>
              <a:defRPr lang="en-US" sz="1050" b="1" u="none" strike="noStrike">
                <a:solidFill>
                  <a:srgbClr val="000000"/>
                </a:solidFill>
                <a:latin typeface="Segoe UI"/>
              </a:defRPr>
            </a:lvl5pPr>
          </a:lstStyle>
          <a:p>
            <a:pPr indent="0" algn="ctr" defTabSz="914400">
              <a:lnSpc>
                <a:spcPct val="100000"/>
              </a:lnSpc>
              <a:buNone/>
              <a:tabLst>
                <a:tab pos="0" algn="l"/>
              </a:tabLst>
              <a:defRPr/>
            </a:pPr>
            <a:r>
              <a:rPr lang="en-US" sz="1050" b="1" u="none" strike="noStrike">
                <a:solidFill>
                  <a:srgbClr val="000000"/>
                </a:solidFill>
                <a:latin typeface="Segoe UI"/>
              </a:rPr>
              <a:t>Drag &amp; drop your photo</a:t>
            </a:r>
            <a:endParaRPr lang="en-US" sz="1050" b="0" u="none" strike="noStrike">
              <a:solidFill>
                <a:schemeClr val="dk1"/>
              </a:solidFill>
              <a:latin typeface="Segoe UI"/>
            </a:endParaRPr>
          </a:p>
          <a:p>
            <a:pPr indent="0" algn="ctr" defTabSz="914400">
              <a:lnSpc>
                <a:spcPct val="100000"/>
              </a:lnSpc>
              <a:buNone/>
              <a:tabLst>
                <a:tab pos="0" algn="l"/>
              </a:tabLst>
              <a:defRPr/>
            </a:pPr>
            <a:r>
              <a:rPr lang="en-US" sz="1050" b="1" u="none" strike="noStrike">
                <a:solidFill>
                  <a:srgbClr val="000000"/>
                </a:solidFill>
                <a:latin typeface="Segoe UI"/>
              </a:rPr>
              <a:t>here or click or tap </a:t>
            </a:r>
            <a:endParaRPr lang="en-US" sz="1050" b="0" u="none" strike="noStrike">
              <a:solidFill>
                <a:schemeClr val="dk1"/>
              </a:solidFill>
              <a:latin typeface="Segoe UI"/>
            </a:endParaRPr>
          </a:p>
          <a:p>
            <a:pPr indent="0" algn="ctr" defTabSz="914400">
              <a:lnSpc>
                <a:spcPct val="100000"/>
              </a:lnSpc>
              <a:buNone/>
              <a:tabLst>
                <a:tab pos="0" algn="l"/>
              </a:tabLst>
              <a:defRPr/>
            </a:pPr>
            <a:r>
              <a:rPr lang="en-US" sz="1050" b="1" u="none" strike="noStrike">
                <a:solidFill>
                  <a:srgbClr val="000000"/>
                </a:solidFill>
                <a:latin typeface="Segoe UI"/>
              </a:rPr>
              <a:t>icon below to insert</a:t>
            </a:r>
            <a:endParaRPr lang="en-US" sz="1050" b="0" u="none" strike="noStrike">
              <a:solidFill>
                <a:schemeClr val="dk1"/>
              </a:solidFill>
              <a:latin typeface="Segoe UI"/>
            </a:endParaRPr>
          </a:p>
          <a:p>
            <a:pPr indent="0" algn="ctr" defTabSz="914400">
              <a:lnSpc>
                <a:spcPct val="100000"/>
              </a:lnSpc>
              <a:buNone/>
              <a:tabLst>
                <a:tab pos="0" algn="l"/>
              </a:tabLst>
              <a:defRPr/>
            </a:pPr>
            <a:endParaRPr lang="en-US" sz="1050" b="0" u="none" strike="noStrike">
              <a:solidFill>
                <a:schemeClr val="dk1"/>
              </a:solidFill>
              <a:latin typeface="Segoe UI"/>
            </a:endParaRPr>
          </a:p>
          <a:p>
            <a:pPr indent="0" algn="ctr" defTabSz="914400">
              <a:lnSpc>
                <a:spcPct val="100000"/>
              </a:lnSpc>
              <a:buNone/>
              <a:tabLst>
                <a:tab pos="0" algn="l"/>
              </a:tabLst>
              <a:defRPr/>
            </a:pPr>
            <a:endParaRPr lang="en-US" sz="1050" b="0" u="none" strike="noStrike">
              <a:solidFill>
                <a:schemeClr val="dk1"/>
              </a:solidFill>
              <a:latin typeface="Segoe UI"/>
            </a:endParaRPr>
          </a:p>
        </p:txBody>
      </p:sp>
      <p:sp>
        <p:nvSpPr>
          <p:cNvPr id="1047688339" name="PlaceHolder 6"/>
          <p:cNvSpPr>
            <a:spLocks noGrp="1"/>
          </p:cNvSpPr>
          <p:nvPr>
            <p:ph type="body"/>
          </p:nvPr>
        </p:nvSpPr>
        <p:spPr bwMode="auto">
          <a:xfrm>
            <a:off x="4374720" y="4575240"/>
            <a:ext cx="3476519" cy="184320"/>
          </a:xfrm>
          <a:prstGeom prst="rect">
            <a:avLst/>
          </a:prstGeom>
          <a:noFill/>
          <a:ln w="0">
            <a:noFill/>
          </a:ln>
        </p:spPr>
        <p:txBody>
          <a:bodyPr lIns="0" tIns="0" rIns="0" bIns="0" anchor="t">
            <a:noAutofit/>
          </a:bodyPr>
          <a:lstStyle>
            <a:lvl1pPr indent="0" algn="l" defTabSz="932760">
              <a:lnSpc>
                <a:spcPct val="100000"/>
              </a:lnSpc>
              <a:buNone/>
              <a:tabLst>
                <a:tab pos="0" algn="l"/>
              </a:tabLst>
              <a:defRPr lang="en-US" sz="1200" b="0" u="none" strike="noStrike">
                <a:solidFill>
                  <a:schemeClr val="dk1"/>
                </a:solidFill>
                <a:latin typeface="Segoe UI Semibold"/>
              </a:defRPr>
            </a:lvl1pPr>
          </a:lstStyle>
          <a:p>
            <a:pPr indent="0" algn="l" defTabSz="932760">
              <a:lnSpc>
                <a:spcPct val="100000"/>
              </a:lnSpc>
              <a:buNone/>
              <a:tabLst>
                <a:tab pos="0" algn="l"/>
              </a:tabLst>
              <a:defRPr/>
            </a:pPr>
            <a:r>
              <a:rPr lang="en-US" sz="1200" b="0" u="none" strike="noStrike">
                <a:solidFill>
                  <a:schemeClr val="dk1"/>
                </a:solidFill>
                <a:latin typeface="Segoe UI Semibold"/>
              </a:rPr>
              <a:t>Click to edit Master text styles</a:t>
            </a:r>
            <a:endParaRPr lang="en-US" sz="1200" b="0" u="none" strike="noStrike">
              <a:solidFill>
                <a:schemeClr val="dk1"/>
              </a:solidFill>
              <a:latin typeface="Segoe UI"/>
            </a:endParaRPr>
          </a:p>
        </p:txBody>
      </p:sp>
      <p:sp>
        <p:nvSpPr>
          <p:cNvPr id="708349121" name="PlaceHolder 7"/>
          <p:cNvSpPr>
            <a:spLocks noGrp="1"/>
          </p:cNvSpPr>
          <p:nvPr>
            <p:ph type="body"/>
          </p:nvPr>
        </p:nvSpPr>
        <p:spPr bwMode="auto">
          <a:xfrm>
            <a:off x="4383720" y="4976280"/>
            <a:ext cx="3477240" cy="153000"/>
          </a:xfrm>
          <a:prstGeom prst="rect">
            <a:avLst/>
          </a:prstGeom>
          <a:noFill/>
          <a:ln w="0">
            <a:noFill/>
          </a:ln>
        </p:spPr>
        <p:txBody>
          <a:bodyPr lIns="0" tIns="0" rIns="0" bIns="0" anchor="t">
            <a:spAutoFit/>
          </a:bodyPr>
          <a:lstStyle>
            <a:lvl1pPr indent="0" algn="l" defTabSz="932760">
              <a:lnSpc>
                <a:spcPct val="100000"/>
              </a:lnSpc>
              <a:spcBef>
                <a:spcPts val="201"/>
              </a:spcBef>
              <a:buNone/>
              <a:tabLst>
                <a:tab pos="0" algn="l"/>
              </a:tabLst>
              <a:defRPr lang="en-US" sz="1000" b="0" u="none" strike="noStrike">
                <a:solidFill>
                  <a:schemeClr val="dk1"/>
                </a:solidFill>
                <a:latin typeface="Segoe UI"/>
              </a:defRPr>
            </a:lvl1pPr>
          </a:lstStyle>
          <a:p>
            <a:pPr indent="0" algn="l" defTabSz="932760">
              <a:lnSpc>
                <a:spcPct val="100000"/>
              </a:lnSpc>
              <a:spcBef>
                <a:spcPts val="201"/>
              </a:spcBef>
              <a:buNone/>
              <a:tabLst>
                <a:tab pos="0" algn="l"/>
              </a:tabLst>
              <a:defRPr/>
            </a:pPr>
            <a:r>
              <a:rPr lang="en-US" sz="1000" b="0" u="none" strike="noStrike">
                <a:solidFill>
                  <a:schemeClr val="dk1"/>
                </a:solidFill>
                <a:latin typeface="Segoe UI"/>
              </a:rPr>
              <a:t>Click to edit Master text styles</a:t>
            </a:r>
          </a:p>
        </p:txBody>
      </p:sp>
      <p:sp>
        <p:nvSpPr>
          <p:cNvPr id="1088202243" name="PlaceHolder 8"/>
          <p:cNvSpPr>
            <a:spLocks noGrp="1"/>
          </p:cNvSpPr>
          <p:nvPr>
            <p:ph type="body" hasCustomPrompt="1"/>
          </p:nvPr>
        </p:nvSpPr>
        <p:spPr bwMode="auto">
          <a:xfrm>
            <a:off x="8128080" y="1591200"/>
            <a:ext cx="3485880" cy="2683800"/>
          </a:xfrm>
          <a:prstGeom prst="rect">
            <a:avLst/>
          </a:prstGeom>
          <a:solidFill>
            <a:srgbClr val="F4F4F7"/>
          </a:solidFill>
          <a:ln w="0">
            <a:noFill/>
          </a:ln>
        </p:spPr>
        <p:txBody>
          <a:bodyPr lIns="0" tIns="0" rIns="0" bIns="731520" anchor="ctr">
            <a:noAutofit/>
          </a:bodyPr>
          <a:lstStyle>
            <a:lvl1pPr indent="0" algn="ctr" defTabSz="914400">
              <a:lnSpc>
                <a:spcPct val="100000"/>
              </a:lnSpc>
              <a:buNone/>
              <a:tabLst>
                <a:tab pos="0" algn="l"/>
              </a:tabLst>
              <a:defRPr lang="en-US" sz="1050" b="1" u="none" strike="noStrike">
                <a:solidFill>
                  <a:srgbClr val="000000"/>
                </a:solidFill>
                <a:latin typeface="Segoe UI"/>
              </a:defRPr>
            </a:lvl1pPr>
            <a:lvl2pPr indent="0" algn="ctr" defTabSz="914400">
              <a:lnSpc>
                <a:spcPct val="100000"/>
              </a:lnSpc>
              <a:buNone/>
              <a:tabLst>
                <a:tab pos="0" algn="l"/>
              </a:tabLst>
              <a:defRPr lang="en-US" sz="1050" b="1" u="none" strike="noStrike">
                <a:solidFill>
                  <a:srgbClr val="000000"/>
                </a:solidFill>
                <a:latin typeface="Segoe UI"/>
              </a:defRPr>
            </a:lvl2pPr>
            <a:lvl3pPr indent="0" algn="ctr" defTabSz="914400">
              <a:lnSpc>
                <a:spcPct val="100000"/>
              </a:lnSpc>
              <a:buNone/>
              <a:tabLst>
                <a:tab pos="0" algn="l"/>
              </a:tabLst>
              <a:defRPr lang="en-US" sz="1050" b="1" u="none" strike="noStrike">
                <a:solidFill>
                  <a:srgbClr val="000000"/>
                </a:solidFill>
                <a:latin typeface="Segoe UI"/>
              </a:defRPr>
            </a:lvl3pPr>
            <a:lvl4pPr indent="0" algn="ctr" defTabSz="914400">
              <a:lnSpc>
                <a:spcPct val="100000"/>
              </a:lnSpc>
              <a:buNone/>
              <a:tabLst>
                <a:tab pos="0" algn="l"/>
              </a:tabLst>
              <a:defRPr lang="en-US" sz="1050" b="1" u="none" strike="noStrike">
                <a:solidFill>
                  <a:srgbClr val="000000"/>
                </a:solidFill>
                <a:latin typeface="Segoe UI"/>
              </a:defRPr>
            </a:lvl4pPr>
            <a:lvl5pPr indent="0" algn="ctr" defTabSz="914400">
              <a:lnSpc>
                <a:spcPct val="100000"/>
              </a:lnSpc>
              <a:buNone/>
              <a:tabLst>
                <a:tab pos="0" algn="l"/>
              </a:tabLst>
              <a:defRPr lang="en-US" sz="1050" b="1" u="none" strike="noStrike">
                <a:solidFill>
                  <a:srgbClr val="000000"/>
                </a:solidFill>
                <a:latin typeface="Segoe UI"/>
              </a:defRPr>
            </a:lvl5pPr>
          </a:lstStyle>
          <a:p>
            <a:pPr indent="0" algn="ctr" defTabSz="914400">
              <a:lnSpc>
                <a:spcPct val="100000"/>
              </a:lnSpc>
              <a:buNone/>
              <a:tabLst>
                <a:tab pos="0" algn="l"/>
              </a:tabLst>
              <a:defRPr/>
            </a:pPr>
            <a:r>
              <a:rPr lang="en-US" sz="1050" b="1" u="none" strike="noStrike">
                <a:solidFill>
                  <a:srgbClr val="000000"/>
                </a:solidFill>
                <a:latin typeface="Segoe UI"/>
              </a:rPr>
              <a:t>Drag &amp; drop your photo</a:t>
            </a:r>
            <a:endParaRPr lang="en-US" sz="1050" b="0" u="none" strike="noStrike">
              <a:solidFill>
                <a:schemeClr val="dk1"/>
              </a:solidFill>
              <a:latin typeface="Segoe UI"/>
            </a:endParaRPr>
          </a:p>
          <a:p>
            <a:pPr indent="0" algn="ctr" defTabSz="914400">
              <a:lnSpc>
                <a:spcPct val="100000"/>
              </a:lnSpc>
              <a:buNone/>
              <a:tabLst>
                <a:tab pos="0" algn="l"/>
              </a:tabLst>
              <a:defRPr/>
            </a:pPr>
            <a:r>
              <a:rPr lang="en-US" sz="1050" b="1" u="none" strike="noStrike">
                <a:solidFill>
                  <a:srgbClr val="000000"/>
                </a:solidFill>
                <a:latin typeface="Segoe UI"/>
              </a:rPr>
              <a:t>here or click or tap </a:t>
            </a:r>
            <a:endParaRPr lang="en-US" sz="1050" b="0" u="none" strike="noStrike">
              <a:solidFill>
                <a:schemeClr val="dk1"/>
              </a:solidFill>
              <a:latin typeface="Segoe UI"/>
            </a:endParaRPr>
          </a:p>
          <a:p>
            <a:pPr indent="0" algn="ctr" defTabSz="914400">
              <a:lnSpc>
                <a:spcPct val="100000"/>
              </a:lnSpc>
              <a:buNone/>
              <a:tabLst>
                <a:tab pos="0" algn="l"/>
              </a:tabLst>
              <a:defRPr/>
            </a:pPr>
            <a:r>
              <a:rPr lang="en-US" sz="1050" b="1" u="none" strike="noStrike">
                <a:solidFill>
                  <a:srgbClr val="000000"/>
                </a:solidFill>
                <a:latin typeface="Segoe UI"/>
              </a:rPr>
              <a:t>icon below to insert</a:t>
            </a:r>
            <a:endParaRPr lang="en-US" sz="1050" b="0" u="none" strike="noStrike">
              <a:solidFill>
                <a:schemeClr val="dk1"/>
              </a:solidFill>
              <a:latin typeface="Segoe UI"/>
            </a:endParaRPr>
          </a:p>
          <a:p>
            <a:pPr indent="0" algn="ctr" defTabSz="914400">
              <a:lnSpc>
                <a:spcPct val="100000"/>
              </a:lnSpc>
              <a:buNone/>
              <a:tabLst>
                <a:tab pos="0" algn="l"/>
              </a:tabLst>
              <a:defRPr/>
            </a:pPr>
            <a:endParaRPr lang="en-US" sz="1050" b="0" u="none" strike="noStrike">
              <a:solidFill>
                <a:schemeClr val="dk1"/>
              </a:solidFill>
              <a:latin typeface="Segoe UI"/>
            </a:endParaRPr>
          </a:p>
          <a:p>
            <a:pPr indent="0" algn="ctr" defTabSz="914400">
              <a:lnSpc>
                <a:spcPct val="100000"/>
              </a:lnSpc>
              <a:buNone/>
              <a:tabLst>
                <a:tab pos="0" algn="l"/>
              </a:tabLst>
              <a:defRPr/>
            </a:pPr>
            <a:endParaRPr lang="en-US" sz="1050" b="0" u="none" strike="noStrike">
              <a:solidFill>
                <a:schemeClr val="dk1"/>
              </a:solidFill>
              <a:latin typeface="Segoe UI"/>
            </a:endParaRPr>
          </a:p>
        </p:txBody>
      </p:sp>
      <p:sp>
        <p:nvSpPr>
          <p:cNvPr id="1848545461" name="PlaceHolder 9"/>
          <p:cNvSpPr>
            <a:spLocks noGrp="1"/>
          </p:cNvSpPr>
          <p:nvPr>
            <p:ph type="body"/>
          </p:nvPr>
        </p:nvSpPr>
        <p:spPr bwMode="auto">
          <a:xfrm>
            <a:off x="8133480" y="4572000"/>
            <a:ext cx="3485160" cy="187560"/>
          </a:xfrm>
          <a:prstGeom prst="rect">
            <a:avLst/>
          </a:prstGeom>
          <a:noFill/>
          <a:ln w="0">
            <a:noFill/>
          </a:ln>
        </p:spPr>
        <p:txBody>
          <a:bodyPr lIns="0" tIns="0" rIns="0" bIns="0" anchor="t">
            <a:noAutofit/>
          </a:bodyPr>
          <a:lstStyle>
            <a:lvl1pPr indent="0" algn="l" defTabSz="932760">
              <a:lnSpc>
                <a:spcPct val="100000"/>
              </a:lnSpc>
              <a:buNone/>
              <a:tabLst>
                <a:tab pos="0" algn="l"/>
              </a:tabLst>
              <a:defRPr lang="en-US" sz="1200" b="0" u="none" strike="noStrike">
                <a:solidFill>
                  <a:schemeClr val="dk1"/>
                </a:solidFill>
                <a:latin typeface="Segoe UI Semibold"/>
              </a:defRPr>
            </a:lvl1pPr>
          </a:lstStyle>
          <a:p>
            <a:pPr indent="0" algn="l" defTabSz="932760">
              <a:lnSpc>
                <a:spcPct val="100000"/>
              </a:lnSpc>
              <a:buNone/>
              <a:tabLst>
                <a:tab pos="0" algn="l"/>
              </a:tabLst>
              <a:defRPr/>
            </a:pPr>
            <a:r>
              <a:rPr lang="en-US" sz="1200" b="0" u="none" strike="noStrike">
                <a:solidFill>
                  <a:schemeClr val="dk1"/>
                </a:solidFill>
                <a:latin typeface="Segoe UI Semibold"/>
              </a:rPr>
              <a:t>Click to edit Master text styles</a:t>
            </a:r>
            <a:endParaRPr lang="en-US" sz="1200" b="0" u="none" strike="noStrike">
              <a:solidFill>
                <a:schemeClr val="dk1"/>
              </a:solidFill>
              <a:latin typeface="Segoe UI"/>
            </a:endParaRPr>
          </a:p>
        </p:txBody>
      </p:sp>
      <p:sp>
        <p:nvSpPr>
          <p:cNvPr id="914203977" name="PlaceHolder 10"/>
          <p:cNvSpPr>
            <a:spLocks noGrp="1"/>
          </p:cNvSpPr>
          <p:nvPr>
            <p:ph type="body"/>
          </p:nvPr>
        </p:nvSpPr>
        <p:spPr bwMode="auto">
          <a:xfrm>
            <a:off x="8128080" y="4973760"/>
            <a:ext cx="3485880" cy="153000"/>
          </a:xfrm>
          <a:prstGeom prst="rect">
            <a:avLst/>
          </a:prstGeom>
          <a:noFill/>
          <a:ln w="0">
            <a:noFill/>
          </a:ln>
        </p:spPr>
        <p:txBody>
          <a:bodyPr lIns="0" tIns="0" rIns="0" bIns="0" anchor="t">
            <a:spAutoFit/>
          </a:bodyPr>
          <a:lstStyle>
            <a:lvl1pPr indent="0" algn="l" defTabSz="932760">
              <a:lnSpc>
                <a:spcPct val="100000"/>
              </a:lnSpc>
              <a:spcBef>
                <a:spcPts val="201"/>
              </a:spcBef>
              <a:buNone/>
              <a:tabLst>
                <a:tab pos="0" algn="l"/>
              </a:tabLst>
              <a:defRPr lang="en-US" sz="1000" b="0" u="none" strike="noStrike">
                <a:solidFill>
                  <a:schemeClr val="dk1"/>
                </a:solidFill>
                <a:latin typeface="Segoe UI"/>
              </a:defRPr>
            </a:lvl1pPr>
          </a:lstStyle>
          <a:p>
            <a:pPr indent="0" algn="l" defTabSz="932760">
              <a:lnSpc>
                <a:spcPct val="100000"/>
              </a:lnSpc>
              <a:spcBef>
                <a:spcPts val="201"/>
              </a:spcBef>
              <a:buNone/>
              <a:tabLst>
                <a:tab pos="0" algn="l"/>
              </a:tabLst>
              <a:defRPr/>
            </a:pPr>
            <a:r>
              <a:rPr lang="en-US" sz="1000" b="0" u="none" strike="noStrike">
                <a:solidFill>
                  <a:schemeClr val="dk1"/>
                </a:solidFill>
                <a:latin typeface="Segoe UI"/>
              </a:rPr>
              <a:t>Click to edit Master text styles</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type="blank" preserve="1" userDrawn="1">
  <p:cSld name="1_Four photos_with Captions">
    <p:bg>
      <p:bgPr>
        <a:solidFill>
          <a:srgbClr val="FFFFFF"/>
        </a:solidFill>
        <a:effectLst/>
      </p:bgPr>
    </p:bg>
    <p:spTree>
      <p:nvGrpSpPr>
        <p:cNvPr id="1" name=""/>
        <p:cNvGrpSpPr/>
        <p:nvPr/>
      </p:nvGrpSpPr>
      <p:grpSpPr bwMode="auto">
        <a:xfrm>
          <a:off x="0" y="0"/>
          <a:ext cx="0" cy="0"/>
          <a:chOff x="0" y="0"/>
          <a:chExt cx="0" cy="0"/>
        </a:xfrm>
      </p:grpSpPr>
      <p:pic>
        <p:nvPicPr>
          <p:cNvPr id="1509167560" name="Picture 34"/>
          <p:cNvPicPr/>
          <p:nvPr/>
        </p:nvPicPr>
        <p:blipFill rotWithShape="1">
          <a:blip r:embed="rId2">
            <a:alphaModFix amt="40000"/>
          </a:blip>
          <a:stretch/>
        </p:blipFill>
        <p:spPr bwMode="auto">
          <a:xfrm>
            <a:off x="0" y="720"/>
            <a:ext cx="12191760" cy="6855840"/>
          </a:xfrm>
          <a:prstGeom prst="rect">
            <a:avLst/>
          </a:prstGeom>
          <a:noFill/>
          <a:ln w="0">
            <a:noFill/>
          </a:ln>
        </p:spPr>
      </p:pic>
      <p:grpSp>
        <p:nvGrpSpPr>
          <p:cNvPr id="1629985644" name="GRID"/>
          <p:cNvGrpSpPr/>
          <p:nvPr/>
        </p:nvGrpSpPr>
        <p:grpSpPr bwMode="auto">
          <a:xfrm>
            <a:off x="0" y="0"/>
            <a:ext cx="12191760" cy="6858000"/>
            <a:chOff x="0" y="0"/>
            <a:chExt cx="12191760" cy="6858000"/>
          </a:xfrm>
        </p:grpSpPr>
        <p:cxnSp>
          <p:nvCxnSpPr>
            <p:cNvPr id="789" name="Straight Connector 6"/>
            <p:cNvCxnSpPr/>
            <p:nvPr/>
          </p:nvCxnSpPr>
          <p:spPr bwMode="auto">
            <a:xfrm>
              <a:off x="0" y="0"/>
              <a:ext cx="12189240" cy="360"/>
            </a:xfrm>
            <a:prstGeom prst="straightConnector1">
              <a:avLst/>
            </a:prstGeom>
            <a:ln w="3175">
              <a:solidFill>
                <a:schemeClr val="dk1">
                  <a:alpha val="20000"/>
                </a:schemeClr>
              </a:solidFill>
              <a:round/>
            </a:ln>
          </p:spPr>
        </p:cxnSp>
        <p:cxnSp>
          <p:nvCxnSpPr>
            <p:cNvPr id="790" name="Straight Connector 8"/>
            <p:cNvCxnSpPr/>
            <p:nvPr/>
          </p:nvCxnSpPr>
          <p:spPr bwMode="auto">
            <a:xfrm>
              <a:off x="0" y="292320"/>
              <a:ext cx="12189240" cy="360"/>
            </a:xfrm>
            <a:prstGeom prst="straightConnector1">
              <a:avLst/>
            </a:prstGeom>
            <a:ln w="3175">
              <a:solidFill>
                <a:schemeClr val="dk1">
                  <a:alpha val="20000"/>
                </a:schemeClr>
              </a:solidFill>
              <a:round/>
            </a:ln>
          </p:spPr>
        </p:cxnSp>
        <p:cxnSp>
          <p:nvCxnSpPr>
            <p:cNvPr id="791" name="Straight Connector 9"/>
            <p:cNvCxnSpPr/>
            <p:nvPr/>
          </p:nvCxnSpPr>
          <p:spPr bwMode="auto">
            <a:xfrm>
              <a:off x="0" y="585000"/>
              <a:ext cx="12189240" cy="360"/>
            </a:xfrm>
            <a:prstGeom prst="straightConnector1">
              <a:avLst/>
            </a:prstGeom>
            <a:ln w="3175">
              <a:solidFill>
                <a:srgbClr val="DF45D4"/>
              </a:solidFill>
              <a:round/>
            </a:ln>
          </p:spPr>
        </p:cxnSp>
        <p:cxnSp>
          <p:nvCxnSpPr>
            <p:cNvPr id="792" name="Straight Connector 10"/>
            <p:cNvCxnSpPr/>
            <p:nvPr/>
          </p:nvCxnSpPr>
          <p:spPr bwMode="auto">
            <a:xfrm>
              <a:off x="0" y="6272640"/>
              <a:ext cx="12189240" cy="360"/>
            </a:xfrm>
            <a:prstGeom prst="straightConnector1">
              <a:avLst/>
            </a:prstGeom>
            <a:ln w="3175">
              <a:solidFill>
                <a:srgbClr val="DF45D4"/>
              </a:solidFill>
              <a:round/>
            </a:ln>
          </p:spPr>
        </p:cxnSp>
        <p:cxnSp>
          <p:nvCxnSpPr>
            <p:cNvPr id="793" name="Straight Connector 11"/>
            <p:cNvCxnSpPr/>
            <p:nvPr/>
          </p:nvCxnSpPr>
          <p:spPr bwMode="auto">
            <a:xfrm>
              <a:off x="0" y="6565320"/>
              <a:ext cx="12189240" cy="360"/>
            </a:xfrm>
            <a:prstGeom prst="straightConnector1">
              <a:avLst/>
            </a:prstGeom>
            <a:ln w="3175">
              <a:solidFill>
                <a:schemeClr val="dk1">
                  <a:alpha val="20000"/>
                </a:schemeClr>
              </a:solidFill>
              <a:round/>
            </a:ln>
          </p:spPr>
        </p:cxnSp>
        <p:cxnSp>
          <p:nvCxnSpPr>
            <p:cNvPr id="794" name="Straight Connector 12"/>
            <p:cNvCxnSpPr/>
            <p:nvPr/>
          </p:nvCxnSpPr>
          <p:spPr bwMode="auto">
            <a:xfrm>
              <a:off x="0" y="6858000"/>
              <a:ext cx="12189240" cy="360"/>
            </a:xfrm>
            <a:prstGeom prst="straightConnector1">
              <a:avLst/>
            </a:prstGeom>
            <a:ln w="3175">
              <a:solidFill>
                <a:schemeClr val="dk1">
                  <a:alpha val="20000"/>
                </a:schemeClr>
              </a:solidFill>
              <a:round/>
            </a:ln>
          </p:spPr>
        </p:cxnSp>
        <p:cxnSp>
          <p:nvCxnSpPr>
            <p:cNvPr id="795" name="Straight Connector 13"/>
            <p:cNvCxnSpPr/>
            <p:nvPr/>
          </p:nvCxnSpPr>
          <p:spPr bwMode="auto">
            <a:xfrm>
              <a:off x="0" y="877680"/>
              <a:ext cx="12189240" cy="360"/>
            </a:xfrm>
            <a:prstGeom prst="straightConnector1">
              <a:avLst/>
            </a:prstGeom>
            <a:ln w="3175">
              <a:solidFill>
                <a:schemeClr val="dk1">
                  <a:alpha val="20000"/>
                </a:schemeClr>
              </a:solidFill>
              <a:round/>
            </a:ln>
          </p:spPr>
        </p:cxnSp>
        <p:cxnSp>
          <p:nvCxnSpPr>
            <p:cNvPr id="796" name="Straight Connector 14"/>
            <p:cNvCxnSpPr/>
            <p:nvPr/>
          </p:nvCxnSpPr>
          <p:spPr bwMode="auto">
            <a:xfrm>
              <a:off x="0" y="1170360"/>
              <a:ext cx="12189240" cy="360"/>
            </a:xfrm>
            <a:prstGeom prst="straightConnector1">
              <a:avLst/>
            </a:prstGeom>
            <a:ln w="3175">
              <a:solidFill>
                <a:schemeClr val="dk1">
                  <a:alpha val="20000"/>
                </a:schemeClr>
              </a:solidFill>
              <a:round/>
            </a:ln>
          </p:spPr>
        </p:cxnSp>
        <p:cxnSp>
          <p:nvCxnSpPr>
            <p:cNvPr id="797" name="Straight Connector 15"/>
            <p:cNvCxnSpPr/>
            <p:nvPr/>
          </p:nvCxnSpPr>
          <p:spPr bwMode="auto">
            <a:xfrm>
              <a:off x="0" y="1463040"/>
              <a:ext cx="12189240" cy="360"/>
            </a:xfrm>
            <a:prstGeom prst="straightConnector1">
              <a:avLst/>
            </a:prstGeom>
            <a:ln w="3175">
              <a:solidFill>
                <a:schemeClr val="dk1">
                  <a:alpha val="20000"/>
                </a:schemeClr>
              </a:solidFill>
              <a:round/>
            </a:ln>
          </p:spPr>
        </p:cxnSp>
        <p:cxnSp>
          <p:nvCxnSpPr>
            <p:cNvPr id="798" name="Straight Connector 16"/>
            <p:cNvCxnSpPr/>
            <p:nvPr/>
          </p:nvCxnSpPr>
          <p:spPr bwMode="auto">
            <a:xfrm>
              <a:off x="0" y="0"/>
              <a:ext cx="360" cy="6858360"/>
            </a:xfrm>
            <a:prstGeom prst="straightConnector1">
              <a:avLst/>
            </a:prstGeom>
            <a:ln w="3175">
              <a:solidFill>
                <a:schemeClr val="dk1">
                  <a:alpha val="20000"/>
                </a:schemeClr>
              </a:solidFill>
              <a:round/>
            </a:ln>
          </p:spPr>
        </p:cxnSp>
        <p:cxnSp>
          <p:nvCxnSpPr>
            <p:cNvPr id="799" name="Straight Connector 17"/>
            <p:cNvCxnSpPr/>
            <p:nvPr/>
          </p:nvCxnSpPr>
          <p:spPr bwMode="auto">
            <a:xfrm>
              <a:off x="585000" y="0"/>
              <a:ext cx="360" cy="6858360"/>
            </a:xfrm>
            <a:prstGeom prst="straightConnector1">
              <a:avLst/>
            </a:prstGeom>
            <a:ln w="3175">
              <a:solidFill>
                <a:srgbClr val="DF45D4"/>
              </a:solidFill>
              <a:round/>
            </a:ln>
          </p:spPr>
        </p:cxnSp>
        <p:cxnSp>
          <p:nvCxnSpPr>
            <p:cNvPr id="800" name="Straight Connector 18"/>
            <p:cNvCxnSpPr/>
            <p:nvPr/>
          </p:nvCxnSpPr>
          <p:spPr bwMode="auto">
            <a:xfrm>
              <a:off x="292320" y="0"/>
              <a:ext cx="360" cy="6858360"/>
            </a:xfrm>
            <a:prstGeom prst="straightConnector1">
              <a:avLst/>
            </a:prstGeom>
            <a:ln w="3175">
              <a:solidFill>
                <a:schemeClr val="dk1">
                  <a:alpha val="20000"/>
                </a:schemeClr>
              </a:solidFill>
              <a:round/>
            </a:ln>
          </p:spPr>
        </p:cxnSp>
        <p:cxnSp>
          <p:nvCxnSpPr>
            <p:cNvPr id="801" name="Straight Connector 19"/>
            <p:cNvCxnSpPr/>
            <p:nvPr/>
          </p:nvCxnSpPr>
          <p:spPr bwMode="auto">
            <a:xfrm>
              <a:off x="877680" y="0"/>
              <a:ext cx="360" cy="6858360"/>
            </a:xfrm>
            <a:prstGeom prst="straightConnector1">
              <a:avLst/>
            </a:prstGeom>
            <a:ln w="3175">
              <a:solidFill>
                <a:schemeClr val="dk1">
                  <a:alpha val="20000"/>
                </a:schemeClr>
              </a:solidFill>
              <a:round/>
            </a:ln>
          </p:spPr>
        </p:cxnSp>
        <p:cxnSp>
          <p:nvCxnSpPr>
            <p:cNvPr id="802" name="Straight Connector 20"/>
            <p:cNvCxnSpPr/>
            <p:nvPr/>
          </p:nvCxnSpPr>
          <p:spPr bwMode="auto">
            <a:xfrm>
              <a:off x="1170360" y="0"/>
              <a:ext cx="360" cy="6858360"/>
            </a:xfrm>
            <a:prstGeom prst="straightConnector1">
              <a:avLst/>
            </a:prstGeom>
            <a:ln w="3175">
              <a:solidFill>
                <a:schemeClr val="dk1">
                  <a:alpha val="20000"/>
                </a:schemeClr>
              </a:solidFill>
              <a:round/>
            </a:ln>
          </p:spPr>
        </p:cxnSp>
        <p:cxnSp>
          <p:nvCxnSpPr>
            <p:cNvPr id="803" name="Straight Connector 21"/>
            <p:cNvCxnSpPr/>
            <p:nvPr/>
          </p:nvCxnSpPr>
          <p:spPr bwMode="auto">
            <a:xfrm>
              <a:off x="11021400" y="0"/>
              <a:ext cx="360" cy="6858360"/>
            </a:xfrm>
            <a:prstGeom prst="straightConnector1">
              <a:avLst/>
            </a:prstGeom>
            <a:ln w="3175">
              <a:solidFill>
                <a:schemeClr val="dk1">
                  <a:alpha val="20000"/>
                </a:schemeClr>
              </a:solidFill>
              <a:round/>
            </a:ln>
          </p:spPr>
        </p:cxnSp>
        <p:cxnSp>
          <p:nvCxnSpPr>
            <p:cNvPr id="804" name="Straight Connector 22"/>
            <p:cNvCxnSpPr/>
            <p:nvPr/>
          </p:nvCxnSpPr>
          <p:spPr bwMode="auto">
            <a:xfrm>
              <a:off x="11606760" y="0"/>
              <a:ext cx="360" cy="6858360"/>
            </a:xfrm>
            <a:prstGeom prst="straightConnector1">
              <a:avLst/>
            </a:prstGeom>
            <a:ln w="3175">
              <a:solidFill>
                <a:srgbClr val="DF45D4"/>
              </a:solidFill>
              <a:round/>
            </a:ln>
          </p:spPr>
        </p:cxnSp>
        <p:cxnSp>
          <p:nvCxnSpPr>
            <p:cNvPr id="805" name="Straight Connector 23"/>
            <p:cNvCxnSpPr/>
            <p:nvPr/>
          </p:nvCxnSpPr>
          <p:spPr bwMode="auto">
            <a:xfrm>
              <a:off x="11314079" y="0"/>
              <a:ext cx="360" cy="6858360"/>
            </a:xfrm>
            <a:prstGeom prst="straightConnector1">
              <a:avLst/>
            </a:prstGeom>
            <a:ln w="3175">
              <a:solidFill>
                <a:schemeClr val="dk1">
                  <a:alpha val="20000"/>
                </a:schemeClr>
              </a:solidFill>
              <a:round/>
            </a:ln>
          </p:spPr>
        </p:cxnSp>
        <p:cxnSp>
          <p:nvCxnSpPr>
            <p:cNvPr id="806" name="Straight Connector 24"/>
            <p:cNvCxnSpPr/>
            <p:nvPr/>
          </p:nvCxnSpPr>
          <p:spPr bwMode="auto">
            <a:xfrm>
              <a:off x="11899079" y="0"/>
              <a:ext cx="360" cy="6858360"/>
            </a:xfrm>
            <a:prstGeom prst="straightConnector1">
              <a:avLst/>
            </a:prstGeom>
            <a:ln w="3175">
              <a:solidFill>
                <a:schemeClr val="dk1">
                  <a:alpha val="20000"/>
                </a:schemeClr>
              </a:solidFill>
              <a:round/>
            </a:ln>
          </p:spPr>
        </p:cxnSp>
        <p:cxnSp>
          <p:nvCxnSpPr>
            <p:cNvPr id="807" name="Straight Connector 25"/>
            <p:cNvCxnSpPr/>
            <p:nvPr/>
          </p:nvCxnSpPr>
          <p:spPr bwMode="auto">
            <a:xfrm>
              <a:off x="12191760" y="0"/>
              <a:ext cx="360" cy="6858360"/>
            </a:xfrm>
            <a:prstGeom prst="straightConnector1">
              <a:avLst/>
            </a:prstGeom>
            <a:ln w="3175">
              <a:solidFill>
                <a:schemeClr val="dk1">
                  <a:alpha val="20000"/>
                </a:schemeClr>
              </a:solidFill>
              <a:round/>
            </a:ln>
          </p:spPr>
        </p:cxnSp>
        <p:cxnSp>
          <p:nvCxnSpPr>
            <p:cNvPr id="808" name="Straight Connector 26"/>
            <p:cNvCxnSpPr/>
            <p:nvPr/>
          </p:nvCxnSpPr>
          <p:spPr bwMode="auto">
            <a:xfrm>
              <a:off x="0" y="1755360"/>
              <a:ext cx="12189240" cy="360"/>
            </a:xfrm>
            <a:prstGeom prst="straightConnector1">
              <a:avLst/>
            </a:prstGeom>
            <a:ln w="3175">
              <a:solidFill>
                <a:schemeClr val="dk1">
                  <a:alpha val="20000"/>
                </a:schemeClr>
              </a:solidFill>
              <a:round/>
            </a:ln>
          </p:spPr>
        </p:cxnSp>
        <p:cxnSp>
          <p:nvCxnSpPr>
            <p:cNvPr id="809" name="Straight Connector 27"/>
            <p:cNvCxnSpPr/>
            <p:nvPr/>
          </p:nvCxnSpPr>
          <p:spPr bwMode="auto">
            <a:xfrm>
              <a:off x="0" y="2048040"/>
              <a:ext cx="12189240" cy="360"/>
            </a:xfrm>
            <a:prstGeom prst="straightConnector1">
              <a:avLst/>
            </a:prstGeom>
            <a:ln w="3175">
              <a:solidFill>
                <a:schemeClr val="dk1">
                  <a:alpha val="20000"/>
                </a:schemeClr>
              </a:solidFill>
              <a:round/>
            </a:ln>
          </p:spPr>
        </p:cxnSp>
        <p:cxnSp>
          <p:nvCxnSpPr>
            <p:cNvPr id="810" name="Straight Connector 28"/>
            <p:cNvCxnSpPr/>
            <p:nvPr/>
          </p:nvCxnSpPr>
          <p:spPr bwMode="auto">
            <a:xfrm>
              <a:off x="0" y="2340720"/>
              <a:ext cx="12189240" cy="360"/>
            </a:xfrm>
            <a:prstGeom prst="straightConnector1">
              <a:avLst/>
            </a:prstGeom>
            <a:ln w="3175">
              <a:solidFill>
                <a:schemeClr val="dk1">
                  <a:alpha val="20000"/>
                </a:schemeClr>
              </a:solidFill>
              <a:round/>
            </a:ln>
          </p:spPr>
        </p:cxnSp>
        <p:cxnSp>
          <p:nvCxnSpPr>
            <p:cNvPr id="811" name="Straight Connector 29"/>
            <p:cNvCxnSpPr/>
            <p:nvPr/>
          </p:nvCxnSpPr>
          <p:spPr bwMode="auto">
            <a:xfrm>
              <a:off x="0" y="2633400"/>
              <a:ext cx="12189240" cy="360"/>
            </a:xfrm>
            <a:prstGeom prst="straightConnector1">
              <a:avLst/>
            </a:prstGeom>
            <a:ln w="3175">
              <a:solidFill>
                <a:schemeClr val="dk1">
                  <a:alpha val="20000"/>
                </a:schemeClr>
              </a:solidFill>
              <a:round/>
            </a:ln>
          </p:spPr>
        </p:cxnSp>
        <p:cxnSp>
          <p:nvCxnSpPr>
            <p:cNvPr id="812" name="Straight Connector 30"/>
            <p:cNvCxnSpPr/>
            <p:nvPr/>
          </p:nvCxnSpPr>
          <p:spPr bwMode="auto">
            <a:xfrm>
              <a:off x="0" y="2926080"/>
              <a:ext cx="12189240" cy="360"/>
            </a:xfrm>
            <a:prstGeom prst="straightConnector1">
              <a:avLst/>
            </a:prstGeom>
            <a:ln w="3175">
              <a:solidFill>
                <a:schemeClr val="dk1">
                  <a:alpha val="20000"/>
                </a:schemeClr>
              </a:solidFill>
              <a:round/>
            </a:ln>
          </p:spPr>
        </p:cxnSp>
        <p:cxnSp>
          <p:nvCxnSpPr>
            <p:cNvPr id="813" name="Straight Connector 31"/>
            <p:cNvCxnSpPr/>
            <p:nvPr/>
          </p:nvCxnSpPr>
          <p:spPr bwMode="auto">
            <a:xfrm>
              <a:off x="0" y="3218400"/>
              <a:ext cx="12189240" cy="360"/>
            </a:xfrm>
            <a:prstGeom prst="straightConnector1">
              <a:avLst/>
            </a:prstGeom>
            <a:ln w="3175">
              <a:solidFill>
                <a:schemeClr val="dk1">
                  <a:alpha val="20000"/>
                </a:schemeClr>
              </a:solidFill>
              <a:round/>
            </a:ln>
          </p:spPr>
        </p:cxnSp>
        <p:cxnSp>
          <p:nvCxnSpPr>
            <p:cNvPr id="814" name="Straight Connector 32"/>
            <p:cNvCxnSpPr/>
            <p:nvPr/>
          </p:nvCxnSpPr>
          <p:spPr bwMode="auto">
            <a:xfrm>
              <a:off x="0" y="3511080"/>
              <a:ext cx="12189240" cy="360"/>
            </a:xfrm>
            <a:prstGeom prst="straightConnector1">
              <a:avLst/>
            </a:prstGeom>
            <a:ln w="3175">
              <a:solidFill>
                <a:schemeClr val="dk1">
                  <a:alpha val="20000"/>
                </a:schemeClr>
              </a:solidFill>
              <a:round/>
            </a:ln>
          </p:spPr>
        </p:cxnSp>
        <p:cxnSp>
          <p:nvCxnSpPr>
            <p:cNvPr id="815" name="Straight Connector 38"/>
            <p:cNvCxnSpPr/>
            <p:nvPr/>
          </p:nvCxnSpPr>
          <p:spPr bwMode="auto">
            <a:xfrm>
              <a:off x="0" y="3803760"/>
              <a:ext cx="12189240" cy="360"/>
            </a:xfrm>
            <a:prstGeom prst="straightConnector1">
              <a:avLst/>
            </a:prstGeom>
            <a:ln w="3175">
              <a:solidFill>
                <a:schemeClr val="dk1">
                  <a:alpha val="20000"/>
                </a:schemeClr>
              </a:solidFill>
              <a:round/>
            </a:ln>
          </p:spPr>
        </p:cxnSp>
        <p:cxnSp>
          <p:nvCxnSpPr>
            <p:cNvPr id="816" name="Straight Connector 39"/>
            <p:cNvCxnSpPr/>
            <p:nvPr/>
          </p:nvCxnSpPr>
          <p:spPr bwMode="auto">
            <a:xfrm>
              <a:off x="0" y="4096440"/>
              <a:ext cx="12189240" cy="360"/>
            </a:xfrm>
            <a:prstGeom prst="straightConnector1">
              <a:avLst/>
            </a:prstGeom>
            <a:ln w="3175">
              <a:solidFill>
                <a:schemeClr val="dk1">
                  <a:alpha val="20000"/>
                </a:schemeClr>
              </a:solidFill>
              <a:round/>
            </a:ln>
          </p:spPr>
        </p:cxnSp>
        <p:cxnSp>
          <p:nvCxnSpPr>
            <p:cNvPr id="817" name="Straight Connector 40"/>
            <p:cNvCxnSpPr/>
            <p:nvPr/>
          </p:nvCxnSpPr>
          <p:spPr bwMode="auto">
            <a:xfrm>
              <a:off x="0" y="4389120"/>
              <a:ext cx="12189240" cy="360"/>
            </a:xfrm>
            <a:prstGeom prst="straightConnector1">
              <a:avLst/>
            </a:prstGeom>
            <a:ln w="3175">
              <a:solidFill>
                <a:schemeClr val="dk1">
                  <a:alpha val="20000"/>
                </a:schemeClr>
              </a:solidFill>
              <a:round/>
            </a:ln>
          </p:spPr>
        </p:cxnSp>
        <p:cxnSp>
          <p:nvCxnSpPr>
            <p:cNvPr id="818" name="Straight Connector 41"/>
            <p:cNvCxnSpPr/>
            <p:nvPr/>
          </p:nvCxnSpPr>
          <p:spPr bwMode="auto">
            <a:xfrm>
              <a:off x="0" y="4681440"/>
              <a:ext cx="12189240" cy="360"/>
            </a:xfrm>
            <a:prstGeom prst="straightConnector1">
              <a:avLst/>
            </a:prstGeom>
            <a:ln w="3175">
              <a:solidFill>
                <a:schemeClr val="dk1">
                  <a:alpha val="20000"/>
                </a:schemeClr>
              </a:solidFill>
              <a:round/>
            </a:ln>
          </p:spPr>
        </p:cxnSp>
        <p:cxnSp>
          <p:nvCxnSpPr>
            <p:cNvPr id="819" name="Straight Connector 42"/>
            <p:cNvCxnSpPr/>
            <p:nvPr/>
          </p:nvCxnSpPr>
          <p:spPr bwMode="auto">
            <a:xfrm>
              <a:off x="0" y="4974120"/>
              <a:ext cx="12189240" cy="360"/>
            </a:xfrm>
            <a:prstGeom prst="straightConnector1">
              <a:avLst/>
            </a:prstGeom>
            <a:ln w="3175">
              <a:solidFill>
                <a:schemeClr val="dk1">
                  <a:alpha val="20000"/>
                </a:schemeClr>
              </a:solidFill>
              <a:round/>
            </a:ln>
          </p:spPr>
        </p:cxnSp>
        <p:cxnSp>
          <p:nvCxnSpPr>
            <p:cNvPr id="820" name="Straight Connector 43"/>
            <p:cNvCxnSpPr/>
            <p:nvPr/>
          </p:nvCxnSpPr>
          <p:spPr bwMode="auto">
            <a:xfrm>
              <a:off x="0" y="5266800"/>
              <a:ext cx="12189240" cy="360"/>
            </a:xfrm>
            <a:prstGeom prst="straightConnector1">
              <a:avLst/>
            </a:prstGeom>
            <a:ln w="3175">
              <a:solidFill>
                <a:schemeClr val="dk1">
                  <a:alpha val="20000"/>
                </a:schemeClr>
              </a:solidFill>
              <a:round/>
            </a:ln>
          </p:spPr>
        </p:cxnSp>
        <p:cxnSp>
          <p:nvCxnSpPr>
            <p:cNvPr id="821" name="Straight Connector 44"/>
            <p:cNvCxnSpPr/>
            <p:nvPr/>
          </p:nvCxnSpPr>
          <p:spPr bwMode="auto">
            <a:xfrm>
              <a:off x="0" y="5559480"/>
              <a:ext cx="12189240" cy="360"/>
            </a:xfrm>
            <a:prstGeom prst="straightConnector1">
              <a:avLst/>
            </a:prstGeom>
            <a:ln w="3175">
              <a:solidFill>
                <a:schemeClr val="dk1">
                  <a:alpha val="20000"/>
                </a:schemeClr>
              </a:solidFill>
              <a:round/>
            </a:ln>
          </p:spPr>
        </p:cxnSp>
        <p:cxnSp>
          <p:nvCxnSpPr>
            <p:cNvPr id="822" name="Straight Connector 45"/>
            <p:cNvCxnSpPr/>
            <p:nvPr/>
          </p:nvCxnSpPr>
          <p:spPr bwMode="auto">
            <a:xfrm>
              <a:off x="0" y="5852160"/>
              <a:ext cx="12189240" cy="360"/>
            </a:xfrm>
            <a:prstGeom prst="straightConnector1">
              <a:avLst/>
            </a:prstGeom>
            <a:ln w="3175">
              <a:solidFill>
                <a:schemeClr val="dk1">
                  <a:alpha val="20000"/>
                </a:schemeClr>
              </a:solidFill>
              <a:round/>
            </a:ln>
          </p:spPr>
        </p:cxnSp>
      </p:grpSp>
      <p:pic>
        <p:nvPicPr>
          <p:cNvPr id="1216214943" name="Graphic 5"/>
          <p:cNvPicPr/>
          <p:nvPr/>
        </p:nvPicPr>
        <p:blipFill rotWithShape="1">
          <a:blip r:embed="rId3"/>
          <a:stretch/>
        </p:blipFill>
        <p:spPr bwMode="auto">
          <a:xfrm rot="5400000">
            <a:off x="9510120" y="2743200"/>
            <a:ext cx="6857640" cy="1371240"/>
          </a:xfrm>
          <a:prstGeom prst="rect">
            <a:avLst/>
          </a:prstGeom>
          <a:noFill/>
          <a:ln w="0">
            <a:noFill/>
          </a:ln>
        </p:spPr>
      </p:pic>
      <p:sp>
        <p:nvSpPr>
          <p:cNvPr id="1936429743" name="TextBox 2"/>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2067823223"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1533742259"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777167742" name="Straight Connector 33"/>
          <p:cNvCxnSpPr/>
          <p:nvPr/>
        </p:nvCxnSpPr>
        <p:spPr bwMode="auto">
          <a:xfrm>
            <a:off x="-89640" y="5670360"/>
            <a:ext cx="360" cy="1178280"/>
          </a:xfrm>
          <a:prstGeom prst="straightConnector1">
            <a:avLst/>
          </a:prstGeom>
          <a:ln w="9525" cap="sq">
            <a:solidFill>
              <a:srgbClr val="FF0000"/>
            </a:solidFill>
            <a:miter/>
          </a:ln>
        </p:spPr>
      </p:cxnSp>
      <p:sp>
        <p:nvSpPr>
          <p:cNvPr id="1467047822" name="PlaceHolder 1"/>
          <p:cNvSpPr>
            <a:spLocks noGrp="1"/>
          </p:cNvSpPr>
          <p:nvPr>
            <p:ph type="title"/>
          </p:nvPr>
        </p:nvSpPr>
        <p:spPr bwMode="auto">
          <a:xfrm>
            <a:off x="588240" y="585360"/>
            <a:ext cx="8192520" cy="307439"/>
          </a:xfrm>
          <a:prstGeom prst="rect">
            <a:avLst/>
          </a:prstGeom>
          <a:noFill/>
          <a:ln w="0">
            <a:noFill/>
          </a:ln>
        </p:spPr>
        <p:txBody>
          <a:bodyPr lIns="0" tIns="0" rIns="0" bIns="0" anchor="t">
            <a:noAutofit/>
          </a:bodyPr>
          <a:lstStyle>
            <a:lvl1pPr indent="0" algn="l" defTabSz="932760">
              <a:lnSpc>
                <a:spcPct val="100000"/>
              </a:lnSpc>
              <a:buNone/>
              <a:defRPr lang="en-US" sz="2000" b="0" u="none" strike="noStrike">
                <a:solidFill>
                  <a:schemeClr val="dk1"/>
                </a:solidFill>
                <a:latin typeface="Segoe UI Semibold"/>
              </a:defRPr>
            </a:lvl1pPr>
          </a:lstStyle>
          <a:p>
            <a:pPr indent="0" algn="l" defTabSz="932760">
              <a:lnSpc>
                <a:spcPct val="100000"/>
              </a:lnSpc>
              <a:buNone/>
              <a:defRPr/>
            </a:pPr>
            <a:r>
              <a:rPr lang="en-US" sz="2000" b="0" u="none" strike="noStrike">
                <a:solidFill>
                  <a:schemeClr val="dk1"/>
                </a:solidFill>
                <a:latin typeface="Segoe UI Semibold"/>
              </a:rPr>
              <a:t>Click to edit Master title style</a:t>
            </a:r>
          </a:p>
        </p:txBody>
      </p:sp>
      <p:sp>
        <p:nvSpPr>
          <p:cNvPr id="1073419200" name="PlaceHolder 2"/>
          <p:cNvSpPr>
            <a:spLocks noGrp="1"/>
          </p:cNvSpPr>
          <p:nvPr>
            <p:ph type="body"/>
          </p:nvPr>
        </p:nvSpPr>
        <p:spPr bwMode="auto">
          <a:xfrm>
            <a:off x="584280" y="2284560"/>
            <a:ext cx="2538000" cy="1996560"/>
          </a:xfrm>
          <a:prstGeom prst="rect">
            <a:avLst/>
          </a:prstGeom>
          <a:solidFill>
            <a:srgbClr val="F4F4F7"/>
          </a:solidFill>
          <a:ln w="0">
            <a:noFill/>
          </a:ln>
        </p:spPr>
        <p:txBody>
          <a:bodyPr lIns="0" tIns="0" rIns="0" bIns="731520" anchor="ctr">
            <a:noAutofit/>
          </a:bodyPr>
          <a:lstStyle>
            <a:lvl1pPr indent="0" algn="ctr" defTabSz="914400">
              <a:lnSpc>
                <a:spcPct val="100000"/>
              </a:lnSpc>
              <a:buNone/>
              <a:tabLst>
                <a:tab pos="0" algn="l"/>
              </a:tabLst>
              <a:defRPr lang="en-US" sz="1000" b="1" u="none" strike="noStrike">
                <a:solidFill>
                  <a:srgbClr val="000000"/>
                </a:solidFill>
                <a:latin typeface="Segoe UI"/>
              </a:defRPr>
            </a:lvl1pPr>
          </a:lstStyle>
          <a:p>
            <a:pPr indent="0" algn="ctr" defTabSz="914400">
              <a:lnSpc>
                <a:spcPct val="100000"/>
              </a:lnSpc>
              <a:buNone/>
              <a:tabLst>
                <a:tab pos="0" algn="l"/>
              </a:tabLst>
              <a:defRPr/>
            </a:pPr>
            <a:r>
              <a:rPr lang="en-US" sz="1000" b="1" u="none" strike="noStrike">
                <a:solidFill>
                  <a:srgbClr val="000000"/>
                </a:solidFill>
                <a:latin typeface="Segoe UI"/>
              </a:rPr>
              <a:t>Click icon to add picture</a:t>
            </a:r>
            <a:endParaRPr lang="en-US" sz="1000" b="0" u="none" strike="noStrike">
              <a:solidFill>
                <a:schemeClr val="dk1"/>
              </a:solidFill>
              <a:latin typeface="Segoe UI"/>
            </a:endParaRPr>
          </a:p>
        </p:txBody>
      </p:sp>
      <p:sp>
        <p:nvSpPr>
          <p:cNvPr id="961520790" name="PlaceHolder 3"/>
          <p:cNvSpPr>
            <a:spLocks noGrp="1"/>
          </p:cNvSpPr>
          <p:nvPr>
            <p:ph type="body"/>
          </p:nvPr>
        </p:nvSpPr>
        <p:spPr bwMode="auto">
          <a:xfrm>
            <a:off x="584280" y="4575240"/>
            <a:ext cx="2535480" cy="184320"/>
          </a:xfrm>
          <a:prstGeom prst="rect">
            <a:avLst/>
          </a:prstGeom>
          <a:noFill/>
          <a:ln w="0">
            <a:noFill/>
          </a:ln>
        </p:spPr>
        <p:txBody>
          <a:bodyPr lIns="0" tIns="0" rIns="0" bIns="0" anchor="t">
            <a:noAutofit/>
          </a:bodyPr>
          <a:lstStyle>
            <a:lvl1pPr indent="0" algn="l" defTabSz="932760">
              <a:lnSpc>
                <a:spcPct val="100000"/>
              </a:lnSpc>
              <a:buNone/>
              <a:tabLst>
                <a:tab pos="0" algn="l"/>
              </a:tabLst>
              <a:defRPr lang="en-US" sz="1200" b="0" u="none" strike="noStrike">
                <a:solidFill>
                  <a:schemeClr val="dk1"/>
                </a:solidFill>
                <a:latin typeface="Segoe UI Semibold"/>
              </a:defRPr>
            </a:lvl1pPr>
          </a:lstStyle>
          <a:p>
            <a:pPr indent="0" algn="l" defTabSz="932760">
              <a:lnSpc>
                <a:spcPct val="100000"/>
              </a:lnSpc>
              <a:buNone/>
              <a:tabLst>
                <a:tab pos="0" algn="l"/>
              </a:tabLst>
              <a:defRPr/>
            </a:pPr>
            <a:r>
              <a:rPr lang="en-US" sz="1200" b="0" u="none" strike="noStrike">
                <a:solidFill>
                  <a:schemeClr val="dk1"/>
                </a:solidFill>
                <a:latin typeface="Segoe UI Semibold"/>
              </a:rPr>
              <a:t>Click to edit Master text styles</a:t>
            </a:r>
            <a:endParaRPr lang="en-US" sz="1200" b="0" u="none" strike="noStrike">
              <a:solidFill>
                <a:schemeClr val="dk1"/>
              </a:solidFill>
              <a:latin typeface="Segoe UI"/>
            </a:endParaRPr>
          </a:p>
        </p:txBody>
      </p:sp>
      <p:sp>
        <p:nvSpPr>
          <p:cNvPr id="2147086237" name="PlaceHolder 4"/>
          <p:cNvSpPr>
            <a:spLocks noGrp="1"/>
          </p:cNvSpPr>
          <p:nvPr>
            <p:ph type="body"/>
          </p:nvPr>
        </p:nvSpPr>
        <p:spPr bwMode="auto">
          <a:xfrm>
            <a:off x="586440" y="4976280"/>
            <a:ext cx="2534400" cy="153000"/>
          </a:xfrm>
          <a:prstGeom prst="rect">
            <a:avLst/>
          </a:prstGeom>
          <a:noFill/>
          <a:ln w="0">
            <a:noFill/>
          </a:ln>
        </p:spPr>
        <p:txBody>
          <a:bodyPr lIns="0" tIns="0" rIns="0" bIns="0" anchor="t">
            <a:spAutoFit/>
          </a:bodyPr>
          <a:lstStyle>
            <a:lvl1pPr indent="0" algn="l" defTabSz="932760">
              <a:lnSpc>
                <a:spcPct val="100000"/>
              </a:lnSpc>
              <a:spcBef>
                <a:spcPts val="201"/>
              </a:spcBef>
              <a:buNone/>
              <a:tabLst>
                <a:tab pos="0" algn="l"/>
              </a:tabLst>
              <a:defRPr lang="en-US" sz="1000" b="0" u="none" strike="noStrike">
                <a:solidFill>
                  <a:schemeClr val="dk1"/>
                </a:solidFill>
                <a:latin typeface="Segoe UI"/>
              </a:defRPr>
            </a:lvl1pPr>
          </a:lstStyle>
          <a:p>
            <a:pPr indent="0" algn="l" defTabSz="932760">
              <a:lnSpc>
                <a:spcPct val="100000"/>
              </a:lnSpc>
              <a:spcBef>
                <a:spcPts val="201"/>
              </a:spcBef>
              <a:buNone/>
              <a:tabLst>
                <a:tab pos="0" algn="l"/>
              </a:tabLst>
              <a:defRPr/>
            </a:pPr>
            <a:r>
              <a:rPr lang="en-US" sz="1000" b="0" u="none" strike="noStrike">
                <a:solidFill>
                  <a:schemeClr val="dk1"/>
                </a:solidFill>
                <a:latin typeface="Segoe UI"/>
              </a:rPr>
              <a:t>Click to edit Master text styles</a:t>
            </a:r>
          </a:p>
        </p:txBody>
      </p:sp>
      <p:sp>
        <p:nvSpPr>
          <p:cNvPr id="307059597" name="PlaceHolder 5"/>
          <p:cNvSpPr>
            <a:spLocks noGrp="1"/>
          </p:cNvSpPr>
          <p:nvPr>
            <p:ph type="body"/>
          </p:nvPr>
        </p:nvSpPr>
        <p:spPr bwMode="auto">
          <a:xfrm>
            <a:off x="3429000" y="2284560"/>
            <a:ext cx="2538000" cy="1996560"/>
          </a:xfrm>
          <a:prstGeom prst="rect">
            <a:avLst/>
          </a:prstGeom>
          <a:solidFill>
            <a:srgbClr val="F4F4F7"/>
          </a:solidFill>
          <a:ln w="0">
            <a:noFill/>
          </a:ln>
        </p:spPr>
        <p:txBody>
          <a:bodyPr lIns="0" tIns="0" rIns="0" bIns="731520" anchor="ctr">
            <a:noAutofit/>
          </a:bodyPr>
          <a:lstStyle>
            <a:lvl1pPr indent="0" algn="ctr" defTabSz="914400">
              <a:lnSpc>
                <a:spcPct val="100000"/>
              </a:lnSpc>
              <a:buNone/>
              <a:tabLst>
                <a:tab pos="0" algn="l"/>
              </a:tabLst>
              <a:defRPr lang="en-US" sz="1000" b="1" u="none" strike="noStrike">
                <a:solidFill>
                  <a:srgbClr val="000000"/>
                </a:solidFill>
                <a:latin typeface="Segoe UI"/>
              </a:defRPr>
            </a:lvl1pPr>
          </a:lstStyle>
          <a:p>
            <a:pPr indent="0" algn="ctr" defTabSz="914400">
              <a:lnSpc>
                <a:spcPct val="100000"/>
              </a:lnSpc>
              <a:buNone/>
              <a:tabLst>
                <a:tab pos="0" algn="l"/>
              </a:tabLst>
              <a:defRPr/>
            </a:pPr>
            <a:r>
              <a:rPr lang="en-US" sz="1000" b="1" u="none" strike="noStrike">
                <a:solidFill>
                  <a:srgbClr val="000000"/>
                </a:solidFill>
                <a:latin typeface="Segoe UI"/>
              </a:rPr>
              <a:t>Click icon to add picture</a:t>
            </a:r>
            <a:endParaRPr lang="en-US" sz="1000" b="0" u="none" strike="noStrike">
              <a:solidFill>
                <a:schemeClr val="dk1"/>
              </a:solidFill>
              <a:latin typeface="Segoe UI"/>
            </a:endParaRPr>
          </a:p>
        </p:txBody>
      </p:sp>
      <p:sp>
        <p:nvSpPr>
          <p:cNvPr id="1985097206" name="PlaceHolder 6"/>
          <p:cNvSpPr>
            <a:spLocks noGrp="1"/>
          </p:cNvSpPr>
          <p:nvPr>
            <p:ph type="body"/>
          </p:nvPr>
        </p:nvSpPr>
        <p:spPr bwMode="auto">
          <a:xfrm>
            <a:off x="3413160" y="4575240"/>
            <a:ext cx="2533680" cy="184320"/>
          </a:xfrm>
          <a:prstGeom prst="rect">
            <a:avLst/>
          </a:prstGeom>
          <a:noFill/>
          <a:ln w="0">
            <a:noFill/>
          </a:ln>
        </p:spPr>
        <p:txBody>
          <a:bodyPr lIns="0" tIns="0" rIns="0" bIns="0" anchor="t">
            <a:noAutofit/>
          </a:bodyPr>
          <a:lstStyle>
            <a:lvl1pPr indent="0" algn="l" defTabSz="932760">
              <a:lnSpc>
                <a:spcPct val="100000"/>
              </a:lnSpc>
              <a:buNone/>
              <a:tabLst>
                <a:tab pos="0" algn="l"/>
              </a:tabLst>
              <a:defRPr lang="en-US" sz="1200" b="0" u="none" strike="noStrike">
                <a:solidFill>
                  <a:schemeClr val="dk1"/>
                </a:solidFill>
                <a:latin typeface="Segoe UI Semibold"/>
              </a:defRPr>
            </a:lvl1pPr>
          </a:lstStyle>
          <a:p>
            <a:pPr indent="0" algn="l" defTabSz="932760">
              <a:lnSpc>
                <a:spcPct val="100000"/>
              </a:lnSpc>
              <a:buNone/>
              <a:tabLst>
                <a:tab pos="0" algn="l"/>
              </a:tabLst>
              <a:defRPr/>
            </a:pPr>
            <a:r>
              <a:rPr lang="en-US" sz="1200" b="0" u="none" strike="noStrike">
                <a:solidFill>
                  <a:schemeClr val="dk1"/>
                </a:solidFill>
                <a:latin typeface="Segoe UI Semibold"/>
              </a:rPr>
              <a:t>Click to edit Master text styles</a:t>
            </a:r>
            <a:endParaRPr lang="en-US" sz="1200" b="0" u="none" strike="noStrike">
              <a:solidFill>
                <a:schemeClr val="dk1"/>
              </a:solidFill>
              <a:latin typeface="Segoe UI"/>
            </a:endParaRPr>
          </a:p>
        </p:txBody>
      </p:sp>
      <p:sp>
        <p:nvSpPr>
          <p:cNvPr id="697632655" name="PlaceHolder 7"/>
          <p:cNvSpPr>
            <a:spLocks noGrp="1"/>
          </p:cNvSpPr>
          <p:nvPr>
            <p:ph type="body"/>
          </p:nvPr>
        </p:nvSpPr>
        <p:spPr bwMode="auto">
          <a:xfrm>
            <a:off x="3422160" y="4976280"/>
            <a:ext cx="2534400" cy="153000"/>
          </a:xfrm>
          <a:prstGeom prst="rect">
            <a:avLst/>
          </a:prstGeom>
          <a:noFill/>
          <a:ln w="0">
            <a:noFill/>
          </a:ln>
        </p:spPr>
        <p:txBody>
          <a:bodyPr lIns="0" tIns="0" rIns="0" bIns="0" anchor="t">
            <a:spAutoFit/>
          </a:bodyPr>
          <a:lstStyle>
            <a:lvl1pPr indent="0" algn="l" defTabSz="932760">
              <a:lnSpc>
                <a:spcPct val="100000"/>
              </a:lnSpc>
              <a:spcBef>
                <a:spcPts val="201"/>
              </a:spcBef>
              <a:buNone/>
              <a:tabLst>
                <a:tab pos="0" algn="l"/>
              </a:tabLst>
              <a:defRPr lang="en-US" sz="1000" b="0" u="none" strike="noStrike">
                <a:solidFill>
                  <a:schemeClr val="dk1"/>
                </a:solidFill>
                <a:latin typeface="Segoe UI"/>
              </a:defRPr>
            </a:lvl1pPr>
          </a:lstStyle>
          <a:p>
            <a:pPr indent="0" algn="l" defTabSz="932760">
              <a:lnSpc>
                <a:spcPct val="100000"/>
              </a:lnSpc>
              <a:spcBef>
                <a:spcPts val="201"/>
              </a:spcBef>
              <a:buNone/>
              <a:tabLst>
                <a:tab pos="0" algn="l"/>
              </a:tabLst>
              <a:defRPr/>
            </a:pPr>
            <a:r>
              <a:rPr lang="en-US" sz="1000" b="0" u="none" strike="noStrike">
                <a:solidFill>
                  <a:schemeClr val="dk1"/>
                </a:solidFill>
                <a:latin typeface="Segoe UI"/>
              </a:rPr>
              <a:t>Click to edit Master text styles</a:t>
            </a:r>
          </a:p>
        </p:txBody>
      </p:sp>
      <p:sp>
        <p:nvSpPr>
          <p:cNvPr id="697184388" name="PlaceHolder 8"/>
          <p:cNvSpPr>
            <a:spLocks noGrp="1"/>
          </p:cNvSpPr>
          <p:nvPr>
            <p:ph type="body"/>
          </p:nvPr>
        </p:nvSpPr>
        <p:spPr bwMode="auto">
          <a:xfrm>
            <a:off x="6248520" y="2284560"/>
            <a:ext cx="2538000" cy="1996560"/>
          </a:xfrm>
          <a:prstGeom prst="rect">
            <a:avLst/>
          </a:prstGeom>
          <a:solidFill>
            <a:srgbClr val="F4F4F7"/>
          </a:solidFill>
          <a:ln w="0">
            <a:noFill/>
          </a:ln>
        </p:spPr>
        <p:txBody>
          <a:bodyPr lIns="0" tIns="0" rIns="0" bIns="731520" anchor="ctr">
            <a:noAutofit/>
          </a:bodyPr>
          <a:lstStyle>
            <a:lvl1pPr indent="0" algn="ctr" defTabSz="914400">
              <a:lnSpc>
                <a:spcPct val="100000"/>
              </a:lnSpc>
              <a:buNone/>
              <a:tabLst>
                <a:tab pos="0" algn="l"/>
              </a:tabLst>
              <a:defRPr lang="en-US" sz="1000" b="1" u="none" strike="noStrike">
                <a:solidFill>
                  <a:srgbClr val="000000"/>
                </a:solidFill>
                <a:latin typeface="Segoe UI"/>
              </a:defRPr>
            </a:lvl1pPr>
          </a:lstStyle>
          <a:p>
            <a:pPr indent="0" algn="ctr" defTabSz="914400">
              <a:lnSpc>
                <a:spcPct val="100000"/>
              </a:lnSpc>
              <a:buNone/>
              <a:tabLst>
                <a:tab pos="0" algn="l"/>
              </a:tabLst>
              <a:defRPr/>
            </a:pPr>
            <a:r>
              <a:rPr lang="en-US" sz="1000" b="1" u="none" strike="noStrike">
                <a:solidFill>
                  <a:srgbClr val="000000"/>
                </a:solidFill>
                <a:latin typeface="Segoe UI"/>
              </a:rPr>
              <a:t>Click icon to add picture</a:t>
            </a:r>
            <a:endParaRPr lang="en-US" sz="1000" b="0" u="none" strike="noStrike">
              <a:solidFill>
                <a:schemeClr val="dk1"/>
              </a:solidFill>
              <a:latin typeface="Segoe UI"/>
            </a:endParaRPr>
          </a:p>
        </p:txBody>
      </p:sp>
      <p:sp>
        <p:nvSpPr>
          <p:cNvPr id="700622786" name="PlaceHolder 9"/>
          <p:cNvSpPr>
            <a:spLocks noGrp="1"/>
          </p:cNvSpPr>
          <p:nvPr>
            <p:ph type="body"/>
          </p:nvPr>
        </p:nvSpPr>
        <p:spPr bwMode="auto">
          <a:xfrm>
            <a:off x="6240600" y="4575240"/>
            <a:ext cx="2533680" cy="184320"/>
          </a:xfrm>
          <a:prstGeom prst="rect">
            <a:avLst/>
          </a:prstGeom>
          <a:noFill/>
          <a:ln w="0">
            <a:noFill/>
          </a:ln>
        </p:spPr>
        <p:txBody>
          <a:bodyPr lIns="0" tIns="0" rIns="0" bIns="0" anchor="t">
            <a:noAutofit/>
          </a:bodyPr>
          <a:lstStyle>
            <a:lvl1pPr indent="0" algn="l" defTabSz="932760">
              <a:lnSpc>
                <a:spcPct val="100000"/>
              </a:lnSpc>
              <a:buNone/>
              <a:tabLst>
                <a:tab pos="0" algn="l"/>
              </a:tabLst>
              <a:defRPr lang="en-US" sz="1200" b="0" u="none" strike="noStrike">
                <a:solidFill>
                  <a:schemeClr val="dk1"/>
                </a:solidFill>
                <a:latin typeface="Segoe UI Semibold"/>
              </a:defRPr>
            </a:lvl1pPr>
          </a:lstStyle>
          <a:p>
            <a:pPr indent="0" algn="l" defTabSz="932760">
              <a:lnSpc>
                <a:spcPct val="100000"/>
              </a:lnSpc>
              <a:buNone/>
              <a:tabLst>
                <a:tab pos="0" algn="l"/>
              </a:tabLst>
              <a:defRPr/>
            </a:pPr>
            <a:r>
              <a:rPr lang="en-US" sz="1200" b="0" u="none" strike="noStrike">
                <a:solidFill>
                  <a:schemeClr val="dk1"/>
                </a:solidFill>
                <a:latin typeface="Segoe UI Semibold"/>
              </a:rPr>
              <a:t>Click to edit Master text styles</a:t>
            </a:r>
            <a:endParaRPr lang="en-US" sz="1200" b="0" u="none" strike="noStrike">
              <a:solidFill>
                <a:schemeClr val="dk1"/>
              </a:solidFill>
              <a:latin typeface="Segoe UI"/>
            </a:endParaRPr>
          </a:p>
        </p:txBody>
      </p:sp>
      <p:sp>
        <p:nvSpPr>
          <p:cNvPr id="356500562" name="PlaceHolder 10"/>
          <p:cNvSpPr>
            <a:spLocks noGrp="1"/>
          </p:cNvSpPr>
          <p:nvPr>
            <p:ph type="body"/>
          </p:nvPr>
        </p:nvSpPr>
        <p:spPr bwMode="auto">
          <a:xfrm>
            <a:off x="6234840" y="4976280"/>
            <a:ext cx="2534400" cy="153000"/>
          </a:xfrm>
          <a:prstGeom prst="rect">
            <a:avLst/>
          </a:prstGeom>
          <a:noFill/>
          <a:ln w="0">
            <a:noFill/>
          </a:ln>
        </p:spPr>
        <p:txBody>
          <a:bodyPr lIns="0" tIns="0" rIns="0" bIns="0" anchor="t">
            <a:spAutoFit/>
          </a:bodyPr>
          <a:lstStyle>
            <a:lvl1pPr indent="0" algn="l" defTabSz="932760">
              <a:lnSpc>
                <a:spcPct val="100000"/>
              </a:lnSpc>
              <a:spcBef>
                <a:spcPts val="201"/>
              </a:spcBef>
              <a:buNone/>
              <a:tabLst>
                <a:tab pos="0" algn="l"/>
              </a:tabLst>
              <a:defRPr lang="en-US" sz="1000" b="0" u="none" strike="noStrike">
                <a:solidFill>
                  <a:schemeClr val="dk1"/>
                </a:solidFill>
                <a:latin typeface="Segoe UI"/>
              </a:defRPr>
            </a:lvl1pPr>
          </a:lstStyle>
          <a:p>
            <a:pPr indent="0" algn="l" defTabSz="932760">
              <a:lnSpc>
                <a:spcPct val="100000"/>
              </a:lnSpc>
              <a:spcBef>
                <a:spcPts val="201"/>
              </a:spcBef>
              <a:buNone/>
              <a:tabLst>
                <a:tab pos="0" algn="l"/>
              </a:tabLst>
              <a:defRPr/>
            </a:pPr>
            <a:r>
              <a:rPr lang="en-US" sz="1000" b="0" u="none" strike="noStrike">
                <a:solidFill>
                  <a:schemeClr val="dk1"/>
                </a:solidFill>
                <a:latin typeface="Segoe UI"/>
              </a:rPr>
              <a:t>Click to edit Master text styles</a:t>
            </a:r>
          </a:p>
        </p:txBody>
      </p:sp>
      <p:sp>
        <p:nvSpPr>
          <p:cNvPr id="1406114127" name="PlaceHolder 11"/>
          <p:cNvSpPr>
            <a:spLocks noGrp="1"/>
          </p:cNvSpPr>
          <p:nvPr>
            <p:ph type="body"/>
          </p:nvPr>
        </p:nvSpPr>
        <p:spPr bwMode="auto">
          <a:xfrm>
            <a:off x="9067680" y="2284560"/>
            <a:ext cx="2538000" cy="1996560"/>
          </a:xfrm>
          <a:prstGeom prst="rect">
            <a:avLst/>
          </a:prstGeom>
          <a:solidFill>
            <a:srgbClr val="F4F4F7"/>
          </a:solidFill>
          <a:ln w="0">
            <a:noFill/>
          </a:ln>
        </p:spPr>
        <p:txBody>
          <a:bodyPr lIns="0" tIns="0" rIns="0" bIns="731520" anchor="ctr">
            <a:noAutofit/>
          </a:bodyPr>
          <a:lstStyle>
            <a:lvl1pPr indent="0" algn="ctr" defTabSz="914400">
              <a:lnSpc>
                <a:spcPct val="100000"/>
              </a:lnSpc>
              <a:buNone/>
              <a:tabLst>
                <a:tab pos="0" algn="l"/>
              </a:tabLst>
              <a:defRPr lang="en-US" sz="1000" b="1" u="none" strike="noStrike">
                <a:solidFill>
                  <a:srgbClr val="000000"/>
                </a:solidFill>
                <a:latin typeface="Segoe UI"/>
              </a:defRPr>
            </a:lvl1pPr>
          </a:lstStyle>
          <a:p>
            <a:pPr indent="0" algn="ctr" defTabSz="914400">
              <a:lnSpc>
                <a:spcPct val="100000"/>
              </a:lnSpc>
              <a:buNone/>
              <a:tabLst>
                <a:tab pos="0" algn="l"/>
              </a:tabLst>
              <a:defRPr/>
            </a:pPr>
            <a:r>
              <a:rPr lang="en-US" sz="1000" b="1" u="none" strike="noStrike">
                <a:solidFill>
                  <a:srgbClr val="000000"/>
                </a:solidFill>
                <a:latin typeface="Segoe UI"/>
              </a:rPr>
              <a:t>Click icon to add picture</a:t>
            </a:r>
            <a:endParaRPr lang="en-US" sz="1000" b="0" u="none" strike="noStrike">
              <a:solidFill>
                <a:schemeClr val="dk1"/>
              </a:solidFill>
              <a:latin typeface="Segoe UI"/>
            </a:endParaRPr>
          </a:p>
        </p:txBody>
      </p:sp>
      <p:sp>
        <p:nvSpPr>
          <p:cNvPr id="2131471167" name="PlaceHolder 12"/>
          <p:cNvSpPr>
            <a:spLocks noGrp="1"/>
          </p:cNvSpPr>
          <p:nvPr>
            <p:ph type="body"/>
          </p:nvPr>
        </p:nvSpPr>
        <p:spPr bwMode="auto">
          <a:xfrm>
            <a:off x="9076320" y="4575240"/>
            <a:ext cx="2533680" cy="184320"/>
          </a:xfrm>
          <a:prstGeom prst="rect">
            <a:avLst/>
          </a:prstGeom>
          <a:noFill/>
          <a:ln w="0">
            <a:noFill/>
          </a:ln>
        </p:spPr>
        <p:txBody>
          <a:bodyPr lIns="0" tIns="0" rIns="0" bIns="0" anchor="t">
            <a:noAutofit/>
          </a:bodyPr>
          <a:lstStyle>
            <a:lvl1pPr indent="0" algn="l" defTabSz="932760">
              <a:lnSpc>
                <a:spcPct val="100000"/>
              </a:lnSpc>
              <a:buNone/>
              <a:tabLst>
                <a:tab pos="0" algn="l"/>
              </a:tabLst>
              <a:defRPr lang="en-US" sz="1200" b="0" u="none" strike="noStrike">
                <a:solidFill>
                  <a:schemeClr val="dk1"/>
                </a:solidFill>
                <a:latin typeface="Segoe UI Semibold"/>
              </a:defRPr>
            </a:lvl1pPr>
          </a:lstStyle>
          <a:p>
            <a:pPr indent="0" algn="l" defTabSz="932760">
              <a:lnSpc>
                <a:spcPct val="100000"/>
              </a:lnSpc>
              <a:buNone/>
              <a:tabLst>
                <a:tab pos="0" algn="l"/>
              </a:tabLst>
              <a:defRPr/>
            </a:pPr>
            <a:r>
              <a:rPr lang="en-US" sz="1200" b="0" u="none" strike="noStrike">
                <a:solidFill>
                  <a:schemeClr val="dk1"/>
                </a:solidFill>
                <a:latin typeface="Segoe UI Semibold"/>
              </a:rPr>
              <a:t>Click to edit Master text styles</a:t>
            </a:r>
            <a:endParaRPr lang="en-US" sz="1200" b="0" u="none" strike="noStrike">
              <a:solidFill>
                <a:schemeClr val="dk1"/>
              </a:solidFill>
              <a:latin typeface="Segoe UI"/>
            </a:endParaRPr>
          </a:p>
        </p:txBody>
      </p:sp>
      <p:sp>
        <p:nvSpPr>
          <p:cNvPr id="752091807" name="PlaceHolder 13"/>
          <p:cNvSpPr>
            <a:spLocks noGrp="1"/>
          </p:cNvSpPr>
          <p:nvPr>
            <p:ph type="body"/>
          </p:nvPr>
        </p:nvSpPr>
        <p:spPr bwMode="auto">
          <a:xfrm>
            <a:off x="9082080" y="4976280"/>
            <a:ext cx="2534400" cy="153000"/>
          </a:xfrm>
          <a:prstGeom prst="rect">
            <a:avLst/>
          </a:prstGeom>
          <a:noFill/>
          <a:ln w="0">
            <a:noFill/>
          </a:ln>
        </p:spPr>
        <p:txBody>
          <a:bodyPr lIns="0" tIns="0" rIns="0" bIns="0" anchor="t">
            <a:spAutoFit/>
          </a:bodyPr>
          <a:lstStyle>
            <a:lvl1pPr indent="0" algn="l" defTabSz="932760">
              <a:lnSpc>
                <a:spcPct val="100000"/>
              </a:lnSpc>
              <a:spcBef>
                <a:spcPts val="201"/>
              </a:spcBef>
              <a:buNone/>
              <a:tabLst>
                <a:tab pos="0" algn="l"/>
              </a:tabLst>
              <a:defRPr lang="en-US" sz="1000" b="0" u="none" strike="noStrike">
                <a:solidFill>
                  <a:schemeClr val="dk1"/>
                </a:solidFill>
                <a:latin typeface="Segoe UI"/>
              </a:defRPr>
            </a:lvl1pPr>
          </a:lstStyle>
          <a:p>
            <a:pPr indent="0" algn="l" defTabSz="932760">
              <a:lnSpc>
                <a:spcPct val="100000"/>
              </a:lnSpc>
              <a:spcBef>
                <a:spcPts val="201"/>
              </a:spcBef>
              <a:buNone/>
              <a:tabLst>
                <a:tab pos="0" algn="l"/>
              </a:tabLst>
              <a:defRPr/>
            </a:pPr>
            <a:r>
              <a:rPr lang="en-US" sz="1000" b="0" u="none" strike="noStrike">
                <a:solidFill>
                  <a:schemeClr val="dk1"/>
                </a:solidFill>
                <a:latin typeface="Segoe UI"/>
              </a:rPr>
              <a:t>Click to edit Master text styles</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_with Head and Subtitle (28 pt)">
    <p:bg>
      <p:bgPr>
        <a:solidFill>
          <a:srgbClr val="FFFFFF"/>
        </a:solidFill>
        <a:effectLst/>
      </p:bgPr>
    </p:bg>
    <p:spTree>
      <p:nvGrpSpPr>
        <p:cNvPr id="1" name=""/>
        <p:cNvGrpSpPr/>
        <p:nvPr/>
      </p:nvGrpSpPr>
      <p:grpSpPr bwMode="auto">
        <a:xfrm>
          <a:off x="0" y="0"/>
          <a:ext cx="0" cy="0"/>
          <a:chOff x="0" y="0"/>
          <a:chExt cx="0" cy="0"/>
        </a:xfrm>
      </p:grpSpPr>
      <p:pic>
        <p:nvPicPr>
          <p:cNvPr id="1129345355" name="Picture 34"/>
          <p:cNvPicPr/>
          <p:nvPr/>
        </p:nvPicPr>
        <p:blipFill rotWithShape="1">
          <a:blip r:embed="rId2">
            <a:alphaModFix amt="40000"/>
          </a:blip>
          <a:stretch/>
        </p:blipFill>
        <p:spPr bwMode="auto">
          <a:xfrm>
            <a:off x="0" y="720"/>
            <a:ext cx="12191760" cy="6855840"/>
          </a:xfrm>
          <a:prstGeom prst="rect">
            <a:avLst/>
          </a:prstGeom>
          <a:noFill/>
          <a:ln w="0">
            <a:noFill/>
          </a:ln>
        </p:spPr>
      </p:pic>
      <p:pic>
        <p:nvPicPr>
          <p:cNvPr id="564172046" name="Graphic 5"/>
          <p:cNvPicPr/>
          <p:nvPr/>
        </p:nvPicPr>
        <p:blipFill rotWithShape="1">
          <a:blip r:embed="rId3"/>
          <a:stretch/>
        </p:blipFill>
        <p:spPr bwMode="auto">
          <a:xfrm rot="5400000">
            <a:off x="9510120" y="2743200"/>
            <a:ext cx="6857640" cy="1371240"/>
          </a:xfrm>
          <a:prstGeom prst="rect">
            <a:avLst/>
          </a:prstGeom>
          <a:noFill/>
          <a:ln w="0">
            <a:noFill/>
          </a:ln>
        </p:spPr>
      </p:pic>
      <p:sp>
        <p:nvSpPr>
          <p:cNvPr id="510341472" name="TextBox 2"/>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112513329"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391056142"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170998796" name="Straight Connector 33"/>
          <p:cNvCxnSpPr/>
          <p:nvPr/>
        </p:nvCxnSpPr>
        <p:spPr bwMode="auto">
          <a:xfrm>
            <a:off x="-89640" y="5670360"/>
            <a:ext cx="360" cy="1178280"/>
          </a:xfrm>
          <a:prstGeom prst="straightConnector1">
            <a:avLst/>
          </a:prstGeom>
          <a:ln w="9525" cap="sq">
            <a:solidFill>
              <a:srgbClr val="FF0000"/>
            </a:solidFill>
            <a:miter/>
          </a:ln>
        </p:spPr>
      </p:cxnSp>
      <p:sp>
        <p:nvSpPr>
          <p:cNvPr id="1779082068" name="PlaceHolder 1"/>
          <p:cNvSpPr>
            <a:spLocks noGrp="1"/>
          </p:cNvSpPr>
          <p:nvPr>
            <p:ph type="title"/>
          </p:nvPr>
        </p:nvSpPr>
        <p:spPr bwMode="auto">
          <a:xfrm>
            <a:off x="588240" y="585360"/>
            <a:ext cx="11011320" cy="430560"/>
          </a:xfrm>
          <a:prstGeom prst="rect">
            <a:avLst/>
          </a:prstGeom>
          <a:noFill/>
          <a:ln w="0">
            <a:noFill/>
          </a:ln>
        </p:spPr>
        <p:txBody>
          <a:bodyPr lIns="0" tIns="0" rIns="0" bIns="0" anchor="t">
            <a:noAutofit/>
          </a:bodyPr>
          <a:lstStyle>
            <a:lvl1pPr indent="0" algn="l" defTabSz="932760">
              <a:lnSpc>
                <a:spcPct val="100000"/>
              </a:lnSpc>
              <a:buNone/>
              <a:defRPr lang="en-US" sz="2800" b="0" u="none" strike="noStrike">
                <a:solidFill>
                  <a:schemeClr val="dk1"/>
                </a:solidFill>
                <a:latin typeface="Segoe UI Semibold"/>
              </a:defRPr>
            </a:lvl1pPr>
          </a:lstStyle>
          <a:p>
            <a:pPr indent="0" algn="l" defTabSz="932760">
              <a:lnSpc>
                <a:spcPct val="100000"/>
              </a:lnSpc>
              <a:buNone/>
              <a:defRPr/>
            </a:pPr>
            <a:r>
              <a:rPr lang="en-US" sz="2800" b="0" u="none" strike="noStrike">
                <a:solidFill>
                  <a:schemeClr val="dk1"/>
                </a:solidFill>
                <a:latin typeface="Segoe UI Semibold"/>
              </a:rPr>
              <a:t>Click to edit Master title style</a:t>
            </a:r>
          </a:p>
        </p:txBody>
      </p:sp>
      <p:sp>
        <p:nvSpPr>
          <p:cNvPr id="105542649" name="PlaceHolder 2"/>
          <p:cNvSpPr>
            <a:spLocks noGrp="1"/>
          </p:cNvSpPr>
          <p:nvPr>
            <p:ph type="body" hasCustomPrompt="1"/>
          </p:nvPr>
        </p:nvSpPr>
        <p:spPr bwMode="auto">
          <a:xfrm>
            <a:off x="579600" y="1169640"/>
            <a:ext cx="11011320" cy="254520"/>
          </a:xfrm>
          <a:prstGeom prst="rect">
            <a:avLst/>
          </a:prstGeom>
          <a:noFill/>
          <a:ln w="0">
            <a:noFill/>
          </a:ln>
        </p:spPr>
        <p:txBody>
          <a:bodyPr lIns="0" tIns="0" rIns="0" bIns="0" anchor="t">
            <a:spAutoFit/>
          </a:bodyPr>
          <a:lstStyle>
            <a:lvl1pPr indent="0" algn="l" defTabSz="914400">
              <a:lnSpc>
                <a:spcPts val="2000"/>
              </a:lnSpc>
              <a:buNone/>
              <a:tabLst>
                <a:tab pos="0" algn="l"/>
              </a:tabLst>
              <a:defRPr lang="en-US" sz="1600" b="0" u="none" strike="noStrike">
                <a:solidFill>
                  <a:srgbClr val="000000"/>
                </a:solidFill>
                <a:latin typeface="Segoe UI"/>
              </a:defRPr>
            </a:lvl1pPr>
          </a:lstStyle>
          <a:p>
            <a:pPr indent="0" algn="l" defTabSz="914400">
              <a:lnSpc>
                <a:spcPts val="2000"/>
              </a:lnSpc>
              <a:buNone/>
              <a:tabLst>
                <a:tab pos="0" algn="l"/>
              </a:tabLst>
              <a:defRPr/>
            </a:pPr>
            <a:r>
              <a:rPr lang="en-US" sz="1600" b="0" u="none" strike="noStrike">
                <a:solidFill>
                  <a:srgbClr val="000000"/>
                </a:solidFill>
                <a:latin typeface="Segoe UI"/>
              </a:rPr>
              <a:t>Subhead Segoe UI Regular 16pt</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_with Head (28 pt)">
    <p:bg>
      <p:bgPr>
        <a:solidFill>
          <a:srgbClr val="FFFFFF"/>
        </a:solidFill>
        <a:effectLst/>
      </p:bgPr>
    </p:bg>
    <p:spTree>
      <p:nvGrpSpPr>
        <p:cNvPr id="1" name=""/>
        <p:cNvGrpSpPr/>
        <p:nvPr/>
      </p:nvGrpSpPr>
      <p:grpSpPr bwMode="auto">
        <a:xfrm>
          <a:off x="0" y="0"/>
          <a:ext cx="0" cy="0"/>
          <a:chOff x="0" y="0"/>
          <a:chExt cx="0" cy="0"/>
        </a:xfrm>
      </p:grpSpPr>
      <p:pic>
        <p:nvPicPr>
          <p:cNvPr id="614419712" name="Picture 34"/>
          <p:cNvPicPr/>
          <p:nvPr/>
        </p:nvPicPr>
        <p:blipFill rotWithShape="1">
          <a:blip r:embed="rId2">
            <a:alphaModFix amt="40000"/>
          </a:blip>
          <a:stretch/>
        </p:blipFill>
        <p:spPr bwMode="auto">
          <a:xfrm>
            <a:off x="0" y="720"/>
            <a:ext cx="12191760" cy="6855840"/>
          </a:xfrm>
          <a:prstGeom prst="rect">
            <a:avLst/>
          </a:prstGeom>
          <a:noFill/>
          <a:ln w="0">
            <a:noFill/>
          </a:ln>
        </p:spPr>
      </p:pic>
      <p:pic>
        <p:nvPicPr>
          <p:cNvPr id="138216212" name="Graphic 5"/>
          <p:cNvPicPr/>
          <p:nvPr/>
        </p:nvPicPr>
        <p:blipFill rotWithShape="1">
          <a:blip r:embed="rId3"/>
          <a:stretch/>
        </p:blipFill>
        <p:spPr bwMode="auto">
          <a:xfrm rot="5400000">
            <a:off x="9510120" y="2743200"/>
            <a:ext cx="6857640" cy="1371240"/>
          </a:xfrm>
          <a:prstGeom prst="rect">
            <a:avLst/>
          </a:prstGeom>
          <a:noFill/>
          <a:ln w="0">
            <a:noFill/>
          </a:ln>
        </p:spPr>
      </p:pic>
      <p:sp>
        <p:nvSpPr>
          <p:cNvPr id="1962254561" name="TextBox 2"/>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1820127681"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812467001"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1507444405" name="Straight Connector 33"/>
          <p:cNvCxnSpPr/>
          <p:nvPr/>
        </p:nvCxnSpPr>
        <p:spPr bwMode="auto">
          <a:xfrm>
            <a:off x="-89640" y="5670360"/>
            <a:ext cx="360" cy="1178280"/>
          </a:xfrm>
          <a:prstGeom prst="straightConnector1">
            <a:avLst/>
          </a:prstGeom>
          <a:ln w="9525" cap="sq">
            <a:solidFill>
              <a:srgbClr val="FF0000"/>
            </a:solidFill>
            <a:miter/>
          </a:ln>
        </p:spPr>
      </p:cxnSp>
      <p:sp>
        <p:nvSpPr>
          <p:cNvPr id="1930451482" name="PlaceHolder 1"/>
          <p:cNvSpPr>
            <a:spLocks noGrp="1"/>
          </p:cNvSpPr>
          <p:nvPr>
            <p:ph type="title"/>
          </p:nvPr>
        </p:nvSpPr>
        <p:spPr bwMode="auto">
          <a:xfrm>
            <a:off x="588240" y="585360"/>
            <a:ext cx="11011320" cy="430560"/>
          </a:xfrm>
          <a:prstGeom prst="rect">
            <a:avLst/>
          </a:prstGeom>
          <a:noFill/>
          <a:ln w="0">
            <a:noFill/>
          </a:ln>
        </p:spPr>
        <p:txBody>
          <a:bodyPr lIns="0" tIns="0" rIns="0" bIns="0" anchor="t">
            <a:noAutofit/>
          </a:bodyPr>
          <a:lstStyle>
            <a:lvl1pPr indent="0" algn="l" defTabSz="932760">
              <a:lnSpc>
                <a:spcPct val="100000"/>
              </a:lnSpc>
              <a:buNone/>
              <a:defRPr lang="en-US" sz="2800" b="0" u="none" strike="noStrike">
                <a:solidFill>
                  <a:schemeClr val="dk1"/>
                </a:solidFill>
                <a:latin typeface="Segoe UI Semibold"/>
              </a:defRPr>
            </a:lvl1pPr>
          </a:lstStyle>
          <a:p>
            <a:pPr indent="0" algn="l" defTabSz="932760">
              <a:lnSpc>
                <a:spcPct val="100000"/>
              </a:lnSpc>
              <a:buNone/>
              <a:defRPr/>
            </a:pPr>
            <a:r>
              <a:rPr lang="en-US" sz="2800" b="0" u="none" strike="noStrike">
                <a:solidFill>
                  <a:schemeClr val="dk1"/>
                </a:solidFill>
                <a:latin typeface="Segoe UI Semibold"/>
              </a:rPr>
              <a:t>Click to edit Master title style</a:t>
            </a:r>
          </a:p>
        </p:txBody>
      </p:sp>
      <p:sp>
        <p:nvSpPr>
          <p:cNvPr id="1710435634" name="PlaceHolder 2"/>
          <p:cNvSpPr>
            <a:spLocks noGrp="1"/>
          </p:cNvSpPr>
          <p:nvPr>
            <p:ph type="body"/>
          </p:nvPr>
        </p:nvSpPr>
        <p:spPr bwMode="auto">
          <a:xfrm>
            <a:off x="609480" y="1604520"/>
            <a:ext cx="10972440" cy="3977280"/>
          </a:xfrm>
          <a:prstGeom prst="rect">
            <a:avLst/>
          </a:prstGeom>
          <a:noFill/>
          <a:ln w="0">
            <a:noFill/>
          </a:ln>
        </p:spPr>
        <p:txBody>
          <a:bodyPr lIns="0" tIns="0" rIns="0" bIns="0" anchor="t">
            <a:normAutofit/>
          </a:bodyPr>
          <a:lstStyle>
            <a:lvl1pPr algn="l" defTabSz="932760">
              <a:spcBef>
                <a:spcPts val="320"/>
              </a:spcBef>
              <a:buClr>
                <a:srgbClr val="000000"/>
              </a:buClr>
              <a:buSzPct val="90000"/>
              <a:buFont typeface="Arial"/>
              <a:buChar char="•"/>
              <a:defRPr lang="en-US" sz="1600" b="0" u="none" strike="noStrike">
                <a:solidFill>
                  <a:schemeClr val="dk1"/>
                </a:solidFill>
                <a:latin typeface="Segoe UI"/>
              </a:defRPr>
            </a:lvl1pPr>
            <a:lvl2pPr lvl="1" algn="l" defTabSz="932760">
              <a:spcBef>
                <a:spcPts val="281"/>
              </a:spcBef>
              <a:buClr>
                <a:srgbClr val="000000"/>
              </a:buClr>
              <a:buSzPct val="75000"/>
              <a:buFont typeface="Symbol"/>
              <a:buChar char=""/>
              <a:defRPr lang="en-US" sz="1400" b="0" u="none" strike="noStrike">
                <a:solidFill>
                  <a:schemeClr val="dk1"/>
                </a:solidFill>
                <a:latin typeface="Segoe UI"/>
              </a:defRPr>
            </a:lvl2pPr>
            <a:lvl3pPr lvl="2" algn="l" defTabSz="932760">
              <a:spcBef>
                <a:spcPts val="241"/>
              </a:spcBef>
              <a:buClr>
                <a:srgbClr val="000000"/>
              </a:buClr>
              <a:buSzPct val="45000"/>
              <a:buFont typeface="Wingdings"/>
              <a:buChar char=""/>
              <a:defRPr lang="en-US" sz="1200" b="0" u="none" strike="noStrike">
                <a:solidFill>
                  <a:schemeClr val="dk1"/>
                </a:solidFill>
                <a:latin typeface="Segoe UI"/>
              </a:defRPr>
            </a:lvl3pPr>
            <a:lvl4pPr lvl="3" algn="l" defTabSz="932760">
              <a:spcBef>
                <a:spcPts val="567"/>
              </a:spcBef>
              <a:buClr>
                <a:srgbClr val="000000"/>
              </a:buClr>
              <a:buSzPct val="75000"/>
              <a:buFont typeface="Symbol"/>
              <a:buChar char=""/>
              <a:defRPr lang="en-US" sz="800" b="0" u="none" strike="noStrike">
                <a:solidFill>
                  <a:schemeClr val="dk1"/>
                </a:solidFill>
                <a:latin typeface="Segoe UI"/>
              </a:defRPr>
            </a:lvl4pPr>
            <a:lvl5pPr lvl="4" algn="l" defTabSz="932760">
              <a:spcBef>
                <a:spcPts val="283"/>
              </a:spcBef>
              <a:buClr>
                <a:srgbClr val="000000"/>
              </a:buClr>
              <a:buSzPct val="45000"/>
              <a:buFont typeface="Wingdings"/>
              <a:buChar char=""/>
              <a:defRPr lang="en-US" sz="2000" b="0" u="none" strike="noStrike">
                <a:solidFill>
                  <a:schemeClr val="dk1"/>
                </a:solidFill>
                <a:latin typeface="Segoe UI"/>
              </a:defRPr>
            </a:lvl5pPr>
            <a:lvl6pPr lvl="5" algn="l" defTabSz="932760">
              <a:spcBef>
                <a:spcPts val="283"/>
              </a:spcBef>
              <a:buClr>
                <a:srgbClr val="000000"/>
              </a:buClr>
              <a:buSzPct val="45000"/>
              <a:buFont typeface="Wingdings"/>
              <a:buChar char=""/>
              <a:defRPr lang="en-US" sz="2000" b="0" u="none" strike="noStrike">
                <a:solidFill>
                  <a:schemeClr val="dk1"/>
                </a:solidFill>
                <a:latin typeface="Segoe UI"/>
              </a:defRPr>
            </a:lvl6pPr>
            <a:lvl7pPr lvl="6" algn="l" defTabSz="932760">
              <a:spcBef>
                <a:spcPts val="283"/>
              </a:spcBef>
              <a:buClr>
                <a:srgbClr val="000000"/>
              </a:buClr>
              <a:buSzPct val="45000"/>
              <a:buFont typeface="Wingdings"/>
              <a:buChar char=""/>
              <a:defRPr lang="en-US" sz="2000" b="0" u="none" strike="noStrike">
                <a:solidFill>
                  <a:schemeClr val="dk1"/>
                </a:solidFill>
                <a:latin typeface="Segoe UI"/>
              </a:defRPr>
            </a:lvl7pPr>
          </a:lstStyle>
          <a:p>
            <a:pPr marL="137160" indent="-137160" algn="l" defTabSz="932760">
              <a:spcBef>
                <a:spcPts val="320"/>
              </a:spcBef>
              <a:buClr>
                <a:srgbClr val="000000"/>
              </a:buClr>
              <a:buSzPct val="90000"/>
              <a:buFont typeface="Arial"/>
              <a:buChar char="•"/>
              <a:defRPr/>
            </a:pPr>
            <a:r>
              <a:rPr lang="en-US" sz="1600" b="0" u="none" strike="noStrike">
                <a:solidFill>
                  <a:schemeClr val="dk1"/>
                </a:solidFill>
                <a:latin typeface="Segoe UI"/>
              </a:rPr>
              <a:t>Click to edit the outline text format</a:t>
            </a:r>
          </a:p>
          <a:p>
            <a:pPr marL="864000" lvl="1" indent="-324000" algn="l" defTabSz="932760">
              <a:spcBef>
                <a:spcPts val="281"/>
              </a:spcBef>
              <a:buClr>
                <a:srgbClr val="000000"/>
              </a:buClr>
              <a:buSzPct val="75000"/>
              <a:buFont typeface="Symbol"/>
              <a:buChar char=""/>
              <a:defRPr/>
            </a:pPr>
            <a:r>
              <a:rPr lang="en-US" sz="1400" b="0" u="none" strike="noStrike">
                <a:solidFill>
                  <a:schemeClr val="dk1"/>
                </a:solidFill>
                <a:latin typeface="Segoe UI"/>
              </a:rPr>
              <a:t>Second Outline Level</a:t>
            </a:r>
          </a:p>
          <a:p>
            <a:pPr marL="1296000" lvl="2" indent="-288000" algn="l" defTabSz="932760">
              <a:spcBef>
                <a:spcPts val="241"/>
              </a:spcBef>
              <a:buClr>
                <a:srgbClr val="000000"/>
              </a:buClr>
              <a:buSzPct val="45000"/>
              <a:buFont typeface="Wingdings"/>
              <a:buChar char=""/>
              <a:defRPr/>
            </a:pPr>
            <a:r>
              <a:rPr lang="en-US" sz="1200" b="0" u="none" strike="noStrike">
                <a:solidFill>
                  <a:schemeClr val="dk1"/>
                </a:solidFill>
                <a:latin typeface="Segoe UI"/>
              </a:rPr>
              <a:t>Third Outline Level</a:t>
            </a:r>
          </a:p>
          <a:p>
            <a:pPr marL="1728000" lvl="3" indent="-216000" algn="l" defTabSz="932760">
              <a:spcBef>
                <a:spcPts val="567"/>
              </a:spcBef>
              <a:buClr>
                <a:srgbClr val="000000"/>
              </a:buClr>
              <a:buSzPct val="75000"/>
              <a:buFont typeface="Symbol"/>
              <a:buChar char=""/>
              <a:defRPr/>
            </a:pPr>
            <a:r>
              <a:rPr lang="en-US" sz="800" b="0" u="none" strike="noStrike">
                <a:solidFill>
                  <a:schemeClr val="dk1"/>
                </a:solidFill>
                <a:latin typeface="Segoe UI"/>
              </a:rPr>
              <a:t>Fourth Outline Level</a:t>
            </a:r>
          </a:p>
          <a:p>
            <a:pPr marL="2160000" lvl="4" indent="-216000" algn="l" defTabSz="932760">
              <a:spcBef>
                <a:spcPts val="283"/>
              </a:spcBef>
              <a:buClr>
                <a:srgbClr val="000000"/>
              </a:buClr>
              <a:buSzPct val="45000"/>
              <a:buFont typeface="Wingdings"/>
              <a:buChar char=""/>
              <a:defRPr/>
            </a:pPr>
            <a:r>
              <a:rPr lang="en-US" sz="2000" b="0" u="none" strike="noStrike">
                <a:solidFill>
                  <a:schemeClr val="dk1"/>
                </a:solidFill>
                <a:latin typeface="Segoe UI"/>
              </a:rPr>
              <a:t>Fifth Outline Level</a:t>
            </a:r>
          </a:p>
          <a:p>
            <a:pPr marL="2592000" lvl="5" indent="-216000" algn="l" defTabSz="932760">
              <a:spcBef>
                <a:spcPts val="283"/>
              </a:spcBef>
              <a:buClr>
                <a:srgbClr val="000000"/>
              </a:buClr>
              <a:buSzPct val="45000"/>
              <a:buFont typeface="Wingdings"/>
              <a:buChar char=""/>
              <a:defRPr/>
            </a:pPr>
            <a:r>
              <a:rPr lang="en-US" sz="2000" b="0" u="none" strike="noStrike">
                <a:solidFill>
                  <a:schemeClr val="dk1"/>
                </a:solidFill>
                <a:latin typeface="Segoe UI"/>
              </a:rPr>
              <a:t>Sixth Outline Level</a:t>
            </a:r>
          </a:p>
          <a:p>
            <a:pPr marL="3024000" lvl="6" indent="-216000" algn="l" defTabSz="932760">
              <a:spcBef>
                <a:spcPts val="283"/>
              </a:spcBef>
              <a:buClr>
                <a:srgbClr val="000000"/>
              </a:buClr>
              <a:buSzPct val="45000"/>
              <a:buFont typeface="Wingdings"/>
              <a:buChar char=""/>
              <a:defRPr/>
            </a:pPr>
            <a:r>
              <a:rPr lang="en-US" sz="2000" b="0" u="none" strike="noStrike">
                <a:solidFill>
                  <a:schemeClr val="dk1"/>
                </a:solidFill>
                <a:latin typeface="Segoe UI"/>
              </a:rPr>
              <a:t>Seventh Outline Level</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type="blank" preserve="1" userDrawn="1">
  <p:cSld name="Presenter-BIo">
    <p:bg>
      <p:bgPr>
        <a:solidFill>
          <a:srgbClr val="FFFFFF"/>
        </a:solidFill>
        <a:effectLst/>
      </p:bgPr>
    </p:bg>
    <p:spTree>
      <p:nvGrpSpPr>
        <p:cNvPr id="1" name=""/>
        <p:cNvGrpSpPr/>
        <p:nvPr/>
      </p:nvGrpSpPr>
      <p:grpSpPr bwMode="auto">
        <a:xfrm>
          <a:off x="0" y="0"/>
          <a:ext cx="0" cy="0"/>
          <a:chOff x="0" y="0"/>
          <a:chExt cx="0" cy="0"/>
        </a:xfrm>
      </p:grpSpPr>
      <p:pic>
        <p:nvPicPr>
          <p:cNvPr id="182621554" name="Picture 34"/>
          <p:cNvPicPr/>
          <p:nvPr userDrawn="1"/>
        </p:nvPicPr>
        <p:blipFill rotWithShape="1">
          <a:blip r:embed="rId2">
            <a:alphaModFix amt="40000"/>
          </a:blip>
          <a:stretch/>
        </p:blipFill>
        <p:spPr bwMode="auto">
          <a:xfrm>
            <a:off x="0" y="720"/>
            <a:ext cx="12191760" cy="6855840"/>
          </a:xfrm>
          <a:prstGeom prst="rect">
            <a:avLst/>
          </a:prstGeom>
          <a:noFill/>
          <a:ln w="0">
            <a:noFill/>
          </a:ln>
        </p:spPr>
      </p:pic>
      <p:pic>
        <p:nvPicPr>
          <p:cNvPr id="1585357790" name="Graphic 5"/>
          <p:cNvPicPr/>
          <p:nvPr/>
        </p:nvPicPr>
        <p:blipFill rotWithShape="1">
          <a:blip r:embed="rId3"/>
          <a:stretch/>
        </p:blipFill>
        <p:spPr bwMode="auto">
          <a:xfrm rot="5400000">
            <a:off x="9510120" y="2743200"/>
            <a:ext cx="6857640" cy="1371240"/>
          </a:xfrm>
          <a:prstGeom prst="rect">
            <a:avLst/>
          </a:prstGeom>
          <a:noFill/>
          <a:ln w="0">
            <a:noFill/>
          </a:ln>
        </p:spPr>
      </p:pic>
      <p:sp>
        <p:nvSpPr>
          <p:cNvPr id="1752276694" name="TextBox 2"/>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320802915"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1280497441"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1125278938" name="Straight Connector 33"/>
          <p:cNvCxnSpPr/>
          <p:nvPr/>
        </p:nvCxnSpPr>
        <p:spPr bwMode="auto">
          <a:xfrm>
            <a:off x="-89640" y="5670360"/>
            <a:ext cx="360" cy="1178280"/>
          </a:xfrm>
          <a:prstGeom prst="straightConnector1">
            <a:avLst/>
          </a:prstGeom>
          <a:ln w="9525" cap="sq">
            <a:solidFill>
              <a:srgbClr val="FF0000"/>
            </a:solidFill>
            <a:miter/>
          </a:ln>
        </p:spPr>
      </p:cxnSp>
      <p:sp>
        <p:nvSpPr>
          <p:cNvPr id="96984061" name="Rectangle 18"/>
          <p:cNvSpPr/>
          <p:nvPr/>
        </p:nvSpPr>
        <p:spPr bwMode="auto">
          <a:xfrm>
            <a:off x="0" y="0"/>
            <a:ext cx="7035840" cy="685764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horzOverflow="overflow" lIns="182880" tIns="146160" rIns="182880" bIns="146160" numCol="1" spcCol="0" anchor="t">
            <a:noAutofit/>
          </a:bodyPr>
          <a:lstStyle/>
          <a:p>
            <a:pPr>
              <a:defRPr/>
            </a:pPr>
            <a:endParaRPr lang="en-US" sz="2000" b="0" u="none" strike="noStrike">
              <a:solidFill>
                <a:srgbClr val="FFFFFF"/>
              </a:solidFill>
              <a:latin typeface="Segoe UI"/>
            </a:endParaRPr>
          </a:p>
        </p:txBody>
      </p:sp>
      <p:sp>
        <p:nvSpPr>
          <p:cNvPr id="175222648" name="PlaceHolder 1"/>
          <p:cNvSpPr>
            <a:spLocks noGrp="1"/>
          </p:cNvSpPr>
          <p:nvPr>
            <p:ph type="body"/>
          </p:nvPr>
        </p:nvSpPr>
        <p:spPr bwMode="auto">
          <a:xfrm>
            <a:off x="7554600" y="3833640"/>
            <a:ext cx="1069560" cy="1069560"/>
          </a:xfrm>
          <a:prstGeom prst="rect">
            <a:avLst/>
          </a:prstGeom>
          <a:solidFill>
            <a:srgbClr val="F4F4F7"/>
          </a:solidFill>
          <a:ln w="0">
            <a:noFill/>
          </a:ln>
        </p:spPr>
        <p:txBody>
          <a:bodyPr lIns="0" tIns="0" rIns="0" bIns="0" anchor="ctr">
            <a:noAutofit/>
          </a:bodyPr>
          <a:lstStyle>
            <a:lvl1pPr indent="0" algn="ctr" defTabSz="914400">
              <a:lnSpc>
                <a:spcPct val="100000"/>
              </a:lnSpc>
              <a:buNone/>
              <a:tabLst>
                <a:tab pos="0" algn="l"/>
              </a:tabLst>
              <a:defRPr lang="en-US" sz="900" b="1" u="none" strike="noStrike">
                <a:solidFill>
                  <a:srgbClr val="000000"/>
                </a:solidFill>
                <a:latin typeface="Segoe UI"/>
              </a:defRPr>
            </a:lvl1pPr>
          </a:lstStyle>
          <a:p>
            <a:pPr indent="0" algn="ctr" defTabSz="914400">
              <a:lnSpc>
                <a:spcPct val="100000"/>
              </a:lnSpc>
              <a:buNone/>
              <a:tabLst>
                <a:tab pos="0" algn="l"/>
              </a:tabLst>
              <a:defRPr/>
            </a:pPr>
            <a:r>
              <a:rPr lang="en-US" sz="900" b="1" u="none" strike="noStrike">
                <a:solidFill>
                  <a:srgbClr val="000000"/>
                </a:solidFill>
                <a:latin typeface="Segoe UI"/>
              </a:rPr>
              <a:t>Click icon to add picture</a:t>
            </a:r>
          </a:p>
        </p:txBody>
      </p:sp>
      <p:sp>
        <p:nvSpPr>
          <p:cNvPr id="1801543189" name="PlaceHolder 2"/>
          <p:cNvSpPr>
            <a:spLocks noGrp="1"/>
          </p:cNvSpPr>
          <p:nvPr>
            <p:ph type="body"/>
          </p:nvPr>
        </p:nvSpPr>
        <p:spPr bwMode="auto">
          <a:xfrm>
            <a:off x="10568880" y="3833640"/>
            <a:ext cx="1069560" cy="1069560"/>
          </a:xfrm>
          <a:prstGeom prst="rect">
            <a:avLst/>
          </a:prstGeom>
          <a:solidFill>
            <a:srgbClr val="F4F4F7"/>
          </a:solidFill>
          <a:ln w="0">
            <a:noFill/>
          </a:ln>
        </p:spPr>
        <p:txBody>
          <a:bodyPr lIns="0" tIns="0" rIns="0" bIns="0" anchor="ctr">
            <a:noAutofit/>
          </a:bodyPr>
          <a:lstStyle>
            <a:lvl1pPr indent="0" algn="ctr" defTabSz="914400">
              <a:lnSpc>
                <a:spcPct val="100000"/>
              </a:lnSpc>
              <a:buNone/>
              <a:tabLst>
                <a:tab pos="0" algn="l"/>
              </a:tabLst>
              <a:defRPr lang="en-US" sz="900" b="1" u="none" strike="noStrike">
                <a:solidFill>
                  <a:srgbClr val="000000"/>
                </a:solidFill>
                <a:latin typeface="Segoe UI"/>
              </a:defRPr>
            </a:lvl1pPr>
          </a:lstStyle>
          <a:p>
            <a:pPr indent="0" algn="ctr" defTabSz="914400">
              <a:lnSpc>
                <a:spcPct val="100000"/>
              </a:lnSpc>
              <a:buNone/>
              <a:tabLst>
                <a:tab pos="0" algn="l"/>
              </a:tabLst>
              <a:defRPr/>
            </a:pPr>
            <a:r>
              <a:rPr lang="en-US" sz="900" b="1" u="none" strike="noStrike">
                <a:solidFill>
                  <a:srgbClr val="000000"/>
                </a:solidFill>
                <a:latin typeface="Segoe UI"/>
              </a:rPr>
              <a:t>Click icon to add picture</a:t>
            </a:r>
          </a:p>
        </p:txBody>
      </p:sp>
      <p:sp>
        <p:nvSpPr>
          <p:cNvPr id="1335307126" name="PlaceHolder 3"/>
          <p:cNvSpPr>
            <a:spLocks noGrp="1"/>
          </p:cNvSpPr>
          <p:nvPr>
            <p:ph type="body"/>
          </p:nvPr>
        </p:nvSpPr>
        <p:spPr bwMode="auto">
          <a:xfrm>
            <a:off x="9061560" y="3833640"/>
            <a:ext cx="1069560" cy="1069560"/>
          </a:xfrm>
          <a:prstGeom prst="rect">
            <a:avLst/>
          </a:prstGeom>
          <a:solidFill>
            <a:srgbClr val="F4F4F7"/>
          </a:solidFill>
          <a:ln w="0">
            <a:noFill/>
          </a:ln>
        </p:spPr>
        <p:txBody>
          <a:bodyPr lIns="0" tIns="0" rIns="0" bIns="0" anchor="ctr">
            <a:noAutofit/>
          </a:bodyPr>
          <a:lstStyle>
            <a:lvl1pPr indent="0" algn="ctr" defTabSz="914400">
              <a:lnSpc>
                <a:spcPct val="100000"/>
              </a:lnSpc>
              <a:buNone/>
              <a:tabLst>
                <a:tab pos="0" algn="l"/>
              </a:tabLst>
              <a:defRPr lang="en-US" sz="900" b="1" u="none" strike="noStrike">
                <a:solidFill>
                  <a:srgbClr val="000000"/>
                </a:solidFill>
                <a:latin typeface="Segoe UI"/>
              </a:defRPr>
            </a:lvl1pPr>
          </a:lstStyle>
          <a:p>
            <a:pPr indent="0" algn="ctr" defTabSz="914400">
              <a:lnSpc>
                <a:spcPct val="100000"/>
              </a:lnSpc>
              <a:buNone/>
              <a:tabLst>
                <a:tab pos="0" algn="l"/>
              </a:tabLst>
              <a:defRPr/>
            </a:pPr>
            <a:r>
              <a:rPr lang="en-US" sz="900" b="1" u="none" strike="noStrike">
                <a:solidFill>
                  <a:srgbClr val="000000"/>
                </a:solidFill>
                <a:latin typeface="Segoe UI"/>
              </a:rPr>
              <a:t>Click icon to add picture</a:t>
            </a:r>
          </a:p>
        </p:txBody>
      </p:sp>
      <p:sp>
        <p:nvSpPr>
          <p:cNvPr id="2089477186" name="PlaceHolder 4"/>
          <p:cNvSpPr>
            <a:spLocks noGrp="1"/>
          </p:cNvSpPr>
          <p:nvPr>
            <p:ph type="body"/>
          </p:nvPr>
        </p:nvSpPr>
        <p:spPr bwMode="auto">
          <a:xfrm>
            <a:off x="7554600" y="5199120"/>
            <a:ext cx="1069560" cy="1069560"/>
          </a:xfrm>
          <a:prstGeom prst="rect">
            <a:avLst/>
          </a:prstGeom>
          <a:solidFill>
            <a:srgbClr val="F4F4F7"/>
          </a:solidFill>
          <a:ln w="0">
            <a:noFill/>
          </a:ln>
        </p:spPr>
        <p:txBody>
          <a:bodyPr lIns="0" tIns="0" rIns="0" bIns="0" anchor="ctr">
            <a:noAutofit/>
          </a:bodyPr>
          <a:lstStyle>
            <a:lvl1pPr indent="0" algn="ctr" defTabSz="914400">
              <a:lnSpc>
                <a:spcPct val="100000"/>
              </a:lnSpc>
              <a:buNone/>
              <a:tabLst>
                <a:tab pos="0" algn="l"/>
              </a:tabLst>
              <a:defRPr lang="en-US" sz="900" b="1" u="none" strike="noStrike">
                <a:solidFill>
                  <a:srgbClr val="000000"/>
                </a:solidFill>
                <a:latin typeface="Segoe UI"/>
              </a:defRPr>
            </a:lvl1pPr>
          </a:lstStyle>
          <a:p>
            <a:pPr indent="0" algn="ctr" defTabSz="914400">
              <a:lnSpc>
                <a:spcPct val="100000"/>
              </a:lnSpc>
              <a:buNone/>
              <a:tabLst>
                <a:tab pos="0" algn="l"/>
              </a:tabLst>
              <a:defRPr/>
            </a:pPr>
            <a:r>
              <a:rPr lang="en-US" sz="900" b="1" u="none" strike="noStrike">
                <a:solidFill>
                  <a:srgbClr val="000000"/>
                </a:solidFill>
                <a:latin typeface="Segoe UI"/>
              </a:rPr>
              <a:t>Click icon to add picture</a:t>
            </a:r>
          </a:p>
        </p:txBody>
      </p:sp>
      <p:sp>
        <p:nvSpPr>
          <p:cNvPr id="207601268" name="PlaceHolder 5"/>
          <p:cNvSpPr>
            <a:spLocks noGrp="1"/>
          </p:cNvSpPr>
          <p:nvPr>
            <p:ph type="body"/>
          </p:nvPr>
        </p:nvSpPr>
        <p:spPr bwMode="auto">
          <a:xfrm>
            <a:off x="10568880" y="5199120"/>
            <a:ext cx="1069560" cy="1069560"/>
          </a:xfrm>
          <a:prstGeom prst="rect">
            <a:avLst/>
          </a:prstGeom>
          <a:solidFill>
            <a:srgbClr val="F4F4F7"/>
          </a:solidFill>
          <a:ln w="0">
            <a:noFill/>
          </a:ln>
        </p:spPr>
        <p:txBody>
          <a:bodyPr lIns="0" tIns="0" rIns="0" bIns="0" anchor="ctr">
            <a:noAutofit/>
          </a:bodyPr>
          <a:lstStyle>
            <a:lvl1pPr indent="0" algn="ctr" defTabSz="914400">
              <a:lnSpc>
                <a:spcPct val="100000"/>
              </a:lnSpc>
              <a:buNone/>
              <a:tabLst>
                <a:tab pos="0" algn="l"/>
              </a:tabLst>
              <a:defRPr lang="en-US" sz="900" b="1" u="none" strike="noStrike">
                <a:solidFill>
                  <a:srgbClr val="000000"/>
                </a:solidFill>
                <a:latin typeface="Segoe UI"/>
              </a:defRPr>
            </a:lvl1pPr>
          </a:lstStyle>
          <a:p>
            <a:pPr indent="0" algn="ctr" defTabSz="914400">
              <a:lnSpc>
                <a:spcPct val="100000"/>
              </a:lnSpc>
              <a:buNone/>
              <a:tabLst>
                <a:tab pos="0" algn="l"/>
              </a:tabLst>
              <a:defRPr/>
            </a:pPr>
            <a:r>
              <a:rPr lang="en-US" sz="900" b="1" u="none" strike="noStrike">
                <a:solidFill>
                  <a:srgbClr val="000000"/>
                </a:solidFill>
                <a:latin typeface="Segoe UI"/>
              </a:rPr>
              <a:t>Click icon to add picture</a:t>
            </a:r>
          </a:p>
        </p:txBody>
      </p:sp>
      <p:sp>
        <p:nvSpPr>
          <p:cNvPr id="45060500" name="PlaceHolder 6"/>
          <p:cNvSpPr>
            <a:spLocks noGrp="1"/>
          </p:cNvSpPr>
          <p:nvPr>
            <p:ph type="body"/>
          </p:nvPr>
        </p:nvSpPr>
        <p:spPr bwMode="auto">
          <a:xfrm>
            <a:off x="9061560" y="5199120"/>
            <a:ext cx="1069560" cy="1069560"/>
          </a:xfrm>
          <a:prstGeom prst="rect">
            <a:avLst/>
          </a:prstGeom>
          <a:solidFill>
            <a:srgbClr val="F4F4F7"/>
          </a:solidFill>
          <a:ln w="0">
            <a:noFill/>
          </a:ln>
        </p:spPr>
        <p:txBody>
          <a:bodyPr lIns="0" tIns="0" rIns="0" bIns="0" anchor="ctr">
            <a:noAutofit/>
          </a:bodyPr>
          <a:lstStyle>
            <a:lvl1pPr indent="0" algn="ctr" defTabSz="914400">
              <a:lnSpc>
                <a:spcPct val="100000"/>
              </a:lnSpc>
              <a:buNone/>
              <a:tabLst>
                <a:tab pos="0" algn="l"/>
              </a:tabLst>
              <a:defRPr lang="en-US" sz="900" b="1" u="none" strike="noStrike">
                <a:solidFill>
                  <a:srgbClr val="000000"/>
                </a:solidFill>
                <a:latin typeface="Segoe UI"/>
              </a:defRPr>
            </a:lvl1pPr>
          </a:lstStyle>
          <a:p>
            <a:pPr indent="0" algn="ctr" defTabSz="914400">
              <a:lnSpc>
                <a:spcPct val="100000"/>
              </a:lnSpc>
              <a:buNone/>
              <a:tabLst>
                <a:tab pos="0" algn="l"/>
              </a:tabLst>
              <a:defRPr/>
            </a:pPr>
            <a:r>
              <a:rPr lang="en-US" sz="900" b="1" u="none" strike="noStrike">
                <a:solidFill>
                  <a:srgbClr val="000000"/>
                </a:solidFill>
                <a:latin typeface="Segoe UI"/>
              </a:rPr>
              <a:t>Click icon to add picture</a:t>
            </a:r>
          </a:p>
        </p:txBody>
      </p:sp>
      <p:sp>
        <p:nvSpPr>
          <p:cNvPr id="1951865771" name="PlaceHolder 7"/>
          <p:cNvSpPr>
            <a:spLocks noGrp="1"/>
          </p:cNvSpPr>
          <p:nvPr>
            <p:ph type="body" hasCustomPrompt="1"/>
          </p:nvPr>
        </p:nvSpPr>
        <p:spPr bwMode="auto">
          <a:xfrm>
            <a:off x="8165160" y="457200"/>
            <a:ext cx="2848680" cy="2873880"/>
          </a:xfrm>
          <a:prstGeom prst="rect">
            <a:avLst/>
          </a:prstGeom>
          <a:blipFill rotWithShape="0">
            <a:blip r:embed="rId4"/>
            <a:stretch/>
          </a:blipFill>
          <a:ln w="0">
            <a:noFill/>
          </a:ln>
          <a:effectLst>
            <a:outerShdw blurRad="314280" dist="111256" dir="8044937" rotWithShape="0">
              <a:srgbClr val="000000">
                <a:alpha val="22000"/>
              </a:srgbClr>
            </a:outerShdw>
          </a:effectLst>
        </p:spPr>
        <p:txBody>
          <a:bodyPr lIns="0" tIns="0" rIns="0" bIns="1005840" anchor="ctr">
            <a:noAutofit/>
          </a:bodyPr>
          <a:lstStyle>
            <a:lvl1pPr indent="0" algn="ctr" defTabSz="914400">
              <a:lnSpc>
                <a:spcPct val="100000"/>
              </a:lnSpc>
              <a:buNone/>
              <a:tabLst>
                <a:tab pos="0" algn="l"/>
              </a:tabLst>
              <a:defRPr lang="en-US" sz="650" b="1" u="none" strike="noStrike">
                <a:solidFill>
                  <a:srgbClr val="000000"/>
                </a:solidFill>
                <a:latin typeface="Segoe UI"/>
              </a:defRPr>
            </a:lvl1pPr>
          </a:lstStyle>
          <a:p>
            <a:pPr indent="0" algn="ctr" defTabSz="914400">
              <a:lnSpc>
                <a:spcPct val="100000"/>
              </a:lnSpc>
              <a:buNone/>
              <a:tabLst>
                <a:tab pos="0" algn="l"/>
              </a:tabLst>
              <a:defRPr/>
            </a:pPr>
            <a:r>
              <a:rPr lang="en-US" sz="650" b="1" u="none" strike="noStrike">
                <a:solidFill>
                  <a:srgbClr val="000000"/>
                </a:solidFill>
                <a:latin typeface="Segoe UI"/>
              </a:rPr>
              <a:t>Click icon to </a:t>
            </a:r>
            <a:br>
              <a:rPr sz="650"/>
            </a:br>
            <a:r>
              <a:rPr lang="en-US" sz="650" b="1" u="none" strike="noStrike">
                <a:solidFill>
                  <a:srgbClr val="000000"/>
                </a:solidFill>
                <a:latin typeface="Segoe UI"/>
              </a:rPr>
              <a:t>add your picture here</a:t>
            </a:r>
          </a:p>
        </p:txBody>
      </p:sp>
      <p:sp>
        <p:nvSpPr>
          <p:cNvPr id="1103542435" name="PlaceHolder 8"/>
          <p:cNvSpPr>
            <a:spLocks noGrp="1"/>
          </p:cNvSpPr>
          <p:nvPr>
            <p:ph type="title"/>
          </p:nvPr>
        </p:nvSpPr>
        <p:spPr bwMode="auto">
          <a:xfrm>
            <a:off x="588240" y="585360"/>
            <a:ext cx="6098760" cy="430560"/>
          </a:xfrm>
          <a:prstGeom prst="rect">
            <a:avLst/>
          </a:prstGeom>
          <a:noFill/>
          <a:ln w="0">
            <a:noFill/>
          </a:ln>
        </p:spPr>
        <p:txBody>
          <a:bodyPr lIns="0" tIns="0" rIns="0" bIns="0" anchor="t">
            <a:noAutofit/>
          </a:bodyPr>
          <a:lstStyle>
            <a:lvl1pPr indent="0" algn="l" defTabSz="932760">
              <a:lnSpc>
                <a:spcPct val="100000"/>
              </a:lnSpc>
              <a:buNone/>
              <a:defRPr lang="en-US" sz="2800" b="0" u="none" strike="noStrike">
                <a:solidFill>
                  <a:schemeClr val="dk1"/>
                </a:solidFill>
                <a:latin typeface="Segoe UI Semibold"/>
              </a:defRPr>
            </a:lvl1pPr>
          </a:lstStyle>
          <a:p>
            <a:pPr indent="0" algn="l" defTabSz="932760">
              <a:lnSpc>
                <a:spcPct val="100000"/>
              </a:lnSpc>
              <a:buNone/>
              <a:defRPr/>
            </a:pPr>
            <a:r>
              <a:rPr lang="en-US" sz="2800" b="0" u="none" strike="noStrike">
                <a:solidFill>
                  <a:schemeClr val="dk1"/>
                </a:solidFill>
                <a:latin typeface="Segoe UI Semibold"/>
              </a:rPr>
              <a:t>Click to edit Master title style</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PhAnim="0" type="blank" preserve="1" userDrawn="1">
  <p:cSld name="1_Blank_with Head (20 pt)">
    <p:bg>
      <p:bgPr>
        <a:solidFill>
          <a:srgbClr val="FFFFFF"/>
        </a:solidFill>
        <a:effectLst/>
      </p:bgPr>
    </p:bg>
    <p:spTree>
      <p:nvGrpSpPr>
        <p:cNvPr id="1" name=""/>
        <p:cNvGrpSpPr/>
        <p:nvPr/>
      </p:nvGrpSpPr>
      <p:grpSpPr bwMode="auto">
        <a:xfrm>
          <a:off x="0" y="0"/>
          <a:ext cx="0" cy="0"/>
          <a:chOff x="0" y="0"/>
          <a:chExt cx="0" cy="0"/>
        </a:xfrm>
      </p:grpSpPr>
      <p:pic>
        <p:nvPicPr>
          <p:cNvPr id="676823940" name="Picture 34"/>
          <p:cNvPicPr/>
          <p:nvPr/>
        </p:nvPicPr>
        <p:blipFill rotWithShape="1">
          <a:blip r:embed="rId2">
            <a:alphaModFix amt="40000"/>
          </a:blip>
          <a:stretch/>
        </p:blipFill>
        <p:spPr bwMode="auto">
          <a:xfrm>
            <a:off x="0" y="720"/>
            <a:ext cx="12191760" cy="6855840"/>
          </a:xfrm>
          <a:prstGeom prst="rect">
            <a:avLst/>
          </a:prstGeom>
          <a:noFill/>
          <a:ln w="0">
            <a:noFill/>
          </a:ln>
        </p:spPr>
      </p:pic>
      <p:pic>
        <p:nvPicPr>
          <p:cNvPr id="1970894726" name="Graphic 5"/>
          <p:cNvPicPr/>
          <p:nvPr/>
        </p:nvPicPr>
        <p:blipFill rotWithShape="1">
          <a:blip r:embed="rId3"/>
          <a:stretch/>
        </p:blipFill>
        <p:spPr bwMode="auto">
          <a:xfrm rot="5400000">
            <a:off x="9510120" y="2743200"/>
            <a:ext cx="6857640" cy="1371240"/>
          </a:xfrm>
          <a:prstGeom prst="rect">
            <a:avLst/>
          </a:prstGeom>
          <a:noFill/>
          <a:ln w="0">
            <a:noFill/>
          </a:ln>
        </p:spPr>
      </p:pic>
      <p:sp>
        <p:nvSpPr>
          <p:cNvPr id="1185106917" name="TextBox 2"/>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310873383"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1370669414"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1514478410" name="Straight Connector 33"/>
          <p:cNvCxnSpPr/>
          <p:nvPr/>
        </p:nvCxnSpPr>
        <p:spPr bwMode="auto">
          <a:xfrm>
            <a:off x="-89640" y="5670360"/>
            <a:ext cx="360" cy="1178280"/>
          </a:xfrm>
          <a:prstGeom prst="straightConnector1">
            <a:avLst/>
          </a:prstGeom>
          <a:ln w="9525" cap="sq">
            <a:solidFill>
              <a:srgbClr val="FF0000"/>
            </a:solidFill>
            <a:miter/>
          </a:ln>
        </p:spPr>
      </p:cxnSp>
      <p:sp>
        <p:nvSpPr>
          <p:cNvPr id="779802795" name="PlaceHolder 1"/>
          <p:cNvSpPr>
            <a:spLocks noGrp="1"/>
          </p:cNvSpPr>
          <p:nvPr>
            <p:ph type="title"/>
          </p:nvPr>
        </p:nvSpPr>
        <p:spPr bwMode="auto">
          <a:xfrm>
            <a:off x="588240" y="585360"/>
            <a:ext cx="11011320" cy="307439"/>
          </a:xfrm>
          <a:prstGeom prst="rect">
            <a:avLst/>
          </a:prstGeom>
          <a:noFill/>
          <a:ln w="0">
            <a:noFill/>
          </a:ln>
        </p:spPr>
        <p:txBody>
          <a:bodyPr lIns="0" tIns="0" rIns="0" bIns="0" anchor="t">
            <a:noAutofit/>
          </a:bodyPr>
          <a:lstStyle>
            <a:lvl1pPr indent="0" algn="l" defTabSz="932760">
              <a:lnSpc>
                <a:spcPct val="100000"/>
              </a:lnSpc>
              <a:buNone/>
              <a:defRPr lang="en-US" sz="2000" b="0" u="none" strike="noStrike">
                <a:solidFill>
                  <a:schemeClr val="dk1"/>
                </a:solidFill>
                <a:latin typeface="Segoe UI Semibold"/>
              </a:defRPr>
            </a:lvl1pPr>
          </a:lstStyle>
          <a:p>
            <a:pPr indent="0" algn="l" defTabSz="932760">
              <a:lnSpc>
                <a:spcPct val="100000"/>
              </a:lnSpc>
              <a:buNone/>
              <a:defRPr/>
            </a:pPr>
            <a:r>
              <a:rPr lang="en-US" sz="2000" b="0" u="none" strike="noStrike">
                <a:solidFill>
                  <a:schemeClr val="dk1"/>
                </a:solidFill>
                <a:latin typeface="Segoe UI Semibold"/>
              </a:rPr>
              <a:t>Click to edit Master title style</a:t>
            </a:r>
          </a:p>
        </p:txBody>
      </p:sp>
      <p:sp>
        <p:nvSpPr>
          <p:cNvPr id="1654340915" name="PlaceHolder 2"/>
          <p:cNvSpPr>
            <a:spLocks noGrp="1"/>
          </p:cNvSpPr>
          <p:nvPr>
            <p:ph type="body" hasCustomPrompt="1"/>
          </p:nvPr>
        </p:nvSpPr>
        <p:spPr bwMode="auto">
          <a:xfrm>
            <a:off x="579600" y="1032120"/>
            <a:ext cx="11011320" cy="254520"/>
          </a:xfrm>
          <a:prstGeom prst="rect">
            <a:avLst/>
          </a:prstGeom>
          <a:noFill/>
          <a:ln w="0">
            <a:noFill/>
          </a:ln>
        </p:spPr>
        <p:txBody>
          <a:bodyPr lIns="0" tIns="0" rIns="0" bIns="0" anchor="t">
            <a:spAutoFit/>
          </a:bodyPr>
          <a:lstStyle>
            <a:lvl1pPr indent="0" algn="l" defTabSz="914400">
              <a:lnSpc>
                <a:spcPts val="2000"/>
              </a:lnSpc>
              <a:buNone/>
              <a:tabLst>
                <a:tab pos="0" algn="l"/>
              </a:tabLst>
              <a:defRPr lang="en-US" sz="1600" b="0" u="none" strike="noStrike">
                <a:solidFill>
                  <a:srgbClr val="000000"/>
                </a:solidFill>
                <a:latin typeface="Segoe UI"/>
              </a:defRPr>
            </a:lvl1pPr>
          </a:lstStyle>
          <a:p>
            <a:pPr indent="0" algn="l" defTabSz="914400">
              <a:lnSpc>
                <a:spcPts val="2000"/>
              </a:lnSpc>
              <a:buNone/>
              <a:tabLst>
                <a:tab pos="0" algn="l"/>
              </a:tabLst>
              <a:defRPr/>
            </a:pPr>
            <a:r>
              <a:rPr lang="en-US" sz="1600" b="0" u="none" strike="noStrike">
                <a:solidFill>
                  <a:srgbClr val="000000"/>
                </a:solidFill>
                <a:latin typeface="Segoe UI"/>
              </a:rPr>
              <a:t>Subhead Segoe UI Regular 16pt</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PhAnim="0" type="blank" preserve="1" userDrawn="1">
  <p:cSld name="2_Blank_60%">
    <p:bg>
      <p:bgPr>
        <a:solidFill>
          <a:srgbClr val="FFFFFF"/>
        </a:solidFill>
        <a:effectLst/>
      </p:bgPr>
    </p:bg>
    <p:spTree>
      <p:nvGrpSpPr>
        <p:cNvPr id="1" name=""/>
        <p:cNvGrpSpPr/>
        <p:nvPr/>
      </p:nvGrpSpPr>
      <p:grpSpPr bwMode="auto">
        <a:xfrm>
          <a:off x="0" y="0"/>
          <a:ext cx="0" cy="0"/>
          <a:chOff x="0" y="0"/>
          <a:chExt cx="0" cy="0"/>
        </a:xfrm>
      </p:grpSpPr>
      <p:pic>
        <p:nvPicPr>
          <p:cNvPr id="2140758168" name="Picture 34"/>
          <p:cNvPicPr/>
          <p:nvPr/>
        </p:nvPicPr>
        <p:blipFill rotWithShape="1">
          <a:blip r:embed="rId2">
            <a:alphaModFix amt="40000"/>
          </a:blip>
          <a:stretch/>
        </p:blipFill>
        <p:spPr bwMode="auto">
          <a:xfrm>
            <a:off x="0" y="720"/>
            <a:ext cx="12191760" cy="6855840"/>
          </a:xfrm>
          <a:prstGeom prst="rect">
            <a:avLst/>
          </a:prstGeom>
          <a:noFill/>
          <a:ln w="0">
            <a:noFill/>
          </a:ln>
        </p:spPr>
      </p:pic>
      <p:pic>
        <p:nvPicPr>
          <p:cNvPr id="57302612" name="Graphic 5"/>
          <p:cNvPicPr/>
          <p:nvPr/>
        </p:nvPicPr>
        <p:blipFill rotWithShape="1">
          <a:blip r:embed="rId3"/>
          <a:stretch/>
        </p:blipFill>
        <p:spPr bwMode="auto">
          <a:xfrm rot="5400000">
            <a:off x="9510120" y="2743200"/>
            <a:ext cx="6857640" cy="1371240"/>
          </a:xfrm>
          <a:prstGeom prst="rect">
            <a:avLst/>
          </a:prstGeom>
          <a:noFill/>
          <a:ln w="0">
            <a:noFill/>
          </a:ln>
        </p:spPr>
      </p:pic>
      <p:sp>
        <p:nvSpPr>
          <p:cNvPr id="12577864" name="TextBox 2"/>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1731525055"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435364972"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7350652" name="Straight Connector 33"/>
          <p:cNvCxnSpPr/>
          <p:nvPr/>
        </p:nvCxnSpPr>
        <p:spPr bwMode="auto">
          <a:xfrm>
            <a:off x="-89640" y="5670360"/>
            <a:ext cx="360" cy="1178280"/>
          </a:xfrm>
          <a:prstGeom prst="straightConnector1">
            <a:avLst/>
          </a:prstGeom>
          <a:ln w="9525" cap="sq">
            <a:solidFill>
              <a:srgbClr val="FF0000"/>
            </a:solidFill>
            <a:miter/>
          </a:ln>
        </p:spPr>
      </p:cxnSp>
      <p:sp>
        <p:nvSpPr>
          <p:cNvPr id="637179638" name="PlaceHolder 1"/>
          <p:cNvSpPr>
            <a:spLocks noGrp="1"/>
          </p:cNvSpPr>
          <p:nvPr>
            <p:ph type="title"/>
          </p:nvPr>
        </p:nvSpPr>
        <p:spPr bwMode="auto">
          <a:xfrm>
            <a:off x="609480" y="273600"/>
            <a:ext cx="10972440" cy="1144800"/>
          </a:xfrm>
          <a:prstGeom prst="rect">
            <a:avLst/>
          </a:prstGeom>
          <a:noFill/>
          <a:ln w="0">
            <a:noFill/>
          </a:ln>
        </p:spPr>
        <p:txBody>
          <a:bodyPr lIns="0" tIns="0" rIns="0" bIns="0" anchor="ctr">
            <a:noAutofit/>
          </a:bodyPr>
          <a:lstStyle>
            <a:lvl1pPr indent="0" algn="l" defTabSz="932760">
              <a:buNone/>
              <a:defRPr lang="en-US" sz="2800" b="0" u="none" strike="noStrike">
                <a:solidFill>
                  <a:schemeClr val="dk1"/>
                </a:solidFill>
                <a:latin typeface="Segoe UI Semibold"/>
              </a:defRPr>
            </a:lvl1pPr>
          </a:lstStyle>
          <a:p>
            <a:pPr indent="0" algn="l" defTabSz="932760">
              <a:buNone/>
              <a:defRPr/>
            </a:pPr>
            <a:r>
              <a:rPr lang="en-US" sz="2800" b="0" u="none" strike="noStrike">
                <a:solidFill>
                  <a:schemeClr val="dk1"/>
                </a:solidFill>
                <a:latin typeface="Segoe UI Semibold"/>
              </a:rPr>
              <a:t>Click to edit the title text format</a:t>
            </a:r>
          </a:p>
        </p:txBody>
      </p:sp>
      <p:sp>
        <p:nvSpPr>
          <p:cNvPr id="1686581861" name="PlaceHolder 2"/>
          <p:cNvSpPr>
            <a:spLocks noGrp="1"/>
          </p:cNvSpPr>
          <p:nvPr>
            <p:ph type="body"/>
          </p:nvPr>
        </p:nvSpPr>
        <p:spPr bwMode="auto">
          <a:xfrm>
            <a:off x="609480" y="1604520"/>
            <a:ext cx="10972440" cy="3977280"/>
          </a:xfrm>
          <a:prstGeom prst="rect">
            <a:avLst/>
          </a:prstGeom>
          <a:noFill/>
          <a:ln w="0">
            <a:noFill/>
          </a:ln>
        </p:spPr>
        <p:txBody>
          <a:bodyPr lIns="0" tIns="0" rIns="0" bIns="0" anchor="t">
            <a:normAutofit/>
          </a:bodyPr>
          <a:lstStyle>
            <a:lvl1pPr algn="l" defTabSz="932760">
              <a:spcBef>
                <a:spcPts val="320"/>
              </a:spcBef>
              <a:buClr>
                <a:srgbClr val="000000"/>
              </a:buClr>
              <a:buSzPct val="90000"/>
              <a:buFont typeface="Arial"/>
              <a:buChar char="•"/>
              <a:defRPr lang="en-US" sz="1600" b="0" u="none" strike="noStrike">
                <a:solidFill>
                  <a:schemeClr val="dk1"/>
                </a:solidFill>
                <a:latin typeface="Segoe UI"/>
              </a:defRPr>
            </a:lvl1pPr>
            <a:lvl2pPr lvl="1" algn="l" defTabSz="932760">
              <a:spcBef>
                <a:spcPts val="281"/>
              </a:spcBef>
              <a:buClr>
                <a:srgbClr val="000000"/>
              </a:buClr>
              <a:buSzPct val="75000"/>
              <a:buFont typeface="Symbol"/>
              <a:buChar char=""/>
              <a:defRPr lang="en-US" sz="1400" b="0" u="none" strike="noStrike">
                <a:solidFill>
                  <a:schemeClr val="dk1"/>
                </a:solidFill>
                <a:latin typeface="Segoe UI"/>
              </a:defRPr>
            </a:lvl2pPr>
            <a:lvl3pPr lvl="2" algn="l" defTabSz="932760">
              <a:spcBef>
                <a:spcPts val="241"/>
              </a:spcBef>
              <a:buClr>
                <a:srgbClr val="000000"/>
              </a:buClr>
              <a:buSzPct val="45000"/>
              <a:buFont typeface="Wingdings"/>
              <a:buChar char=""/>
              <a:defRPr lang="en-US" sz="1200" b="0" u="none" strike="noStrike">
                <a:solidFill>
                  <a:schemeClr val="dk1"/>
                </a:solidFill>
                <a:latin typeface="Segoe UI"/>
              </a:defRPr>
            </a:lvl3pPr>
            <a:lvl4pPr lvl="3" algn="l" defTabSz="932760">
              <a:spcBef>
                <a:spcPts val="567"/>
              </a:spcBef>
              <a:buClr>
                <a:srgbClr val="000000"/>
              </a:buClr>
              <a:buSzPct val="75000"/>
              <a:buFont typeface="Symbol"/>
              <a:buChar char=""/>
              <a:defRPr lang="en-US" sz="800" b="0" u="none" strike="noStrike">
                <a:solidFill>
                  <a:schemeClr val="dk1"/>
                </a:solidFill>
                <a:latin typeface="Segoe UI"/>
              </a:defRPr>
            </a:lvl4pPr>
            <a:lvl5pPr lvl="4" algn="l" defTabSz="932760">
              <a:spcBef>
                <a:spcPts val="283"/>
              </a:spcBef>
              <a:buClr>
                <a:srgbClr val="000000"/>
              </a:buClr>
              <a:buSzPct val="45000"/>
              <a:buFont typeface="Wingdings"/>
              <a:buChar char=""/>
              <a:defRPr lang="en-US" sz="2000" b="0" u="none" strike="noStrike">
                <a:solidFill>
                  <a:schemeClr val="dk1"/>
                </a:solidFill>
                <a:latin typeface="Segoe UI"/>
              </a:defRPr>
            </a:lvl5pPr>
            <a:lvl6pPr lvl="5" algn="l" defTabSz="932760">
              <a:spcBef>
                <a:spcPts val="283"/>
              </a:spcBef>
              <a:buClr>
                <a:srgbClr val="000000"/>
              </a:buClr>
              <a:buSzPct val="45000"/>
              <a:buFont typeface="Wingdings"/>
              <a:buChar char=""/>
              <a:defRPr lang="en-US" sz="2000" b="0" u="none" strike="noStrike">
                <a:solidFill>
                  <a:schemeClr val="dk1"/>
                </a:solidFill>
                <a:latin typeface="Segoe UI"/>
              </a:defRPr>
            </a:lvl6pPr>
            <a:lvl7pPr lvl="6" algn="l" defTabSz="932760">
              <a:spcBef>
                <a:spcPts val="283"/>
              </a:spcBef>
              <a:buClr>
                <a:srgbClr val="000000"/>
              </a:buClr>
              <a:buSzPct val="45000"/>
              <a:buFont typeface="Wingdings"/>
              <a:buChar char=""/>
              <a:defRPr lang="en-US" sz="2000" b="0" u="none" strike="noStrike">
                <a:solidFill>
                  <a:schemeClr val="dk1"/>
                </a:solidFill>
                <a:latin typeface="Segoe UI"/>
              </a:defRPr>
            </a:lvl7pPr>
          </a:lstStyle>
          <a:p>
            <a:pPr marL="137160" indent="-137160" algn="l" defTabSz="932760">
              <a:spcBef>
                <a:spcPts val="320"/>
              </a:spcBef>
              <a:buClr>
                <a:srgbClr val="000000"/>
              </a:buClr>
              <a:buSzPct val="90000"/>
              <a:buFont typeface="Arial"/>
              <a:buChar char="•"/>
              <a:defRPr/>
            </a:pPr>
            <a:r>
              <a:rPr lang="en-US" sz="1600" b="0" u="none" strike="noStrike">
                <a:solidFill>
                  <a:schemeClr val="dk1"/>
                </a:solidFill>
                <a:latin typeface="Segoe UI"/>
              </a:rPr>
              <a:t>Click to edit the outline text format</a:t>
            </a:r>
          </a:p>
          <a:p>
            <a:pPr marL="864000" lvl="1" indent="-324000" algn="l" defTabSz="932760">
              <a:spcBef>
                <a:spcPts val="281"/>
              </a:spcBef>
              <a:buClr>
                <a:srgbClr val="000000"/>
              </a:buClr>
              <a:buSzPct val="75000"/>
              <a:buFont typeface="Symbol"/>
              <a:buChar char=""/>
              <a:defRPr/>
            </a:pPr>
            <a:r>
              <a:rPr lang="en-US" sz="1400" b="0" u="none" strike="noStrike">
                <a:solidFill>
                  <a:schemeClr val="dk1"/>
                </a:solidFill>
                <a:latin typeface="Segoe UI"/>
              </a:rPr>
              <a:t>Second Outline Level</a:t>
            </a:r>
          </a:p>
          <a:p>
            <a:pPr marL="1296000" lvl="2" indent="-288000" algn="l" defTabSz="932760">
              <a:spcBef>
                <a:spcPts val="241"/>
              </a:spcBef>
              <a:buClr>
                <a:srgbClr val="000000"/>
              </a:buClr>
              <a:buSzPct val="45000"/>
              <a:buFont typeface="Wingdings"/>
              <a:buChar char=""/>
              <a:defRPr/>
            </a:pPr>
            <a:r>
              <a:rPr lang="en-US" sz="1200" b="0" u="none" strike="noStrike">
                <a:solidFill>
                  <a:schemeClr val="dk1"/>
                </a:solidFill>
                <a:latin typeface="Segoe UI"/>
              </a:rPr>
              <a:t>Third Outline Level</a:t>
            </a:r>
          </a:p>
          <a:p>
            <a:pPr marL="1728000" lvl="3" indent="-216000" algn="l" defTabSz="932760">
              <a:spcBef>
                <a:spcPts val="567"/>
              </a:spcBef>
              <a:buClr>
                <a:srgbClr val="000000"/>
              </a:buClr>
              <a:buSzPct val="75000"/>
              <a:buFont typeface="Symbol"/>
              <a:buChar char=""/>
              <a:defRPr/>
            </a:pPr>
            <a:r>
              <a:rPr lang="en-US" sz="800" b="0" u="none" strike="noStrike">
                <a:solidFill>
                  <a:schemeClr val="dk1"/>
                </a:solidFill>
                <a:latin typeface="Segoe UI"/>
              </a:rPr>
              <a:t>Fourth Outline Level</a:t>
            </a:r>
          </a:p>
          <a:p>
            <a:pPr marL="2160000" lvl="4" indent="-216000" algn="l" defTabSz="932760">
              <a:spcBef>
                <a:spcPts val="283"/>
              </a:spcBef>
              <a:buClr>
                <a:srgbClr val="000000"/>
              </a:buClr>
              <a:buSzPct val="45000"/>
              <a:buFont typeface="Wingdings"/>
              <a:buChar char=""/>
              <a:defRPr/>
            </a:pPr>
            <a:r>
              <a:rPr lang="en-US" sz="2000" b="0" u="none" strike="noStrike">
                <a:solidFill>
                  <a:schemeClr val="dk1"/>
                </a:solidFill>
                <a:latin typeface="Segoe UI"/>
              </a:rPr>
              <a:t>Fifth Outline Level</a:t>
            </a:r>
          </a:p>
          <a:p>
            <a:pPr marL="2592000" lvl="5" indent="-216000" algn="l" defTabSz="932760">
              <a:spcBef>
                <a:spcPts val="283"/>
              </a:spcBef>
              <a:buClr>
                <a:srgbClr val="000000"/>
              </a:buClr>
              <a:buSzPct val="45000"/>
              <a:buFont typeface="Wingdings"/>
              <a:buChar char=""/>
              <a:defRPr/>
            </a:pPr>
            <a:r>
              <a:rPr lang="en-US" sz="2000" b="0" u="none" strike="noStrike">
                <a:solidFill>
                  <a:schemeClr val="dk1"/>
                </a:solidFill>
                <a:latin typeface="Segoe UI"/>
              </a:rPr>
              <a:t>Sixth Outline Level</a:t>
            </a:r>
          </a:p>
          <a:p>
            <a:pPr marL="3024000" lvl="6" indent="-216000" algn="l" defTabSz="932760">
              <a:spcBef>
                <a:spcPts val="283"/>
              </a:spcBef>
              <a:buClr>
                <a:srgbClr val="000000"/>
              </a:buClr>
              <a:buSzPct val="45000"/>
              <a:buFont typeface="Wingdings"/>
              <a:buChar char=""/>
              <a:defRPr/>
            </a:pPr>
            <a:r>
              <a:rPr lang="en-US" sz="2000" b="0" u="none" strike="noStrike">
                <a:solidFill>
                  <a:schemeClr val="dk1"/>
                </a:solidFill>
                <a:latin typeface="Segoe UI"/>
              </a:rPr>
              <a:t>Seventh Outline Level</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PhAnim="0" type="blank" preserve="1" userDrawn="1">
  <p:cSld name="Title_Photo_1/2 page">
    <p:bg>
      <p:bgPr>
        <a:solidFill>
          <a:srgbClr val="FFFFFF"/>
        </a:solidFill>
        <a:effectLst/>
      </p:bgPr>
    </p:bg>
    <p:spTree>
      <p:nvGrpSpPr>
        <p:cNvPr id="1" name=""/>
        <p:cNvGrpSpPr/>
        <p:nvPr/>
      </p:nvGrpSpPr>
      <p:grpSpPr bwMode="auto">
        <a:xfrm>
          <a:off x="0" y="0"/>
          <a:ext cx="0" cy="0"/>
          <a:chOff x="0" y="0"/>
          <a:chExt cx="0" cy="0"/>
        </a:xfrm>
      </p:grpSpPr>
      <p:pic>
        <p:nvPicPr>
          <p:cNvPr id="219244914" name="Picture 34"/>
          <p:cNvPicPr/>
          <p:nvPr/>
        </p:nvPicPr>
        <p:blipFill rotWithShape="1">
          <a:blip r:embed="rId2">
            <a:alphaModFix amt="40000"/>
          </a:blip>
          <a:stretch/>
        </p:blipFill>
        <p:spPr bwMode="auto">
          <a:xfrm>
            <a:off x="0" y="720"/>
            <a:ext cx="12191760" cy="6855840"/>
          </a:xfrm>
          <a:prstGeom prst="rect">
            <a:avLst/>
          </a:prstGeom>
          <a:noFill/>
          <a:ln w="0">
            <a:noFill/>
          </a:ln>
        </p:spPr>
      </p:pic>
      <p:pic>
        <p:nvPicPr>
          <p:cNvPr id="1931572316" name="Graphic 5"/>
          <p:cNvPicPr/>
          <p:nvPr/>
        </p:nvPicPr>
        <p:blipFill rotWithShape="1">
          <a:blip r:embed="rId3"/>
          <a:stretch/>
        </p:blipFill>
        <p:spPr bwMode="auto">
          <a:xfrm rot="5400000">
            <a:off x="9510120" y="2743200"/>
            <a:ext cx="6857640" cy="1371240"/>
          </a:xfrm>
          <a:prstGeom prst="rect">
            <a:avLst/>
          </a:prstGeom>
          <a:noFill/>
          <a:ln w="0">
            <a:noFill/>
          </a:ln>
        </p:spPr>
      </p:pic>
      <p:sp>
        <p:nvSpPr>
          <p:cNvPr id="1268671711" name="TextBox 2"/>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104496404"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1662090584"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2037737118" name="Straight Connector 33"/>
          <p:cNvCxnSpPr/>
          <p:nvPr/>
        </p:nvCxnSpPr>
        <p:spPr bwMode="auto">
          <a:xfrm>
            <a:off x="-89640" y="5670360"/>
            <a:ext cx="360" cy="1178280"/>
          </a:xfrm>
          <a:prstGeom prst="straightConnector1">
            <a:avLst/>
          </a:prstGeom>
          <a:ln w="9525" cap="sq">
            <a:solidFill>
              <a:srgbClr val="FF0000"/>
            </a:solidFill>
            <a:miter/>
          </a:ln>
        </p:spPr>
      </p:cxnSp>
      <p:pic>
        <p:nvPicPr>
          <p:cNvPr id="522469798" name="MS logo gray - EMF"/>
          <p:cNvPicPr/>
          <p:nvPr/>
        </p:nvPicPr>
        <p:blipFill rotWithShape="1">
          <a:blip r:embed="rId4"/>
          <a:stretch/>
        </p:blipFill>
        <p:spPr bwMode="auto">
          <a:xfrm>
            <a:off x="584280" y="585720"/>
            <a:ext cx="1366200" cy="292320"/>
          </a:xfrm>
          <a:prstGeom prst="rect">
            <a:avLst/>
          </a:prstGeom>
          <a:noFill/>
          <a:ln w="0">
            <a:noFill/>
          </a:ln>
        </p:spPr>
      </p:pic>
      <p:sp>
        <p:nvSpPr>
          <p:cNvPr id="323594093" name="PlaceHolder 1"/>
          <p:cNvSpPr>
            <a:spLocks noGrp="1"/>
          </p:cNvSpPr>
          <p:nvPr>
            <p:ph type="title" hasCustomPrompt="1"/>
          </p:nvPr>
        </p:nvSpPr>
        <p:spPr bwMode="auto">
          <a:xfrm>
            <a:off x="569880" y="2780640"/>
            <a:ext cx="5055120" cy="1219320"/>
          </a:xfrm>
          <a:prstGeom prst="rect">
            <a:avLst/>
          </a:prstGeom>
          <a:noFill/>
          <a:ln w="0">
            <a:noFill/>
          </a:ln>
        </p:spPr>
        <p:txBody>
          <a:bodyPr lIns="0" tIns="0" rIns="0" bIns="0" anchor="b">
            <a:spAutoFit/>
          </a:bodyPr>
          <a:lstStyle>
            <a:lvl1pPr indent="0" algn="l" defTabSz="932760">
              <a:lnSpc>
                <a:spcPct val="100000"/>
              </a:lnSpc>
              <a:buNone/>
              <a:defRPr lang="en-US" sz="4000" b="0" u="none" strike="noStrike" spc="-51">
                <a:solidFill>
                  <a:schemeClr val="dk1"/>
                </a:solidFill>
                <a:latin typeface="Segoe UI"/>
              </a:defRPr>
            </a:lvl1pPr>
          </a:lstStyle>
          <a:p>
            <a:pPr indent="0" algn="l" defTabSz="932760">
              <a:lnSpc>
                <a:spcPct val="100000"/>
              </a:lnSpc>
              <a:buNone/>
              <a:defRPr/>
            </a:pPr>
            <a:r>
              <a:rPr lang="en-US" sz="4000" b="0" u="none" strike="noStrike" spc="-51">
                <a:solidFill>
                  <a:schemeClr val="dk1"/>
                </a:solidFill>
                <a:latin typeface="Segoe UI"/>
              </a:rPr>
              <a:t>Event name or </a:t>
            </a:r>
            <a:br>
              <a:rPr sz="4000"/>
            </a:br>
            <a:r>
              <a:rPr lang="en-US" sz="4000" b="0" u="none" strike="noStrike" spc="-51">
                <a:solidFill>
                  <a:schemeClr val="dk1"/>
                </a:solidFill>
                <a:latin typeface="Segoe UI"/>
              </a:rPr>
              <a:t>presentation title </a:t>
            </a:r>
          </a:p>
        </p:txBody>
      </p:sp>
      <p:sp>
        <p:nvSpPr>
          <p:cNvPr id="1453079097" name="PlaceHolder 2"/>
          <p:cNvSpPr>
            <a:spLocks noGrp="1"/>
          </p:cNvSpPr>
          <p:nvPr>
            <p:ph type="body" hasCustomPrompt="1"/>
          </p:nvPr>
        </p:nvSpPr>
        <p:spPr bwMode="auto">
          <a:xfrm>
            <a:off x="582120" y="4215960"/>
            <a:ext cx="5055120" cy="244080"/>
          </a:xfrm>
          <a:prstGeom prst="rect">
            <a:avLst/>
          </a:prstGeom>
          <a:noFill/>
          <a:ln w="0">
            <a:noFill/>
          </a:ln>
        </p:spPr>
        <p:txBody>
          <a:bodyPr lIns="0" tIns="0" rIns="0" bIns="0" anchor="t">
            <a:spAutoFit/>
          </a:bodyPr>
          <a:lstStyle>
            <a:lvl1pPr indent="0" algn="l" defTabSz="932760">
              <a:lnSpc>
                <a:spcPct val="100000"/>
              </a:lnSpc>
              <a:buNone/>
              <a:tabLst>
                <a:tab pos="0" algn="l"/>
              </a:tabLst>
              <a:defRPr lang="en-US" sz="1600" b="0" u="none" strike="noStrike">
                <a:solidFill>
                  <a:schemeClr val="dk1"/>
                </a:solidFill>
                <a:latin typeface="Segoe UI"/>
              </a:defRPr>
            </a:lvl1pPr>
          </a:lstStyle>
          <a:p>
            <a:pPr indent="0" algn="l" defTabSz="932760">
              <a:lnSpc>
                <a:spcPct val="100000"/>
              </a:lnSpc>
              <a:buNone/>
              <a:tabLst>
                <a:tab pos="0" algn="l"/>
              </a:tabLst>
              <a:defRPr/>
            </a:pPr>
            <a:r>
              <a:rPr lang="en-US" sz="1600" b="0" u="none" strike="noStrike">
                <a:solidFill>
                  <a:schemeClr val="dk1"/>
                </a:solidFill>
                <a:latin typeface="Segoe UI"/>
              </a:rPr>
              <a:t>Speaker name or subtitle</a:t>
            </a:r>
            <a:endParaRPr lang="en-US" sz="1600" b="1" u="none" strike="noStrike">
              <a:solidFill>
                <a:srgbClr val="000000"/>
              </a:solidFill>
              <a:latin typeface="Segoe UI"/>
            </a:endParaRPr>
          </a:p>
        </p:txBody>
      </p:sp>
      <p:sp>
        <p:nvSpPr>
          <p:cNvPr id="519282101" name="PlaceHolder 3"/>
          <p:cNvSpPr>
            <a:spLocks noGrp="1"/>
          </p:cNvSpPr>
          <p:nvPr>
            <p:ph type="body" hasCustomPrompt="1"/>
          </p:nvPr>
        </p:nvSpPr>
        <p:spPr bwMode="auto">
          <a:xfrm>
            <a:off x="582120" y="6446520"/>
            <a:ext cx="1645560" cy="153000"/>
          </a:xfrm>
          <a:prstGeom prst="rect">
            <a:avLst/>
          </a:prstGeom>
          <a:noFill/>
          <a:ln w="0">
            <a:noFill/>
          </a:ln>
        </p:spPr>
        <p:txBody>
          <a:bodyPr lIns="0" tIns="0" rIns="0" bIns="0" anchor="t">
            <a:spAutoFit/>
          </a:bodyPr>
          <a:lstStyle>
            <a:lvl1pPr indent="0" algn="l" defTabSz="932760">
              <a:lnSpc>
                <a:spcPct val="100000"/>
              </a:lnSpc>
              <a:buNone/>
              <a:tabLst>
                <a:tab pos="0" algn="l"/>
              </a:tabLst>
              <a:defRPr lang="en-US" sz="1000" b="0" u="none" strike="noStrike">
                <a:solidFill>
                  <a:schemeClr val="dk1"/>
                </a:solidFill>
                <a:latin typeface="Segoe UI"/>
              </a:defRPr>
            </a:lvl1pPr>
          </a:lstStyle>
          <a:p>
            <a:pPr indent="0" algn="l" defTabSz="932760">
              <a:lnSpc>
                <a:spcPct val="100000"/>
              </a:lnSpc>
              <a:buNone/>
              <a:tabLst>
                <a:tab pos="0" algn="l"/>
              </a:tabLst>
              <a:defRPr/>
            </a:pPr>
            <a:r>
              <a:rPr lang="en-US" sz="1000" b="0" u="none" strike="noStrike">
                <a:solidFill>
                  <a:schemeClr val="dk1"/>
                </a:solidFill>
                <a:latin typeface="Segoe UI"/>
              </a:rPr>
              <a:t>Date</a:t>
            </a:r>
            <a:endParaRPr lang="en-US" sz="1000" b="1" u="none" strike="noStrike">
              <a:solidFill>
                <a:srgbClr val="000000"/>
              </a:solidFill>
              <a:latin typeface="Segoe UI"/>
            </a:endParaRPr>
          </a:p>
        </p:txBody>
      </p:sp>
      <p:sp>
        <p:nvSpPr>
          <p:cNvPr id="110269293" name="PlaceHolder 4"/>
          <p:cNvSpPr>
            <a:spLocks noGrp="1"/>
          </p:cNvSpPr>
          <p:nvPr>
            <p:ph type="body" hasCustomPrompt="1"/>
          </p:nvPr>
        </p:nvSpPr>
        <p:spPr bwMode="auto">
          <a:xfrm>
            <a:off x="2471040" y="6446520"/>
            <a:ext cx="6336360" cy="153000"/>
          </a:xfrm>
          <a:prstGeom prst="rect">
            <a:avLst/>
          </a:prstGeom>
          <a:noFill/>
          <a:ln w="0">
            <a:noFill/>
          </a:ln>
        </p:spPr>
        <p:txBody>
          <a:bodyPr lIns="0" tIns="0" rIns="0" bIns="0" anchor="t">
            <a:spAutoFit/>
          </a:bodyPr>
          <a:lstStyle>
            <a:lvl1pPr indent="0" algn="l" defTabSz="932760">
              <a:lnSpc>
                <a:spcPct val="100000"/>
              </a:lnSpc>
              <a:buNone/>
              <a:tabLst>
                <a:tab pos="0" algn="l"/>
              </a:tabLst>
              <a:defRPr lang="en-US" sz="1000" b="0" u="none" strike="noStrike">
                <a:solidFill>
                  <a:schemeClr val="dk1"/>
                </a:solidFill>
                <a:latin typeface="Segoe UI"/>
              </a:defRPr>
            </a:lvl1pPr>
          </a:lstStyle>
          <a:p>
            <a:pPr indent="0" algn="l" defTabSz="932760">
              <a:lnSpc>
                <a:spcPct val="100000"/>
              </a:lnSpc>
              <a:buNone/>
              <a:tabLst>
                <a:tab pos="0" algn="l"/>
              </a:tabLst>
              <a:defRPr/>
            </a:pPr>
            <a:r>
              <a:rPr lang="en-US" sz="1000" b="0" u="none" strike="noStrike">
                <a:solidFill>
                  <a:schemeClr val="dk1"/>
                </a:solidFill>
                <a:latin typeface="Segoe UI"/>
              </a:rPr>
              <a:t>Microsoft confidential</a:t>
            </a:r>
            <a:endParaRPr lang="en-US" sz="1000" b="1" u="none" strike="noStrike">
              <a:solidFill>
                <a:srgbClr val="000000"/>
              </a:solidFill>
              <a:latin typeface="Segoe UI"/>
            </a:endParaRPr>
          </a:p>
        </p:txBody>
      </p:sp>
      <p:sp>
        <p:nvSpPr>
          <p:cNvPr id="1271162357" name="PlaceHolder 5"/>
          <p:cNvSpPr>
            <a:spLocks noGrp="1"/>
          </p:cNvSpPr>
          <p:nvPr>
            <p:ph type="body" hasCustomPrompt="1"/>
          </p:nvPr>
        </p:nvSpPr>
        <p:spPr bwMode="auto">
          <a:xfrm>
            <a:off x="6095880" y="0"/>
            <a:ext cx="6095520" cy="6857640"/>
          </a:xfrm>
          <a:prstGeom prst="rect">
            <a:avLst/>
          </a:prstGeom>
          <a:blipFill rotWithShape="0">
            <a:blip r:embed="rId5"/>
            <a:stretch/>
          </a:blipFill>
          <a:ln w="0">
            <a:noFill/>
          </a:ln>
        </p:spPr>
        <p:txBody>
          <a:bodyPr lIns="0" tIns="0" rIns="0" bIns="731520" anchor="ctr">
            <a:noAutofit/>
          </a:bodyPr>
          <a:lstStyle>
            <a:lvl1pPr indent="0" algn="ctr" defTabSz="914400">
              <a:lnSpc>
                <a:spcPct val="100000"/>
              </a:lnSpc>
              <a:buNone/>
              <a:tabLst>
                <a:tab pos="0" algn="l"/>
              </a:tabLst>
              <a:defRPr lang="en-US" sz="1200" b="1" u="none" strike="noStrike">
                <a:solidFill>
                  <a:srgbClr val="000000"/>
                </a:solidFill>
                <a:latin typeface="Segoe UI"/>
              </a:defRPr>
            </a:lvl1pPr>
            <a:lvl2pPr indent="0" algn="ctr" defTabSz="914400">
              <a:lnSpc>
                <a:spcPct val="100000"/>
              </a:lnSpc>
              <a:buNone/>
              <a:tabLst>
                <a:tab pos="0" algn="l"/>
              </a:tabLst>
              <a:defRPr lang="en-US" sz="1200" b="1" u="none" strike="noStrike">
                <a:solidFill>
                  <a:srgbClr val="000000"/>
                </a:solidFill>
                <a:latin typeface="Segoe UI"/>
              </a:defRPr>
            </a:lvl2pPr>
            <a:lvl3pPr indent="0" algn="ctr" defTabSz="914400">
              <a:lnSpc>
                <a:spcPct val="100000"/>
              </a:lnSpc>
              <a:buNone/>
              <a:tabLst>
                <a:tab pos="0" algn="l"/>
              </a:tabLst>
              <a:defRPr lang="en-US" sz="1200" b="1" u="none" strike="noStrike">
                <a:solidFill>
                  <a:srgbClr val="000000"/>
                </a:solidFill>
                <a:latin typeface="Segoe UI"/>
              </a:defRPr>
            </a:lvl3pPr>
          </a:lstStyle>
          <a:p>
            <a:pPr indent="0" algn="ctr" defTabSz="914400">
              <a:lnSpc>
                <a:spcPct val="100000"/>
              </a:lnSpc>
              <a:buNone/>
              <a:tabLst>
                <a:tab pos="0" algn="l"/>
              </a:tabLst>
              <a:defRPr/>
            </a:pPr>
            <a:r>
              <a:rPr lang="en-US" sz="1200" b="1" u="none" strike="noStrike">
                <a:solidFill>
                  <a:srgbClr val="000000"/>
                </a:solidFill>
                <a:latin typeface="Segoe UI"/>
              </a:rPr>
              <a:t>Drag &amp; drop your photo here </a:t>
            </a:r>
            <a:br>
              <a:rPr sz="1200"/>
            </a:br>
            <a:r>
              <a:rPr lang="en-US" sz="1200" b="1" u="none" strike="noStrike">
                <a:solidFill>
                  <a:srgbClr val="000000"/>
                </a:solidFill>
                <a:latin typeface="Segoe UI"/>
              </a:rPr>
              <a:t>or click or tap icon below </a:t>
            </a:r>
            <a:br>
              <a:rPr sz="1200"/>
            </a:br>
            <a:r>
              <a:rPr lang="en-US" sz="1200" b="1" u="none" strike="noStrike">
                <a:solidFill>
                  <a:srgbClr val="000000"/>
                </a:solidFill>
                <a:latin typeface="Segoe UI"/>
              </a:rPr>
              <a:t>to insert</a:t>
            </a:r>
          </a:p>
          <a:p>
            <a:pPr indent="0" algn="ctr" defTabSz="914400">
              <a:lnSpc>
                <a:spcPct val="100000"/>
              </a:lnSpc>
              <a:buNone/>
              <a:tabLst>
                <a:tab pos="0" algn="l"/>
              </a:tabLst>
              <a:defRPr/>
            </a:pPr>
            <a:endParaRPr lang="en-US" sz="1200" b="1" u="none" strike="noStrike">
              <a:solidFill>
                <a:srgbClr val="000000"/>
              </a:solidFill>
              <a:latin typeface="Segoe UI"/>
            </a:endParaRPr>
          </a:p>
          <a:p>
            <a:pPr indent="0" algn="ctr" defTabSz="914400">
              <a:lnSpc>
                <a:spcPct val="100000"/>
              </a:lnSpc>
              <a:buNone/>
              <a:tabLst>
                <a:tab pos="0" algn="l"/>
              </a:tabLst>
              <a:defRPr/>
            </a:pPr>
            <a:endParaRPr lang="en-US" sz="1200" b="1" u="none" strike="noStrike">
              <a:solidFill>
                <a:srgbClr val="000000"/>
              </a:solidFill>
              <a:latin typeface="Segoe U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PhAnim="0" type="blank" preserve="1" userDrawn="1">
  <p:cSld name="3_Blank 100%">
    <p:bg>
      <p:bgPr>
        <a:solidFill>
          <a:srgbClr val="FFFFFF"/>
        </a:solidFill>
        <a:effectLst/>
      </p:bgPr>
    </p:bg>
    <p:spTree>
      <p:nvGrpSpPr>
        <p:cNvPr id="1" name=""/>
        <p:cNvGrpSpPr/>
        <p:nvPr/>
      </p:nvGrpSpPr>
      <p:grpSpPr bwMode="auto">
        <a:xfrm>
          <a:off x="0" y="0"/>
          <a:ext cx="0" cy="0"/>
          <a:chOff x="0" y="0"/>
          <a:chExt cx="0" cy="0"/>
        </a:xfrm>
      </p:grpSpPr>
      <p:pic>
        <p:nvPicPr>
          <p:cNvPr id="16110890" name="Picture 34"/>
          <p:cNvPicPr/>
          <p:nvPr/>
        </p:nvPicPr>
        <p:blipFill rotWithShape="1">
          <a:blip r:embed="rId2">
            <a:alphaModFix amt="40000"/>
          </a:blip>
          <a:stretch/>
        </p:blipFill>
        <p:spPr bwMode="auto">
          <a:xfrm>
            <a:off x="0" y="720"/>
            <a:ext cx="12191760" cy="6855840"/>
          </a:xfrm>
          <a:prstGeom prst="rect">
            <a:avLst/>
          </a:prstGeom>
          <a:noFill/>
          <a:ln w="0">
            <a:noFill/>
          </a:ln>
        </p:spPr>
      </p:pic>
      <p:grpSp>
        <p:nvGrpSpPr>
          <p:cNvPr id="1269951130" name="GRID"/>
          <p:cNvGrpSpPr/>
          <p:nvPr/>
        </p:nvGrpSpPr>
        <p:grpSpPr bwMode="auto">
          <a:xfrm>
            <a:off x="0" y="0"/>
            <a:ext cx="12191760" cy="6858000"/>
            <a:chOff x="0" y="0"/>
            <a:chExt cx="12191760" cy="6858000"/>
          </a:xfrm>
        </p:grpSpPr>
        <p:cxnSp>
          <p:nvCxnSpPr>
            <p:cNvPr id="1112" name="Straight Connector 6"/>
            <p:cNvCxnSpPr/>
            <p:nvPr/>
          </p:nvCxnSpPr>
          <p:spPr bwMode="auto">
            <a:xfrm>
              <a:off x="0" y="0"/>
              <a:ext cx="12189240" cy="360"/>
            </a:xfrm>
            <a:prstGeom prst="straightConnector1">
              <a:avLst/>
            </a:prstGeom>
            <a:ln w="3175">
              <a:solidFill>
                <a:schemeClr val="dk1">
                  <a:alpha val="20000"/>
                </a:schemeClr>
              </a:solidFill>
              <a:round/>
            </a:ln>
          </p:spPr>
        </p:cxnSp>
        <p:cxnSp>
          <p:nvCxnSpPr>
            <p:cNvPr id="1113" name="Straight Connector 8"/>
            <p:cNvCxnSpPr/>
            <p:nvPr/>
          </p:nvCxnSpPr>
          <p:spPr bwMode="auto">
            <a:xfrm>
              <a:off x="0" y="292320"/>
              <a:ext cx="12189240" cy="360"/>
            </a:xfrm>
            <a:prstGeom prst="straightConnector1">
              <a:avLst/>
            </a:prstGeom>
            <a:ln w="3175">
              <a:solidFill>
                <a:schemeClr val="dk1">
                  <a:alpha val="20000"/>
                </a:schemeClr>
              </a:solidFill>
              <a:round/>
            </a:ln>
          </p:spPr>
        </p:cxnSp>
        <p:cxnSp>
          <p:nvCxnSpPr>
            <p:cNvPr id="1114" name="Straight Connector 9"/>
            <p:cNvCxnSpPr/>
            <p:nvPr/>
          </p:nvCxnSpPr>
          <p:spPr bwMode="auto">
            <a:xfrm>
              <a:off x="0" y="585000"/>
              <a:ext cx="12189240" cy="360"/>
            </a:xfrm>
            <a:prstGeom prst="straightConnector1">
              <a:avLst/>
            </a:prstGeom>
            <a:ln w="3175">
              <a:solidFill>
                <a:srgbClr val="DF45D4"/>
              </a:solidFill>
              <a:round/>
            </a:ln>
          </p:spPr>
        </p:cxnSp>
        <p:cxnSp>
          <p:nvCxnSpPr>
            <p:cNvPr id="1115" name="Straight Connector 10"/>
            <p:cNvCxnSpPr/>
            <p:nvPr/>
          </p:nvCxnSpPr>
          <p:spPr bwMode="auto">
            <a:xfrm>
              <a:off x="0" y="6272640"/>
              <a:ext cx="12189240" cy="360"/>
            </a:xfrm>
            <a:prstGeom prst="straightConnector1">
              <a:avLst/>
            </a:prstGeom>
            <a:ln w="3175">
              <a:solidFill>
                <a:srgbClr val="DF45D4"/>
              </a:solidFill>
              <a:round/>
            </a:ln>
          </p:spPr>
        </p:cxnSp>
        <p:cxnSp>
          <p:nvCxnSpPr>
            <p:cNvPr id="1116" name="Straight Connector 11"/>
            <p:cNvCxnSpPr/>
            <p:nvPr/>
          </p:nvCxnSpPr>
          <p:spPr bwMode="auto">
            <a:xfrm>
              <a:off x="0" y="6565320"/>
              <a:ext cx="12189240" cy="360"/>
            </a:xfrm>
            <a:prstGeom prst="straightConnector1">
              <a:avLst/>
            </a:prstGeom>
            <a:ln w="3175">
              <a:solidFill>
                <a:schemeClr val="dk1">
                  <a:alpha val="20000"/>
                </a:schemeClr>
              </a:solidFill>
              <a:round/>
            </a:ln>
          </p:spPr>
        </p:cxnSp>
        <p:cxnSp>
          <p:nvCxnSpPr>
            <p:cNvPr id="1117" name="Straight Connector 12"/>
            <p:cNvCxnSpPr/>
            <p:nvPr/>
          </p:nvCxnSpPr>
          <p:spPr bwMode="auto">
            <a:xfrm>
              <a:off x="0" y="6858000"/>
              <a:ext cx="12189240" cy="360"/>
            </a:xfrm>
            <a:prstGeom prst="straightConnector1">
              <a:avLst/>
            </a:prstGeom>
            <a:ln w="3175">
              <a:solidFill>
                <a:schemeClr val="dk1">
                  <a:alpha val="20000"/>
                </a:schemeClr>
              </a:solidFill>
              <a:round/>
            </a:ln>
          </p:spPr>
        </p:cxnSp>
        <p:cxnSp>
          <p:nvCxnSpPr>
            <p:cNvPr id="1118" name="Straight Connector 13"/>
            <p:cNvCxnSpPr/>
            <p:nvPr/>
          </p:nvCxnSpPr>
          <p:spPr bwMode="auto">
            <a:xfrm>
              <a:off x="0" y="877680"/>
              <a:ext cx="12189240" cy="360"/>
            </a:xfrm>
            <a:prstGeom prst="straightConnector1">
              <a:avLst/>
            </a:prstGeom>
            <a:ln w="3175">
              <a:solidFill>
                <a:schemeClr val="dk1">
                  <a:alpha val="20000"/>
                </a:schemeClr>
              </a:solidFill>
              <a:round/>
            </a:ln>
          </p:spPr>
        </p:cxnSp>
        <p:cxnSp>
          <p:nvCxnSpPr>
            <p:cNvPr id="1119" name="Straight Connector 14"/>
            <p:cNvCxnSpPr/>
            <p:nvPr/>
          </p:nvCxnSpPr>
          <p:spPr bwMode="auto">
            <a:xfrm>
              <a:off x="0" y="1170360"/>
              <a:ext cx="12189240" cy="360"/>
            </a:xfrm>
            <a:prstGeom prst="straightConnector1">
              <a:avLst/>
            </a:prstGeom>
            <a:ln w="3175">
              <a:solidFill>
                <a:schemeClr val="dk1">
                  <a:alpha val="20000"/>
                </a:schemeClr>
              </a:solidFill>
              <a:round/>
            </a:ln>
          </p:spPr>
        </p:cxnSp>
        <p:cxnSp>
          <p:nvCxnSpPr>
            <p:cNvPr id="1120" name="Straight Connector 15"/>
            <p:cNvCxnSpPr/>
            <p:nvPr/>
          </p:nvCxnSpPr>
          <p:spPr bwMode="auto">
            <a:xfrm>
              <a:off x="0" y="1463040"/>
              <a:ext cx="12189240" cy="360"/>
            </a:xfrm>
            <a:prstGeom prst="straightConnector1">
              <a:avLst/>
            </a:prstGeom>
            <a:ln w="3175">
              <a:solidFill>
                <a:schemeClr val="dk1">
                  <a:alpha val="20000"/>
                </a:schemeClr>
              </a:solidFill>
              <a:round/>
            </a:ln>
          </p:spPr>
        </p:cxnSp>
        <p:cxnSp>
          <p:nvCxnSpPr>
            <p:cNvPr id="1121" name="Straight Connector 16"/>
            <p:cNvCxnSpPr/>
            <p:nvPr/>
          </p:nvCxnSpPr>
          <p:spPr bwMode="auto">
            <a:xfrm>
              <a:off x="0" y="0"/>
              <a:ext cx="360" cy="6858360"/>
            </a:xfrm>
            <a:prstGeom prst="straightConnector1">
              <a:avLst/>
            </a:prstGeom>
            <a:ln w="3175">
              <a:solidFill>
                <a:schemeClr val="dk1">
                  <a:alpha val="20000"/>
                </a:schemeClr>
              </a:solidFill>
              <a:round/>
            </a:ln>
          </p:spPr>
        </p:cxnSp>
        <p:cxnSp>
          <p:nvCxnSpPr>
            <p:cNvPr id="1122" name="Straight Connector 17"/>
            <p:cNvCxnSpPr/>
            <p:nvPr/>
          </p:nvCxnSpPr>
          <p:spPr bwMode="auto">
            <a:xfrm>
              <a:off x="585000" y="0"/>
              <a:ext cx="360" cy="6858360"/>
            </a:xfrm>
            <a:prstGeom prst="straightConnector1">
              <a:avLst/>
            </a:prstGeom>
            <a:ln w="3175">
              <a:solidFill>
                <a:srgbClr val="DF45D4"/>
              </a:solidFill>
              <a:round/>
            </a:ln>
          </p:spPr>
        </p:cxnSp>
        <p:cxnSp>
          <p:nvCxnSpPr>
            <p:cNvPr id="1123" name="Straight Connector 18"/>
            <p:cNvCxnSpPr/>
            <p:nvPr/>
          </p:nvCxnSpPr>
          <p:spPr bwMode="auto">
            <a:xfrm>
              <a:off x="292320" y="0"/>
              <a:ext cx="360" cy="6858360"/>
            </a:xfrm>
            <a:prstGeom prst="straightConnector1">
              <a:avLst/>
            </a:prstGeom>
            <a:ln w="3175">
              <a:solidFill>
                <a:schemeClr val="dk1">
                  <a:alpha val="20000"/>
                </a:schemeClr>
              </a:solidFill>
              <a:round/>
            </a:ln>
          </p:spPr>
        </p:cxnSp>
        <p:cxnSp>
          <p:nvCxnSpPr>
            <p:cNvPr id="1124" name="Straight Connector 19"/>
            <p:cNvCxnSpPr/>
            <p:nvPr/>
          </p:nvCxnSpPr>
          <p:spPr bwMode="auto">
            <a:xfrm>
              <a:off x="877680" y="0"/>
              <a:ext cx="360" cy="6858360"/>
            </a:xfrm>
            <a:prstGeom prst="straightConnector1">
              <a:avLst/>
            </a:prstGeom>
            <a:ln w="3175">
              <a:solidFill>
                <a:schemeClr val="dk1">
                  <a:alpha val="20000"/>
                </a:schemeClr>
              </a:solidFill>
              <a:round/>
            </a:ln>
          </p:spPr>
        </p:cxnSp>
        <p:cxnSp>
          <p:nvCxnSpPr>
            <p:cNvPr id="1125" name="Straight Connector 20"/>
            <p:cNvCxnSpPr/>
            <p:nvPr/>
          </p:nvCxnSpPr>
          <p:spPr bwMode="auto">
            <a:xfrm>
              <a:off x="1170360" y="0"/>
              <a:ext cx="360" cy="6858360"/>
            </a:xfrm>
            <a:prstGeom prst="straightConnector1">
              <a:avLst/>
            </a:prstGeom>
            <a:ln w="3175">
              <a:solidFill>
                <a:schemeClr val="dk1">
                  <a:alpha val="20000"/>
                </a:schemeClr>
              </a:solidFill>
              <a:round/>
            </a:ln>
          </p:spPr>
        </p:cxnSp>
        <p:cxnSp>
          <p:nvCxnSpPr>
            <p:cNvPr id="1126" name="Straight Connector 21"/>
            <p:cNvCxnSpPr/>
            <p:nvPr/>
          </p:nvCxnSpPr>
          <p:spPr bwMode="auto">
            <a:xfrm>
              <a:off x="11021400" y="0"/>
              <a:ext cx="360" cy="6858360"/>
            </a:xfrm>
            <a:prstGeom prst="straightConnector1">
              <a:avLst/>
            </a:prstGeom>
            <a:ln w="3175">
              <a:solidFill>
                <a:schemeClr val="dk1">
                  <a:alpha val="20000"/>
                </a:schemeClr>
              </a:solidFill>
              <a:round/>
            </a:ln>
          </p:spPr>
        </p:cxnSp>
        <p:cxnSp>
          <p:nvCxnSpPr>
            <p:cNvPr id="1127" name="Straight Connector 22"/>
            <p:cNvCxnSpPr/>
            <p:nvPr/>
          </p:nvCxnSpPr>
          <p:spPr bwMode="auto">
            <a:xfrm>
              <a:off x="11606760" y="0"/>
              <a:ext cx="360" cy="6858360"/>
            </a:xfrm>
            <a:prstGeom prst="straightConnector1">
              <a:avLst/>
            </a:prstGeom>
            <a:ln w="3175">
              <a:solidFill>
                <a:srgbClr val="DF45D4"/>
              </a:solidFill>
              <a:round/>
            </a:ln>
          </p:spPr>
        </p:cxnSp>
        <p:cxnSp>
          <p:nvCxnSpPr>
            <p:cNvPr id="1128" name="Straight Connector 23"/>
            <p:cNvCxnSpPr/>
            <p:nvPr/>
          </p:nvCxnSpPr>
          <p:spPr bwMode="auto">
            <a:xfrm>
              <a:off x="11314079" y="0"/>
              <a:ext cx="360" cy="6858360"/>
            </a:xfrm>
            <a:prstGeom prst="straightConnector1">
              <a:avLst/>
            </a:prstGeom>
            <a:ln w="3175">
              <a:solidFill>
                <a:schemeClr val="dk1">
                  <a:alpha val="20000"/>
                </a:schemeClr>
              </a:solidFill>
              <a:round/>
            </a:ln>
          </p:spPr>
        </p:cxnSp>
        <p:cxnSp>
          <p:nvCxnSpPr>
            <p:cNvPr id="1129" name="Straight Connector 24"/>
            <p:cNvCxnSpPr/>
            <p:nvPr/>
          </p:nvCxnSpPr>
          <p:spPr bwMode="auto">
            <a:xfrm>
              <a:off x="11899079" y="0"/>
              <a:ext cx="360" cy="6858360"/>
            </a:xfrm>
            <a:prstGeom prst="straightConnector1">
              <a:avLst/>
            </a:prstGeom>
            <a:ln w="3175">
              <a:solidFill>
                <a:schemeClr val="dk1">
                  <a:alpha val="20000"/>
                </a:schemeClr>
              </a:solidFill>
              <a:round/>
            </a:ln>
          </p:spPr>
        </p:cxnSp>
        <p:cxnSp>
          <p:nvCxnSpPr>
            <p:cNvPr id="1130" name="Straight Connector 25"/>
            <p:cNvCxnSpPr/>
            <p:nvPr/>
          </p:nvCxnSpPr>
          <p:spPr bwMode="auto">
            <a:xfrm>
              <a:off x="12191760" y="0"/>
              <a:ext cx="360" cy="6858360"/>
            </a:xfrm>
            <a:prstGeom prst="straightConnector1">
              <a:avLst/>
            </a:prstGeom>
            <a:ln w="3175">
              <a:solidFill>
                <a:schemeClr val="dk1">
                  <a:alpha val="20000"/>
                </a:schemeClr>
              </a:solidFill>
              <a:round/>
            </a:ln>
          </p:spPr>
        </p:cxnSp>
        <p:cxnSp>
          <p:nvCxnSpPr>
            <p:cNvPr id="1131" name="Straight Connector 26"/>
            <p:cNvCxnSpPr/>
            <p:nvPr/>
          </p:nvCxnSpPr>
          <p:spPr bwMode="auto">
            <a:xfrm>
              <a:off x="0" y="1755360"/>
              <a:ext cx="12189240" cy="360"/>
            </a:xfrm>
            <a:prstGeom prst="straightConnector1">
              <a:avLst/>
            </a:prstGeom>
            <a:ln w="3175">
              <a:solidFill>
                <a:schemeClr val="dk1">
                  <a:alpha val="20000"/>
                </a:schemeClr>
              </a:solidFill>
              <a:round/>
            </a:ln>
          </p:spPr>
        </p:cxnSp>
        <p:cxnSp>
          <p:nvCxnSpPr>
            <p:cNvPr id="1132" name="Straight Connector 27"/>
            <p:cNvCxnSpPr/>
            <p:nvPr/>
          </p:nvCxnSpPr>
          <p:spPr bwMode="auto">
            <a:xfrm>
              <a:off x="0" y="2048040"/>
              <a:ext cx="12189240" cy="360"/>
            </a:xfrm>
            <a:prstGeom prst="straightConnector1">
              <a:avLst/>
            </a:prstGeom>
            <a:ln w="3175">
              <a:solidFill>
                <a:schemeClr val="dk1">
                  <a:alpha val="20000"/>
                </a:schemeClr>
              </a:solidFill>
              <a:round/>
            </a:ln>
          </p:spPr>
        </p:cxnSp>
        <p:cxnSp>
          <p:nvCxnSpPr>
            <p:cNvPr id="1133" name="Straight Connector 28"/>
            <p:cNvCxnSpPr/>
            <p:nvPr/>
          </p:nvCxnSpPr>
          <p:spPr bwMode="auto">
            <a:xfrm>
              <a:off x="0" y="2340720"/>
              <a:ext cx="12189240" cy="360"/>
            </a:xfrm>
            <a:prstGeom prst="straightConnector1">
              <a:avLst/>
            </a:prstGeom>
            <a:ln w="3175">
              <a:solidFill>
                <a:schemeClr val="dk1">
                  <a:alpha val="20000"/>
                </a:schemeClr>
              </a:solidFill>
              <a:round/>
            </a:ln>
          </p:spPr>
        </p:cxnSp>
        <p:cxnSp>
          <p:nvCxnSpPr>
            <p:cNvPr id="1134" name="Straight Connector 29"/>
            <p:cNvCxnSpPr/>
            <p:nvPr/>
          </p:nvCxnSpPr>
          <p:spPr bwMode="auto">
            <a:xfrm>
              <a:off x="0" y="2633400"/>
              <a:ext cx="12189240" cy="360"/>
            </a:xfrm>
            <a:prstGeom prst="straightConnector1">
              <a:avLst/>
            </a:prstGeom>
            <a:ln w="3175">
              <a:solidFill>
                <a:schemeClr val="dk1">
                  <a:alpha val="20000"/>
                </a:schemeClr>
              </a:solidFill>
              <a:round/>
            </a:ln>
          </p:spPr>
        </p:cxnSp>
        <p:cxnSp>
          <p:nvCxnSpPr>
            <p:cNvPr id="1135" name="Straight Connector 30"/>
            <p:cNvCxnSpPr/>
            <p:nvPr/>
          </p:nvCxnSpPr>
          <p:spPr bwMode="auto">
            <a:xfrm>
              <a:off x="0" y="2926080"/>
              <a:ext cx="12189240" cy="360"/>
            </a:xfrm>
            <a:prstGeom prst="straightConnector1">
              <a:avLst/>
            </a:prstGeom>
            <a:ln w="3175">
              <a:solidFill>
                <a:schemeClr val="dk1">
                  <a:alpha val="20000"/>
                </a:schemeClr>
              </a:solidFill>
              <a:round/>
            </a:ln>
          </p:spPr>
        </p:cxnSp>
        <p:cxnSp>
          <p:nvCxnSpPr>
            <p:cNvPr id="1136" name="Straight Connector 31"/>
            <p:cNvCxnSpPr/>
            <p:nvPr/>
          </p:nvCxnSpPr>
          <p:spPr bwMode="auto">
            <a:xfrm>
              <a:off x="0" y="3218400"/>
              <a:ext cx="12189240" cy="360"/>
            </a:xfrm>
            <a:prstGeom prst="straightConnector1">
              <a:avLst/>
            </a:prstGeom>
            <a:ln w="3175">
              <a:solidFill>
                <a:schemeClr val="dk1">
                  <a:alpha val="20000"/>
                </a:schemeClr>
              </a:solidFill>
              <a:round/>
            </a:ln>
          </p:spPr>
        </p:cxnSp>
        <p:cxnSp>
          <p:nvCxnSpPr>
            <p:cNvPr id="1137" name="Straight Connector 32"/>
            <p:cNvCxnSpPr/>
            <p:nvPr/>
          </p:nvCxnSpPr>
          <p:spPr bwMode="auto">
            <a:xfrm>
              <a:off x="0" y="3511080"/>
              <a:ext cx="12189240" cy="360"/>
            </a:xfrm>
            <a:prstGeom prst="straightConnector1">
              <a:avLst/>
            </a:prstGeom>
            <a:ln w="3175">
              <a:solidFill>
                <a:schemeClr val="dk1">
                  <a:alpha val="20000"/>
                </a:schemeClr>
              </a:solidFill>
              <a:round/>
            </a:ln>
          </p:spPr>
        </p:cxnSp>
        <p:cxnSp>
          <p:nvCxnSpPr>
            <p:cNvPr id="1138" name="Straight Connector 38"/>
            <p:cNvCxnSpPr/>
            <p:nvPr/>
          </p:nvCxnSpPr>
          <p:spPr bwMode="auto">
            <a:xfrm>
              <a:off x="0" y="3803760"/>
              <a:ext cx="12189240" cy="360"/>
            </a:xfrm>
            <a:prstGeom prst="straightConnector1">
              <a:avLst/>
            </a:prstGeom>
            <a:ln w="3175">
              <a:solidFill>
                <a:schemeClr val="dk1">
                  <a:alpha val="20000"/>
                </a:schemeClr>
              </a:solidFill>
              <a:round/>
            </a:ln>
          </p:spPr>
        </p:cxnSp>
        <p:cxnSp>
          <p:nvCxnSpPr>
            <p:cNvPr id="1139" name="Straight Connector 39"/>
            <p:cNvCxnSpPr/>
            <p:nvPr/>
          </p:nvCxnSpPr>
          <p:spPr bwMode="auto">
            <a:xfrm>
              <a:off x="0" y="4096440"/>
              <a:ext cx="12189240" cy="360"/>
            </a:xfrm>
            <a:prstGeom prst="straightConnector1">
              <a:avLst/>
            </a:prstGeom>
            <a:ln w="3175">
              <a:solidFill>
                <a:schemeClr val="dk1">
                  <a:alpha val="20000"/>
                </a:schemeClr>
              </a:solidFill>
              <a:round/>
            </a:ln>
          </p:spPr>
        </p:cxnSp>
        <p:cxnSp>
          <p:nvCxnSpPr>
            <p:cNvPr id="1140" name="Straight Connector 40"/>
            <p:cNvCxnSpPr/>
            <p:nvPr/>
          </p:nvCxnSpPr>
          <p:spPr bwMode="auto">
            <a:xfrm>
              <a:off x="0" y="4389120"/>
              <a:ext cx="12189240" cy="360"/>
            </a:xfrm>
            <a:prstGeom prst="straightConnector1">
              <a:avLst/>
            </a:prstGeom>
            <a:ln w="3175">
              <a:solidFill>
                <a:schemeClr val="dk1">
                  <a:alpha val="20000"/>
                </a:schemeClr>
              </a:solidFill>
              <a:round/>
            </a:ln>
          </p:spPr>
        </p:cxnSp>
        <p:cxnSp>
          <p:nvCxnSpPr>
            <p:cNvPr id="1141" name="Straight Connector 41"/>
            <p:cNvCxnSpPr/>
            <p:nvPr/>
          </p:nvCxnSpPr>
          <p:spPr bwMode="auto">
            <a:xfrm>
              <a:off x="0" y="4681440"/>
              <a:ext cx="12189240" cy="360"/>
            </a:xfrm>
            <a:prstGeom prst="straightConnector1">
              <a:avLst/>
            </a:prstGeom>
            <a:ln w="3175">
              <a:solidFill>
                <a:schemeClr val="dk1">
                  <a:alpha val="20000"/>
                </a:schemeClr>
              </a:solidFill>
              <a:round/>
            </a:ln>
          </p:spPr>
        </p:cxnSp>
        <p:cxnSp>
          <p:nvCxnSpPr>
            <p:cNvPr id="1142" name="Straight Connector 42"/>
            <p:cNvCxnSpPr/>
            <p:nvPr/>
          </p:nvCxnSpPr>
          <p:spPr bwMode="auto">
            <a:xfrm>
              <a:off x="0" y="4974120"/>
              <a:ext cx="12189240" cy="360"/>
            </a:xfrm>
            <a:prstGeom prst="straightConnector1">
              <a:avLst/>
            </a:prstGeom>
            <a:ln w="3175">
              <a:solidFill>
                <a:schemeClr val="dk1">
                  <a:alpha val="20000"/>
                </a:schemeClr>
              </a:solidFill>
              <a:round/>
            </a:ln>
          </p:spPr>
        </p:cxnSp>
        <p:cxnSp>
          <p:nvCxnSpPr>
            <p:cNvPr id="1143" name="Straight Connector 43"/>
            <p:cNvCxnSpPr/>
            <p:nvPr/>
          </p:nvCxnSpPr>
          <p:spPr bwMode="auto">
            <a:xfrm>
              <a:off x="0" y="5266800"/>
              <a:ext cx="12189240" cy="360"/>
            </a:xfrm>
            <a:prstGeom prst="straightConnector1">
              <a:avLst/>
            </a:prstGeom>
            <a:ln w="3175">
              <a:solidFill>
                <a:schemeClr val="dk1">
                  <a:alpha val="20000"/>
                </a:schemeClr>
              </a:solidFill>
              <a:round/>
            </a:ln>
          </p:spPr>
        </p:cxnSp>
        <p:cxnSp>
          <p:nvCxnSpPr>
            <p:cNvPr id="1144" name="Straight Connector 44"/>
            <p:cNvCxnSpPr/>
            <p:nvPr/>
          </p:nvCxnSpPr>
          <p:spPr bwMode="auto">
            <a:xfrm>
              <a:off x="0" y="5559480"/>
              <a:ext cx="12189240" cy="360"/>
            </a:xfrm>
            <a:prstGeom prst="straightConnector1">
              <a:avLst/>
            </a:prstGeom>
            <a:ln w="3175">
              <a:solidFill>
                <a:schemeClr val="dk1">
                  <a:alpha val="20000"/>
                </a:schemeClr>
              </a:solidFill>
              <a:round/>
            </a:ln>
          </p:spPr>
        </p:cxnSp>
        <p:cxnSp>
          <p:nvCxnSpPr>
            <p:cNvPr id="1145" name="Straight Connector 45"/>
            <p:cNvCxnSpPr/>
            <p:nvPr/>
          </p:nvCxnSpPr>
          <p:spPr bwMode="auto">
            <a:xfrm>
              <a:off x="0" y="5852160"/>
              <a:ext cx="12189240" cy="360"/>
            </a:xfrm>
            <a:prstGeom prst="straightConnector1">
              <a:avLst/>
            </a:prstGeom>
            <a:ln w="3175">
              <a:solidFill>
                <a:schemeClr val="dk1">
                  <a:alpha val="20000"/>
                </a:schemeClr>
              </a:solidFill>
              <a:round/>
            </a:ln>
          </p:spPr>
        </p:cxnSp>
      </p:grpSp>
      <p:pic>
        <p:nvPicPr>
          <p:cNvPr id="2058206919" name="Graphic 5"/>
          <p:cNvPicPr/>
          <p:nvPr/>
        </p:nvPicPr>
        <p:blipFill rotWithShape="1">
          <a:blip r:embed="rId3"/>
          <a:stretch/>
        </p:blipFill>
        <p:spPr bwMode="auto">
          <a:xfrm rot="5400000">
            <a:off x="9510120" y="2743200"/>
            <a:ext cx="6857640" cy="1371240"/>
          </a:xfrm>
          <a:prstGeom prst="rect">
            <a:avLst/>
          </a:prstGeom>
          <a:noFill/>
          <a:ln w="0">
            <a:noFill/>
          </a:ln>
        </p:spPr>
      </p:pic>
      <p:sp>
        <p:nvSpPr>
          <p:cNvPr id="880215572" name="TextBox 2"/>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883131984"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207917781"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1340882826" name="Straight Connector 33"/>
          <p:cNvCxnSpPr/>
          <p:nvPr/>
        </p:nvCxnSpPr>
        <p:spPr bwMode="auto">
          <a:xfrm>
            <a:off x="-89640" y="5670360"/>
            <a:ext cx="360" cy="1178280"/>
          </a:xfrm>
          <a:prstGeom prst="straightConnector1">
            <a:avLst/>
          </a:prstGeom>
          <a:ln w="9525" cap="sq">
            <a:solidFill>
              <a:srgbClr val="FF0000"/>
            </a:solidFill>
            <a:miter/>
          </a:ln>
        </p:spPr>
      </p:cxnSp>
      <p:pic>
        <p:nvPicPr>
          <p:cNvPr id="991758480" name="Picture 18"/>
          <p:cNvPicPr/>
          <p:nvPr/>
        </p:nvPicPr>
        <p:blipFill rotWithShape="1">
          <a:blip r:embed="rId2"/>
          <a:stretch/>
        </p:blipFill>
        <p:spPr bwMode="auto">
          <a:xfrm>
            <a:off x="0" y="720"/>
            <a:ext cx="12191760" cy="6855840"/>
          </a:xfrm>
          <a:prstGeom prst="rect">
            <a:avLst/>
          </a:prstGeom>
          <a:noFill/>
          <a:ln w="0">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PhAnim="0" type="blank" preserve="1" userDrawn="1">
  <p:cSld name="Resources">
    <p:bg>
      <p:bgPr>
        <a:solidFill>
          <a:srgbClr val="FFFFFF"/>
        </a:solidFill>
        <a:effectLst/>
      </p:bgPr>
    </p:bg>
    <p:spTree>
      <p:nvGrpSpPr>
        <p:cNvPr id="1" name=""/>
        <p:cNvGrpSpPr/>
        <p:nvPr/>
      </p:nvGrpSpPr>
      <p:grpSpPr bwMode="auto">
        <a:xfrm>
          <a:off x="0" y="0"/>
          <a:ext cx="0" cy="0"/>
          <a:chOff x="0" y="0"/>
          <a:chExt cx="0" cy="0"/>
        </a:xfrm>
      </p:grpSpPr>
      <p:pic>
        <p:nvPicPr>
          <p:cNvPr id="1363454362" name="Picture 34"/>
          <p:cNvPicPr/>
          <p:nvPr/>
        </p:nvPicPr>
        <p:blipFill rotWithShape="1">
          <a:blip r:embed="rId2">
            <a:alphaModFix amt="40000"/>
          </a:blip>
          <a:stretch/>
        </p:blipFill>
        <p:spPr bwMode="auto">
          <a:xfrm>
            <a:off x="0" y="720"/>
            <a:ext cx="12191760" cy="6855840"/>
          </a:xfrm>
          <a:prstGeom prst="rect">
            <a:avLst/>
          </a:prstGeom>
          <a:noFill/>
          <a:ln w="0">
            <a:noFill/>
          </a:ln>
        </p:spPr>
      </p:pic>
      <p:pic>
        <p:nvPicPr>
          <p:cNvPr id="1294966976" name="Graphic 5"/>
          <p:cNvPicPr/>
          <p:nvPr/>
        </p:nvPicPr>
        <p:blipFill rotWithShape="1">
          <a:blip r:embed="rId3"/>
          <a:stretch/>
        </p:blipFill>
        <p:spPr bwMode="auto">
          <a:xfrm rot="5400000">
            <a:off x="9510120" y="2743200"/>
            <a:ext cx="6857640" cy="1371240"/>
          </a:xfrm>
          <a:prstGeom prst="rect">
            <a:avLst/>
          </a:prstGeom>
          <a:noFill/>
          <a:ln w="0">
            <a:noFill/>
          </a:ln>
        </p:spPr>
      </p:pic>
      <p:sp>
        <p:nvSpPr>
          <p:cNvPr id="1017106384" name="TextBox 2"/>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212801039"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3830473"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563589031" name="Straight Connector 33"/>
          <p:cNvCxnSpPr/>
          <p:nvPr/>
        </p:nvCxnSpPr>
        <p:spPr bwMode="auto">
          <a:xfrm>
            <a:off x="-89640" y="5670360"/>
            <a:ext cx="360" cy="1178280"/>
          </a:xfrm>
          <a:prstGeom prst="straightConnector1">
            <a:avLst/>
          </a:prstGeom>
          <a:ln w="9525" cap="sq">
            <a:solidFill>
              <a:srgbClr val="FF0000"/>
            </a:solidFill>
            <a:miter/>
          </a:ln>
        </p:spPr>
      </p:cxnSp>
      <p:sp>
        <p:nvSpPr>
          <p:cNvPr id="435038762" name="PlaceHolder 1"/>
          <p:cNvSpPr>
            <a:spLocks noGrp="1"/>
          </p:cNvSpPr>
          <p:nvPr>
            <p:ph type="title"/>
          </p:nvPr>
        </p:nvSpPr>
        <p:spPr bwMode="auto">
          <a:xfrm>
            <a:off x="588240" y="585360"/>
            <a:ext cx="8192520" cy="307439"/>
          </a:xfrm>
          <a:prstGeom prst="rect">
            <a:avLst/>
          </a:prstGeom>
          <a:noFill/>
          <a:ln w="0">
            <a:noFill/>
          </a:ln>
        </p:spPr>
        <p:txBody>
          <a:bodyPr lIns="0" tIns="0" rIns="0" bIns="0" anchor="t">
            <a:noAutofit/>
          </a:bodyPr>
          <a:lstStyle>
            <a:lvl1pPr indent="0" algn="l" defTabSz="932760">
              <a:lnSpc>
                <a:spcPct val="100000"/>
              </a:lnSpc>
              <a:buNone/>
              <a:defRPr lang="en-US" sz="2000" b="0" u="none" strike="noStrike">
                <a:solidFill>
                  <a:schemeClr val="dk1"/>
                </a:solidFill>
                <a:latin typeface="Segoe UI Semibold"/>
              </a:defRPr>
            </a:lvl1pPr>
          </a:lstStyle>
          <a:p>
            <a:pPr indent="0" algn="l" defTabSz="932760">
              <a:lnSpc>
                <a:spcPct val="100000"/>
              </a:lnSpc>
              <a:buNone/>
              <a:defRPr/>
            </a:pPr>
            <a:r>
              <a:rPr lang="en-US" sz="2000" b="0" u="none" strike="noStrike">
                <a:solidFill>
                  <a:schemeClr val="dk1"/>
                </a:solidFill>
                <a:latin typeface="Segoe UI Semibold"/>
              </a:rPr>
              <a:t>Click to edit Master title style</a:t>
            </a:r>
          </a:p>
        </p:txBody>
      </p:sp>
      <p:sp>
        <p:nvSpPr>
          <p:cNvPr id="1914591116" name="PlaceHolder 2"/>
          <p:cNvSpPr>
            <a:spLocks noGrp="1"/>
          </p:cNvSpPr>
          <p:nvPr>
            <p:ph type="body"/>
          </p:nvPr>
        </p:nvSpPr>
        <p:spPr bwMode="auto">
          <a:xfrm>
            <a:off x="586440" y="1591200"/>
            <a:ext cx="8192520" cy="493200"/>
          </a:xfrm>
          <a:prstGeom prst="rect">
            <a:avLst/>
          </a:prstGeom>
          <a:noFill/>
          <a:ln w="0">
            <a:noFill/>
          </a:ln>
        </p:spPr>
        <p:txBody>
          <a:bodyPr lIns="0" tIns="0" rIns="0" bIns="0" anchor="t">
            <a:spAutoFit/>
          </a:bodyPr>
          <a:lstStyle>
            <a:lvl1pPr indent="0" algn="l" defTabSz="932760">
              <a:lnSpc>
                <a:spcPct val="100000"/>
              </a:lnSpc>
              <a:spcBef>
                <a:spcPts val="320"/>
              </a:spcBef>
              <a:buNone/>
              <a:tabLst>
                <a:tab pos="0" algn="l"/>
              </a:tabLst>
              <a:defRPr lang="en-US" sz="1600" b="0" u="none" strike="noStrike">
                <a:solidFill>
                  <a:schemeClr val="dk1"/>
                </a:solidFill>
                <a:latin typeface="Segoe UI Semibold"/>
              </a:defRPr>
            </a:lvl1pPr>
            <a:lvl2pPr lvl="1" algn="l" defTabSz="932760">
              <a:lnSpc>
                <a:spcPct val="100000"/>
              </a:lnSpc>
              <a:spcBef>
                <a:spcPts val="281"/>
              </a:spcBef>
              <a:buClr>
                <a:srgbClr val="000000"/>
              </a:buClr>
              <a:buSzPct val="90000"/>
              <a:buFont typeface="Arial"/>
              <a:buChar char="•"/>
              <a:tabLst>
                <a:tab pos="0" algn="l"/>
              </a:tabLst>
              <a:defRPr lang="en-US" sz="1400" b="0" u="none" strike="noStrike">
                <a:solidFill>
                  <a:schemeClr val="dk1"/>
                </a:solidFill>
                <a:latin typeface="Segoe UI"/>
              </a:defRPr>
            </a:lvl2pPr>
          </a:lstStyle>
          <a:p>
            <a:pPr indent="0" algn="l" defTabSz="932760">
              <a:lnSpc>
                <a:spcPct val="100000"/>
              </a:lnSpc>
              <a:spcBef>
                <a:spcPts val="320"/>
              </a:spcBef>
              <a:buNone/>
              <a:tabLst>
                <a:tab pos="0" algn="l"/>
              </a:tabLst>
              <a:defRPr/>
            </a:pPr>
            <a:r>
              <a:rPr lang="en-US" sz="1600" b="0" u="none" strike="noStrike">
                <a:solidFill>
                  <a:schemeClr val="dk1"/>
                </a:solidFill>
                <a:latin typeface="Segoe UI Semibold"/>
              </a:rPr>
              <a:t>Click to edit Master text styles</a:t>
            </a:r>
            <a:endParaRPr lang="en-US" sz="1600" b="0" u="none" strike="noStrike">
              <a:solidFill>
                <a:schemeClr val="dk1"/>
              </a:solidFill>
              <a:latin typeface="Segoe UI"/>
            </a:endParaRPr>
          </a:p>
          <a:p>
            <a:pPr marL="265320" lvl="1" indent="-128160" algn="l" defTabSz="932760">
              <a:lnSpc>
                <a:spcPct val="100000"/>
              </a:lnSpc>
              <a:spcBef>
                <a:spcPts val="281"/>
              </a:spcBef>
              <a:buClr>
                <a:srgbClr val="000000"/>
              </a:buClr>
              <a:buSzPct val="90000"/>
              <a:buFont typeface="Arial"/>
              <a:buChar char="•"/>
              <a:tabLst>
                <a:tab pos="0" algn="l"/>
              </a:tabLst>
              <a:defRPr/>
            </a:pPr>
            <a:r>
              <a:rPr lang="en-US" sz="1400" b="0" u="none" strike="noStrike">
                <a:solidFill>
                  <a:schemeClr val="dk1"/>
                </a:solidFill>
                <a:latin typeface="Segoe UI"/>
              </a:rPr>
              <a:t>Second level</a:t>
            </a:r>
          </a:p>
        </p:txBody>
      </p:sp>
      <p:sp>
        <p:nvSpPr>
          <p:cNvPr id="1583814710" name="PlaceHolder 3"/>
          <p:cNvSpPr>
            <a:spLocks noGrp="1"/>
          </p:cNvSpPr>
          <p:nvPr>
            <p:ph type="body"/>
          </p:nvPr>
        </p:nvSpPr>
        <p:spPr bwMode="auto">
          <a:xfrm>
            <a:off x="586440" y="2081880"/>
            <a:ext cx="8192520" cy="884879"/>
          </a:xfrm>
          <a:prstGeom prst="rect">
            <a:avLst/>
          </a:prstGeom>
          <a:noFill/>
          <a:ln w="0">
            <a:noFill/>
          </a:ln>
        </p:spPr>
        <p:txBody>
          <a:bodyPr lIns="0" tIns="0" rIns="0" bIns="0" anchor="t">
            <a:spAutoFit/>
          </a:bodyPr>
          <a:lstStyle>
            <a:lvl1pPr algn="l" defTabSz="932760">
              <a:lnSpc>
                <a:spcPct val="100000"/>
              </a:lnSpc>
              <a:spcBef>
                <a:spcPts val="320"/>
              </a:spcBef>
              <a:buClr>
                <a:srgbClr val="000000"/>
              </a:buClr>
              <a:buSzPct val="90000"/>
              <a:buFont typeface="Arial"/>
              <a:buChar char="•"/>
              <a:tabLst>
                <a:tab pos="0" algn="l"/>
              </a:tabLst>
              <a:defRPr lang="en-US" sz="1600" b="0" u="none" strike="noStrike">
                <a:solidFill>
                  <a:schemeClr val="dk1"/>
                </a:solidFill>
                <a:latin typeface="Segoe UI"/>
              </a:defRPr>
            </a:lvl1pPr>
            <a:lvl2pPr lvl="1" algn="l" defTabSz="932760">
              <a:lnSpc>
                <a:spcPct val="100000"/>
              </a:lnSpc>
              <a:spcBef>
                <a:spcPts val="281"/>
              </a:spcBef>
              <a:buClr>
                <a:srgbClr val="000000"/>
              </a:buClr>
              <a:buSzPct val="90000"/>
              <a:buFont typeface="Arial"/>
              <a:buChar char="•"/>
              <a:tabLst>
                <a:tab pos="0" algn="l"/>
              </a:tabLst>
              <a:defRPr lang="en-US" sz="1400" b="0" u="none" strike="noStrike">
                <a:solidFill>
                  <a:schemeClr val="dk1"/>
                </a:solidFill>
                <a:latin typeface="Segoe UI"/>
              </a:defRPr>
            </a:lvl2pPr>
            <a:lvl3pPr lvl="2" algn="l" defTabSz="932760">
              <a:lnSpc>
                <a:spcPct val="100000"/>
              </a:lnSpc>
              <a:spcBef>
                <a:spcPts val="241"/>
              </a:spcBef>
              <a:buClr>
                <a:srgbClr val="000000"/>
              </a:buClr>
              <a:buSzPct val="90000"/>
              <a:buFont typeface="Arial"/>
              <a:buChar char="•"/>
              <a:tabLst>
                <a:tab pos="0" algn="l"/>
              </a:tabLst>
              <a:defRPr lang="en-US" sz="1200" b="0" u="none" strike="noStrike">
                <a:solidFill>
                  <a:schemeClr val="dk1"/>
                </a:solidFill>
                <a:latin typeface="Segoe UI"/>
              </a:defRPr>
            </a:lvl3pPr>
            <a:lvl4pPr marL="685800" indent="0" algn="l" defTabSz="932760">
              <a:lnSpc>
                <a:spcPct val="100000"/>
              </a:lnSpc>
              <a:spcBef>
                <a:spcPts val="201"/>
              </a:spcBef>
              <a:buNone/>
              <a:tabLst>
                <a:tab pos="0" algn="l"/>
              </a:tabLst>
              <a:defRPr lang="en-US" sz="1000" b="0" u="none" strike="noStrike">
                <a:solidFill>
                  <a:srgbClr val="000000"/>
                </a:solidFill>
                <a:latin typeface="Segoe UI"/>
              </a:defRPr>
            </a:lvl4pPr>
          </a:lstStyle>
          <a:p>
            <a:pPr marL="137160" indent="-137160" algn="l" defTabSz="932760">
              <a:lnSpc>
                <a:spcPct val="100000"/>
              </a:lnSpc>
              <a:spcBef>
                <a:spcPts val="320"/>
              </a:spcBef>
              <a:buClr>
                <a:srgbClr val="000000"/>
              </a:buClr>
              <a:buSzPct val="90000"/>
              <a:buFont typeface="Arial"/>
              <a:buChar char="•"/>
              <a:tabLst>
                <a:tab pos="0" algn="l"/>
              </a:tabLst>
              <a:defRPr/>
            </a:pPr>
            <a:r>
              <a:rPr lang="en-US" sz="1600" b="0" u="none" strike="noStrike">
                <a:solidFill>
                  <a:schemeClr val="dk1"/>
                </a:solidFill>
                <a:latin typeface="Segoe UI"/>
              </a:rPr>
              <a:t>Click to edit Master text styles</a:t>
            </a:r>
          </a:p>
          <a:p>
            <a:pPr marL="265320" lvl="1" indent="-128160" algn="l" defTabSz="932760">
              <a:lnSpc>
                <a:spcPct val="100000"/>
              </a:lnSpc>
              <a:spcBef>
                <a:spcPts val="281"/>
              </a:spcBef>
              <a:buClr>
                <a:srgbClr val="000000"/>
              </a:buClr>
              <a:buSzPct val="90000"/>
              <a:buFont typeface="Arial"/>
              <a:buChar char="•"/>
              <a:tabLst>
                <a:tab pos="0" algn="l"/>
              </a:tabLst>
              <a:defRPr/>
            </a:pPr>
            <a:r>
              <a:rPr lang="en-US" sz="1400" b="0" u="none" strike="noStrike">
                <a:solidFill>
                  <a:schemeClr val="dk1"/>
                </a:solidFill>
                <a:latin typeface="Segoe UI"/>
              </a:rPr>
              <a:t>Second level</a:t>
            </a:r>
          </a:p>
          <a:p>
            <a:pPr marL="384120" lvl="2" indent="-118800" algn="l" defTabSz="932760">
              <a:lnSpc>
                <a:spcPct val="100000"/>
              </a:lnSpc>
              <a:spcBef>
                <a:spcPts val="241"/>
              </a:spcBef>
              <a:buClr>
                <a:srgbClr val="000000"/>
              </a:buClr>
              <a:buSzPct val="90000"/>
              <a:buFont typeface="Arial"/>
              <a:buChar char="•"/>
              <a:tabLst>
                <a:tab pos="0" algn="l"/>
              </a:tabLst>
              <a:defRPr/>
            </a:pPr>
            <a:r>
              <a:rPr lang="en-US" sz="1200" b="0" u="none" strike="noStrike">
                <a:solidFill>
                  <a:schemeClr val="dk1"/>
                </a:solidFill>
                <a:latin typeface="Segoe UI"/>
              </a:rPr>
              <a:t>Third level</a:t>
            </a:r>
          </a:p>
          <a:p>
            <a:pPr marL="685800" indent="0" algn="l" defTabSz="932760">
              <a:lnSpc>
                <a:spcPct val="100000"/>
              </a:lnSpc>
              <a:spcBef>
                <a:spcPts val="201"/>
              </a:spcBef>
              <a:buNone/>
              <a:tabLst>
                <a:tab pos="0" algn="l"/>
              </a:tabLst>
              <a:defRPr/>
            </a:pPr>
            <a:r>
              <a:rPr lang="en-US" sz="1000" b="0" u="none" strike="noStrike">
                <a:solidFill>
                  <a:srgbClr val="000000"/>
                </a:solidFill>
                <a:latin typeface="Segoe UI"/>
              </a:rPr>
              <a:t>Fourth level</a:t>
            </a:r>
            <a:endParaRPr lang="en-US" sz="1000" b="0" u="none" strike="noStrike">
              <a:solidFill>
                <a:schemeClr val="dk1"/>
              </a:solidFill>
              <a:latin typeface="Segoe UI"/>
            </a:endParaRPr>
          </a:p>
        </p:txBody>
      </p:sp>
      <p:sp>
        <p:nvSpPr>
          <p:cNvPr id="454226897" name="PlaceHolder 4"/>
          <p:cNvSpPr>
            <a:spLocks noGrp="1"/>
          </p:cNvSpPr>
          <p:nvPr>
            <p:ph type="body"/>
          </p:nvPr>
        </p:nvSpPr>
        <p:spPr bwMode="auto">
          <a:xfrm>
            <a:off x="586440" y="3587040"/>
            <a:ext cx="8192520" cy="493200"/>
          </a:xfrm>
          <a:prstGeom prst="rect">
            <a:avLst/>
          </a:prstGeom>
          <a:noFill/>
          <a:ln w="0">
            <a:noFill/>
          </a:ln>
        </p:spPr>
        <p:txBody>
          <a:bodyPr lIns="0" tIns="0" rIns="0" bIns="0" anchor="t">
            <a:spAutoFit/>
          </a:bodyPr>
          <a:lstStyle>
            <a:lvl1pPr indent="0" algn="l" defTabSz="932760">
              <a:lnSpc>
                <a:spcPct val="100000"/>
              </a:lnSpc>
              <a:spcBef>
                <a:spcPts val="320"/>
              </a:spcBef>
              <a:buNone/>
              <a:tabLst>
                <a:tab pos="0" algn="l"/>
              </a:tabLst>
              <a:defRPr lang="en-US" sz="1600" b="0" u="none" strike="noStrike">
                <a:solidFill>
                  <a:schemeClr val="dk1"/>
                </a:solidFill>
                <a:latin typeface="Segoe UI Semibold"/>
              </a:defRPr>
            </a:lvl1pPr>
            <a:lvl2pPr lvl="1" algn="l" defTabSz="932760">
              <a:lnSpc>
                <a:spcPct val="100000"/>
              </a:lnSpc>
              <a:spcBef>
                <a:spcPts val="281"/>
              </a:spcBef>
              <a:buClr>
                <a:srgbClr val="000000"/>
              </a:buClr>
              <a:buSzPct val="90000"/>
              <a:buFont typeface="Arial"/>
              <a:buChar char="•"/>
              <a:tabLst>
                <a:tab pos="0" algn="l"/>
              </a:tabLst>
              <a:defRPr lang="en-US" sz="1400" b="0" u="none" strike="noStrike">
                <a:solidFill>
                  <a:schemeClr val="dk1"/>
                </a:solidFill>
                <a:latin typeface="Segoe UI"/>
              </a:defRPr>
            </a:lvl2pPr>
          </a:lstStyle>
          <a:p>
            <a:pPr indent="0" algn="l" defTabSz="932760">
              <a:lnSpc>
                <a:spcPct val="100000"/>
              </a:lnSpc>
              <a:spcBef>
                <a:spcPts val="320"/>
              </a:spcBef>
              <a:buNone/>
              <a:tabLst>
                <a:tab pos="0" algn="l"/>
              </a:tabLst>
              <a:defRPr/>
            </a:pPr>
            <a:r>
              <a:rPr lang="en-US" sz="1600" b="0" u="none" strike="noStrike">
                <a:solidFill>
                  <a:schemeClr val="dk1"/>
                </a:solidFill>
                <a:latin typeface="Segoe UI Semibold"/>
              </a:rPr>
              <a:t>Click to edit Master text styles</a:t>
            </a:r>
            <a:endParaRPr lang="en-US" sz="1600" b="0" u="none" strike="noStrike">
              <a:solidFill>
                <a:schemeClr val="dk1"/>
              </a:solidFill>
              <a:latin typeface="Segoe UI"/>
            </a:endParaRPr>
          </a:p>
          <a:p>
            <a:pPr marL="265320" lvl="1" indent="-128160" algn="l" defTabSz="932760">
              <a:lnSpc>
                <a:spcPct val="100000"/>
              </a:lnSpc>
              <a:spcBef>
                <a:spcPts val="281"/>
              </a:spcBef>
              <a:buClr>
                <a:srgbClr val="000000"/>
              </a:buClr>
              <a:buSzPct val="90000"/>
              <a:buFont typeface="Arial"/>
              <a:buChar char="•"/>
              <a:tabLst>
                <a:tab pos="0" algn="l"/>
              </a:tabLst>
              <a:defRPr/>
            </a:pPr>
            <a:r>
              <a:rPr lang="en-US" sz="1400" b="0" u="none" strike="noStrike">
                <a:solidFill>
                  <a:schemeClr val="dk1"/>
                </a:solidFill>
                <a:latin typeface="Segoe UI"/>
              </a:rPr>
              <a:t>Second level</a:t>
            </a:r>
          </a:p>
        </p:txBody>
      </p:sp>
      <p:sp>
        <p:nvSpPr>
          <p:cNvPr id="1665488113" name="PlaceHolder 5"/>
          <p:cNvSpPr>
            <a:spLocks noGrp="1"/>
          </p:cNvSpPr>
          <p:nvPr>
            <p:ph type="body"/>
          </p:nvPr>
        </p:nvSpPr>
        <p:spPr bwMode="auto">
          <a:xfrm>
            <a:off x="586440" y="4077720"/>
            <a:ext cx="8192520" cy="884879"/>
          </a:xfrm>
          <a:prstGeom prst="rect">
            <a:avLst/>
          </a:prstGeom>
          <a:noFill/>
          <a:ln w="0">
            <a:noFill/>
          </a:ln>
        </p:spPr>
        <p:txBody>
          <a:bodyPr lIns="0" tIns="0" rIns="0" bIns="0" anchor="t">
            <a:spAutoFit/>
          </a:bodyPr>
          <a:lstStyle>
            <a:lvl1pPr algn="l" defTabSz="932760">
              <a:lnSpc>
                <a:spcPct val="100000"/>
              </a:lnSpc>
              <a:spcBef>
                <a:spcPts val="320"/>
              </a:spcBef>
              <a:buClr>
                <a:srgbClr val="000000"/>
              </a:buClr>
              <a:buSzPct val="90000"/>
              <a:buFont typeface="Arial"/>
              <a:buChar char="•"/>
              <a:tabLst>
                <a:tab pos="0" algn="l"/>
              </a:tabLst>
              <a:defRPr lang="en-US" sz="1600" b="0" u="none" strike="noStrike">
                <a:solidFill>
                  <a:schemeClr val="dk1"/>
                </a:solidFill>
                <a:latin typeface="Segoe UI"/>
              </a:defRPr>
            </a:lvl1pPr>
            <a:lvl2pPr lvl="1" algn="l" defTabSz="932760">
              <a:lnSpc>
                <a:spcPct val="100000"/>
              </a:lnSpc>
              <a:spcBef>
                <a:spcPts val="281"/>
              </a:spcBef>
              <a:buClr>
                <a:srgbClr val="000000"/>
              </a:buClr>
              <a:buSzPct val="90000"/>
              <a:buFont typeface="Arial"/>
              <a:buChar char="•"/>
              <a:tabLst>
                <a:tab pos="0" algn="l"/>
              </a:tabLst>
              <a:defRPr lang="en-US" sz="1400" b="0" u="none" strike="noStrike">
                <a:solidFill>
                  <a:schemeClr val="dk1"/>
                </a:solidFill>
                <a:latin typeface="Segoe UI"/>
              </a:defRPr>
            </a:lvl2pPr>
            <a:lvl3pPr lvl="2" algn="l" defTabSz="932760">
              <a:lnSpc>
                <a:spcPct val="100000"/>
              </a:lnSpc>
              <a:spcBef>
                <a:spcPts val="241"/>
              </a:spcBef>
              <a:buClr>
                <a:srgbClr val="000000"/>
              </a:buClr>
              <a:buSzPct val="90000"/>
              <a:buFont typeface="Arial"/>
              <a:buChar char="•"/>
              <a:tabLst>
                <a:tab pos="0" algn="l"/>
              </a:tabLst>
              <a:defRPr lang="en-US" sz="1200" b="0" u="none" strike="noStrike">
                <a:solidFill>
                  <a:schemeClr val="dk1"/>
                </a:solidFill>
                <a:latin typeface="Segoe UI"/>
              </a:defRPr>
            </a:lvl3pPr>
            <a:lvl4pPr marL="685800" indent="0" algn="l" defTabSz="932760">
              <a:lnSpc>
                <a:spcPct val="100000"/>
              </a:lnSpc>
              <a:spcBef>
                <a:spcPts val="201"/>
              </a:spcBef>
              <a:buNone/>
              <a:tabLst>
                <a:tab pos="0" algn="l"/>
              </a:tabLst>
              <a:defRPr lang="en-US" sz="1000" b="0" u="none" strike="noStrike">
                <a:solidFill>
                  <a:srgbClr val="000000"/>
                </a:solidFill>
                <a:latin typeface="Segoe UI"/>
              </a:defRPr>
            </a:lvl4pPr>
          </a:lstStyle>
          <a:p>
            <a:pPr marL="137160" indent="-137160" algn="l" defTabSz="932760">
              <a:lnSpc>
                <a:spcPct val="100000"/>
              </a:lnSpc>
              <a:spcBef>
                <a:spcPts val="320"/>
              </a:spcBef>
              <a:buClr>
                <a:srgbClr val="000000"/>
              </a:buClr>
              <a:buSzPct val="90000"/>
              <a:buFont typeface="Arial"/>
              <a:buChar char="•"/>
              <a:tabLst>
                <a:tab pos="0" algn="l"/>
              </a:tabLst>
              <a:defRPr/>
            </a:pPr>
            <a:r>
              <a:rPr lang="en-US" sz="1600" b="0" u="none" strike="noStrike">
                <a:solidFill>
                  <a:schemeClr val="dk1"/>
                </a:solidFill>
                <a:latin typeface="Segoe UI"/>
              </a:rPr>
              <a:t>Click to edit Master text styles</a:t>
            </a:r>
          </a:p>
          <a:p>
            <a:pPr marL="265320" lvl="1" indent="-128160" algn="l" defTabSz="932760">
              <a:lnSpc>
                <a:spcPct val="100000"/>
              </a:lnSpc>
              <a:spcBef>
                <a:spcPts val="281"/>
              </a:spcBef>
              <a:buClr>
                <a:srgbClr val="000000"/>
              </a:buClr>
              <a:buSzPct val="90000"/>
              <a:buFont typeface="Arial"/>
              <a:buChar char="•"/>
              <a:tabLst>
                <a:tab pos="0" algn="l"/>
              </a:tabLst>
              <a:defRPr/>
            </a:pPr>
            <a:r>
              <a:rPr lang="en-US" sz="1400" b="0" u="none" strike="noStrike">
                <a:solidFill>
                  <a:schemeClr val="dk1"/>
                </a:solidFill>
                <a:latin typeface="Segoe UI"/>
              </a:rPr>
              <a:t>Second level</a:t>
            </a:r>
          </a:p>
          <a:p>
            <a:pPr marL="384120" lvl="2" indent="-118800" algn="l" defTabSz="932760">
              <a:lnSpc>
                <a:spcPct val="100000"/>
              </a:lnSpc>
              <a:spcBef>
                <a:spcPts val="241"/>
              </a:spcBef>
              <a:buClr>
                <a:srgbClr val="000000"/>
              </a:buClr>
              <a:buSzPct val="90000"/>
              <a:buFont typeface="Arial"/>
              <a:buChar char="•"/>
              <a:tabLst>
                <a:tab pos="0" algn="l"/>
              </a:tabLst>
              <a:defRPr/>
            </a:pPr>
            <a:r>
              <a:rPr lang="en-US" sz="1200" b="0" u="none" strike="noStrike">
                <a:solidFill>
                  <a:schemeClr val="dk1"/>
                </a:solidFill>
                <a:latin typeface="Segoe UI"/>
              </a:rPr>
              <a:t>Third level</a:t>
            </a:r>
          </a:p>
          <a:p>
            <a:pPr marL="685800" indent="0" algn="l" defTabSz="932760">
              <a:lnSpc>
                <a:spcPct val="100000"/>
              </a:lnSpc>
              <a:spcBef>
                <a:spcPts val="201"/>
              </a:spcBef>
              <a:buNone/>
              <a:tabLst>
                <a:tab pos="0" algn="l"/>
              </a:tabLst>
              <a:defRPr/>
            </a:pPr>
            <a:r>
              <a:rPr lang="en-US" sz="1000" b="0" u="none" strike="noStrike">
                <a:solidFill>
                  <a:srgbClr val="000000"/>
                </a:solidFill>
                <a:latin typeface="Segoe UI"/>
              </a:rPr>
              <a:t>Fourth level</a:t>
            </a:r>
            <a:endParaRPr lang="en-US" sz="1000" b="0" u="none" strike="noStrike">
              <a:solidFill>
                <a:schemeClr val="dk1"/>
              </a:solidFill>
              <a:latin typeface="Segoe UI"/>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PhAnim="0" type="blank" preserve="1" userDrawn="1">
  <p:cSld name="Closing / CTA">
    <p:bg>
      <p:bgPr>
        <a:solidFill>
          <a:srgbClr val="FFFFFF"/>
        </a:solidFill>
        <a:effectLst/>
      </p:bgPr>
    </p:bg>
    <p:spTree>
      <p:nvGrpSpPr>
        <p:cNvPr id="1" name=""/>
        <p:cNvGrpSpPr/>
        <p:nvPr/>
      </p:nvGrpSpPr>
      <p:grpSpPr bwMode="auto">
        <a:xfrm>
          <a:off x="0" y="0"/>
          <a:ext cx="0" cy="0"/>
          <a:chOff x="0" y="0"/>
          <a:chExt cx="0" cy="0"/>
        </a:xfrm>
      </p:grpSpPr>
      <p:pic>
        <p:nvPicPr>
          <p:cNvPr id="1318949944" name="Picture 34"/>
          <p:cNvPicPr/>
          <p:nvPr/>
        </p:nvPicPr>
        <p:blipFill rotWithShape="1">
          <a:blip r:embed="rId2">
            <a:alphaModFix amt="40000"/>
          </a:blip>
          <a:stretch/>
        </p:blipFill>
        <p:spPr bwMode="auto">
          <a:xfrm>
            <a:off x="0" y="720"/>
            <a:ext cx="12191760" cy="6855840"/>
          </a:xfrm>
          <a:prstGeom prst="rect">
            <a:avLst/>
          </a:prstGeom>
          <a:noFill/>
          <a:ln w="0">
            <a:noFill/>
          </a:ln>
        </p:spPr>
      </p:pic>
      <p:grpSp>
        <p:nvGrpSpPr>
          <p:cNvPr id="1646091498" name="GRID"/>
          <p:cNvGrpSpPr/>
          <p:nvPr/>
        </p:nvGrpSpPr>
        <p:grpSpPr bwMode="auto">
          <a:xfrm>
            <a:off x="0" y="0"/>
            <a:ext cx="12191760" cy="6858000"/>
            <a:chOff x="0" y="0"/>
            <a:chExt cx="12191760" cy="6858000"/>
          </a:xfrm>
        </p:grpSpPr>
        <p:cxnSp>
          <p:nvCxnSpPr>
            <p:cNvPr id="1200" name="Straight Connector 6"/>
            <p:cNvCxnSpPr/>
            <p:nvPr/>
          </p:nvCxnSpPr>
          <p:spPr bwMode="auto">
            <a:xfrm>
              <a:off x="0" y="0"/>
              <a:ext cx="12189240" cy="360"/>
            </a:xfrm>
            <a:prstGeom prst="straightConnector1">
              <a:avLst/>
            </a:prstGeom>
            <a:ln w="3175">
              <a:solidFill>
                <a:schemeClr val="dk1">
                  <a:alpha val="20000"/>
                </a:schemeClr>
              </a:solidFill>
              <a:round/>
            </a:ln>
          </p:spPr>
        </p:cxnSp>
        <p:cxnSp>
          <p:nvCxnSpPr>
            <p:cNvPr id="1201" name="Straight Connector 8"/>
            <p:cNvCxnSpPr/>
            <p:nvPr/>
          </p:nvCxnSpPr>
          <p:spPr bwMode="auto">
            <a:xfrm>
              <a:off x="0" y="292320"/>
              <a:ext cx="12189240" cy="360"/>
            </a:xfrm>
            <a:prstGeom prst="straightConnector1">
              <a:avLst/>
            </a:prstGeom>
            <a:ln w="3175">
              <a:solidFill>
                <a:schemeClr val="dk1">
                  <a:alpha val="20000"/>
                </a:schemeClr>
              </a:solidFill>
              <a:round/>
            </a:ln>
          </p:spPr>
        </p:cxnSp>
        <p:cxnSp>
          <p:nvCxnSpPr>
            <p:cNvPr id="1202" name="Straight Connector 9"/>
            <p:cNvCxnSpPr/>
            <p:nvPr/>
          </p:nvCxnSpPr>
          <p:spPr bwMode="auto">
            <a:xfrm>
              <a:off x="0" y="585000"/>
              <a:ext cx="12189240" cy="360"/>
            </a:xfrm>
            <a:prstGeom prst="straightConnector1">
              <a:avLst/>
            </a:prstGeom>
            <a:ln w="3175">
              <a:solidFill>
                <a:srgbClr val="DF45D4"/>
              </a:solidFill>
              <a:round/>
            </a:ln>
          </p:spPr>
        </p:cxnSp>
        <p:cxnSp>
          <p:nvCxnSpPr>
            <p:cNvPr id="1203" name="Straight Connector 10"/>
            <p:cNvCxnSpPr/>
            <p:nvPr/>
          </p:nvCxnSpPr>
          <p:spPr bwMode="auto">
            <a:xfrm>
              <a:off x="0" y="6272640"/>
              <a:ext cx="12189240" cy="360"/>
            </a:xfrm>
            <a:prstGeom prst="straightConnector1">
              <a:avLst/>
            </a:prstGeom>
            <a:ln w="3175">
              <a:solidFill>
                <a:srgbClr val="DF45D4"/>
              </a:solidFill>
              <a:round/>
            </a:ln>
          </p:spPr>
        </p:cxnSp>
        <p:cxnSp>
          <p:nvCxnSpPr>
            <p:cNvPr id="1204" name="Straight Connector 11"/>
            <p:cNvCxnSpPr/>
            <p:nvPr/>
          </p:nvCxnSpPr>
          <p:spPr bwMode="auto">
            <a:xfrm>
              <a:off x="0" y="6565320"/>
              <a:ext cx="12189240" cy="360"/>
            </a:xfrm>
            <a:prstGeom prst="straightConnector1">
              <a:avLst/>
            </a:prstGeom>
            <a:ln w="3175">
              <a:solidFill>
                <a:schemeClr val="dk1">
                  <a:alpha val="20000"/>
                </a:schemeClr>
              </a:solidFill>
              <a:round/>
            </a:ln>
          </p:spPr>
        </p:cxnSp>
        <p:cxnSp>
          <p:nvCxnSpPr>
            <p:cNvPr id="1205" name="Straight Connector 12"/>
            <p:cNvCxnSpPr/>
            <p:nvPr/>
          </p:nvCxnSpPr>
          <p:spPr bwMode="auto">
            <a:xfrm>
              <a:off x="0" y="6858000"/>
              <a:ext cx="12189240" cy="360"/>
            </a:xfrm>
            <a:prstGeom prst="straightConnector1">
              <a:avLst/>
            </a:prstGeom>
            <a:ln w="3175">
              <a:solidFill>
                <a:schemeClr val="dk1">
                  <a:alpha val="20000"/>
                </a:schemeClr>
              </a:solidFill>
              <a:round/>
            </a:ln>
          </p:spPr>
        </p:cxnSp>
        <p:cxnSp>
          <p:nvCxnSpPr>
            <p:cNvPr id="1206" name="Straight Connector 13"/>
            <p:cNvCxnSpPr/>
            <p:nvPr/>
          </p:nvCxnSpPr>
          <p:spPr bwMode="auto">
            <a:xfrm>
              <a:off x="0" y="877680"/>
              <a:ext cx="12189240" cy="360"/>
            </a:xfrm>
            <a:prstGeom prst="straightConnector1">
              <a:avLst/>
            </a:prstGeom>
            <a:ln w="3175">
              <a:solidFill>
                <a:schemeClr val="dk1">
                  <a:alpha val="20000"/>
                </a:schemeClr>
              </a:solidFill>
              <a:round/>
            </a:ln>
          </p:spPr>
        </p:cxnSp>
        <p:cxnSp>
          <p:nvCxnSpPr>
            <p:cNvPr id="1207" name="Straight Connector 14"/>
            <p:cNvCxnSpPr/>
            <p:nvPr/>
          </p:nvCxnSpPr>
          <p:spPr bwMode="auto">
            <a:xfrm>
              <a:off x="0" y="1170360"/>
              <a:ext cx="12189240" cy="360"/>
            </a:xfrm>
            <a:prstGeom prst="straightConnector1">
              <a:avLst/>
            </a:prstGeom>
            <a:ln w="3175">
              <a:solidFill>
                <a:schemeClr val="dk1">
                  <a:alpha val="20000"/>
                </a:schemeClr>
              </a:solidFill>
              <a:round/>
            </a:ln>
          </p:spPr>
        </p:cxnSp>
        <p:cxnSp>
          <p:nvCxnSpPr>
            <p:cNvPr id="1208" name="Straight Connector 15"/>
            <p:cNvCxnSpPr/>
            <p:nvPr/>
          </p:nvCxnSpPr>
          <p:spPr bwMode="auto">
            <a:xfrm>
              <a:off x="0" y="1463040"/>
              <a:ext cx="12189240" cy="360"/>
            </a:xfrm>
            <a:prstGeom prst="straightConnector1">
              <a:avLst/>
            </a:prstGeom>
            <a:ln w="3175">
              <a:solidFill>
                <a:schemeClr val="dk1">
                  <a:alpha val="20000"/>
                </a:schemeClr>
              </a:solidFill>
              <a:round/>
            </a:ln>
          </p:spPr>
        </p:cxnSp>
        <p:cxnSp>
          <p:nvCxnSpPr>
            <p:cNvPr id="1209" name="Straight Connector 16"/>
            <p:cNvCxnSpPr/>
            <p:nvPr/>
          </p:nvCxnSpPr>
          <p:spPr bwMode="auto">
            <a:xfrm>
              <a:off x="0" y="0"/>
              <a:ext cx="360" cy="6858360"/>
            </a:xfrm>
            <a:prstGeom prst="straightConnector1">
              <a:avLst/>
            </a:prstGeom>
            <a:ln w="3175">
              <a:solidFill>
                <a:schemeClr val="dk1">
                  <a:alpha val="20000"/>
                </a:schemeClr>
              </a:solidFill>
              <a:round/>
            </a:ln>
          </p:spPr>
        </p:cxnSp>
        <p:cxnSp>
          <p:nvCxnSpPr>
            <p:cNvPr id="1210" name="Straight Connector 17"/>
            <p:cNvCxnSpPr/>
            <p:nvPr/>
          </p:nvCxnSpPr>
          <p:spPr bwMode="auto">
            <a:xfrm>
              <a:off x="585000" y="0"/>
              <a:ext cx="360" cy="6858360"/>
            </a:xfrm>
            <a:prstGeom prst="straightConnector1">
              <a:avLst/>
            </a:prstGeom>
            <a:ln w="3175">
              <a:solidFill>
                <a:srgbClr val="DF45D4"/>
              </a:solidFill>
              <a:round/>
            </a:ln>
          </p:spPr>
        </p:cxnSp>
        <p:cxnSp>
          <p:nvCxnSpPr>
            <p:cNvPr id="1211" name="Straight Connector 18"/>
            <p:cNvCxnSpPr/>
            <p:nvPr/>
          </p:nvCxnSpPr>
          <p:spPr bwMode="auto">
            <a:xfrm>
              <a:off x="292320" y="0"/>
              <a:ext cx="360" cy="6858360"/>
            </a:xfrm>
            <a:prstGeom prst="straightConnector1">
              <a:avLst/>
            </a:prstGeom>
            <a:ln w="3175">
              <a:solidFill>
                <a:schemeClr val="dk1">
                  <a:alpha val="20000"/>
                </a:schemeClr>
              </a:solidFill>
              <a:round/>
            </a:ln>
          </p:spPr>
        </p:cxnSp>
        <p:cxnSp>
          <p:nvCxnSpPr>
            <p:cNvPr id="1212" name="Straight Connector 19"/>
            <p:cNvCxnSpPr/>
            <p:nvPr/>
          </p:nvCxnSpPr>
          <p:spPr bwMode="auto">
            <a:xfrm>
              <a:off x="877680" y="0"/>
              <a:ext cx="360" cy="6858360"/>
            </a:xfrm>
            <a:prstGeom prst="straightConnector1">
              <a:avLst/>
            </a:prstGeom>
            <a:ln w="3175">
              <a:solidFill>
                <a:schemeClr val="dk1">
                  <a:alpha val="20000"/>
                </a:schemeClr>
              </a:solidFill>
              <a:round/>
            </a:ln>
          </p:spPr>
        </p:cxnSp>
        <p:cxnSp>
          <p:nvCxnSpPr>
            <p:cNvPr id="1213" name="Straight Connector 20"/>
            <p:cNvCxnSpPr/>
            <p:nvPr/>
          </p:nvCxnSpPr>
          <p:spPr bwMode="auto">
            <a:xfrm>
              <a:off x="1170360" y="0"/>
              <a:ext cx="360" cy="6858360"/>
            </a:xfrm>
            <a:prstGeom prst="straightConnector1">
              <a:avLst/>
            </a:prstGeom>
            <a:ln w="3175">
              <a:solidFill>
                <a:schemeClr val="dk1">
                  <a:alpha val="20000"/>
                </a:schemeClr>
              </a:solidFill>
              <a:round/>
            </a:ln>
          </p:spPr>
        </p:cxnSp>
        <p:cxnSp>
          <p:nvCxnSpPr>
            <p:cNvPr id="1214" name="Straight Connector 21"/>
            <p:cNvCxnSpPr/>
            <p:nvPr/>
          </p:nvCxnSpPr>
          <p:spPr bwMode="auto">
            <a:xfrm>
              <a:off x="11021400" y="0"/>
              <a:ext cx="360" cy="6858360"/>
            </a:xfrm>
            <a:prstGeom prst="straightConnector1">
              <a:avLst/>
            </a:prstGeom>
            <a:ln w="3175">
              <a:solidFill>
                <a:schemeClr val="dk1">
                  <a:alpha val="20000"/>
                </a:schemeClr>
              </a:solidFill>
              <a:round/>
            </a:ln>
          </p:spPr>
        </p:cxnSp>
        <p:cxnSp>
          <p:nvCxnSpPr>
            <p:cNvPr id="1215" name="Straight Connector 22"/>
            <p:cNvCxnSpPr/>
            <p:nvPr/>
          </p:nvCxnSpPr>
          <p:spPr bwMode="auto">
            <a:xfrm>
              <a:off x="11606760" y="0"/>
              <a:ext cx="360" cy="6858360"/>
            </a:xfrm>
            <a:prstGeom prst="straightConnector1">
              <a:avLst/>
            </a:prstGeom>
            <a:ln w="3175">
              <a:solidFill>
                <a:srgbClr val="DF45D4"/>
              </a:solidFill>
              <a:round/>
            </a:ln>
          </p:spPr>
        </p:cxnSp>
        <p:cxnSp>
          <p:nvCxnSpPr>
            <p:cNvPr id="1216" name="Straight Connector 23"/>
            <p:cNvCxnSpPr/>
            <p:nvPr/>
          </p:nvCxnSpPr>
          <p:spPr bwMode="auto">
            <a:xfrm>
              <a:off x="11314079" y="0"/>
              <a:ext cx="360" cy="6858360"/>
            </a:xfrm>
            <a:prstGeom prst="straightConnector1">
              <a:avLst/>
            </a:prstGeom>
            <a:ln w="3175">
              <a:solidFill>
                <a:schemeClr val="dk1">
                  <a:alpha val="20000"/>
                </a:schemeClr>
              </a:solidFill>
              <a:round/>
            </a:ln>
          </p:spPr>
        </p:cxnSp>
        <p:cxnSp>
          <p:nvCxnSpPr>
            <p:cNvPr id="1217" name="Straight Connector 24"/>
            <p:cNvCxnSpPr/>
            <p:nvPr/>
          </p:nvCxnSpPr>
          <p:spPr bwMode="auto">
            <a:xfrm>
              <a:off x="11899079" y="0"/>
              <a:ext cx="360" cy="6858360"/>
            </a:xfrm>
            <a:prstGeom prst="straightConnector1">
              <a:avLst/>
            </a:prstGeom>
            <a:ln w="3175">
              <a:solidFill>
                <a:schemeClr val="dk1">
                  <a:alpha val="20000"/>
                </a:schemeClr>
              </a:solidFill>
              <a:round/>
            </a:ln>
          </p:spPr>
        </p:cxnSp>
        <p:cxnSp>
          <p:nvCxnSpPr>
            <p:cNvPr id="1218" name="Straight Connector 25"/>
            <p:cNvCxnSpPr/>
            <p:nvPr/>
          </p:nvCxnSpPr>
          <p:spPr bwMode="auto">
            <a:xfrm>
              <a:off x="12191760" y="0"/>
              <a:ext cx="360" cy="6858360"/>
            </a:xfrm>
            <a:prstGeom prst="straightConnector1">
              <a:avLst/>
            </a:prstGeom>
            <a:ln w="3175">
              <a:solidFill>
                <a:schemeClr val="dk1">
                  <a:alpha val="20000"/>
                </a:schemeClr>
              </a:solidFill>
              <a:round/>
            </a:ln>
          </p:spPr>
        </p:cxnSp>
        <p:cxnSp>
          <p:nvCxnSpPr>
            <p:cNvPr id="1219" name="Straight Connector 26"/>
            <p:cNvCxnSpPr/>
            <p:nvPr/>
          </p:nvCxnSpPr>
          <p:spPr bwMode="auto">
            <a:xfrm>
              <a:off x="0" y="1755360"/>
              <a:ext cx="12189240" cy="360"/>
            </a:xfrm>
            <a:prstGeom prst="straightConnector1">
              <a:avLst/>
            </a:prstGeom>
            <a:ln w="3175">
              <a:solidFill>
                <a:schemeClr val="dk1">
                  <a:alpha val="20000"/>
                </a:schemeClr>
              </a:solidFill>
              <a:round/>
            </a:ln>
          </p:spPr>
        </p:cxnSp>
        <p:cxnSp>
          <p:nvCxnSpPr>
            <p:cNvPr id="1220" name="Straight Connector 27"/>
            <p:cNvCxnSpPr/>
            <p:nvPr/>
          </p:nvCxnSpPr>
          <p:spPr bwMode="auto">
            <a:xfrm>
              <a:off x="0" y="2048040"/>
              <a:ext cx="12189240" cy="360"/>
            </a:xfrm>
            <a:prstGeom prst="straightConnector1">
              <a:avLst/>
            </a:prstGeom>
            <a:ln w="3175">
              <a:solidFill>
                <a:schemeClr val="dk1">
                  <a:alpha val="20000"/>
                </a:schemeClr>
              </a:solidFill>
              <a:round/>
            </a:ln>
          </p:spPr>
        </p:cxnSp>
        <p:cxnSp>
          <p:nvCxnSpPr>
            <p:cNvPr id="1221" name="Straight Connector 28"/>
            <p:cNvCxnSpPr/>
            <p:nvPr/>
          </p:nvCxnSpPr>
          <p:spPr bwMode="auto">
            <a:xfrm>
              <a:off x="0" y="2340720"/>
              <a:ext cx="12189240" cy="360"/>
            </a:xfrm>
            <a:prstGeom prst="straightConnector1">
              <a:avLst/>
            </a:prstGeom>
            <a:ln w="3175">
              <a:solidFill>
                <a:schemeClr val="dk1">
                  <a:alpha val="20000"/>
                </a:schemeClr>
              </a:solidFill>
              <a:round/>
            </a:ln>
          </p:spPr>
        </p:cxnSp>
        <p:cxnSp>
          <p:nvCxnSpPr>
            <p:cNvPr id="1222" name="Straight Connector 29"/>
            <p:cNvCxnSpPr/>
            <p:nvPr/>
          </p:nvCxnSpPr>
          <p:spPr bwMode="auto">
            <a:xfrm>
              <a:off x="0" y="2633400"/>
              <a:ext cx="12189240" cy="360"/>
            </a:xfrm>
            <a:prstGeom prst="straightConnector1">
              <a:avLst/>
            </a:prstGeom>
            <a:ln w="3175">
              <a:solidFill>
                <a:schemeClr val="dk1">
                  <a:alpha val="20000"/>
                </a:schemeClr>
              </a:solidFill>
              <a:round/>
            </a:ln>
          </p:spPr>
        </p:cxnSp>
        <p:cxnSp>
          <p:nvCxnSpPr>
            <p:cNvPr id="1223" name="Straight Connector 30"/>
            <p:cNvCxnSpPr/>
            <p:nvPr/>
          </p:nvCxnSpPr>
          <p:spPr bwMode="auto">
            <a:xfrm>
              <a:off x="0" y="2926080"/>
              <a:ext cx="12189240" cy="360"/>
            </a:xfrm>
            <a:prstGeom prst="straightConnector1">
              <a:avLst/>
            </a:prstGeom>
            <a:ln w="3175">
              <a:solidFill>
                <a:schemeClr val="dk1">
                  <a:alpha val="20000"/>
                </a:schemeClr>
              </a:solidFill>
              <a:round/>
            </a:ln>
          </p:spPr>
        </p:cxnSp>
        <p:cxnSp>
          <p:nvCxnSpPr>
            <p:cNvPr id="1224" name="Straight Connector 31"/>
            <p:cNvCxnSpPr/>
            <p:nvPr/>
          </p:nvCxnSpPr>
          <p:spPr bwMode="auto">
            <a:xfrm>
              <a:off x="0" y="3218400"/>
              <a:ext cx="12189240" cy="360"/>
            </a:xfrm>
            <a:prstGeom prst="straightConnector1">
              <a:avLst/>
            </a:prstGeom>
            <a:ln w="3175">
              <a:solidFill>
                <a:schemeClr val="dk1">
                  <a:alpha val="20000"/>
                </a:schemeClr>
              </a:solidFill>
              <a:round/>
            </a:ln>
          </p:spPr>
        </p:cxnSp>
        <p:cxnSp>
          <p:nvCxnSpPr>
            <p:cNvPr id="1225" name="Straight Connector 32"/>
            <p:cNvCxnSpPr/>
            <p:nvPr/>
          </p:nvCxnSpPr>
          <p:spPr bwMode="auto">
            <a:xfrm>
              <a:off x="0" y="3511080"/>
              <a:ext cx="12189240" cy="360"/>
            </a:xfrm>
            <a:prstGeom prst="straightConnector1">
              <a:avLst/>
            </a:prstGeom>
            <a:ln w="3175">
              <a:solidFill>
                <a:schemeClr val="dk1">
                  <a:alpha val="20000"/>
                </a:schemeClr>
              </a:solidFill>
              <a:round/>
            </a:ln>
          </p:spPr>
        </p:cxnSp>
        <p:cxnSp>
          <p:nvCxnSpPr>
            <p:cNvPr id="1226" name="Straight Connector 38"/>
            <p:cNvCxnSpPr/>
            <p:nvPr/>
          </p:nvCxnSpPr>
          <p:spPr bwMode="auto">
            <a:xfrm>
              <a:off x="0" y="3803760"/>
              <a:ext cx="12189240" cy="360"/>
            </a:xfrm>
            <a:prstGeom prst="straightConnector1">
              <a:avLst/>
            </a:prstGeom>
            <a:ln w="3175">
              <a:solidFill>
                <a:schemeClr val="dk1">
                  <a:alpha val="20000"/>
                </a:schemeClr>
              </a:solidFill>
              <a:round/>
            </a:ln>
          </p:spPr>
        </p:cxnSp>
        <p:cxnSp>
          <p:nvCxnSpPr>
            <p:cNvPr id="1227" name="Straight Connector 39"/>
            <p:cNvCxnSpPr/>
            <p:nvPr/>
          </p:nvCxnSpPr>
          <p:spPr bwMode="auto">
            <a:xfrm>
              <a:off x="0" y="4096440"/>
              <a:ext cx="12189240" cy="360"/>
            </a:xfrm>
            <a:prstGeom prst="straightConnector1">
              <a:avLst/>
            </a:prstGeom>
            <a:ln w="3175">
              <a:solidFill>
                <a:schemeClr val="dk1">
                  <a:alpha val="20000"/>
                </a:schemeClr>
              </a:solidFill>
              <a:round/>
            </a:ln>
          </p:spPr>
        </p:cxnSp>
        <p:cxnSp>
          <p:nvCxnSpPr>
            <p:cNvPr id="1228" name="Straight Connector 40"/>
            <p:cNvCxnSpPr/>
            <p:nvPr/>
          </p:nvCxnSpPr>
          <p:spPr bwMode="auto">
            <a:xfrm>
              <a:off x="0" y="4389120"/>
              <a:ext cx="12189240" cy="360"/>
            </a:xfrm>
            <a:prstGeom prst="straightConnector1">
              <a:avLst/>
            </a:prstGeom>
            <a:ln w="3175">
              <a:solidFill>
                <a:schemeClr val="dk1">
                  <a:alpha val="20000"/>
                </a:schemeClr>
              </a:solidFill>
              <a:round/>
            </a:ln>
          </p:spPr>
        </p:cxnSp>
        <p:cxnSp>
          <p:nvCxnSpPr>
            <p:cNvPr id="1229" name="Straight Connector 41"/>
            <p:cNvCxnSpPr/>
            <p:nvPr/>
          </p:nvCxnSpPr>
          <p:spPr bwMode="auto">
            <a:xfrm>
              <a:off x="0" y="4681440"/>
              <a:ext cx="12189240" cy="360"/>
            </a:xfrm>
            <a:prstGeom prst="straightConnector1">
              <a:avLst/>
            </a:prstGeom>
            <a:ln w="3175">
              <a:solidFill>
                <a:schemeClr val="dk1">
                  <a:alpha val="20000"/>
                </a:schemeClr>
              </a:solidFill>
              <a:round/>
            </a:ln>
          </p:spPr>
        </p:cxnSp>
        <p:cxnSp>
          <p:nvCxnSpPr>
            <p:cNvPr id="1230" name="Straight Connector 42"/>
            <p:cNvCxnSpPr/>
            <p:nvPr/>
          </p:nvCxnSpPr>
          <p:spPr bwMode="auto">
            <a:xfrm>
              <a:off x="0" y="4974120"/>
              <a:ext cx="12189240" cy="360"/>
            </a:xfrm>
            <a:prstGeom prst="straightConnector1">
              <a:avLst/>
            </a:prstGeom>
            <a:ln w="3175">
              <a:solidFill>
                <a:schemeClr val="dk1">
                  <a:alpha val="20000"/>
                </a:schemeClr>
              </a:solidFill>
              <a:round/>
            </a:ln>
          </p:spPr>
        </p:cxnSp>
        <p:cxnSp>
          <p:nvCxnSpPr>
            <p:cNvPr id="1231" name="Straight Connector 43"/>
            <p:cNvCxnSpPr/>
            <p:nvPr/>
          </p:nvCxnSpPr>
          <p:spPr bwMode="auto">
            <a:xfrm>
              <a:off x="0" y="5266800"/>
              <a:ext cx="12189240" cy="360"/>
            </a:xfrm>
            <a:prstGeom prst="straightConnector1">
              <a:avLst/>
            </a:prstGeom>
            <a:ln w="3175">
              <a:solidFill>
                <a:schemeClr val="dk1">
                  <a:alpha val="20000"/>
                </a:schemeClr>
              </a:solidFill>
              <a:round/>
            </a:ln>
          </p:spPr>
        </p:cxnSp>
        <p:cxnSp>
          <p:nvCxnSpPr>
            <p:cNvPr id="1232" name="Straight Connector 44"/>
            <p:cNvCxnSpPr/>
            <p:nvPr/>
          </p:nvCxnSpPr>
          <p:spPr bwMode="auto">
            <a:xfrm>
              <a:off x="0" y="5559480"/>
              <a:ext cx="12189240" cy="360"/>
            </a:xfrm>
            <a:prstGeom prst="straightConnector1">
              <a:avLst/>
            </a:prstGeom>
            <a:ln w="3175">
              <a:solidFill>
                <a:schemeClr val="dk1">
                  <a:alpha val="20000"/>
                </a:schemeClr>
              </a:solidFill>
              <a:round/>
            </a:ln>
          </p:spPr>
        </p:cxnSp>
        <p:cxnSp>
          <p:nvCxnSpPr>
            <p:cNvPr id="1233" name="Straight Connector 45"/>
            <p:cNvCxnSpPr/>
            <p:nvPr/>
          </p:nvCxnSpPr>
          <p:spPr bwMode="auto">
            <a:xfrm>
              <a:off x="0" y="5852160"/>
              <a:ext cx="12189240" cy="360"/>
            </a:xfrm>
            <a:prstGeom prst="straightConnector1">
              <a:avLst/>
            </a:prstGeom>
            <a:ln w="3175">
              <a:solidFill>
                <a:schemeClr val="dk1">
                  <a:alpha val="20000"/>
                </a:schemeClr>
              </a:solidFill>
              <a:round/>
            </a:ln>
          </p:spPr>
        </p:cxnSp>
      </p:grpSp>
      <p:pic>
        <p:nvPicPr>
          <p:cNvPr id="1467336314" name="Graphic 5"/>
          <p:cNvPicPr/>
          <p:nvPr/>
        </p:nvPicPr>
        <p:blipFill rotWithShape="1">
          <a:blip r:embed="rId3"/>
          <a:stretch/>
        </p:blipFill>
        <p:spPr bwMode="auto">
          <a:xfrm rot="5400000">
            <a:off x="9510120" y="2743200"/>
            <a:ext cx="6857640" cy="1371240"/>
          </a:xfrm>
          <a:prstGeom prst="rect">
            <a:avLst/>
          </a:prstGeom>
          <a:noFill/>
          <a:ln w="0">
            <a:noFill/>
          </a:ln>
        </p:spPr>
      </p:pic>
      <p:sp>
        <p:nvSpPr>
          <p:cNvPr id="1075550588" name="TextBox 2"/>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699685933"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1108274440"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1821955844" name="Straight Connector 33"/>
          <p:cNvCxnSpPr/>
          <p:nvPr/>
        </p:nvCxnSpPr>
        <p:spPr bwMode="auto">
          <a:xfrm>
            <a:off x="-89640" y="5670360"/>
            <a:ext cx="360" cy="1178280"/>
          </a:xfrm>
          <a:prstGeom prst="straightConnector1">
            <a:avLst/>
          </a:prstGeom>
          <a:ln w="9525" cap="sq">
            <a:solidFill>
              <a:srgbClr val="FF0000"/>
            </a:solidFill>
            <a:miter/>
          </a:ln>
        </p:spPr>
      </p:cxnSp>
      <p:sp>
        <p:nvSpPr>
          <p:cNvPr id="781035155" name="PlaceHolder 1"/>
          <p:cNvSpPr>
            <a:spLocks noGrp="1"/>
          </p:cNvSpPr>
          <p:nvPr>
            <p:ph type="title"/>
          </p:nvPr>
        </p:nvSpPr>
        <p:spPr bwMode="auto">
          <a:xfrm>
            <a:off x="588240" y="1590480"/>
            <a:ext cx="5653440" cy="430560"/>
          </a:xfrm>
          <a:prstGeom prst="rect">
            <a:avLst/>
          </a:prstGeom>
          <a:noFill/>
          <a:ln w="0">
            <a:noFill/>
          </a:ln>
        </p:spPr>
        <p:txBody>
          <a:bodyPr lIns="0" tIns="0" rIns="0" bIns="0" anchor="t">
            <a:noAutofit/>
          </a:bodyPr>
          <a:lstStyle>
            <a:lvl1pPr indent="0" algn="l" defTabSz="932760">
              <a:lnSpc>
                <a:spcPct val="100000"/>
              </a:lnSpc>
              <a:buNone/>
              <a:defRPr lang="en-US" sz="2800" b="0" u="none" strike="noStrike">
                <a:solidFill>
                  <a:schemeClr val="dk1"/>
                </a:solidFill>
                <a:latin typeface="Segoe UI Semibold"/>
              </a:defRPr>
            </a:lvl1pPr>
          </a:lstStyle>
          <a:p>
            <a:pPr indent="0" algn="l" defTabSz="932760">
              <a:lnSpc>
                <a:spcPct val="100000"/>
              </a:lnSpc>
              <a:buNone/>
              <a:defRPr/>
            </a:pPr>
            <a:r>
              <a:rPr lang="en-US" sz="2800" b="0" u="none" strike="noStrike">
                <a:solidFill>
                  <a:schemeClr val="dk1"/>
                </a:solidFill>
                <a:latin typeface="Segoe UI Semibold"/>
              </a:rPr>
              <a:t>Click to edit Master title style</a:t>
            </a:r>
          </a:p>
        </p:txBody>
      </p:sp>
      <p:pic>
        <p:nvPicPr>
          <p:cNvPr id="635859951" name="Picture 3"/>
          <p:cNvPicPr/>
          <p:nvPr/>
        </p:nvPicPr>
        <p:blipFill rotWithShape="1">
          <a:blip r:embed="rId4"/>
          <a:stretch/>
        </p:blipFill>
        <p:spPr bwMode="auto">
          <a:xfrm>
            <a:off x="5400" y="0"/>
            <a:ext cx="12186360" cy="6860520"/>
          </a:xfrm>
          <a:prstGeom prst="rect">
            <a:avLst/>
          </a:prstGeom>
          <a:noFill/>
          <a:ln w="0">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PhAnim="0" type="blank" preserve="1" userDrawn="1">
  <p:cSld name="Closing slide_with Logo">
    <p:bg>
      <p:bgPr>
        <a:solidFill>
          <a:srgbClr val="FFFFFF"/>
        </a:solidFill>
        <a:effectLst/>
      </p:bgPr>
    </p:bg>
    <p:spTree>
      <p:nvGrpSpPr>
        <p:cNvPr id="1" name=""/>
        <p:cNvGrpSpPr/>
        <p:nvPr/>
      </p:nvGrpSpPr>
      <p:grpSpPr bwMode="auto">
        <a:xfrm>
          <a:off x="0" y="0"/>
          <a:ext cx="0" cy="0"/>
          <a:chOff x="0" y="0"/>
          <a:chExt cx="0" cy="0"/>
        </a:xfrm>
      </p:grpSpPr>
      <p:pic>
        <p:nvPicPr>
          <p:cNvPr id="1137183685" name="Picture 34" hidden="1"/>
          <p:cNvPicPr/>
          <p:nvPr/>
        </p:nvPicPr>
        <p:blipFill rotWithShape="1">
          <a:blip r:embed="rId2">
            <a:alphaModFix amt="40000"/>
          </a:blip>
          <a:stretch/>
        </p:blipFill>
        <p:spPr bwMode="auto">
          <a:xfrm>
            <a:off x="0" y="720"/>
            <a:ext cx="12191760" cy="6855840"/>
          </a:xfrm>
          <a:prstGeom prst="rect">
            <a:avLst/>
          </a:prstGeom>
          <a:noFill/>
          <a:ln w="0">
            <a:noFill/>
          </a:ln>
        </p:spPr>
      </p:pic>
      <p:grpSp>
        <p:nvGrpSpPr>
          <p:cNvPr id="770437741" name="GRID"/>
          <p:cNvGrpSpPr/>
          <p:nvPr/>
        </p:nvGrpSpPr>
        <p:grpSpPr bwMode="auto">
          <a:xfrm>
            <a:off x="0" y="0"/>
            <a:ext cx="12191760" cy="6858000"/>
            <a:chOff x="0" y="0"/>
            <a:chExt cx="12191760" cy="6858000"/>
          </a:xfrm>
        </p:grpSpPr>
        <p:cxnSp>
          <p:nvCxnSpPr>
            <p:cNvPr id="1243" name="Straight Connector 6"/>
            <p:cNvCxnSpPr/>
            <p:nvPr/>
          </p:nvCxnSpPr>
          <p:spPr bwMode="auto">
            <a:xfrm>
              <a:off x="0" y="0"/>
              <a:ext cx="12189240" cy="360"/>
            </a:xfrm>
            <a:prstGeom prst="straightConnector1">
              <a:avLst/>
            </a:prstGeom>
            <a:ln w="3175">
              <a:solidFill>
                <a:schemeClr val="dk1">
                  <a:alpha val="20000"/>
                </a:schemeClr>
              </a:solidFill>
              <a:round/>
            </a:ln>
          </p:spPr>
        </p:cxnSp>
        <p:cxnSp>
          <p:nvCxnSpPr>
            <p:cNvPr id="1244" name="Straight Connector 8"/>
            <p:cNvCxnSpPr/>
            <p:nvPr/>
          </p:nvCxnSpPr>
          <p:spPr bwMode="auto">
            <a:xfrm>
              <a:off x="0" y="292320"/>
              <a:ext cx="12189240" cy="360"/>
            </a:xfrm>
            <a:prstGeom prst="straightConnector1">
              <a:avLst/>
            </a:prstGeom>
            <a:ln w="3175">
              <a:solidFill>
                <a:schemeClr val="dk1">
                  <a:alpha val="20000"/>
                </a:schemeClr>
              </a:solidFill>
              <a:round/>
            </a:ln>
          </p:spPr>
        </p:cxnSp>
        <p:cxnSp>
          <p:nvCxnSpPr>
            <p:cNvPr id="1245" name="Straight Connector 9"/>
            <p:cNvCxnSpPr/>
            <p:nvPr/>
          </p:nvCxnSpPr>
          <p:spPr bwMode="auto">
            <a:xfrm>
              <a:off x="0" y="585000"/>
              <a:ext cx="12189240" cy="360"/>
            </a:xfrm>
            <a:prstGeom prst="straightConnector1">
              <a:avLst/>
            </a:prstGeom>
            <a:ln w="3175">
              <a:solidFill>
                <a:srgbClr val="DF45D4"/>
              </a:solidFill>
              <a:round/>
            </a:ln>
          </p:spPr>
        </p:cxnSp>
        <p:cxnSp>
          <p:nvCxnSpPr>
            <p:cNvPr id="1246" name="Straight Connector 10"/>
            <p:cNvCxnSpPr/>
            <p:nvPr/>
          </p:nvCxnSpPr>
          <p:spPr bwMode="auto">
            <a:xfrm>
              <a:off x="0" y="6272640"/>
              <a:ext cx="12189240" cy="360"/>
            </a:xfrm>
            <a:prstGeom prst="straightConnector1">
              <a:avLst/>
            </a:prstGeom>
            <a:ln w="3175">
              <a:solidFill>
                <a:srgbClr val="DF45D4"/>
              </a:solidFill>
              <a:round/>
            </a:ln>
          </p:spPr>
        </p:cxnSp>
        <p:cxnSp>
          <p:nvCxnSpPr>
            <p:cNvPr id="1247" name="Straight Connector 11"/>
            <p:cNvCxnSpPr/>
            <p:nvPr/>
          </p:nvCxnSpPr>
          <p:spPr bwMode="auto">
            <a:xfrm>
              <a:off x="0" y="6565320"/>
              <a:ext cx="12189240" cy="360"/>
            </a:xfrm>
            <a:prstGeom prst="straightConnector1">
              <a:avLst/>
            </a:prstGeom>
            <a:ln w="3175">
              <a:solidFill>
                <a:schemeClr val="dk1">
                  <a:alpha val="20000"/>
                </a:schemeClr>
              </a:solidFill>
              <a:round/>
            </a:ln>
          </p:spPr>
        </p:cxnSp>
        <p:cxnSp>
          <p:nvCxnSpPr>
            <p:cNvPr id="1248" name="Straight Connector 12"/>
            <p:cNvCxnSpPr/>
            <p:nvPr/>
          </p:nvCxnSpPr>
          <p:spPr bwMode="auto">
            <a:xfrm>
              <a:off x="0" y="6858000"/>
              <a:ext cx="12189240" cy="360"/>
            </a:xfrm>
            <a:prstGeom prst="straightConnector1">
              <a:avLst/>
            </a:prstGeom>
            <a:ln w="3175">
              <a:solidFill>
                <a:schemeClr val="dk1">
                  <a:alpha val="20000"/>
                </a:schemeClr>
              </a:solidFill>
              <a:round/>
            </a:ln>
          </p:spPr>
        </p:cxnSp>
        <p:cxnSp>
          <p:nvCxnSpPr>
            <p:cNvPr id="1249" name="Straight Connector 13"/>
            <p:cNvCxnSpPr/>
            <p:nvPr/>
          </p:nvCxnSpPr>
          <p:spPr bwMode="auto">
            <a:xfrm>
              <a:off x="0" y="877680"/>
              <a:ext cx="12189240" cy="360"/>
            </a:xfrm>
            <a:prstGeom prst="straightConnector1">
              <a:avLst/>
            </a:prstGeom>
            <a:ln w="3175">
              <a:solidFill>
                <a:schemeClr val="dk1">
                  <a:alpha val="20000"/>
                </a:schemeClr>
              </a:solidFill>
              <a:round/>
            </a:ln>
          </p:spPr>
        </p:cxnSp>
        <p:cxnSp>
          <p:nvCxnSpPr>
            <p:cNvPr id="1250" name="Straight Connector 14"/>
            <p:cNvCxnSpPr/>
            <p:nvPr/>
          </p:nvCxnSpPr>
          <p:spPr bwMode="auto">
            <a:xfrm>
              <a:off x="0" y="1170360"/>
              <a:ext cx="12189240" cy="360"/>
            </a:xfrm>
            <a:prstGeom prst="straightConnector1">
              <a:avLst/>
            </a:prstGeom>
            <a:ln w="3175">
              <a:solidFill>
                <a:schemeClr val="dk1">
                  <a:alpha val="20000"/>
                </a:schemeClr>
              </a:solidFill>
              <a:round/>
            </a:ln>
          </p:spPr>
        </p:cxnSp>
        <p:cxnSp>
          <p:nvCxnSpPr>
            <p:cNvPr id="1251" name="Straight Connector 15"/>
            <p:cNvCxnSpPr/>
            <p:nvPr/>
          </p:nvCxnSpPr>
          <p:spPr bwMode="auto">
            <a:xfrm>
              <a:off x="0" y="1463040"/>
              <a:ext cx="12189240" cy="360"/>
            </a:xfrm>
            <a:prstGeom prst="straightConnector1">
              <a:avLst/>
            </a:prstGeom>
            <a:ln w="3175">
              <a:solidFill>
                <a:schemeClr val="dk1">
                  <a:alpha val="20000"/>
                </a:schemeClr>
              </a:solidFill>
              <a:round/>
            </a:ln>
          </p:spPr>
        </p:cxnSp>
        <p:cxnSp>
          <p:nvCxnSpPr>
            <p:cNvPr id="1252" name="Straight Connector 16"/>
            <p:cNvCxnSpPr/>
            <p:nvPr/>
          </p:nvCxnSpPr>
          <p:spPr bwMode="auto">
            <a:xfrm>
              <a:off x="0" y="0"/>
              <a:ext cx="360" cy="6858360"/>
            </a:xfrm>
            <a:prstGeom prst="straightConnector1">
              <a:avLst/>
            </a:prstGeom>
            <a:ln w="3175">
              <a:solidFill>
                <a:schemeClr val="dk1">
                  <a:alpha val="20000"/>
                </a:schemeClr>
              </a:solidFill>
              <a:round/>
            </a:ln>
          </p:spPr>
        </p:cxnSp>
        <p:cxnSp>
          <p:nvCxnSpPr>
            <p:cNvPr id="1253" name="Straight Connector 17"/>
            <p:cNvCxnSpPr/>
            <p:nvPr/>
          </p:nvCxnSpPr>
          <p:spPr bwMode="auto">
            <a:xfrm>
              <a:off x="585000" y="0"/>
              <a:ext cx="360" cy="6858360"/>
            </a:xfrm>
            <a:prstGeom prst="straightConnector1">
              <a:avLst/>
            </a:prstGeom>
            <a:ln w="3175">
              <a:solidFill>
                <a:srgbClr val="DF45D4"/>
              </a:solidFill>
              <a:round/>
            </a:ln>
          </p:spPr>
        </p:cxnSp>
        <p:cxnSp>
          <p:nvCxnSpPr>
            <p:cNvPr id="1254" name="Straight Connector 18"/>
            <p:cNvCxnSpPr/>
            <p:nvPr/>
          </p:nvCxnSpPr>
          <p:spPr bwMode="auto">
            <a:xfrm>
              <a:off x="292320" y="0"/>
              <a:ext cx="360" cy="6858360"/>
            </a:xfrm>
            <a:prstGeom prst="straightConnector1">
              <a:avLst/>
            </a:prstGeom>
            <a:ln w="3175">
              <a:solidFill>
                <a:schemeClr val="dk1">
                  <a:alpha val="20000"/>
                </a:schemeClr>
              </a:solidFill>
              <a:round/>
            </a:ln>
          </p:spPr>
        </p:cxnSp>
        <p:cxnSp>
          <p:nvCxnSpPr>
            <p:cNvPr id="1255" name="Straight Connector 19"/>
            <p:cNvCxnSpPr/>
            <p:nvPr/>
          </p:nvCxnSpPr>
          <p:spPr bwMode="auto">
            <a:xfrm>
              <a:off x="877680" y="0"/>
              <a:ext cx="360" cy="6858360"/>
            </a:xfrm>
            <a:prstGeom prst="straightConnector1">
              <a:avLst/>
            </a:prstGeom>
            <a:ln w="3175">
              <a:solidFill>
                <a:schemeClr val="dk1">
                  <a:alpha val="20000"/>
                </a:schemeClr>
              </a:solidFill>
              <a:round/>
            </a:ln>
          </p:spPr>
        </p:cxnSp>
        <p:cxnSp>
          <p:nvCxnSpPr>
            <p:cNvPr id="1256" name="Straight Connector 20"/>
            <p:cNvCxnSpPr/>
            <p:nvPr/>
          </p:nvCxnSpPr>
          <p:spPr bwMode="auto">
            <a:xfrm>
              <a:off x="1170360" y="0"/>
              <a:ext cx="360" cy="6858360"/>
            </a:xfrm>
            <a:prstGeom prst="straightConnector1">
              <a:avLst/>
            </a:prstGeom>
            <a:ln w="3175">
              <a:solidFill>
                <a:schemeClr val="dk1">
                  <a:alpha val="20000"/>
                </a:schemeClr>
              </a:solidFill>
              <a:round/>
            </a:ln>
          </p:spPr>
        </p:cxnSp>
        <p:cxnSp>
          <p:nvCxnSpPr>
            <p:cNvPr id="1257" name="Straight Connector 21"/>
            <p:cNvCxnSpPr/>
            <p:nvPr/>
          </p:nvCxnSpPr>
          <p:spPr bwMode="auto">
            <a:xfrm>
              <a:off x="11021400" y="0"/>
              <a:ext cx="360" cy="6858360"/>
            </a:xfrm>
            <a:prstGeom prst="straightConnector1">
              <a:avLst/>
            </a:prstGeom>
            <a:ln w="3175">
              <a:solidFill>
                <a:schemeClr val="dk1">
                  <a:alpha val="20000"/>
                </a:schemeClr>
              </a:solidFill>
              <a:round/>
            </a:ln>
          </p:spPr>
        </p:cxnSp>
        <p:cxnSp>
          <p:nvCxnSpPr>
            <p:cNvPr id="1258" name="Straight Connector 22"/>
            <p:cNvCxnSpPr/>
            <p:nvPr/>
          </p:nvCxnSpPr>
          <p:spPr bwMode="auto">
            <a:xfrm>
              <a:off x="11606760" y="0"/>
              <a:ext cx="360" cy="6858360"/>
            </a:xfrm>
            <a:prstGeom prst="straightConnector1">
              <a:avLst/>
            </a:prstGeom>
            <a:ln w="3175">
              <a:solidFill>
                <a:srgbClr val="DF45D4"/>
              </a:solidFill>
              <a:round/>
            </a:ln>
          </p:spPr>
        </p:cxnSp>
        <p:cxnSp>
          <p:nvCxnSpPr>
            <p:cNvPr id="1259" name="Straight Connector 23"/>
            <p:cNvCxnSpPr/>
            <p:nvPr/>
          </p:nvCxnSpPr>
          <p:spPr bwMode="auto">
            <a:xfrm>
              <a:off x="11314079" y="0"/>
              <a:ext cx="360" cy="6858360"/>
            </a:xfrm>
            <a:prstGeom prst="straightConnector1">
              <a:avLst/>
            </a:prstGeom>
            <a:ln w="3175">
              <a:solidFill>
                <a:schemeClr val="dk1">
                  <a:alpha val="20000"/>
                </a:schemeClr>
              </a:solidFill>
              <a:round/>
            </a:ln>
          </p:spPr>
        </p:cxnSp>
        <p:cxnSp>
          <p:nvCxnSpPr>
            <p:cNvPr id="1260" name="Straight Connector 24"/>
            <p:cNvCxnSpPr/>
            <p:nvPr/>
          </p:nvCxnSpPr>
          <p:spPr bwMode="auto">
            <a:xfrm>
              <a:off x="11899079" y="0"/>
              <a:ext cx="360" cy="6858360"/>
            </a:xfrm>
            <a:prstGeom prst="straightConnector1">
              <a:avLst/>
            </a:prstGeom>
            <a:ln w="3175">
              <a:solidFill>
                <a:schemeClr val="dk1">
                  <a:alpha val="20000"/>
                </a:schemeClr>
              </a:solidFill>
              <a:round/>
            </a:ln>
          </p:spPr>
        </p:cxnSp>
        <p:cxnSp>
          <p:nvCxnSpPr>
            <p:cNvPr id="1261" name="Straight Connector 25"/>
            <p:cNvCxnSpPr/>
            <p:nvPr/>
          </p:nvCxnSpPr>
          <p:spPr bwMode="auto">
            <a:xfrm>
              <a:off x="12191760" y="0"/>
              <a:ext cx="360" cy="6858360"/>
            </a:xfrm>
            <a:prstGeom prst="straightConnector1">
              <a:avLst/>
            </a:prstGeom>
            <a:ln w="3175">
              <a:solidFill>
                <a:schemeClr val="dk1">
                  <a:alpha val="20000"/>
                </a:schemeClr>
              </a:solidFill>
              <a:round/>
            </a:ln>
          </p:spPr>
        </p:cxnSp>
        <p:cxnSp>
          <p:nvCxnSpPr>
            <p:cNvPr id="1262" name="Straight Connector 26"/>
            <p:cNvCxnSpPr/>
            <p:nvPr/>
          </p:nvCxnSpPr>
          <p:spPr bwMode="auto">
            <a:xfrm>
              <a:off x="0" y="1755360"/>
              <a:ext cx="12189240" cy="360"/>
            </a:xfrm>
            <a:prstGeom prst="straightConnector1">
              <a:avLst/>
            </a:prstGeom>
            <a:ln w="3175">
              <a:solidFill>
                <a:schemeClr val="dk1">
                  <a:alpha val="20000"/>
                </a:schemeClr>
              </a:solidFill>
              <a:round/>
            </a:ln>
          </p:spPr>
        </p:cxnSp>
        <p:cxnSp>
          <p:nvCxnSpPr>
            <p:cNvPr id="1263" name="Straight Connector 27"/>
            <p:cNvCxnSpPr/>
            <p:nvPr/>
          </p:nvCxnSpPr>
          <p:spPr bwMode="auto">
            <a:xfrm>
              <a:off x="0" y="2048040"/>
              <a:ext cx="12189240" cy="360"/>
            </a:xfrm>
            <a:prstGeom prst="straightConnector1">
              <a:avLst/>
            </a:prstGeom>
            <a:ln w="3175">
              <a:solidFill>
                <a:schemeClr val="dk1">
                  <a:alpha val="20000"/>
                </a:schemeClr>
              </a:solidFill>
              <a:round/>
            </a:ln>
          </p:spPr>
        </p:cxnSp>
        <p:cxnSp>
          <p:nvCxnSpPr>
            <p:cNvPr id="1264" name="Straight Connector 28"/>
            <p:cNvCxnSpPr/>
            <p:nvPr/>
          </p:nvCxnSpPr>
          <p:spPr bwMode="auto">
            <a:xfrm>
              <a:off x="0" y="2340720"/>
              <a:ext cx="12189240" cy="360"/>
            </a:xfrm>
            <a:prstGeom prst="straightConnector1">
              <a:avLst/>
            </a:prstGeom>
            <a:ln w="3175">
              <a:solidFill>
                <a:schemeClr val="dk1">
                  <a:alpha val="20000"/>
                </a:schemeClr>
              </a:solidFill>
              <a:round/>
            </a:ln>
          </p:spPr>
        </p:cxnSp>
        <p:cxnSp>
          <p:nvCxnSpPr>
            <p:cNvPr id="1265" name="Straight Connector 29"/>
            <p:cNvCxnSpPr/>
            <p:nvPr/>
          </p:nvCxnSpPr>
          <p:spPr bwMode="auto">
            <a:xfrm>
              <a:off x="0" y="2633400"/>
              <a:ext cx="12189240" cy="360"/>
            </a:xfrm>
            <a:prstGeom prst="straightConnector1">
              <a:avLst/>
            </a:prstGeom>
            <a:ln w="3175">
              <a:solidFill>
                <a:schemeClr val="dk1">
                  <a:alpha val="20000"/>
                </a:schemeClr>
              </a:solidFill>
              <a:round/>
            </a:ln>
          </p:spPr>
        </p:cxnSp>
        <p:cxnSp>
          <p:nvCxnSpPr>
            <p:cNvPr id="1266" name="Straight Connector 30"/>
            <p:cNvCxnSpPr/>
            <p:nvPr/>
          </p:nvCxnSpPr>
          <p:spPr bwMode="auto">
            <a:xfrm>
              <a:off x="0" y="2926080"/>
              <a:ext cx="12189240" cy="360"/>
            </a:xfrm>
            <a:prstGeom prst="straightConnector1">
              <a:avLst/>
            </a:prstGeom>
            <a:ln w="3175">
              <a:solidFill>
                <a:schemeClr val="dk1">
                  <a:alpha val="20000"/>
                </a:schemeClr>
              </a:solidFill>
              <a:round/>
            </a:ln>
          </p:spPr>
        </p:cxnSp>
        <p:cxnSp>
          <p:nvCxnSpPr>
            <p:cNvPr id="1267" name="Straight Connector 31"/>
            <p:cNvCxnSpPr/>
            <p:nvPr/>
          </p:nvCxnSpPr>
          <p:spPr bwMode="auto">
            <a:xfrm>
              <a:off x="0" y="3218400"/>
              <a:ext cx="12189240" cy="360"/>
            </a:xfrm>
            <a:prstGeom prst="straightConnector1">
              <a:avLst/>
            </a:prstGeom>
            <a:ln w="3175">
              <a:solidFill>
                <a:schemeClr val="dk1">
                  <a:alpha val="20000"/>
                </a:schemeClr>
              </a:solidFill>
              <a:round/>
            </a:ln>
          </p:spPr>
        </p:cxnSp>
        <p:cxnSp>
          <p:nvCxnSpPr>
            <p:cNvPr id="1268" name="Straight Connector 32"/>
            <p:cNvCxnSpPr/>
            <p:nvPr/>
          </p:nvCxnSpPr>
          <p:spPr bwMode="auto">
            <a:xfrm>
              <a:off x="0" y="3511080"/>
              <a:ext cx="12189240" cy="360"/>
            </a:xfrm>
            <a:prstGeom prst="straightConnector1">
              <a:avLst/>
            </a:prstGeom>
            <a:ln w="3175">
              <a:solidFill>
                <a:schemeClr val="dk1">
                  <a:alpha val="20000"/>
                </a:schemeClr>
              </a:solidFill>
              <a:round/>
            </a:ln>
          </p:spPr>
        </p:cxnSp>
        <p:cxnSp>
          <p:nvCxnSpPr>
            <p:cNvPr id="1269" name="Straight Connector 38"/>
            <p:cNvCxnSpPr/>
            <p:nvPr/>
          </p:nvCxnSpPr>
          <p:spPr bwMode="auto">
            <a:xfrm>
              <a:off x="0" y="3803760"/>
              <a:ext cx="12189240" cy="360"/>
            </a:xfrm>
            <a:prstGeom prst="straightConnector1">
              <a:avLst/>
            </a:prstGeom>
            <a:ln w="3175">
              <a:solidFill>
                <a:schemeClr val="dk1">
                  <a:alpha val="20000"/>
                </a:schemeClr>
              </a:solidFill>
              <a:round/>
            </a:ln>
          </p:spPr>
        </p:cxnSp>
        <p:cxnSp>
          <p:nvCxnSpPr>
            <p:cNvPr id="1270" name="Straight Connector 39"/>
            <p:cNvCxnSpPr/>
            <p:nvPr/>
          </p:nvCxnSpPr>
          <p:spPr bwMode="auto">
            <a:xfrm>
              <a:off x="0" y="4096440"/>
              <a:ext cx="12189240" cy="360"/>
            </a:xfrm>
            <a:prstGeom prst="straightConnector1">
              <a:avLst/>
            </a:prstGeom>
            <a:ln w="3175">
              <a:solidFill>
                <a:schemeClr val="dk1">
                  <a:alpha val="20000"/>
                </a:schemeClr>
              </a:solidFill>
              <a:round/>
            </a:ln>
          </p:spPr>
        </p:cxnSp>
        <p:cxnSp>
          <p:nvCxnSpPr>
            <p:cNvPr id="1271" name="Straight Connector 40"/>
            <p:cNvCxnSpPr/>
            <p:nvPr/>
          </p:nvCxnSpPr>
          <p:spPr bwMode="auto">
            <a:xfrm>
              <a:off x="0" y="4389120"/>
              <a:ext cx="12189240" cy="360"/>
            </a:xfrm>
            <a:prstGeom prst="straightConnector1">
              <a:avLst/>
            </a:prstGeom>
            <a:ln w="3175">
              <a:solidFill>
                <a:schemeClr val="dk1">
                  <a:alpha val="20000"/>
                </a:schemeClr>
              </a:solidFill>
              <a:round/>
            </a:ln>
          </p:spPr>
        </p:cxnSp>
        <p:cxnSp>
          <p:nvCxnSpPr>
            <p:cNvPr id="1272" name="Straight Connector 41"/>
            <p:cNvCxnSpPr/>
            <p:nvPr/>
          </p:nvCxnSpPr>
          <p:spPr bwMode="auto">
            <a:xfrm>
              <a:off x="0" y="4681440"/>
              <a:ext cx="12189240" cy="360"/>
            </a:xfrm>
            <a:prstGeom prst="straightConnector1">
              <a:avLst/>
            </a:prstGeom>
            <a:ln w="3175">
              <a:solidFill>
                <a:schemeClr val="dk1">
                  <a:alpha val="20000"/>
                </a:schemeClr>
              </a:solidFill>
              <a:round/>
            </a:ln>
          </p:spPr>
        </p:cxnSp>
        <p:cxnSp>
          <p:nvCxnSpPr>
            <p:cNvPr id="1273" name="Straight Connector 42"/>
            <p:cNvCxnSpPr/>
            <p:nvPr/>
          </p:nvCxnSpPr>
          <p:spPr bwMode="auto">
            <a:xfrm>
              <a:off x="0" y="4974120"/>
              <a:ext cx="12189240" cy="360"/>
            </a:xfrm>
            <a:prstGeom prst="straightConnector1">
              <a:avLst/>
            </a:prstGeom>
            <a:ln w="3175">
              <a:solidFill>
                <a:schemeClr val="dk1">
                  <a:alpha val="20000"/>
                </a:schemeClr>
              </a:solidFill>
              <a:round/>
            </a:ln>
          </p:spPr>
        </p:cxnSp>
        <p:cxnSp>
          <p:nvCxnSpPr>
            <p:cNvPr id="1274" name="Straight Connector 43"/>
            <p:cNvCxnSpPr/>
            <p:nvPr/>
          </p:nvCxnSpPr>
          <p:spPr bwMode="auto">
            <a:xfrm>
              <a:off x="0" y="5266800"/>
              <a:ext cx="12189240" cy="360"/>
            </a:xfrm>
            <a:prstGeom prst="straightConnector1">
              <a:avLst/>
            </a:prstGeom>
            <a:ln w="3175">
              <a:solidFill>
                <a:schemeClr val="dk1">
                  <a:alpha val="20000"/>
                </a:schemeClr>
              </a:solidFill>
              <a:round/>
            </a:ln>
          </p:spPr>
        </p:cxnSp>
        <p:cxnSp>
          <p:nvCxnSpPr>
            <p:cNvPr id="1275" name="Straight Connector 44"/>
            <p:cNvCxnSpPr/>
            <p:nvPr/>
          </p:nvCxnSpPr>
          <p:spPr bwMode="auto">
            <a:xfrm>
              <a:off x="0" y="5559480"/>
              <a:ext cx="12189240" cy="360"/>
            </a:xfrm>
            <a:prstGeom prst="straightConnector1">
              <a:avLst/>
            </a:prstGeom>
            <a:ln w="3175">
              <a:solidFill>
                <a:schemeClr val="dk1">
                  <a:alpha val="20000"/>
                </a:schemeClr>
              </a:solidFill>
              <a:round/>
            </a:ln>
          </p:spPr>
        </p:cxnSp>
        <p:cxnSp>
          <p:nvCxnSpPr>
            <p:cNvPr id="1276" name="Straight Connector 45"/>
            <p:cNvCxnSpPr/>
            <p:nvPr/>
          </p:nvCxnSpPr>
          <p:spPr bwMode="auto">
            <a:xfrm>
              <a:off x="0" y="5852160"/>
              <a:ext cx="12189240" cy="360"/>
            </a:xfrm>
            <a:prstGeom prst="straightConnector1">
              <a:avLst/>
            </a:prstGeom>
            <a:ln w="3175">
              <a:solidFill>
                <a:schemeClr val="dk1">
                  <a:alpha val="20000"/>
                </a:schemeClr>
              </a:solidFill>
              <a:round/>
            </a:ln>
          </p:spPr>
        </p:cxnSp>
      </p:grpSp>
      <p:pic>
        <p:nvPicPr>
          <p:cNvPr id="1837143035" name="Graphic 5" hidden="1"/>
          <p:cNvPicPr/>
          <p:nvPr/>
        </p:nvPicPr>
        <p:blipFill rotWithShape="1">
          <a:blip r:embed="rId3"/>
          <a:stretch/>
        </p:blipFill>
        <p:spPr bwMode="auto">
          <a:xfrm rot="5400000">
            <a:off x="9510120" y="2743200"/>
            <a:ext cx="6857640" cy="1371240"/>
          </a:xfrm>
          <a:prstGeom prst="rect">
            <a:avLst/>
          </a:prstGeom>
          <a:noFill/>
          <a:ln w="0">
            <a:noFill/>
          </a:ln>
        </p:spPr>
      </p:pic>
      <p:sp>
        <p:nvSpPr>
          <p:cNvPr id="1649934226" name="TextBox 2" hidden="1"/>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2115647262"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556571517"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1586266028" name="Straight Connector 33"/>
          <p:cNvCxnSpPr/>
          <p:nvPr/>
        </p:nvCxnSpPr>
        <p:spPr bwMode="auto">
          <a:xfrm>
            <a:off x="-89640" y="5670360"/>
            <a:ext cx="360" cy="1178280"/>
          </a:xfrm>
          <a:prstGeom prst="straightConnector1">
            <a:avLst/>
          </a:prstGeom>
          <a:ln w="9525" cap="sq">
            <a:solidFill>
              <a:srgbClr val="FF0000"/>
            </a:solidFill>
            <a:miter/>
          </a:ln>
        </p:spPr>
      </p:cxnSp>
      <p:pic>
        <p:nvPicPr>
          <p:cNvPr id="2092873986" name="Picture 3"/>
          <p:cNvPicPr/>
          <p:nvPr/>
        </p:nvPicPr>
        <p:blipFill rotWithShape="1">
          <a:blip r:embed="rId2"/>
          <a:stretch/>
        </p:blipFill>
        <p:spPr bwMode="auto">
          <a:xfrm>
            <a:off x="0" y="720"/>
            <a:ext cx="12191760" cy="6855840"/>
          </a:xfrm>
          <a:prstGeom prst="rect">
            <a:avLst/>
          </a:prstGeom>
          <a:noFill/>
          <a:ln w="0">
            <a:noFill/>
          </a:ln>
        </p:spPr>
      </p:pic>
      <p:pic>
        <p:nvPicPr>
          <p:cNvPr id="1876318165" name="MS logo gray - EMF"/>
          <p:cNvPicPr/>
          <p:nvPr/>
        </p:nvPicPr>
        <p:blipFill rotWithShape="1">
          <a:blip r:embed="rId4"/>
          <a:stretch/>
        </p:blipFill>
        <p:spPr bwMode="auto">
          <a:xfrm>
            <a:off x="584280" y="585720"/>
            <a:ext cx="1366200" cy="292320"/>
          </a:xfrm>
          <a:prstGeom prst="rect">
            <a:avLst/>
          </a:prstGeom>
          <a:noFill/>
          <a:ln w="0">
            <a:noFill/>
          </a:ln>
        </p:spPr>
      </p:pic>
      <p:sp>
        <p:nvSpPr>
          <p:cNvPr id="488585579" name="Text Box 3"/>
          <p:cNvSpPr/>
          <p:nvPr/>
        </p:nvSpPr>
        <p:spPr bwMode="auto">
          <a:xfrm>
            <a:off x="584280" y="6446880"/>
            <a:ext cx="8192520" cy="153000"/>
          </a:xfrm>
          <a:prstGeom prst="rect">
            <a:avLst/>
          </a:prstGeom>
          <a:noFill/>
          <a:ln w="12700">
            <a:noFill/>
          </a:ln>
        </p:spPr>
        <p:style>
          <a:lnRef idx="0">
            <a:scrgbClr r="0" g="0" b="0"/>
          </a:lnRef>
          <a:fillRef idx="0">
            <a:scrgbClr r="0" g="0" b="0"/>
          </a:fillRef>
          <a:effectRef idx="0">
            <a:scrgbClr r="0" g="0" b="0"/>
          </a:effectRef>
          <a:fontRef idx="minor"/>
        </p:style>
        <p:txBody>
          <a:bodyPr lIns="0" tIns="0" rIns="0" bIns="0" numCol="1" spcCol="0" anchor="b">
            <a:spAutoFit/>
          </a:bodyPr>
          <a:lstStyle/>
          <a:p>
            <a:pPr defTabSz="932400">
              <a:lnSpc>
                <a:spcPct val="100000"/>
              </a:lnSpc>
              <a:defRPr/>
            </a:pPr>
            <a:r>
              <a:rPr lang="en-US" sz="1000" b="0" u="none" strike="noStrike">
                <a:solidFill>
                  <a:schemeClr val="dk1"/>
                </a:solidFill>
                <a:latin typeface="Segoe UI"/>
              </a:rPr>
              <a:t>© Copyright Microsoft Corporation. All rights reserved. </a:t>
            </a:r>
            <a:endParaRPr lang="en-US" sz="1000" b="0" u="none" strike="noStrike">
              <a:solidFill>
                <a:srgbClr val="000000"/>
              </a:solidFill>
              <a:latin typeface="Arial"/>
            </a:endParaRPr>
          </a:p>
        </p:txBody>
      </p:sp>
      <p:sp>
        <p:nvSpPr>
          <p:cNvPr id="1718671000" name="PlaceHolder 1"/>
          <p:cNvSpPr>
            <a:spLocks noGrp="1"/>
          </p:cNvSpPr>
          <p:nvPr>
            <p:ph type="title" hasCustomPrompt="1"/>
          </p:nvPr>
        </p:nvSpPr>
        <p:spPr bwMode="auto">
          <a:xfrm>
            <a:off x="588240" y="-625320"/>
            <a:ext cx="8192520" cy="307439"/>
          </a:xfrm>
          <a:prstGeom prst="rect">
            <a:avLst/>
          </a:prstGeom>
          <a:noFill/>
          <a:ln w="0">
            <a:noFill/>
          </a:ln>
        </p:spPr>
        <p:txBody>
          <a:bodyPr lIns="0" tIns="0" rIns="0" bIns="0" anchor="t">
            <a:noAutofit/>
          </a:bodyPr>
          <a:lstStyle>
            <a:lvl1pPr indent="0" algn="l" defTabSz="932760">
              <a:lnSpc>
                <a:spcPct val="100000"/>
              </a:lnSpc>
              <a:buNone/>
              <a:defRPr lang="en-US" sz="2000" b="0" u="none" strike="noStrike">
                <a:solidFill>
                  <a:srgbClr val="001F2D"/>
                </a:solidFill>
                <a:latin typeface="Segoe UI Semibold"/>
              </a:defRPr>
            </a:lvl1pPr>
          </a:lstStyle>
          <a:p>
            <a:pPr indent="0" algn="l" defTabSz="932760">
              <a:lnSpc>
                <a:spcPct val="100000"/>
              </a:lnSpc>
              <a:buNone/>
              <a:defRPr/>
            </a:pPr>
            <a:r>
              <a:rPr lang="en-US" sz="2000" b="0" u="none" strike="noStrike">
                <a:solidFill>
                  <a:srgbClr val="001F2D"/>
                </a:solidFill>
                <a:latin typeface="Segoe UI Semibold"/>
              </a:rPr>
              <a:t>Final slide with logo</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PhAnim="0" type="blank" preserve="1" userDrawn="1">
  <p:cSld name="1_Text Layout">
    <p:bg>
      <p:bgPr>
        <a:solidFill>
          <a:srgbClr val="FFFFFF"/>
        </a:solidFill>
        <a:effectLst/>
      </p:bgPr>
    </p:bg>
    <p:spTree>
      <p:nvGrpSpPr>
        <p:cNvPr id="1" name=""/>
        <p:cNvGrpSpPr/>
        <p:nvPr/>
      </p:nvGrpSpPr>
      <p:grpSpPr bwMode="auto">
        <a:xfrm>
          <a:off x="0" y="0"/>
          <a:ext cx="0" cy="0"/>
          <a:chOff x="0" y="0"/>
          <a:chExt cx="0" cy="0"/>
        </a:xfrm>
      </p:grpSpPr>
      <p:pic>
        <p:nvPicPr>
          <p:cNvPr id="2147249195" name="Picture 34"/>
          <p:cNvPicPr/>
          <p:nvPr/>
        </p:nvPicPr>
        <p:blipFill rotWithShape="1">
          <a:blip r:embed="rId2">
            <a:alphaModFix amt="40000"/>
          </a:blip>
          <a:stretch/>
        </p:blipFill>
        <p:spPr bwMode="auto">
          <a:xfrm>
            <a:off x="0" y="720"/>
            <a:ext cx="12191760" cy="6855840"/>
          </a:xfrm>
          <a:prstGeom prst="rect">
            <a:avLst/>
          </a:prstGeom>
          <a:noFill/>
          <a:ln w="0">
            <a:noFill/>
          </a:ln>
        </p:spPr>
      </p:pic>
      <p:pic>
        <p:nvPicPr>
          <p:cNvPr id="454763529" name="Graphic 5"/>
          <p:cNvPicPr/>
          <p:nvPr/>
        </p:nvPicPr>
        <p:blipFill rotWithShape="1">
          <a:blip r:embed="rId3"/>
          <a:stretch/>
        </p:blipFill>
        <p:spPr bwMode="auto">
          <a:xfrm rot="5400000">
            <a:off x="9510120" y="2743200"/>
            <a:ext cx="6857640" cy="1371240"/>
          </a:xfrm>
          <a:prstGeom prst="rect">
            <a:avLst/>
          </a:prstGeom>
          <a:noFill/>
          <a:ln w="0">
            <a:noFill/>
          </a:ln>
        </p:spPr>
      </p:pic>
      <p:sp>
        <p:nvSpPr>
          <p:cNvPr id="1324111631" name="TextBox 2"/>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1960133376"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730452876"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46126438" name="Straight Connector 33"/>
          <p:cNvCxnSpPr/>
          <p:nvPr/>
        </p:nvCxnSpPr>
        <p:spPr bwMode="auto">
          <a:xfrm>
            <a:off x="-89640" y="5670360"/>
            <a:ext cx="360" cy="1178280"/>
          </a:xfrm>
          <a:prstGeom prst="straightConnector1">
            <a:avLst/>
          </a:prstGeom>
          <a:ln w="9525" cap="sq">
            <a:solidFill>
              <a:srgbClr val="FF0000"/>
            </a:solidFill>
            <a:miter/>
          </a:ln>
        </p:spPr>
      </p:cxnSp>
      <p:sp>
        <p:nvSpPr>
          <p:cNvPr id="1667006373" name="PlaceHolder 1"/>
          <p:cNvSpPr>
            <a:spLocks noGrp="1"/>
          </p:cNvSpPr>
          <p:nvPr>
            <p:ph type="title" hasCustomPrompt="1"/>
          </p:nvPr>
        </p:nvSpPr>
        <p:spPr bwMode="auto">
          <a:xfrm>
            <a:off x="456120" y="620280"/>
            <a:ext cx="11306160" cy="398880"/>
          </a:xfrm>
          <a:prstGeom prst="rect">
            <a:avLst/>
          </a:prstGeom>
          <a:noFill/>
          <a:ln w="0">
            <a:noFill/>
          </a:ln>
        </p:spPr>
        <p:txBody>
          <a:bodyPr lIns="0" tIns="0" rIns="0" bIns="0" anchor="t">
            <a:spAutoFit/>
          </a:bodyPr>
          <a:lstStyle>
            <a:lvl1pPr indent="0" algn="l" defTabSz="932760">
              <a:lnSpc>
                <a:spcPts val="3138"/>
              </a:lnSpc>
              <a:buNone/>
              <a:defRPr lang="en-US" sz="2750" b="0" u="none" strike="noStrike">
                <a:solidFill>
                  <a:srgbClr val="000000"/>
                </a:solidFill>
                <a:latin typeface="Segoe UI Semibold"/>
              </a:defRPr>
            </a:lvl1pPr>
          </a:lstStyle>
          <a:p>
            <a:pPr indent="0" algn="l" defTabSz="932760">
              <a:lnSpc>
                <a:spcPts val="3138"/>
              </a:lnSpc>
              <a:buNone/>
              <a:defRPr/>
            </a:pPr>
            <a:r>
              <a:rPr lang="en-US" sz="2750" b="0" u="none" strike="noStrike">
                <a:solidFill>
                  <a:srgbClr val="000000"/>
                </a:solidFill>
                <a:latin typeface="Segoe UI Semibold"/>
              </a:rPr>
              <a:t>Heading Segoe UI Semibold 28/32</a:t>
            </a:r>
          </a:p>
        </p:txBody>
      </p:sp>
      <p:sp>
        <p:nvSpPr>
          <p:cNvPr id="1002191015" name="Text Box 3"/>
          <p:cNvSpPr/>
          <p:nvPr/>
        </p:nvSpPr>
        <p:spPr bwMode="auto">
          <a:xfrm>
            <a:off x="454320" y="6455160"/>
            <a:ext cx="11306160" cy="104760"/>
          </a:xfrm>
          <a:prstGeom prst="rect">
            <a:avLst/>
          </a:prstGeom>
          <a:noFill/>
          <a:ln w="12700">
            <a:noFill/>
          </a:ln>
        </p:spPr>
        <p:style>
          <a:lnRef idx="0">
            <a:scrgbClr r="0" g="0" b="0"/>
          </a:lnRef>
          <a:fillRef idx="0">
            <a:scrgbClr r="0" g="0" b="0"/>
          </a:fillRef>
          <a:effectRef idx="0">
            <a:scrgbClr r="0" g="0" b="0"/>
          </a:effectRef>
          <a:fontRef idx="minor"/>
        </p:style>
        <p:txBody>
          <a:bodyPr lIns="0" tIns="0" rIns="0" bIns="0" numCol="1" spcCol="0" anchor="t">
            <a:spAutoFit/>
          </a:bodyPr>
          <a:lstStyle/>
          <a:p>
            <a:pPr defTabSz="914040">
              <a:lnSpc>
                <a:spcPct val="100000"/>
              </a:lnSpc>
              <a:defRPr/>
            </a:pPr>
            <a:r>
              <a:rPr lang="en-US" sz="700" b="0" u="none" strike="noStrike">
                <a:solidFill>
                  <a:schemeClr val="dk1"/>
                </a:solidFill>
                <a:latin typeface="Segoe UI"/>
              </a:rPr>
              <a:t>©Microsoft Corporation									</a:t>
            </a:r>
            <a:endParaRPr lang="en-US" sz="700" b="0" u="none" strike="noStrike">
              <a:solidFill>
                <a:srgbClr val="000000"/>
              </a:solidFill>
              <a:latin typeface="Arial"/>
            </a:endParaRPr>
          </a:p>
        </p:txBody>
      </p:sp>
      <p:sp>
        <p:nvSpPr>
          <p:cNvPr id="1256089291" name="PlaceHolder 2"/>
          <p:cNvSpPr>
            <a:spLocks noGrp="1"/>
          </p:cNvSpPr>
          <p:nvPr>
            <p:ph type="body" hasCustomPrompt="1"/>
          </p:nvPr>
        </p:nvSpPr>
        <p:spPr bwMode="auto">
          <a:xfrm>
            <a:off x="456120" y="1922759"/>
            <a:ext cx="9384120" cy="3287160"/>
          </a:xfrm>
          <a:prstGeom prst="rect">
            <a:avLst/>
          </a:prstGeom>
          <a:noFill/>
          <a:ln w="0">
            <a:noFill/>
          </a:ln>
        </p:spPr>
        <p:txBody>
          <a:bodyPr lIns="0" tIns="0" rIns="0" bIns="0" anchor="t">
            <a:spAutoFit/>
          </a:bodyPr>
          <a:lstStyle>
            <a:lvl1pPr algn="l" defTabSz="914400">
              <a:lnSpc>
                <a:spcPts val="2353"/>
              </a:lnSpc>
              <a:buClr>
                <a:srgbClr val="000000"/>
              </a:buClr>
              <a:buSzPct val="90000"/>
              <a:buFont typeface="Arial"/>
              <a:buChar char="•"/>
              <a:defRPr lang="en-US" sz="1950" b="0" u="none" strike="noStrike">
                <a:solidFill>
                  <a:srgbClr val="000000"/>
                </a:solidFill>
                <a:latin typeface="Segoe UI"/>
              </a:defRPr>
            </a:lvl1pPr>
            <a:lvl2pPr algn="l" defTabSz="914400">
              <a:lnSpc>
                <a:spcPts val="2353"/>
              </a:lnSpc>
              <a:buClr>
                <a:srgbClr val="000000"/>
              </a:buClr>
              <a:buSzPct val="90000"/>
              <a:buFont typeface="Arial"/>
              <a:buChar char="•"/>
              <a:defRPr lang="en-US" sz="1950" b="0" u="none" strike="noStrike">
                <a:solidFill>
                  <a:srgbClr val="000000"/>
                </a:solidFill>
                <a:latin typeface="Segoe UI"/>
              </a:defRPr>
            </a:lvl2pPr>
            <a:lvl3pPr algn="l" defTabSz="914400">
              <a:lnSpc>
                <a:spcPts val="2353"/>
              </a:lnSpc>
              <a:buClr>
                <a:srgbClr val="000000"/>
              </a:buClr>
              <a:buSzPct val="90000"/>
              <a:buFont typeface="Arial"/>
              <a:buChar char="•"/>
              <a:defRPr lang="en-US" sz="1950" b="0" u="none" strike="noStrike">
                <a:solidFill>
                  <a:srgbClr val="000000"/>
                </a:solidFill>
                <a:latin typeface="Segoe UI"/>
              </a:defRPr>
            </a:lvl3pPr>
            <a:lvl4pPr indent="0" algn="l" defTabSz="914400">
              <a:lnSpc>
                <a:spcPts val="2353"/>
              </a:lnSpc>
              <a:buNone/>
              <a:defRPr lang="en-US" sz="1950" b="0" u="none" strike="noStrike">
                <a:solidFill>
                  <a:srgbClr val="000000"/>
                </a:solidFill>
                <a:latin typeface="Segoe UI"/>
              </a:defRPr>
            </a:lvl4pPr>
            <a:lvl5pPr indent="0" algn="l" defTabSz="914400">
              <a:lnSpc>
                <a:spcPts val="2353"/>
              </a:lnSpc>
              <a:buNone/>
              <a:defRPr lang="en-US" sz="1950" b="0" u="none" strike="noStrike">
                <a:solidFill>
                  <a:srgbClr val="000000"/>
                </a:solidFill>
                <a:latin typeface="Segoe UI"/>
              </a:defRPr>
            </a:lvl5pPr>
            <a:lvl6pPr indent="0" algn="l" defTabSz="914400">
              <a:lnSpc>
                <a:spcPts val="2353"/>
              </a:lnSpc>
              <a:buNone/>
              <a:defRPr lang="en-US" sz="1950" b="0" u="none" strike="noStrike">
                <a:solidFill>
                  <a:srgbClr val="000000"/>
                </a:solidFill>
                <a:latin typeface="Segoe UI"/>
              </a:defRPr>
            </a:lvl6pPr>
          </a:lstStyle>
          <a:p>
            <a:pPr marL="336240" indent="-336240" algn="l" defTabSz="914400">
              <a:lnSpc>
                <a:spcPts val="2353"/>
              </a:lnSpc>
              <a:buClr>
                <a:srgbClr val="000000"/>
              </a:buClr>
              <a:buSzPct val="90000"/>
              <a:buFont typeface="Arial"/>
              <a:buChar char="•"/>
              <a:defRPr/>
            </a:pPr>
            <a:r>
              <a:rPr lang="en-US" sz="1950" b="0" u="none" strike="noStrike">
                <a:solidFill>
                  <a:srgbClr val="000000"/>
                </a:solidFill>
                <a:latin typeface="Segoe UI"/>
              </a:rPr>
              <a:t>Bulleted list Segoe UI Regular 20/24. Dis </a:t>
            </a:r>
            <a:r>
              <a:rPr lang="en-US" sz="1950" b="0" u="none" strike="noStrike" err="1">
                <a:solidFill>
                  <a:srgbClr val="000000"/>
                </a:solidFill>
                <a:latin typeface="Segoe UI"/>
              </a:rPr>
              <a:t>apid</a:t>
            </a:r>
            <a:r>
              <a:rPr lang="en-US" sz="1950" b="0" u="none" strike="noStrike">
                <a:solidFill>
                  <a:srgbClr val="000000"/>
                </a:solidFill>
                <a:latin typeface="Segoe UI"/>
              </a:rPr>
              <a:t> es </a:t>
            </a:r>
            <a:r>
              <a:rPr lang="en-US" sz="1950" b="0" u="none" strike="noStrike" err="1">
                <a:solidFill>
                  <a:srgbClr val="000000"/>
                </a:solidFill>
                <a:latin typeface="Segoe UI"/>
              </a:rPr>
              <a:t>simusanditis</a:t>
            </a:r>
            <a:r>
              <a:rPr lang="en-US" sz="1950" b="0" u="none" strike="noStrike">
                <a:solidFill>
                  <a:srgbClr val="000000"/>
                </a:solidFill>
                <a:latin typeface="Segoe UI"/>
              </a:rPr>
              <a:t> </a:t>
            </a:r>
            <a:r>
              <a:rPr lang="en-US" sz="1950" b="0" u="none" strike="noStrike" err="1">
                <a:solidFill>
                  <a:srgbClr val="000000"/>
                </a:solidFill>
                <a:latin typeface="Segoe UI"/>
              </a:rPr>
              <a:t>ea</a:t>
            </a:r>
            <a:r>
              <a:rPr lang="en-US" sz="1950" b="0" u="none" strike="noStrike">
                <a:solidFill>
                  <a:srgbClr val="000000"/>
                </a:solidFill>
                <a:latin typeface="Segoe UI"/>
              </a:rPr>
              <a:t> ex et </a:t>
            </a:r>
            <a:r>
              <a:rPr lang="en-US" sz="1950" b="0" u="none" strike="noStrike" err="1">
                <a:solidFill>
                  <a:srgbClr val="000000"/>
                </a:solidFill>
                <a:latin typeface="Segoe UI"/>
              </a:rPr>
              <a:t>illore</a:t>
            </a:r>
            <a:r>
              <a:rPr lang="en-US" sz="1950" b="0" u="none" strike="noStrike">
                <a:solidFill>
                  <a:srgbClr val="000000"/>
                </a:solidFill>
                <a:latin typeface="Segoe UI"/>
              </a:rPr>
              <a:t>, </a:t>
            </a:r>
            <a:r>
              <a:rPr lang="en-US" sz="1950" b="0" u="none" strike="noStrike" err="1">
                <a:solidFill>
                  <a:srgbClr val="000000"/>
                </a:solidFill>
                <a:latin typeface="Segoe UI"/>
              </a:rPr>
              <a:t>nectationet</a:t>
            </a:r>
            <a:r>
              <a:rPr lang="en-US" sz="1950" b="0" u="none" strike="noStrike">
                <a:solidFill>
                  <a:srgbClr val="000000"/>
                </a:solidFill>
                <a:latin typeface="Segoe UI"/>
              </a:rPr>
              <a:t> </a:t>
            </a:r>
            <a:r>
              <a:rPr lang="en-US" sz="1950" b="0" u="none" strike="noStrike" err="1">
                <a:solidFill>
                  <a:srgbClr val="000000"/>
                </a:solidFill>
                <a:latin typeface="Segoe UI"/>
              </a:rPr>
              <a:t>aut</a:t>
            </a:r>
            <a:r>
              <a:rPr lang="en-US" sz="1950" b="0" u="none" strike="noStrike">
                <a:solidFill>
                  <a:srgbClr val="000000"/>
                </a:solidFill>
                <a:latin typeface="Segoe UI"/>
              </a:rPr>
              <a:t> </a:t>
            </a:r>
            <a:r>
              <a:rPr lang="en-US" sz="1950" b="0" u="none" strike="noStrike" err="1">
                <a:solidFill>
                  <a:srgbClr val="000000"/>
                </a:solidFill>
                <a:latin typeface="Segoe UI"/>
              </a:rPr>
              <a:t>dic</a:t>
            </a:r>
            <a:r>
              <a:rPr lang="en-US" sz="1950" b="0" u="none" strike="noStrike">
                <a:solidFill>
                  <a:srgbClr val="000000"/>
                </a:solidFill>
                <a:latin typeface="Segoe UI"/>
              </a:rPr>
              <a:t> </a:t>
            </a:r>
            <a:r>
              <a:rPr lang="en-US" sz="1950" b="0" u="none" strike="noStrike" err="1">
                <a:solidFill>
                  <a:srgbClr val="000000"/>
                </a:solidFill>
                <a:latin typeface="Segoe UI"/>
              </a:rPr>
              <a:t>tem</a:t>
            </a:r>
            <a:r>
              <a:rPr lang="en-US" sz="1950" b="0" u="none" strike="noStrike">
                <a:solidFill>
                  <a:srgbClr val="000000"/>
                </a:solidFill>
                <a:latin typeface="Segoe UI"/>
              </a:rPr>
              <a:t> vit </a:t>
            </a:r>
            <a:r>
              <a:rPr lang="en-US" sz="1950" b="0" u="none" strike="noStrike" err="1">
                <a:solidFill>
                  <a:srgbClr val="000000"/>
                </a:solidFill>
                <a:latin typeface="Segoe UI"/>
              </a:rPr>
              <a:t>velestium</a:t>
            </a:r>
            <a:r>
              <a:rPr lang="en-US" sz="1950" b="0" u="none" strike="noStrike">
                <a:solidFill>
                  <a:srgbClr val="000000"/>
                </a:solidFill>
                <a:latin typeface="Segoe UI"/>
              </a:rPr>
              <a:t> </a:t>
            </a:r>
            <a:r>
              <a:rPr lang="en-US" sz="1950" b="0" u="none" strike="noStrike" err="1">
                <a:solidFill>
                  <a:srgbClr val="000000"/>
                </a:solidFill>
                <a:latin typeface="Segoe UI"/>
              </a:rPr>
              <a:t>reperro</a:t>
            </a:r>
            <a:r>
              <a:rPr lang="en-US" sz="1950" b="0" u="none" strike="noStrike">
                <a:solidFill>
                  <a:srgbClr val="000000"/>
                </a:solidFill>
                <a:latin typeface="Segoe UI"/>
              </a:rPr>
              <a:t> </a:t>
            </a:r>
            <a:r>
              <a:rPr lang="en-US" sz="1950" b="0" u="none" strike="noStrike" err="1">
                <a:solidFill>
                  <a:srgbClr val="000000"/>
                </a:solidFill>
                <a:latin typeface="Segoe UI"/>
              </a:rPr>
              <a:t>rroviduntion</a:t>
            </a:r>
            <a:r>
              <a:rPr lang="en-US" sz="1950" b="0" u="none" strike="noStrike">
                <a:solidFill>
                  <a:srgbClr val="000000"/>
                </a:solidFill>
                <a:latin typeface="Segoe UI"/>
              </a:rPr>
              <a:t> </a:t>
            </a:r>
            <a:r>
              <a:rPr lang="en-US" sz="1950" b="0" u="none" strike="noStrike" err="1">
                <a:solidFill>
                  <a:srgbClr val="000000"/>
                </a:solidFill>
                <a:latin typeface="Segoe UI"/>
              </a:rPr>
              <a:t>conem</a:t>
            </a:r>
            <a:r>
              <a:rPr lang="en-US" sz="1950" b="0" u="none" strike="noStrike">
                <a:solidFill>
                  <a:srgbClr val="000000"/>
                </a:solidFill>
                <a:latin typeface="Segoe UI"/>
              </a:rPr>
              <a:t> </a:t>
            </a:r>
            <a:r>
              <a:rPr lang="en-US" sz="1950" b="0" u="none" strike="noStrike" err="1">
                <a:solidFill>
                  <a:srgbClr val="000000"/>
                </a:solidFill>
                <a:latin typeface="Segoe UI"/>
              </a:rPr>
              <a:t>rehend</a:t>
            </a:r>
            <a:br>
              <a:rPr sz="1950"/>
            </a:br>
            <a:r>
              <a:rPr lang="en-US" sz="1950" b="0" u="none" strike="noStrike">
                <a:solidFill>
                  <a:srgbClr val="000000"/>
                </a:solidFill>
                <a:latin typeface="Segoe UI"/>
              </a:rPr>
              <a:t> </a:t>
            </a:r>
          </a:p>
          <a:p>
            <a:pPr marL="336240" indent="-336240" algn="l" defTabSz="914400">
              <a:lnSpc>
                <a:spcPts val="2353"/>
              </a:lnSpc>
              <a:buClr>
                <a:srgbClr val="000000"/>
              </a:buClr>
              <a:buSzPct val="90000"/>
              <a:buFont typeface="Arial"/>
              <a:buChar char="•"/>
              <a:defRPr/>
            </a:pPr>
            <a:r>
              <a:rPr lang="en-US" sz="1950" b="0" u="none" strike="noStrike">
                <a:solidFill>
                  <a:srgbClr val="000000"/>
                </a:solidFill>
                <a:latin typeface="Segoe UI"/>
              </a:rPr>
              <a:t>Bulleted list Segoe UI Regular 20/24. Dis </a:t>
            </a:r>
            <a:r>
              <a:rPr lang="en-US" sz="1950" b="0" u="none" strike="noStrike" err="1">
                <a:solidFill>
                  <a:srgbClr val="000000"/>
                </a:solidFill>
                <a:latin typeface="Segoe UI"/>
              </a:rPr>
              <a:t>apid</a:t>
            </a:r>
            <a:r>
              <a:rPr lang="en-US" sz="1950" b="0" u="none" strike="noStrike">
                <a:solidFill>
                  <a:srgbClr val="000000"/>
                </a:solidFill>
                <a:latin typeface="Segoe UI"/>
              </a:rPr>
              <a:t> es </a:t>
            </a:r>
            <a:r>
              <a:rPr lang="en-US" sz="1950" b="0" u="none" strike="noStrike" err="1">
                <a:solidFill>
                  <a:srgbClr val="000000"/>
                </a:solidFill>
                <a:latin typeface="Segoe UI"/>
              </a:rPr>
              <a:t>simusanditis</a:t>
            </a:r>
            <a:r>
              <a:rPr lang="en-US" sz="1950" b="0" u="none" strike="noStrike">
                <a:solidFill>
                  <a:srgbClr val="000000"/>
                </a:solidFill>
                <a:latin typeface="Segoe UI"/>
              </a:rPr>
              <a:t> </a:t>
            </a:r>
            <a:r>
              <a:rPr lang="en-US" sz="1950" b="0" u="none" strike="noStrike" err="1">
                <a:solidFill>
                  <a:srgbClr val="000000"/>
                </a:solidFill>
                <a:latin typeface="Segoe UI"/>
              </a:rPr>
              <a:t>ea</a:t>
            </a:r>
            <a:r>
              <a:rPr lang="en-US" sz="1950" b="0" u="none" strike="noStrike">
                <a:solidFill>
                  <a:srgbClr val="000000"/>
                </a:solidFill>
                <a:latin typeface="Segoe UI"/>
              </a:rPr>
              <a:t> ex et </a:t>
            </a:r>
            <a:r>
              <a:rPr lang="en-US" sz="1950" b="0" u="none" strike="noStrike" err="1">
                <a:solidFill>
                  <a:srgbClr val="000000"/>
                </a:solidFill>
                <a:latin typeface="Segoe UI"/>
              </a:rPr>
              <a:t>illore</a:t>
            </a:r>
            <a:r>
              <a:rPr lang="en-US" sz="1950" b="0" u="none" strike="noStrike">
                <a:solidFill>
                  <a:srgbClr val="000000"/>
                </a:solidFill>
                <a:latin typeface="Segoe UI"/>
              </a:rPr>
              <a:t>, </a:t>
            </a:r>
            <a:r>
              <a:rPr lang="en-US" sz="1950" b="0" u="none" strike="noStrike" err="1">
                <a:solidFill>
                  <a:srgbClr val="000000"/>
                </a:solidFill>
                <a:latin typeface="Segoe UI"/>
              </a:rPr>
              <a:t>nectationet</a:t>
            </a:r>
            <a:r>
              <a:rPr lang="en-US" sz="1950" b="0" u="none" strike="noStrike">
                <a:solidFill>
                  <a:srgbClr val="000000"/>
                </a:solidFill>
                <a:latin typeface="Segoe UI"/>
              </a:rPr>
              <a:t> </a:t>
            </a:r>
            <a:r>
              <a:rPr lang="en-US" sz="1950" b="0" u="none" strike="noStrike" err="1">
                <a:solidFill>
                  <a:srgbClr val="000000"/>
                </a:solidFill>
                <a:latin typeface="Segoe UI"/>
              </a:rPr>
              <a:t>aut</a:t>
            </a:r>
            <a:r>
              <a:rPr lang="en-US" sz="1950" b="0" u="none" strike="noStrike">
                <a:solidFill>
                  <a:srgbClr val="000000"/>
                </a:solidFill>
                <a:latin typeface="Segoe UI"/>
              </a:rPr>
              <a:t> </a:t>
            </a:r>
            <a:r>
              <a:rPr lang="en-US" sz="1950" b="0" u="none" strike="noStrike" err="1">
                <a:solidFill>
                  <a:srgbClr val="000000"/>
                </a:solidFill>
                <a:latin typeface="Segoe UI"/>
              </a:rPr>
              <a:t>dic</a:t>
            </a:r>
            <a:r>
              <a:rPr lang="en-US" sz="1950" b="0" u="none" strike="noStrike">
                <a:solidFill>
                  <a:srgbClr val="000000"/>
                </a:solidFill>
                <a:latin typeface="Segoe UI"/>
              </a:rPr>
              <a:t> </a:t>
            </a:r>
            <a:r>
              <a:rPr lang="en-US" sz="1950" b="0" u="none" strike="noStrike" err="1">
                <a:solidFill>
                  <a:srgbClr val="000000"/>
                </a:solidFill>
                <a:latin typeface="Segoe UI"/>
              </a:rPr>
              <a:t>tem</a:t>
            </a:r>
            <a:r>
              <a:rPr lang="en-US" sz="1950" b="0" u="none" strike="noStrike">
                <a:solidFill>
                  <a:srgbClr val="000000"/>
                </a:solidFill>
                <a:latin typeface="Segoe UI"/>
              </a:rPr>
              <a:t> vit </a:t>
            </a:r>
            <a:r>
              <a:rPr lang="en-US" sz="1950" b="0" u="none" strike="noStrike" err="1">
                <a:solidFill>
                  <a:srgbClr val="000000"/>
                </a:solidFill>
                <a:latin typeface="Segoe UI"/>
              </a:rPr>
              <a:t>velestium</a:t>
            </a:r>
            <a:r>
              <a:rPr lang="en-US" sz="1950" b="0" u="none" strike="noStrike">
                <a:solidFill>
                  <a:srgbClr val="000000"/>
                </a:solidFill>
                <a:latin typeface="Segoe UI"/>
              </a:rPr>
              <a:t> </a:t>
            </a:r>
            <a:r>
              <a:rPr lang="en-US" sz="1950" b="0" u="none" strike="noStrike" err="1">
                <a:solidFill>
                  <a:srgbClr val="000000"/>
                </a:solidFill>
                <a:latin typeface="Segoe UI"/>
              </a:rPr>
              <a:t>reperro</a:t>
            </a:r>
            <a:r>
              <a:rPr lang="en-US" sz="1950" b="0" u="none" strike="noStrike">
                <a:solidFill>
                  <a:srgbClr val="000000"/>
                </a:solidFill>
                <a:latin typeface="Segoe UI"/>
              </a:rPr>
              <a:t> </a:t>
            </a:r>
            <a:r>
              <a:rPr lang="en-US" sz="1950" b="0" u="none" strike="noStrike" err="1">
                <a:solidFill>
                  <a:srgbClr val="000000"/>
                </a:solidFill>
                <a:latin typeface="Segoe UI"/>
              </a:rPr>
              <a:t>rroviduntion</a:t>
            </a:r>
            <a:r>
              <a:rPr lang="en-US" sz="1950" b="0" u="none" strike="noStrike">
                <a:solidFill>
                  <a:srgbClr val="000000"/>
                </a:solidFill>
                <a:latin typeface="Segoe UI"/>
              </a:rPr>
              <a:t> </a:t>
            </a:r>
            <a:r>
              <a:rPr lang="en-US" sz="1950" b="0" u="none" strike="noStrike" err="1">
                <a:solidFill>
                  <a:srgbClr val="000000"/>
                </a:solidFill>
                <a:latin typeface="Segoe UI"/>
              </a:rPr>
              <a:t>conem</a:t>
            </a:r>
            <a:r>
              <a:rPr lang="en-US" sz="1950" b="0" u="none" strike="noStrike">
                <a:solidFill>
                  <a:srgbClr val="000000"/>
                </a:solidFill>
                <a:latin typeface="Segoe UI"/>
              </a:rPr>
              <a:t> </a:t>
            </a:r>
            <a:r>
              <a:rPr lang="en-US" sz="1950" b="0" u="none" strike="noStrike" err="1">
                <a:solidFill>
                  <a:srgbClr val="000000"/>
                </a:solidFill>
                <a:latin typeface="Segoe UI"/>
              </a:rPr>
              <a:t>rehend</a:t>
            </a:r>
            <a:br>
              <a:rPr sz="1950"/>
            </a:br>
            <a:r>
              <a:rPr lang="en-US" sz="1950" b="0" u="none" strike="noStrike">
                <a:solidFill>
                  <a:srgbClr val="000000"/>
                </a:solidFill>
                <a:latin typeface="Segoe UI"/>
              </a:rPr>
              <a:t> </a:t>
            </a:r>
          </a:p>
          <a:p>
            <a:pPr marL="336240" indent="-336240" algn="l" defTabSz="914400">
              <a:lnSpc>
                <a:spcPts val="2353"/>
              </a:lnSpc>
              <a:buClr>
                <a:srgbClr val="000000"/>
              </a:buClr>
              <a:buSzPct val="90000"/>
              <a:buFont typeface="Arial"/>
              <a:buChar char="•"/>
              <a:defRPr/>
            </a:pPr>
            <a:r>
              <a:rPr lang="en-US" sz="1950" b="0" u="none" strike="noStrike">
                <a:solidFill>
                  <a:srgbClr val="000000"/>
                </a:solidFill>
                <a:latin typeface="Segoe UI"/>
              </a:rPr>
              <a:t>Bulleted list Segoe UI Regular 20/24. Dis </a:t>
            </a:r>
            <a:r>
              <a:rPr lang="en-US" sz="1950" b="0" u="none" strike="noStrike" err="1">
                <a:solidFill>
                  <a:srgbClr val="000000"/>
                </a:solidFill>
                <a:latin typeface="Segoe UI"/>
              </a:rPr>
              <a:t>apid</a:t>
            </a:r>
            <a:r>
              <a:rPr lang="en-US" sz="1950" b="0" u="none" strike="noStrike">
                <a:solidFill>
                  <a:srgbClr val="000000"/>
                </a:solidFill>
                <a:latin typeface="Segoe UI"/>
              </a:rPr>
              <a:t> es </a:t>
            </a:r>
            <a:r>
              <a:rPr lang="en-US" sz="1950" b="0" u="none" strike="noStrike" err="1">
                <a:solidFill>
                  <a:srgbClr val="000000"/>
                </a:solidFill>
                <a:latin typeface="Segoe UI"/>
              </a:rPr>
              <a:t>simusanditis</a:t>
            </a:r>
            <a:r>
              <a:rPr lang="en-US" sz="1950" b="0" u="none" strike="noStrike">
                <a:solidFill>
                  <a:srgbClr val="000000"/>
                </a:solidFill>
                <a:latin typeface="Segoe UI"/>
              </a:rPr>
              <a:t> </a:t>
            </a:r>
            <a:r>
              <a:rPr lang="en-US" sz="1950" b="0" u="none" strike="noStrike" err="1">
                <a:solidFill>
                  <a:srgbClr val="000000"/>
                </a:solidFill>
                <a:latin typeface="Segoe UI"/>
              </a:rPr>
              <a:t>ea</a:t>
            </a:r>
            <a:r>
              <a:rPr lang="en-US" sz="1950" b="0" u="none" strike="noStrike">
                <a:solidFill>
                  <a:srgbClr val="000000"/>
                </a:solidFill>
                <a:latin typeface="Segoe UI"/>
              </a:rPr>
              <a:t> ex et </a:t>
            </a:r>
            <a:r>
              <a:rPr lang="en-US" sz="1950" b="0" u="none" strike="noStrike" err="1">
                <a:solidFill>
                  <a:srgbClr val="000000"/>
                </a:solidFill>
                <a:latin typeface="Segoe UI"/>
              </a:rPr>
              <a:t>illore</a:t>
            </a:r>
            <a:r>
              <a:rPr lang="en-US" sz="1950" b="0" u="none" strike="noStrike">
                <a:solidFill>
                  <a:srgbClr val="000000"/>
                </a:solidFill>
                <a:latin typeface="Segoe UI"/>
              </a:rPr>
              <a:t>, </a:t>
            </a:r>
            <a:r>
              <a:rPr lang="en-US" sz="1950" b="0" u="none" strike="noStrike" err="1">
                <a:solidFill>
                  <a:srgbClr val="000000"/>
                </a:solidFill>
                <a:latin typeface="Segoe UI"/>
              </a:rPr>
              <a:t>nectationet</a:t>
            </a:r>
            <a:r>
              <a:rPr lang="en-US" sz="1950" b="0" u="none" strike="noStrike">
                <a:solidFill>
                  <a:srgbClr val="000000"/>
                </a:solidFill>
                <a:latin typeface="Segoe UI"/>
              </a:rPr>
              <a:t> </a:t>
            </a:r>
            <a:r>
              <a:rPr lang="en-US" sz="1950" b="0" u="none" strike="noStrike" err="1">
                <a:solidFill>
                  <a:srgbClr val="000000"/>
                </a:solidFill>
                <a:latin typeface="Segoe UI"/>
              </a:rPr>
              <a:t>aut</a:t>
            </a:r>
            <a:r>
              <a:rPr lang="en-US" sz="1950" b="0" u="none" strike="noStrike">
                <a:solidFill>
                  <a:srgbClr val="000000"/>
                </a:solidFill>
                <a:latin typeface="Segoe UI"/>
              </a:rPr>
              <a:t> </a:t>
            </a:r>
            <a:r>
              <a:rPr lang="en-US" sz="1950" b="0" u="none" strike="noStrike" err="1">
                <a:solidFill>
                  <a:srgbClr val="000000"/>
                </a:solidFill>
                <a:latin typeface="Segoe UI"/>
              </a:rPr>
              <a:t>dic</a:t>
            </a:r>
            <a:r>
              <a:rPr lang="en-US" sz="1950" b="0" u="none" strike="noStrike">
                <a:solidFill>
                  <a:srgbClr val="000000"/>
                </a:solidFill>
                <a:latin typeface="Segoe UI"/>
              </a:rPr>
              <a:t> </a:t>
            </a:r>
            <a:r>
              <a:rPr lang="en-US" sz="1950" b="0" u="none" strike="noStrike" err="1">
                <a:solidFill>
                  <a:srgbClr val="000000"/>
                </a:solidFill>
                <a:latin typeface="Segoe UI"/>
              </a:rPr>
              <a:t>tem</a:t>
            </a:r>
            <a:r>
              <a:rPr lang="en-US" sz="1950" b="0" u="none" strike="noStrike">
                <a:solidFill>
                  <a:srgbClr val="000000"/>
                </a:solidFill>
                <a:latin typeface="Segoe UI"/>
              </a:rPr>
              <a:t> vit </a:t>
            </a:r>
            <a:r>
              <a:rPr lang="en-US" sz="1950" b="0" u="none" strike="noStrike" err="1">
                <a:solidFill>
                  <a:srgbClr val="000000"/>
                </a:solidFill>
                <a:latin typeface="Segoe UI"/>
              </a:rPr>
              <a:t>velestium</a:t>
            </a:r>
            <a:r>
              <a:rPr lang="en-US" sz="1950" b="0" u="none" strike="noStrike">
                <a:solidFill>
                  <a:srgbClr val="000000"/>
                </a:solidFill>
                <a:latin typeface="Segoe UI"/>
              </a:rPr>
              <a:t> </a:t>
            </a:r>
            <a:r>
              <a:rPr lang="en-US" sz="1950" b="0" u="none" strike="noStrike" err="1">
                <a:solidFill>
                  <a:srgbClr val="000000"/>
                </a:solidFill>
                <a:latin typeface="Segoe UI"/>
              </a:rPr>
              <a:t>reperro</a:t>
            </a:r>
            <a:r>
              <a:rPr lang="en-US" sz="1950" b="0" u="none" strike="noStrike">
                <a:solidFill>
                  <a:srgbClr val="000000"/>
                </a:solidFill>
                <a:latin typeface="Segoe UI"/>
              </a:rPr>
              <a:t> </a:t>
            </a:r>
            <a:r>
              <a:rPr lang="en-US" sz="1950" b="0" u="none" strike="noStrike" err="1">
                <a:solidFill>
                  <a:srgbClr val="000000"/>
                </a:solidFill>
                <a:latin typeface="Segoe UI"/>
              </a:rPr>
              <a:t>rroviduntion</a:t>
            </a:r>
            <a:r>
              <a:rPr lang="en-US" sz="1950" b="0" u="none" strike="noStrike">
                <a:solidFill>
                  <a:srgbClr val="000000"/>
                </a:solidFill>
                <a:latin typeface="Segoe UI"/>
              </a:rPr>
              <a:t> </a:t>
            </a:r>
            <a:r>
              <a:rPr lang="en-US" sz="1950" b="0" u="none" strike="noStrike" err="1">
                <a:solidFill>
                  <a:srgbClr val="000000"/>
                </a:solidFill>
                <a:latin typeface="Segoe UI"/>
              </a:rPr>
              <a:t>conem</a:t>
            </a:r>
            <a:r>
              <a:rPr lang="en-US" sz="1950" b="0" u="none" strike="noStrike">
                <a:solidFill>
                  <a:srgbClr val="000000"/>
                </a:solidFill>
                <a:latin typeface="Segoe UI"/>
              </a:rPr>
              <a:t> </a:t>
            </a:r>
            <a:r>
              <a:rPr lang="en-US" sz="1950" b="0" u="none" strike="noStrike" err="1">
                <a:solidFill>
                  <a:srgbClr val="000000"/>
                </a:solidFill>
                <a:latin typeface="Segoe UI"/>
              </a:rPr>
              <a:t>rehend</a:t>
            </a:r>
            <a:endParaRPr lang="en-US" sz="1950" b="0" u="none" strike="noStrike">
              <a:solidFill>
                <a:srgbClr val="000000"/>
              </a:solidFill>
              <a:latin typeface="Segoe UI"/>
            </a:endParaRPr>
          </a:p>
          <a:p>
            <a:pPr indent="0" algn="l" defTabSz="914400">
              <a:lnSpc>
                <a:spcPts val="2353"/>
              </a:lnSpc>
              <a:buNone/>
              <a:defRPr/>
            </a:pPr>
            <a:endParaRPr lang="en-US" sz="1950" b="0" u="none" strike="noStrike">
              <a:solidFill>
                <a:srgbClr val="000000"/>
              </a:solidFill>
              <a:latin typeface="Segoe UI"/>
            </a:endParaRPr>
          </a:p>
          <a:p>
            <a:pPr indent="0" algn="l" defTabSz="914400">
              <a:lnSpc>
                <a:spcPts val="2353"/>
              </a:lnSpc>
              <a:buNone/>
              <a:defRPr/>
            </a:pPr>
            <a:endParaRPr lang="en-US" sz="1950" b="0" u="none" strike="noStrike">
              <a:solidFill>
                <a:srgbClr val="000000"/>
              </a:solidFill>
              <a:latin typeface="Segoe UI"/>
            </a:endParaRPr>
          </a:p>
          <a:p>
            <a:pPr indent="0" algn="l" defTabSz="914400">
              <a:lnSpc>
                <a:spcPts val="2353"/>
              </a:lnSpc>
              <a:buNone/>
              <a:defRPr/>
            </a:pPr>
            <a:endParaRPr lang="en-US" sz="1950" b="0" u="none" strike="noStrike">
              <a:solidFill>
                <a:srgbClr val="000000"/>
              </a:solidFill>
              <a:latin typeface="Segoe U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PhAnim="0" type="blank" preserve="1" userDrawn="1">
  <p:cSld name="Title_Photo_1/3 page">
    <p:bg>
      <p:bgPr>
        <a:solidFill>
          <a:srgbClr val="FFFFFF"/>
        </a:solidFill>
        <a:effectLst/>
      </p:bgPr>
    </p:bg>
    <p:spTree>
      <p:nvGrpSpPr>
        <p:cNvPr id="1" name=""/>
        <p:cNvGrpSpPr/>
        <p:nvPr/>
      </p:nvGrpSpPr>
      <p:grpSpPr bwMode="auto">
        <a:xfrm>
          <a:off x="0" y="0"/>
          <a:ext cx="0" cy="0"/>
          <a:chOff x="0" y="0"/>
          <a:chExt cx="0" cy="0"/>
        </a:xfrm>
      </p:grpSpPr>
      <p:pic>
        <p:nvPicPr>
          <p:cNvPr id="1504331202" name="Picture 34"/>
          <p:cNvPicPr/>
          <p:nvPr/>
        </p:nvPicPr>
        <p:blipFill rotWithShape="1">
          <a:blip r:embed="rId2">
            <a:alphaModFix amt="40000"/>
          </a:blip>
          <a:stretch/>
        </p:blipFill>
        <p:spPr bwMode="auto">
          <a:xfrm>
            <a:off x="0" y="720"/>
            <a:ext cx="12191760" cy="6855840"/>
          </a:xfrm>
          <a:prstGeom prst="rect">
            <a:avLst/>
          </a:prstGeom>
          <a:noFill/>
          <a:ln w="0">
            <a:noFill/>
          </a:ln>
        </p:spPr>
      </p:pic>
      <p:pic>
        <p:nvPicPr>
          <p:cNvPr id="1879137276" name="Graphic 5"/>
          <p:cNvPicPr/>
          <p:nvPr/>
        </p:nvPicPr>
        <p:blipFill rotWithShape="1">
          <a:blip r:embed="rId3"/>
          <a:stretch/>
        </p:blipFill>
        <p:spPr bwMode="auto">
          <a:xfrm rot="5400000">
            <a:off x="9510120" y="2743200"/>
            <a:ext cx="6857640" cy="1371240"/>
          </a:xfrm>
          <a:prstGeom prst="rect">
            <a:avLst/>
          </a:prstGeom>
          <a:noFill/>
          <a:ln w="0">
            <a:noFill/>
          </a:ln>
        </p:spPr>
      </p:pic>
      <p:sp>
        <p:nvSpPr>
          <p:cNvPr id="349163451" name="TextBox 2"/>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1062638933"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1359996761"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46932487" name="Straight Connector 33"/>
          <p:cNvCxnSpPr/>
          <p:nvPr/>
        </p:nvCxnSpPr>
        <p:spPr bwMode="auto">
          <a:xfrm>
            <a:off x="-89640" y="5670360"/>
            <a:ext cx="360" cy="1178280"/>
          </a:xfrm>
          <a:prstGeom prst="straightConnector1">
            <a:avLst/>
          </a:prstGeom>
          <a:ln w="9525" cap="sq">
            <a:solidFill>
              <a:srgbClr val="FF0000"/>
            </a:solidFill>
            <a:miter/>
          </a:ln>
        </p:spPr>
      </p:cxnSp>
      <p:pic>
        <p:nvPicPr>
          <p:cNvPr id="1027178296" name="MS logo gray - EMF"/>
          <p:cNvPicPr/>
          <p:nvPr/>
        </p:nvPicPr>
        <p:blipFill rotWithShape="1">
          <a:blip r:embed="rId4"/>
          <a:stretch/>
        </p:blipFill>
        <p:spPr bwMode="auto">
          <a:xfrm>
            <a:off x="584280" y="585720"/>
            <a:ext cx="1366200" cy="292320"/>
          </a:xfrm>
          <a:prstGeom prst="rect">
            <a:avLst/>
          </a:prstGeom>
          <a:noFill/>
          <a:ln w="0">
            <a:noFill/>
          </a:ln>
        </p:spPr>
      </p:pic>
      <p:sp>
        <p:nvSpPr>
          <p:cNvPr id="2126982394" name="PlaceHolder 1"/>
          <p:cNvSpPr>
            <a:spLocks noGrp="1"/>
          </p:cNvSpPr>
          <p:nvPr>
            <p:ph type="title" hasCustomPrompt="1"/>
          </p:nvPr>
        </p:nvSpPr>
        <p:spPr bwMode="auto">
          <a:xfrm>
            <a:off x="569880" y="2780640"/>
            <a:ext cx="6895440" cy="1219320"/>
          </a:xfrm>
          <a:prstGeom prst="rect">
            <a:avLst/>
          </a:prstGeom>
          <a:noFill/>
          <a:ln w="0">
            <a:noFill/>
          </a:ln>
        </p:spPr>
        <p:txBody>
          <a:bodyPr lIns="0" tIns="0" rIns="0" bIns="0" anchor="b">
            <a:spAutoFit/>
          </a:bodyPr>
          <a:lstStyle>
            <a:lvl1pPr indent="0" algn="l" defTabSz="932760">
              <a:lnSpc>
                <a:spcPct val="100000"/>
              </a:lnSpc>
              <a:buNone/>
              <a:defRPr lang="en-US" sz="4000" b="0" u="none" strike="noStrike" spc="-51">
                <a:solidFill>
                  <a:schemeClr val="dk1"/>
                </a:solidFill>
                <a:latin typeface="Segoe UI"/>
              </a:defRPr>
            </a:lvl1pPr>
          </a:lstStyle>
          <a:p>
            <a:pPr indent="0" algn="l" defTabSz="932760">
              <a:lnSpc>
                <a:spcPct val="100000"/>
              </a:lnSpc>
              <a:buNone/>
              <a:defRPr/>
            </a:pPr>
            <a:r>
              <a:rPr lang="en-US" sz="4000" b="0" u="none" strike="noStrike" spc="-51">
                <a:solidFill>
                  <a:schemeClr val="dk1"/>
                </a:solidFill>
                <a:latin typeface="Segoe UI"/>
              </a:rPr>
              <a:t>Event name or </a:t>
            </a:r>
            <a:br>
              <a:rPr sz="4000"/>
            </a:br>
            <a:r>
              <a:rPr lang="en-US" sz="4000" b="0" u="none" strike="noStrike" spc="-51">
                <a:solidFill>
                  <a:schemeClr val="dk1"/>
                </a:solidFill>
                <a:latin typeface="Segoe UI"/>
              </a:rPr>
              <a:t>presentation title </a:t>
            </a:r>
          </a:p>
        </p:txBody>
      </p:sp>
      <p:sp>
        <p:nvSpPr>
          <p:cNvPr id="2027471524" name="PlaceHolder 2"/>
          <p:cNvSpPr>
            <a:spLocks noGrp="1"/>
          </p:cNvSpPr>
          <p:nvPr>
            <p:ph type="body" hasCustomPrompt="1"/>
          </p:nvPr>
        </p:nvSpPr>
        <p:spPr bwMode="auto">
          <a:xfrm>
            <a:off x="582120" y="4215960"/>
            <a:ext cx="6895440" cy="244080"/>
          </a:xfrm>
          <a:prstGeom prst="rect">
            <a:avLst/>
          </a:prstGeom>
          <a:noFill/>
          <a:ln w="0">
            <a:noFill/>
          </a:ln>
        </p:spPr>
        <p:txBody>
          <a:bodyPr lIns="0" tIns="0" rIns="0" bIns="0" anchor="t">
            <a:spAutoFit/>
          </a:bodyPr>
          <a:lstStyle>
            <a:lvl1pPr indent="0" algn="l" defTabSz="932760">
              <a:lnSpc>
                <a:spcPct val="100000"/>
              </a:lnSpc>
              <a:buNone/>
              <a:tabLst>
                <a:tab pos="0" algn="l"/>
              </a:tabLst>
              <a:defRPr lang="en-US" sz="1600" b="0" u="none" strike="noStrike">
                <a:solidFill>
                  <a:schemeClr val="dk1"/>
                </a:solidFill>
                <a:latin typeface="Segoe UI"/>
              </a:defRPr>
            </a:lvl1pPr>
          </a:lstStyle>
          <a:p>
            <a:pPr indent="0" algn="l" defTabSz="932760">
              <a:lnSpc>
                <a:spcPct val="100000"/>
              </a:lnSpc>
              <a:buNone/>
              <a:tabLst>
                <a:tab pos="0" algn="l"/>
              </a:tabLst>
              <a:defRPr/>
            </a:pPr>
            <a:r>
              <a:rPr lang="en-US" sz="1600" b="0" u="none" strike="noStrike">
                <a:solidFill>
                  <a:schemeClr val="dk1"/>
                </a:solidFill>
                <a:latin typeface="Segoe UI"/>
              </a:rPr>
              <a:t>Speaker name or subtitle</a:t>
            </a:r>
            <a:endParaRPr lang="en-US" sz="1600" b="1" u="none" strike="noStrike">
              <a:solidFill>
                <a:srgbClr val="000000"/>
              </a:solidFill>
              <a:latin typeface="Segoe UI"/>
            </a:endParaRPr>
          </a:p>
        </p:txBody>
      </p:sp>
      <p:sp>
        <p:nvSpPr>
          <p:cNvPr id="1636861406" name="PlaceHolder 3"/>
          <p:cNvSpPr>
            <a:spLocks noGrp="1"/>
          </p:cNvSpPr>
          <p:nvPr>
            <p:ph type="body" hasCustomPrompt="1"/>
          </p:nvPr>
        </p:nvSpPr>
        <p:spPr bwMode="auto">
          <a:xfrm>
            <a:off x="582120" y="6446520"/>
            <a:ext cx="1645560" cy="153000"/>
          </a:xfrm>
          <a:prstGeom prst="rect">
            <a:avLst/>
          </a:prstGeom>
          <a:noFill/>
          <a:ln w="0">
            <a:noFill/>
          </a:ln>
        </p:spPr>
        <p:txBody>
          <a:bodyPr lIns="0" tIns="0" rIns="0" bIns="0" anchor="t">
            <a:spAutoFit/>
          </a:bodyPr>
          <a:lstStyle>
            <a:lvl1pPr indent="0" algn="l" defTabSz="932760">
              <a:lnSpc>
                <a:spcPct val="100000"/>
              </a:lnSpc>
              <a:buNone/>
              <a:tabLst>
                <a:tab pos="0" algn="l"/>
              </a:tabLst>
              <a:defRPr lang="en-US" sz="1000" b="0" u="none" strike="noStrike">
                <a:solidFill>
                  <a:schemeClr val="dk1"/>
                </a:solidFill>
                <a:latin typeface="Segoe UI"/>
              </a:defRPr>
            </a:lvl1pPr>
          </a:lstStyle>
          <a:p>
            <a:pPr indent="0" algn="l" defTabSz="932760">
              <a:lnSpc>
                <a:spcPct val="100000"/>
              </a:lnSpc>
              <a:buNone/>
              <a:tabLst>
                <a:tab pos="0" algn="l"/>
              </a:tabLst>
              <a:defRPr/>
            </a:pPr>
            <a:r>
              <a:rPr lang="en-US" sz="1000" b="0" u="none" strike="noStrike">
                <a:solidFill>
                  <a:schemeClr val="dk1"/>
                </a:solidFill>
                <a:latin typeface="Segoe UI"/>
              </a:rPr>
              <a:t>Date</a:t>
            </a:r>
            <a:endParaRPr lang="en-US" sz="1000" b="1" u="none" strike="noStrike">
              <a:solidFill>
                <a:srgbClr val="000000"/>
              </a:solidFill>
              <a:latin typeface="Segoe UI"/>
            </a:endParaRPr>
          </a:p>
        </p:txBody>
      </p:sp>
      <p:sp>
        <p:nvSpPr>
          <p:cNvPr id="659722698" name="PlaceHolder 4"/>
          <p:cNvSpPr>
            <a:spLocks noGrp="1"/>
          </p:cNvSpPr>
          <p:nvPr>
            <p:ph type="body" hasCustomPrompt="1"/>
          </p:nvPr>
        </p:nvSpPr>
        <p:spPr bwMode="auto">
          <a:xfrm>
            <a:off x="2471040" y="6446520"/>
            <a:ext cx="6336360" cy="153000"/>
          </a:xfrm>
          <a:prstGeom prst="rect">
            <a:avLst/>
          </a:prstGeom>
          <a:noFill/>
          <a:ln w="0">
            <a:noFill/>
          </a:ln>
        </p:spPr>
        <p:txBody>
          <a:bodyPr lIns="0" tIns="0" rIns="0" bIns="0" anchor="t">
            <a:spAutoFit/>
          </a:bodyPr>
          <a:lstStyle>
            <a:lvl1pPr indent="0" algn="l" defTabSz="932760">
              <a:lnSpc>
                <a:spcPct val="100000"/>
              </a:lnSpc>
              <a:buNone/>
              <a:tabLst>
                <a:tab pos="0" algn="l"/>
              </a:tabLst>
              <a:defRPr lang="en-US" sz="1000" b="0" u="none" strike="noStrike">
                <a:solidFill>
                  <a:schemeClr val="dk1"/>
                </a:solidFill>
                <a:latin typeface="Segoe UI"/>
              </a:defRPr>
            </a:lvl1pPr>
          </a:lstStyle>
          <a:p>
            <a:pPr indent="0" algn="l" defTabSz="932760">
              <a:lnSpc>
                <a:spcPct val="100000"/>
              </a:lnSpc>
              <a:buNone/>
              <a:tabLst>
                <a:tab pos="0" algn="l"/>
              </a:tabLst>
              <a:defRPr/>
            </a:pPr>
            <a:r>
              <a:rPr lang="en-US" sz="1000" b="0" u="none" strike="noStrike">
                <a:solidFill>
                  <a:schemeClr val="dk1"/>
                </a:solidFill>
                <a:latin typeface="Segoe UI"/>
              </a:rPr>
              <a:t>Microsoft confidential</a:t>
            </a:r>
            <a:endParaRPr lang="en-US" sz="1000" b="1" u="none" strike="noStrike">
              <a:solidFill>
                <a:srgbClr val="000000"/>
              </a:solidFill>
              <a:latin typeface="Segoe UI"/>
            </a:endParaRPr>
          </a:p>
        </p:txBody>
      </p:sp>
      <p:sp>
        <p:nvSpPr>
          <p:cNvPr id="725671153" name="PlaceHolder 5"/>
          <p:cNvSpPr>
            <a:spLocks noGrp="1"/>
          </p:cNvSpPr>
          <p:nvPr>
            <p:ph type="body" hasCustomPrompt="1"/>
          </p:nvPr>
        </p:nvSpPr>
        <p:spPr bwMode="auto">
          <a:xfrm>
            <a:off x="8129160" y="0"/>
            <a:ext cx="4059720" cy="6857640"/>
          </a:xfrm>
          <a:prstGeom prst="rect">
            <a:avLst/>
          </a:prstGeom>
          <a:blipFill rotWithShape="0">
            <a:blip r:embed="rId5"/>
            <a:stretch/>
          </a:blipFill>
          <a:ln w="0">
            <a:noFill/>
          </a:ln>
        </p:spPr>
        <p:txBody>
          <a:bodyPr lIns="0" tIns="0" rIns="0" bIns="731520" anchor="ctr">
            <a:noAutofit/>
          </a:bodyPr>
          <a:lstStyle>
            <a:lvl1pPr indent="0" algn="ctr" defTabSz="914400">
              <a:lnSpc>
                <a:spcPct val="100000"/>
              </a:lnSpc>
              <a:buNone/>
              <a:tabLst>
                <a:tab pos="0" algn="l"/>
              </a:tabLst>
              <a:defRPr lang="en-US" sz="1200" b="1" u="none" strike="noStrike">
                <a:solidFill>
                  <a:srgbClr val="000000"/>
                </a:solidFill>
                <a:latin typeface="Segoe UI"/>
              </a:defRPr>
            </a:lvl1pPr>
            <a:lvl2pPr indent="0" algn="ctr" defTabSz="914400">
              <a:lnSpc>
                <a:spcPct val="100000"/>
              </a:lnSpc>
              <a:buNone/>
              <a:tabLst>
                <a:tab pos="0" algn="l"/>
              </a:tabLst>
              <a:defRPr lang="en-US" sz="1200" b="1" u="none" strike="noStrike">
                <a:solidFill>
                  <a:srgbClr val="000000"/>
                </a:solidFill>
                <a:latin typeface="Segoe UI"/>
              </a:defRPr>
            </a:lvl2pPr>
            <a:lvl3pPr indent="0" algn="ctr" defTabSz="914400">
              <a:lnSpc>
                <a:spcPct val="100000"/>
              </a:lnSpc>
              <a:buNone/>
              <a:tabLst>
                <a:tab pos="0" algn="l"/>
              </a:tabLst>
              <a:defRPr lang="en-US" sz="1200" b="1" u="none" strike="noStrike">
                <a:solidFill>
                  <a:srgbClr val="000000"/>
                </a:solidFill>
                <a:latin typeface="Segoe UI"/>
              </a:defRPr>
            </a:lvl3pPr>
          </a:lstStyle>
          <a:p>
            <a:pPr indent="0" algn="ctr" defTabSz="914400">
              <a:lnSpc>
                <a:spcPct val="100000"/>
              </a:lnSpc>
              <a:buNone/>
              <a:tabLst>
                <a:tab pos="0" algn="l"/>
              </a:tabLst>
              <a:defRPr/>
            </a:pPr>
            <a:r>
              <a:rPr lang="en-US" sz="1200" b="1" u="none" strike="noStrike">
                <a:solidFill>
                  <a:srgbClr val="000000"/>
                </a:solidFill>
                <a:latin typeface="Segoe UI"/>
              </a:rPr>
              <a:t>Drag &amp; drop your photo here </a:t>
            </a:r>
            <a:br>
              <a:rPr sz="1200"/>
            </a:br>
            <a:r>
              <a:rPr lang="en-US" sz="1200" b="1" u="none" strike="noStrike">
                <a:solidFill>
                  <a:srgbClr val="000000"/>
                </a:solidFill>
                <a:latin typeface="Segoe UI"/>
              </a:rPr>
              <a:t>or click or tap icon below </a:t>
            </a:r>
            <a:br>
              <a:rPr sz="1200"/>
            </a:br>
            <a:r>
              <a:rPr lang="en-US" sz="1200" b="1" u="none" strike="noStrike">
                <a:solidFill>
                  <a:srgbClr val="000000"/>
                </a:solidFill>
                <a:latin typeface="Segoe UI"/>
              </a:rPr>
              <a:t>to insert</a:t>
            </a:r>
          </a:p>
          <a:p>
            <a:pPr indent="0" algn="ctr" defTabSz="914400">
              <a:lnSpc>
                <a:spcPct val="100000"/>
              </a:lnSpc>
              <a:buNone/>
              <a:tabLst>
                <a:tab pos="0" algn="l"/>
              </a:tabLst>
              <a:defRPr/>
            </a:pPr>
            <a:endParaRPr lang="en-US" sz="1200" b="1" u="none" strike="noStrike">
              <a:solidFill>
                <a:srgbClr val="000000"/>
              </a:solidFill>
              <a:latin typeface="Segoe UI"/>
            </a:endParaRPr>
          </a:p>
          <a:p>
            <a:pPr indent="0" algn="ctr" defTabSz="914400">
              <a:lnSpc>
                <a:spcPct val="100000"/>
              </a:lnSpc>
              <a:buNone/>
              <a:tabLst>
                <a:tab pos="0" algn="l"/>
              </a:tabLst>
              <a:defRPr/>
            </a:pPr>
            <a:endParaRPr lang="en-US" sz="1200" b="1" u="none" strike="noStrike">
              <a:solidFill>
                <a:srgbClr val="000000"/>
              </a:solidFill>
              <a:latin typeface="Segoe U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PhAnim="0" type="blank" preserve="1" userDrawn="1">
  <p:cSld name="Title_Photo_Full page">
    <p:bg>
      <p:bgPr>
        <a:solidFill>
          <a:srgbClr val="FFFFFF"/>
        </a:solidFill>
        <a:effectLst/>
      </p:bgPr>
    </p:bg>
    <p:spTree>
      <p:nvGrpSpPr>
        <p:cNvPr id="1" name=""/>
        <p:cNvGrpSpPr/>
        <p:nvPr/>
      </p:nvGrpSpPr>
      <p:grpSpPr bwMode="auto">
        <a:xfrm>
          <a:off x="0" y="0"/>
          <a:ext cx="0" cy="0"/>
          <a:chOff x="0" y="0"/>
          <a:chExt cx="0" cy="0"/>
        </a:xfrm>
      </p:grpSpPr>
      <p:pic>
        <p:nvPicPr>
          <p:cNvPr id="857302298" name="Picture 34"/>
          <p:cNvPicPr/>
          <p:nvPr/>
        </p:nvPicPr>
        <p:blipFill rotWithShape="1">
          <a:blip r:embed="rId2">
            <a:alphaModFix amt="40000"/>
          </a:blip>
          <a:stretch/>
        </p:blipFill>
        <p:spPr bwMode="auto">
          <a:xfrm>
            <a:off x="0" y="720"/>
            <a:ext cx="12191760" cy="6855840"/>
          </a:xfrm>
          <a:prstGeom prst="rect">
            <a:avLst/>
          </a:prstGeom>
          <a:noFill/>
          <a:ln w="0">
            <a:noFill/>
          </a:ln>
        </p:spPr>
      </p:pic>
      <p:grpSp>
        <p:nvGrpSpPr>
          <p:cNvPr id="2077771567" name="GRID"/>
          <p:cNvGrpSpPr/>
          <p:nvPr/>
        </p:nvGrpSpPr>
        <p:grpSpPr bwMode="auto">
          <a:xfrm>
            <a:off x="0" y="0"/>
            <a:ext cx="12191760" cy="6858000"/>
            <a:chOff x="0" y="0"/>
            <a:chExt cx="12191760" cy="6858000"/>
          </a:xfrm>
        </p:grpSpPr>
        <p:cxnSp>
          <p:nvCxnSpPr>
            <p:cNvPr id="1481" name="Straight Connector 6"/>
            <p:cNvCxnSpPr/>
            <p:nvPr/>
          </p:nvCxnSpPr>
          <p:spPr bwMode="auto">
            <a:xfrm>
              <a:off x="0" y="0"/>
              <a:ext cx="12189240" cy="360"/>
            </a:xfrm>
            <a:prstGeom prst="straightConnector1">
              <a:avLst/>
            </a:prstGeom>
            <a:ln w="3175">
              <a:solidFill>
                <a:schemeClr val="dk1">
                  <a:alpha val="20000"/>
                </a:schemeClr>
              </a:solidFill>
              <a:round/>
            </a:ln>
          </p:spPr>
        </p:cxnSp>
        <p:cxnSp>
          <p:nvCxnSpPr>
            <p:cNvPr id="1482" name="Straight Connector 8"/>
            <p:cNvCxnSpPr/>
            <p:nvPr/>
          </p:nvCxnSpPr>
          <p:spPr bwMode="auto">
            <a:xfrm>
              <a:off x="0" y="292320"/>
              <a:ext cx="12189240" cy="360"/>
            </a:xfrm>
            <a:prstGeom prst="straightConnector1">
              <a:avLst/>
            </a:prstGeom>
            <a:ln w="3175">
              <a:solidFill>
                <a:schemeClr val="dk1">
                  <a:alpha val="20000"/>
                </a:schemeClr>
              </a:solidFill>
              <a:round/>
            </a:ln>
          </p:spPr>
        </p:cxnSp>
        <p:cxnSp>
          <p:nvCxnSpPr>
            <p:cNvPr id="1483" name="Straight Connector 9"/>
            <p:cNvCxnSpPr/>
            <p:nvPr/>
          </p:nvCxnSpPr>
          <p:spPr bwMode="auto">
            <a:xfrm>
              <a:off x="0" y="585000"/>
              <a:ext cx="12189240" cy="360"/>
            </a:xfrm>
            <a:prstGeom prst="straightConnector1">
              <a:avLst/>
            </a:prstGeom>
            <a:ln w="3175">
              <a:solidFill>
                <a:srgbClr val="DF45D4"/>
              </a:solidFill>
              <a:round/>
            </a:ln>
          </p:spPr>
        </p:cxnSp>
        <p:cxnSp>
          <p:nvCxnSpPr>
            <p:cNvPr id="1484" name="Straight Connector 10"/>
            <p:cNvCxnSpPr/>
            <p:nvPr/>
          </p:nvCxnSpPr>
          <p:spPr bwMode="auto">
            <a:xfrm>
              <a:off x="0" y="6272640"/>
              <a:ext cx="12189240" cy="360"/>
            </a:xfrm>
            <a:prstGeom prst="straightConnector1">
              <a:avLst/>
            </a:prstGeom>
            <a:ln w="3175">
              <a:solidFill>
                <a:srgbClr val="DF45D4"/>
              </a:solidFill>
              <a:round/>
            </a:ln>
          </p:spPr>
        </p:cxnSp>
        <p:cxnSp>
          <p:nvCxnSpPr>
            <p:cNvPr id="1485" name="Straight Connector 11"/>
            <p:cNvCxnSpPr/>
            <p:nvPr/>
          </p:nvCxnSpPr>
          <p:spPr bwMode="auto">
            <a:xfrm>
              <a:off x="0" y="6565320"/>
              <a:ext cx="12189240" cy="360"/>
            </a:xfrm>
            <a:prstGeom prst="straightConnector1">
              <a:avLst/>
            </a:prstGeom>
            <a:ln w="3175">
              <a:solidFill>
                <a:schemeClr val="dk1">
                  <a:alpha val="20000"/>
                </a:schemeClr>
              </a:solidFill>
              <a:round/>
            </a:ln>
          </p:spPr>
        </p:cxnSp>
        <p:cxnSp>
          <p:nvCxnSpPr>
            <p:cNvPr id="1486" name="Straight Connector 12"/>
            <p:cNvCxnSpPr/>
            <p:nvPr/>
          </p:nvCxnSpPr>
          <p:spPr bwMode="auto">
            <a:xfrm>
              <a:off x="0" y="6858000"/>
              <a:ext cx="12189240" cy="360"/>
            </a:xfrm>
            <a:prstGeom prst="straightConnector1">
              <a:avLst/>
            </a:prstGeom>
            <a:ln w="3175">
              <a:solidFill>
                <a:schemeClr val="dk1">
                  <a:alpha val="20000"/>
                </a:schemeClr>
              </a:solidFill>
              <a:round/>
            </a:ln>
          </p:spPr>
        </p:cxnSp>
        <p:cxnSp>
          <p:nvCxnSpPr>
            <p:cNvPr id="1487" name="Straight Connector 13"/>
            <p:cNvCxnSpPr/>
            <p:nvPr/>
          </p:nvCxnSpPr>
          <p:spPr bwMode="auto">
            <a:xfrm>
              <a:off x="0" y="877680"/>
              <a:ext cx="12189240" cy="360"/>
            </a:xfrm>
            <a:prstGeom prst="straightConnector1">
              <a:avLst/>
            </a:prstGeom>
            <a:ln w="3175">
              <a:solidFill>
                <a:schemeClr val="dk1">
                  <a:alpha val="20000"/>
                </a:schemeClr>
              </a:solidFill>
              <a:round/>
            </a:ln>
          </p:spPr>
        </p:cxnSp>
        <p:cxnSp>
          <p:nvCxnSpPr>
            <p:cNvPr id="1488" name="Straight Connector 14"/>
            <p:cNvCxnSpPr/>
            <p:nvPr/>
          </p:nvCxnSpPr>
          <p:spPr bwMode="auto">
            <a:xfrm>
              <a:off x="0" y="1170360"/>
              <a:ext cx="12189240" cy="360"/>
            </a:xfrm>
            <a:prstGeom prst="straightConnector1">
              <a:avLst/>
            </a:prstGeom>
            <a:ln w="3175">
              <a:solidFill>
                <a:schemeClr val="dk1">
                  <a:alpha val="20000"/>
                </a:schemeClr>
              </a:solidFill>
              <a:round/>
            </a:ln>
          </p:spPr>
        </p:cxnSp>
        <p:cxnSp>
          <p:nvCxnSpPr>
            <p:cNvPr id="1489" name="Straight Connector 15"/>
            <p:cNvCxnSpPr/>
            <p:nvPr/>
          </p:nvCxnSpPr>
          <p:spPr bwMode="auto">
            <a:xfrm>
              <a:off x="0" y="1463040"/>
              <a:ext cx="12189240" cy="360"/>
            </a:xfrm>
            <a:prstGeom prst="straightConnector1">
              <a:avLst/>
            </a:prstGeom>
            <a:ln w="3175">
              <a:solidFill>
                <a:schemeClr val="dk1">
                  <a:alpha val="20000"/>
                </a:schemeClr>
              </a:solidFill>
              <a:round/>
            </a:ln>
          </p:spPr>
        </p:cxnSp>
        <p:cxnSp>
          <p:nvCxnSpPr>
            <p:cNvPr id="1490" name="Straight Connector 16"/>
            <p:cNvCxnSpPr/>
            <p:nvPr/>
          </p:nvCxnSpPr>
          <p:spPr bwMode="auto">
            <a:xfrm>
              <a:off x="0" y="0"/>
              <a:ext cx="360" cy="6858360"/>
            </a:xfrm>
            <a:prstGeom prst="straightConnector1">
              <a:avLst/>
            </a:prstGeom>
            <a:ln w="3175">
              <a:solidFill>
                <a:schemeClr val="dk1">
                  <a:alpha val="20000"/>
                </a:schemeClr>
              </a:solidFill>
              <a:round/>
            </a:ln>
          </p:spPr>
        </p:cxnSp>
        <p:cxnSp>
          <p:nvCxnSpPr>
            <p:cNvPr id="1491" name="Straight Connector 17"/>
            <p:cNvCxnSpPr/>
            <p:nvPr/>
          </p:nvCxnSpPr>
          <p:spPr bwMode="auto">
            <a:xfrm>
              <a:off x="585000" y="0"/>
              <a:ext cx="360" cy="6858360"/>
            </a:xfrm>
            <a:prstGeom prst="straightConnector1">
              <a:avLst/>
            </a:prstGeom>
            <a:ln w="3175">
              <a:solidFill>
                <a:srgbClr val="DF45D4"/>
              </a:solidFill>
              <a:round/>
            </a:ln>
          </p:spPr>
        </p:cxnSp>
        <p:cxnSp>
          <p:nvCxnSpPr>
            <p:cNvPr id="1492" name="Straight Connector 18"/>
            <p:cNvCxnSpPr/>
            <p:nvPr/>
          </p:nvCxnSpPr>
          <p:spPr bwMode="auto">
            <a:xfrm>
              <a:off x="292320" y="0"/>
              <a:ext cx="360" cy="6858360"/>
            </a:xfrm>
            <a:prstGeom prst="straightConnector1">
              <a:avLst/>
            </a:prstGeom>
            <a:ln w="3175">
              <a:solidFill>
                <a:schemeClr val="dk1">
                  <a:alpha val="20000"/>
                </a:schemeClr>
              </a:solidFill>
              <a:round/>
            </a:ln>
          </p:spPr>
        </p:cxnSp>
        <p:cxnSp>
          <p:nvCxnSpPr>
            <p:cNvPr id="1493" name="Straight Connector 19"/>
            <p:cNvCxnSpPr/>
            <p:nvPr/>
          </p:nvCxnSpPr>
          <p:spPr bwMode="auto">
            <a:xfrm>
              <a:off x="877680" y="0"/>
              <a:ext cx="360" cy="6858360"/>
            </a:xfrm>
            <a:prstGeom prst="straightConnector1">
              <a:avLst/>
            </a:prstGeom>
            <a:ln w="3175">
              <a:solidFill>
                <a:schemeClr val="dk1">
                  <a:alpha val="20000"/>
                </a:schemeClr>
              </a:solidFill>
              <a:round/>
            </a:ln>
          </p:spPr>
        </p:cxnSp>
        <p:cxnSp>
          <p:nvCxnSpPr>
            <p:cNvPr id="1494" name="Straight Connector 20"/>
            <p:cNvCxnSpPr/>
            <p:nvPr/>
          </p:nvCxnSpPr>
          <p:spPr bwMode="auto">
            <a:xfrm>
              <a:off x="1170360" y="0"/>
              <a:ext cx="360" cy="6858360"/>
            </a:xfrm>
            <a:prstGeom prst="straightConnector1">
              <a:avLst/>
            </a:prstGeom>
            <a:ln w="3175">
              <a:solidFill>
                <a:schemeClr val="dk1">
                  <a:alpha val="20000"/>
                </a:schemeClr>
              </a:solidFill>
              <a:round/>
            </a:ln>
          </p:spPr>
        </p:cxnSp>
        <p:cxnSp>
          <p:nvCxnSpPr>
            <p:cNvPr id="1495" name="Straight Connector 21"/>
            <p:cNvCxnSpPr/>
            <p:nvPr/>
          </p:nvCxnSpPr>
          <p:spPr bwMode="auto">
            <a:xfrm>
              <a:off x="11021400" y="0"/>
              <a:ext cx="360" cy="6858360"/>
            </a:xfrm>
            <a:prstGeom prst="straightConnector1">
              <a:avLst/>
            </a:prstGeom>
            <a:ln w="3175">
              <a:solidFill>
                <a:schemeClr val="dk1">
                  <a:alpha val="20000"/>
                </a:schemeClr>
              </a:solidFill>
              <a:round/>
            </a:ln>
          </p:spPr>
        </p:cxnSp>
        <p:cxnSp>
          <p:nvCxnSpPr>
            <p:cNvPr id="1496" name="Straight Connector 22"/>
            <p:cNvCxnSpPr/>
            <p:nvPr/>
          </p:nvCxnSpPr>
          <p:spPr bwMode="auto">
            <a:xfrm>
              <a:off x="11606760" y="0"/>
              <a:ext cx="360" cy="6858360"/>
            </a:xfrm>
            <a:prstGeom prst="straightConnector1">
              <a:avLst/>
            </a:prstGeom>
            <a:ln w="3175">
              <a:solidFill>
                <a:srgbClr val="DF45D4"/>
              </a:solidFill>
              <a:round/>
            </a:ln>
          </p:spPr>
        </p:cxnSp>
        <p:cxnSp>
          <p:nvCxnSpPr>
            <p:cNvPr id="1497" name="Straight Connector 23"/>
            <p:cNvCxnSpPr/>
            <p:nvPr/>
          </p:nvCxnSpPr>
          <p:spPr bwMode="auto">
            <a:xfrm>
              <a:off x="11314079" y="0"/>
              <a:ext cx="360" cy="6858360"/>
            </a:xfrm>
            <a:prstGeom prst="straightConnector1">
              <a:avLst/>
            </a:prstGeom>
            <a:ln w="3175">
              <a:solidFill>
                <a:schemeClr val="dk1">
                  <a:alpha val="20000"/>
                </a:schemeClr>
              </a:solidFill>
              <a:round/>
            </a:ln>
          </p:spPr>
        </p:cxnSp>
        <p:cxnSp>
          <p:nvCxnSpPr>
            <p:cNvPr id="1498" name="Straight Connector 24"/>
            <p:cNvCxnSpPr/>
            <p:nvPr/>
          </p:nvCxnSpPr>
          <p:spPr bwMode="auto">
            <a:xfrm>
              <a:off x="11899079" y="0"/>
              <a:ext cx="360" cy="6858360"/>
            </a:xfrm>
            <a:prstGeom prst="straightConnector1">
              <a:avLst/>
            </a:prstGeom>
            <a:ln w="3175">
              <a:solidFill>
                <a:schemeClr val="dk1">
                  <a:alpha val="20000"/>
                </a:schemeClr>
              </a:solidFill>
              <a:round/>
            </a:ln>
          </p:spPr>
        </p:cxnSp>
        <p:cxnSp>
          <p:nvCxnSpPr>
            <p:cNvPr id="1499" name="Straight Connector 25"/>
            <p:cNvCxnSpPr/>
            <p:nvPr/>
          </p:nvCxnSpPr>
          <p:spPr bwMode="auto">
            <a:xfrm>
              <a:off x="12191760" y="0"/>
              <a:ext cx="360" cy="6858360"/>
            </a:xfrm>
            <a:prstGeom prst="straightConnector1">
              <a:avLst/>
            </a:prstGeom>
            <a:ln w="3175">
              <a:solidFill>
                <a:schemeClr val="dk1">
                  <a:alpha val="20000"/>
                </a:schemeClr>
              </a:solidFill>
              <a:round/>
            </a:ln>
          </p:spPr>
        </p:cxnSp>
        <p:cxnSp>
          <p:nvCxnSpPr>
            <p:cNvPr id="1500" name="Straight Connector 26"/>
            <p:cNvCxnSpPr/>
            <p:nvPr/>
          </p:nvCxnSpPr>
          <p:spPr bwMode="auto">
            <a:xfrm>
              <a:off x="0" y="1755360"/>
              <a:ext cx="12189240" cy="360"/>
            </a:xfrm>
            <a:prstGeom prst="straightConnector1">
              <a:avLst/>
            </a:prstGeom>
            <a:ln w="3175">
              <a:solidFill>
                <a:schemeClr val="dk1">
                  <a:alpha val="20000"/>
                </a:schemeClr>
              </a:solidFill>
              <a:round/>
            </a:ln>
          </p:spPr>
        </p:cxnSp>
        <p:cxnSp>
          <p:nvCxnSpPr>
            <p:cNvPr id="1501" name="Straight Connector 27"/>
            <p:cNvCxnSpPr/>
            <p:nvPr/>
          </p:nvCxnSpPr>
          <p:spPr bwMode="auto">
            <a:xfrm>
              <a:off x="0" y="2048040"/>
              <a:ext cx="12189240" cy="360"/>
            </a:xfrm>
            <a:prstGeom prst="straightConnector1">
              <a:avLst/>
            </a:prstGeom>
            <a:ln w="3175">
              <a:solidFill>
                <a:schemeClr val="dk1">
                  <a:alpha val="20000"/>
                </a:schemeClr>
              </a:solidFill>
              <a:round/>
            </a:ln>
          </p:spPr>
        </p:cxnSp>
        <p:cxnSp>
          <p:nvCxnSpPr>
            <p:cNvPr id="1502" name="Straight Connector 28"/>
            <p:cNvCxnSpPr/>
            <p:nvPr/>
          </p:nvCxnSpPr>
          <p:spPr bwMode="auto">
            <a:xfrm>
              <a:off x="0" y="2340720"/>
              <a:ext cx="12189240" cy="360"/>
            </a:xfrm>
            <a:prstGeom prst="straightConnector1">
              <a:avLst/>
            </a:prstGeom>
            <a:ln w="3175">
              <a:solidFill>
                <a:schemeClr val="dk1">
                  <a:alpha val="20000"/>
                </a:schemeClr>
              </a:solidFill>
              <a:round/>
            </a:ln>
          </p:spPr>
        </p:cxnSp>
        <p:cxnSp>
          <p:nvCxnSpPr>
            <p:cNvPr id="1503" name="Straight Connector 29"/>
            <p:cNvCxnSpPr/>
            <p:nvPr/>
          </p:nvCxnSpPr>
          <p:spPr bwMode="auto">
            <a:xfrm>
              <a:off x="0" y="2633400"/>
              <a:ext cx="12189240" cy="360"/>
            </a:xfrm>
            <a:prstGeom prst="straightConnector1">
              <a:avLst/>
            </a:prstGeom>
            <a:ln w="3175">
              <a:solidFill>
                <a:schemeClr val="dk1">
                  <a:alpha val="20000"/>
                </a:schemeClr>
              </a:solidFill>
              <a:round/>
            </a:ln>
          </p:spPr>
        </p:cxnSp>
        <p:cxnSp>
          <p:nvCxnSpPr>
            <p:cNvPr id="1504" name="Straight Connector 30"/>
            <p:cNvCxnSpPr/>
            <p:nvPr/>
          </p:nvCxnSpPr>
          <p:spPr bwMode="auto">
            <a:xfrm>
              <a:off x="0" y="2926080"/>
              <a:ext cx="12189240" cy="360"/>
            </a:xfrm>
            <a:prstGeom prst="straightConnector1">
              <a:avLst/>
            </a:prstGeom>
            <a:ln w="3175">
              <a:solidFill>
                <a:schemeClr val="dk1">
                  <a:alpha val="20000"/>
                </a:schemeClr>
              </a:solidFill>
              <a:round/>
            </a:ln>
          </p:spPr>
        </p:cxnSp>
        <p:cxnSp>
          <p:nvCxnSpPr>
            <p:cNvPr id="1505" name="Straight Connector 31"/>
            <p:cNvCxnSpPr/>
            <p:nvPr/>
          </p:nvCxnSpPr>
          <p:spPr bwMode="auto">
            <a:xfrm>
              <a:off x="0" y="3218400"/>
              <a:ext cx="12189240" cy="360"/>
            </a:xfrm>
            <a:prstGeom prst="straightConnector1">
              <a:avLst/>
            </a:prstGeom>
            <a:ln w="3175">
              <a:solidFill>
                <a:schemeClr val="dk1">
                  <a:alpha val="20000"/>
                </a:schemeClr>
              </a:solidFill>
              <a:round/>
            </a:ln>
          </p:spPr>
        </p:cxnSp>
        <p:cxnSp>
          <p:nvCxnSpPr>
            <p:cNvPr id="1506" name="Straight Connector 32"/>
            <p:cNvCxnSpPr/>
            <p:nvPr/>
          </p:nvCxnSpPr>
          <p:spPr bwMode="auto">
            <a:xfrm>
              <a:off x="0" y="3511080"/>
              <a:ext cx="12189240" cy="360"/>
            </a:xfrm>
            <a:prstGeom prst="straightConnector1">
              <a:avLst/>
            </a:prstGeom>
            <a:ln w="3175">
              <a:solidFill>
                <a:schemeClr val="dk1">
                  <a:alpha val="20000"/>
                </a:schemeClr>
              </a:solidFill>
              <a:round/>
            </a:ln>
          </p:spPr>
        </p:cxnSp>
        <p:cxnSp>
          <p:nvCxnSpPr>
            <p:cNvPr id="1507" name="Straight Connector 38"/>
            <p:cNvCxnSpPr/>
            <p:nvPr/>
          </p:nvCxnSpPr>
          <p:spPr bwMode="auto">
            <a:xfrm>
              <a:off x="0" y="3803760"/>
              <a:ext cx="12189240" cy="360"/>
            </a:xfrm>
            <a:prstGeom prst="straightConnector1">
              <a:avLst/>
            </a:prstGeom>
            <a:ln w="3175">
              <a:solidFill>
                <a:schemeClr val="dk1">
                  <a:alpha val="20000"/>
                </a:schemeClr>
              </a:solidFill>
              <a:round/>
            </a:ln>
          </p:spPr>
        </p:cxnSp>
        <p:cxnSp>
          <p:nvCxnSpPr>
            <p:cNvPr id="1508" name="Straight Connector 39"/>
            <p:cNvCxnSpPr/>
            <p:nvPr/>
          </p:nvCxnSpPr>
          <p:spPr bwMode="auto">
            <a:xfrm>
              <a:off x="0" y="4096440"/>
              <a:ext cx="12189240" cy="360"/>
            </a:xfrm>
            <a:prstGeom prst="straightConnector1">
              <a:avLst/>
            </a:prstGeom>
            <a:ln w="3175">
              <a:solidFill>
                <a:schemeClr val="dk1">
                  <a:alpha val="20000"/>
                </a:schemeClr>
              </a:solidFill>
              <a:round/>
            </a:ln>
          </p:spPr>
        </p:cxnSp>
        <p:cxnSp>
          <p:nvCxnSpPr>
            <p:cNvPr id="1509" name="Straight Connector 40"/>
            <p:cNvCxnSpPr/>
            <p:nvPr/>
          </p:nvCxnSpPr>
          <p:spPr bwMode="auto">
            <a:xfrm>
              <a:off x="0" y="4389120"/>
              <a:ext cx="12189240" cy="360"/>
            </a:xfrm>
            <a:prstGeom prst="straightConnector1">
              <a:avLst/>
            </a:prstGeom>
            <a:ln w="3175">
              <a:solidFill>
                <a:schemeClr val="dk1">
                  <a:alpha val="20000"/>
                </a:schemeClr>
              </a:solidFill>
              <a:round/>
            </a:ln>
          </p:spPr>
        </p:cxnSp>
        <p:cxnSp>
          <p:nvCxnSpPr>
            <p:cNvPr id="1510" name="Straight Connector 41"/>
            <p:cNvCxnSpPr/>
            <p:nvPr/>
          </p:nvCxnSpPr>
          <p:spPr bwMode="auto">
            <a:xfrm>
              <a:off x="0" y="4681440"/>
              <a:ext cx="12189240" cy="360"/>
            </a:xfrm>
            <a:prstGeom prst="straightConnector1">
              <a:avLst/>
            </a:prstGeom>
            <a:ln w="3175">
              <a:solidFill>
                <a:schemeClr val="dk1">
                  <a:alpha val="20000"/>
                </a:schemeClr>
              </a:solidFill>
              <a:round/>
            </a:ln>
          </p:spPr>
        </p:cxnSp>
        <p:cxnSp>
          <p:nvCxnSpPr>
            <p:cNvPr id="1511" name="Straight Connector 42"/>
            <p:cNvCxnSpPr/>
            <p:nvPr/>
          </p:nvCxnSpPr>
          <p:spPr bwMode="auto">
            <a:xfrm>
              <a:off x="0" y="4974120"/>
              <a:ext cx="12189240" cy="360"/>
            </a:xfrm>
            <a:prstGeom prst="straightConnector1">
              <a:avLst/>
            </a:prstGeom>
            <a:ln w="3175">
              <a:solidFill>
                <a:schemeClr val="dk1">
                  <a:alpha val="20000"/>
                </a:schemeClr>
              </a:solidFill>
              <a:round/>
            </a:ln>
          </p:spPr>
        </p:cxnSp>
        <p:cxnSp>
          <p:nvCxnSpPr>
            <p:cNvPr id="1512" name="Straight Connector 43"/>
            <p:cNvCxnSpPr/>
            <p:nvPr/>
          </p:nvCxnSpPr>
          <p:spPr bwMode="auto">
            <a:xfrm>
              <a:off x="0" y="5266800"/>
              <a:ext cx="12189240" cy="360"/>
            </a:xfrm>
            <a:prstGeom prst="straightConnector1">
              <a:avLst/>
            </a:prstGeom>
            <a:ln w="3175">
              <a:solidFill>
                <a:schemeClr val="dk1">
                  <a:alpha val="20000"/>
                </a:schemeClr>
              </a:solidFill>
              <a:round/>
            </a:ln>
          </p:spPr>
        </p:cxnSp>
        <p:cxnSp>
          <p:nvCxnSpPr>
            <p:cNvPr id="1513" name="Straight Connector 44"/>
            <p:cNvCxnSpPr/>
            <p:nvPr/>
          </p:nvCxnSpPr>
          <p:spPr bwMode="auto">
            <a:xfrm>
              <a:off x="0" y="5559480"/>
              <a:ext cx="12189240" cy="360"/>
            </a:xfrm>
            <a:prstGeom prst="straightConnector1">
              <a:avLst/>
            </a:prstGeom>
            <a:ln w="3175">
              <a:solidFill>
                <a:schemeClr val="dk1">
                  <a:alpha val="20000"/>
                </a:schemeClr>
              </a:solidFill>
              <a:round/>
            </a:ln>
          </p:spPr>
        </p:cxnSp>
        <p:cxnSp>
          <p:nvCxnSpPr>
            <p:cNvPr id="1514" name="Straight Connector 45"/>
            <p:cNvCxnSpPr/>
            <p:nvPr/>
          </p:nvCxnSpPr>
          <p:spPr bwMode="auto">
            <a:xfrm>
              <a:off x="0" y="5852160"/>
              <a:ext cx="12189240" cy="360"/>
            </a:xfrm>
            <a:prstGeom prst="straightConnector1">
              <a:avLst/>
            </a:prstGeom>
            <a:ln w="3175">
              <a:solidFill>
                <a:schemeClr val="dk1">
                  <a:alpha val="20000"/>
                </a:schemeClr>
              </a:solidFill>
              <a:round/>
            </a:ln>
          </p:spPr>
        </p:cxnSp>
      </p:grpSp>
      <p:pic>
        <p:nvPicPr>
          <p:cNvPr id="599962722" name="Graphic 5"/>
          <p:cNvPicPr/>
          <p:nvPr/>
        </p:nvPicPr>
        <p:blipFill rotWithShape="1">
          <a:blip r:embed="rId3"/>
          <a:stretch/>
        </p:blipFill>
        <p:spPr bwMode="auto">
          <a:xfrm rot="5400000">
            <a:off x="9510120" y="2743200"/>
            <a:ext cx="6857640" cy="1371240"/>
          </a:xfrm>
          <a:prstGeom prst="rect">
            <a:avLst/>
          </a:prstGeom>
          <a:noFill/>
          <a:ln w="0">
            <a:noFill/>
          </a:ln>
        </p:spPr>
      </p:pic>
      <p:sp>
        <p:nvSpPr>
          <p:cNvPr id="1431921233" name="TextBox 2"/>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19995291"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1385700406"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322080649" name="Straight Connector 33"/>
          <p:cNvCxnSpPr/>
          <p:nvPr/>
        </p:nvCxnSpPr>
        <p:spPr bwMode="auto">
          <a:xfrm>
            <a:off x="-89640" y="5670360"/>
            <a:ext cx="360" cy="1178280"/>
          </a:xfrm>
          <a:prstGeom prst="straightConnector1">
            <a:avLst/>
          </a:prstGeom>
          <a:ln w="9525" cap="sq">
            <a:solidFill>
              <a:srgbClr val="FF0000"/>
            </a:solidFill>
            <a:miter/>
          </a:ln>
        </p:spPr>
      </p:cxnSp>
      <p:pic>
        <p:nvPicPr>
          <p:cNvPr id="1220600347" name="Picture 5" descr="A person looking at a computer&#10;&#10;Description automatically generated with medium confidence"/>
          <p:cNvPicPr/>
          <p:nvPr/>
        </p:nvPicPr>
        <p:blipFill rotWithShape="1">
          <a:blip r:embed="rId4"/>
          <a:stretch/>
        </p:blipFill>
        <p:spPr bwMode="auto">
          <a:xfrm>
            <a:off x="0" y="0"/>
            <a:ext cx="12191760" cy="6857640"/>
          </a:xfrm>
          <a:prstGeom prst="rect">
            <a:avLst/>
          </a:prstGeom>
          <a:noFill/>
          <a:ln w="0">
            <a:noFill/>
          </a:ln>
        </p:spPr>
      </p:pic>
      <p:pic>
        <p:nvPicPr>
          <p:cNvPr id="1163631966" name="MS logo gray - EMF"/>
          <p:cNvPicPr/>
          <p:nvPr/>
        </p:nvPicPr>
        <p:blipFill rotWithShape="1">
          <a:blip r:embed="rId5"/>
          <a:stretch/>
        </p:blipFill>
        <p:spPr bwMode="auto">
          <a:xfrm>
            <a:off x="584280" y="585720"/>
            <a:ext cx="1366200" cy="292320"/>
          </a:xfrm>
          <a:prstGeom prst="rect">
            <a:avLst/>
          </a:prstGeom>
          <a:noFill/>
          <a:ln w="0">
            <a:noFill/>
          </a:ln>
        </p:spPr>
      </p:pic>
      <p:sp>
        <p:nvSpPr>
          <p:cNvPr id="1113683107" name="PlaceHolder 1"/>
          <p:cNvSpPr>
            <a:spLocks noGrp="1"/>
          </p:cNvSpPr>
          <p:nvPr>
            <p:ph type="title" hasCustomPrompt="1"/>
          </p:nvPr>
        </p:nvSpPr>
        <p:spPr bwMode="auto">
          <a:xfrm>
            <a:off x="569880" y="2780640"/>
            <a:ext cx="8192520" cy="1219320"/>
          </a:xfrm>
          <a:prstGeom prst="rect">
            <a:avLst/>
          </a:prstGeom>
          <a:noFill/>
          <a:ln w="0">
            <a:noFill/>
          </a:ln>
        </p:spPr>
        <p:txBody>
          <a:bodyPr lIns="0" tIns="0" rIns="0" bIns="0" anchor="b">
            <a:spAutoFit/>
          </a:bodyPr>
          <a:lstStyle>
            <a:lvl1pPr indent="0" algn="l" defTabSz="932760">
              <a:lnSpc>
                <a:spcPct val="100000"/>
              </a:lnSpc>
              <a:buNone/>
              <a:defRPr lang="en-US" sz="4000" b="0" u="none" strike="noStrike" spc="-51">
                <a:solidFill>
                  <a:schemeClr val="dk1"/>
                </a:solidFill>
                <a:latin typeface="Segoe UI"/>
              </a:defRPr>
            </a:lvl1pPr>
          </a:lstStyle>
          <a:p>
            <a:pPr indent="0" algn="l" defTabSz="932760">
              <a:lnSpc>
                <a:spcPct val="100000"/>
              </a:lnSpc>
              <a:buNone/>
              <a:defRPr/>
            </a:pPr>
            <a:r>
              <a:rPr lang="en-US" sz="4000" b="0" u="none" strike="noStrike" spc="-51">
                <a:solidFill>
                  <a:schemeClr val="dk1"/>
                </a:solidFill>
                <a:latin typeface="Segoe UI"/>
              </a:rPr>
              <a:t>Event name or </a:t>
            </a:r>
            <a:br>
              <a:rPr sz="4000"/>
            </a:br>
            <a:r>
              <a:rPr lang="en-US" sz="4000" b="0" u="none" strike="noStrike" spc="-51">
                <a:solidFill>
                  <a:schemeClr val="dk1"/>
                </a:solidFill>
                <a:latin typeface="Segoe UI"/>
              </a:rPr>
              <a:t>presentation title </a:t>
            </a:r>
          </a:p>
        </p:txBody>
      </p:sp>
      <p:sp>
        <p:nvSpPr>
          <p:cNvPr id="671972186" name="PlaceHolder 2"/>
          <p:cNvSpPr>
            <a:spLocks noGrp="1"/>
          </p:cNvSpPr>
          <p:nvPr>
            <p:ph type="body" hasCustomPrompt="1"/>
          </p:nvPr>
        </p:nvSpPr>
        <p:spPr bwMode="auto">
          <a:xfrm>
            <a:off x="582120" y="4215960"/>
            <a:ext cx="8192520" cy="244080"/>
          </a:xfrm>
          <a:prstGeom prst="rect">
            <a:avLst/>
          </a:prstGeom>
          <a:noFill/>
          <a:ln w="0">
            <a:noFill/>
          </a:ln>
        </p:spPr>
        <p:txBody>
          <a:bodyPr lIns="0" tIns="0" rIns="0" bIns="0" anchor="t">
            <a:spAutoFit/>
          </a:bodyPr>
          <a:lstStyle>
            <a:lvl1pPr indent="0" algn="l" defTabSz="932760">
              <a:lnSpc>
                <a:spcPct val="100000"/>
              </a:lnSpc>
              <a:buNone/>
              <a:tabLst>
                <a:tab pos="0" algn="l"/>
              </a:tabLst>
              <a:defRPr lang="en-US" sz="1600" b="0" u="none" strike="noStrike">
                <a:solidFill>
                  <a:schemeClr val="dk1"/>
                </a:solidFill>
                <a:latin typeface="Segoe UI"/>
              </a:defRPr>
            </a:lvl1pPr>
          </a:lstStyle>
          <a:p>
            <a:pPr indent="0" algn="l" defTabSz="932760">
              <a:lnSpc>
                <a:spcPct val="100000"/>
              </a:lnSpc>
              <a:buNone/>
              <a:tabLst>
                <a:tab pos="0" algn="l"/>
              </a:tabLst>
              <a:defRPr/>
            </a:pPr>
            <a:r>
              <a:rPr lang="en-US" sz="1600" b="0" u="none" strike="noStrike">
                <a:solidFill>
                  <a:schemeClr val="dk1"/>
                </a:solidFill>
                <a:latin typeface="Segoe UI"/>
              </a:rPr>
              <a:t>Speaker name or subtitle</a:t>
            </a:r>
          </a:p>
        </p:txBody>
      </p:sp>
      <p:sp>
        <p:nvSpPr>
          <p:cNvPr id="301962553" name="PlaceHolder 3"/>
          <p:cNvSpPr>
            <a:spLocks noGrp="1"/>
          </p:cNvSpPr>
          <p:nvPr>
            <p:ph type="body" hasCustomPrompt="1"/>
          </p:nvPr>
        </p:nvSpPr>
        <p:spPr bwMode="auto">
          <a:xfrm>
            <a:off x="582120" y="6446520"/>
            <a:ext cx="1645560" cy="153000"/>
          </a:xfrm>
          <a:prstGeom prst="rect">
            <a:avLst/>
          </a:prstGeom>
          <a:noFill/>
          <a:ln w="0">
            <a:noFill/>
          </a:ln>
        </p:spPr>
        <p:txBody>
          <a:bodyPr lIns="0" tIns="0" rIns="0" bIns="0" anchor="t">
            <a:spAutoFit/>
          </a:bodyPr>
          <a:lstStyle>
            <a:lvl1pPr indent="0" algn="l" defTabSz="932760">
              <a:lnSpc>
                <a:spcPct val="100000"/>
              </a:lnSpc>
              <a:buNone/>
              <a:tabLst>
                <a:tab pos="0" algn="l"/>
              </a:tabLst>
              <a:defRPr lang="en-US" sz="1000" b="0" u="none" strike="noStrike">
                <a:solidFill>
                  <a:schemeClr val="dk1"/>
                </a:solidFill>
                <a:latin typeface="Segoe UI"/>
              </a:defRPr>
            </a:lvl1pPr>
          </a:lstStyle>
          <a:p>
            <a:pPr indent="0" algn="l" defTabSz="932760">
              <a:lnSpc>
                <a:spcPct val="100000"/>
              </a:lnSpc>
              <a:buNone/>
              <a:tabLst>
                <a:tab pos="0" algn="l"/>
              </a:tabLst>
              <a:defRPr/>
            </a:pPr>
            <a:r>
              <a:rPr lang="en-US" sz="1000" b="0" u="none" strike="noStrike">
                <a:solidFill>
                  <a:schemeClr val="dk1"/>
                </a:solidFill>
                <a:latin typeface="Segoe UI"/>
              </a:rPr>
              <a:t>Date</a:t>
            </a:r>
          </a:p>
        </p:txBody>
      </p:sp>
      <p:sp>
        <p:nvSpPr>
          <p:cNvPr id="1560641880" name="PlaceHolder 4"/>
          <p:cNvSpPr>
            <a:spLocks noGrp="1"/>
          </p:cNvSpPr>
          <p:nvPr>
            <p:ph type="body" hasCustomPrompt="1"/>
          </p:nvPr>
        </p:nvSpPr>
        <p:spPr bwMode="auto">
          <a:xfrm>
            <a:off x="2471040" y="6446520"/>
            <a:ext cx="6336360" cy="153000"/>
          </a:xfrm>
          <a:prstGeom prst="rect">
            <a:avLst/>
          </a:prstGeom>
          <a:noFill/>
          <a:ln w="0">
            <a:noFill/>
          </a:ln>
        </p:spPr>
        <p:txBody>
          <a:bodyPr lIns="0" tIns="0" rIns="0" bIns="0" anchor="t">
            <a:spAutoFit/>
          </a:bodyPr>
          <a:lstStyle>
            <a:lvl1pPr indent="0" algn="l" defTabSz="932760">
              <a:lnSpc>
                <a:spcPct val="100000"/>
              </a:lnSpc>
              <a:buNone/>
              <a:tabLst>
                <a:tab pos="0" algn="l"/>
              </a:tabLst>
              <a:defRPr lang="en-US" sz="1000" b="0" u="none" strike="noStrike">
                <a:solidFill>
                  <a:schemeClr val="dk1"/>
                </a:solidFill>
                <a:latin typeface="Segoe UI"/>
              </a:defRPr>
            </a:lvl1pPr>
          </a:lstStyle>
          <a:p>
            <a:pPr indent="0" algn="l" defTabSz="932760">
              <a:lnSpc>
                <a:spcPct val="100000"/>
              </a:lnSpc>
              <a:buNone/>
              <a:tabLst>
                <a:tab pos="0" algn="l"/>
              </a:tabLst>
              <a:defRPr/>
            </a:pPr>
            <a:r>
              <a:rPr lang="en-US" sz="1000" b="0" u="none" strike="noStrike">
                <a:solidFill>
                  <a:schemeClr val="dk1"/>
                </a:solidFill>
                <a:latin typeface="Segoe UI"/>
              </a:rPr>
              <a:t>Microsoft confidential</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PhAnim="0" type="blank" preserve="1" userDrawn="1">
  <p:cSld name="1_Section_Gradient_Warm Gray_with Image">
    <p:bg>
      <p:bgPr>
        <a:solidFill>
          <a:srgbClr val="FFFFFF"/>
        </a:solidFill>
        <a:effectLst/>
      </p:bgPr>
    </p:bg>
    <p:spTree>
      <p:nvGrpSpPr>
        <p:cNvPr id="1" name=""/>
        <p:cNvGrpSpPr/>
        <p:nvPr/>
      </p:nvGrpSpPr>
      <p:grpSpPr bwMode="auto">
        <a:xfrm>
          <a:off x="0" y="0"/>
          <a:ext cx="0" cy="0"/>
          <a:chOff x="0" y="0"/>
          <a:chExt cx="0" cy="0"/>
        </a:xfrm>
      </p:grpSpPr>
      <p:pic>
        <p:nvPicPr>
          <p:cNvPr id="2040150948" name="Picture 34"/>
          <p:cNvPicPr/>
          <p:nvPr/>
        </p:nvPicPr>
        <p:blipFill rotWithShape="1">
          <a:blip r:embed="rId2">
            <a:alphaModFix amt="40000"/>
          </a:blip>
          <a:stretch/>
        </p:blipFill>
        <p:spPr bwMode="auto">
          <a:xfrm>
            <a:off x="0" y="720"/>
            <a:ext cx="12191760" cy="6855840"/>
          </a:xfrm>
          <a:prstGeom prst="rect">
            <a:avLst/>
          </a:prstGeom>
          <a:noFill/>
          <a:ln w="0">
            <a:noFill/>
          </a:ln>
        </p:spPr>
      </p:pic>
      <p:grpSp>
        <p:nvGrpSpPr>
          <p:cNvPr id="513055204" name="GRID"/>
          <p:cNvGrpSpPr/>
          <p:nvPr/>
        </p:nvGrpSpPr>
        <p:grpSpPr bwMode="auto">
          <a:xfrm>
            <a:off x="0" y="0"/>
            <a:ext cx="12191760" cy="6858000"/>
            <a:chOff x="0" y="0"/>
            <a:chExt cx="12191760" cy="6858000"/>
          </a:xfrm>
        </p:grpSpPr>
        <p:cxnSp>
          <p:nvCxnSpPr>
            <p:cNvPr id="1528" name="Straight Connector 6"/>
            <p:cNvCxnSpPr/>
            <p:nvPr/>
          </p:nvCxnSpPr>
          <p:spPr bwMode="auto">
            <a:xfrm>
              <a:off x="0" y="0"/>
              <a:ext cx="12189240" cy="360"/>
            </a:xfrm>
            <a:prstGeom prst="straightConnector1">
              <a:avLst/>
            </a:prstGeom>
            <a:ln w="3175">
              <a:solidFill>
                <a:schemeClr val="dk1">
                  <a:alpha val="20000"/>
                </a:schemeClr>
              </a:solidFill>
              <a:round/>
            </a:ln>
          </p:spPr>
        </p:cxnSp>
        <p:cxnSp>
          <p:nvCxnSpPr>
            <p:cNvPr id="1529" name="Straight Connector 8"/>
            <p:cNvCxnSpPr/>
            <p:nvPr/>
          </p:nvCxnSpPr>
          <p:spPr bwMode="auto">
            <a:xfrm>
              <a:off x="0" y="292320"/>
              <a:ext cx="12189240" cy="360"/>
            </a:xfrm>
            <a:prstGeom prst="straightConnector1">
              <a:avLst/>
            </a:prstGeom>
            <a:ln w="3175">
              <a:solidFill>
                <a:schemeClr val="dk1">
                  <a:alpha val="20000"/>
                </a:schemeClr>
              </a:solidFill>
              <a:round/>
            </a:ln>
          </p:spPr>
        </p:cxnSp>
        <p:cxnSp>
          <p:nvCxnSpPr>
            <p:cNvPr id="1530" name="Straight Connector 9"/>
            <p:cNvCxnSpPr/>
            <p:nvPr/>
          </p:nvCxnSpPr>
          <p:spPr bwMode="auto">
            <a:xfrm>
              <a:off x="0" y="585000"/>
              <a:ext cx="12189240" cy="360"/>
            </a:xfrm>
            <a:prstGeom prst="straightConnector1">
              <a:avLst/>
            </a:prstGeom>
            <a:ln w="3175">
              <a:solidFill>
                <a:srgbClr val="DF45D4"/>
              </a:solidFill>
              <a:round/>
            </a:ln>
          </p:spPr>
        </p:cxnSp>
        <p:cxnSp>
          <p:nvCxnSpPr>
            <p:cNvPr id="1531" name="Straight Connector 10"/>
            <p:cNvCxnSpPr/>
            <p:nvPr/>
          </p:nvCxnSpPr>
          <p:spPr bwMode="auto">
            <a:xfrm>
              <a:off x="0" y="6272640"/>
              <a:ext cx="12189240" cy="360"/>
            </a:xfrm>
            <a:prstGeom prst="straightConnector1">
              <a:avLst/>
            </a:prstGeom>
            <a:ln w="3175">
              <a:solidFill>
                <a:srgbClr val="DF45D4"/>
              </a:solidFill>
              <a:round/>
            </a:ln>
          </p:spPr>
        </p:cxnSp>
        <p:cxnSp>
          <p:nvCxnSpPr>
            <p:cNvPr id="1532" name="Straight Connector 11"/>
            <p:cNvCxnSpPr/>
            <p:nvPr/>
          </p:nvCxnSpPr>
          <p:spPr bwMode="auto">
            <a:xfrm>
              <a:off x="0" y="6565320"/>
              <a:ext cx="12189240" cy="360"/>
            </a:xfrm>
            <a:prstGeom prst="straightConnector1">
              <a:avLst/>
            </a:prstGeom>
            <a:ln w="3175">
              <a:solidFill>
                <a:schemeClr val="dk1">
                  <a:alpha val="20000"/>
                </a:schemeClr>
              </a:solidFill>
              <a:round/>
            </a:ln>
          </p:spPr>
        </p:cxnSp>
        <p:cxnSp>
          <p:nvCxnSpPr>
            <p:cNvPr id="1533" name="Straight Connector 12"/>
            <p:cNvCxnSpPr/>
            <p:nvPr/>
          </p:nvCxnSpPr>
          <p:spPr bwMode="auto">
            <a:xfrm>
              <a:off x="0" y="6858000"/>
              <a:ext cx="12189240" cy="360"/>
            </a:xfrm>
            <a:prstGeom prst="straightConnector1">
              <a:avLst/>
            </a:prstGeom>
            <a:ln w="3175">
              <a:solidFill>
                <a:schemeClr val="dk1">
                  <a:alpha val="20000"/>
                </a:schemeClr>
              </a:solidFill>
              <a:round/>
            </a:ln>
          </p:spPr>
        </p:cxnSp>
        <p:cxnSp>
          <p:nvCxnSpPr>
            <p:cNvPr id="1534" name="Straight Connector 13"/>
            <p:cNvCxnSpPr/>
            <p:nvPr/>
          </p:nvCxnSpPr>
          <p:spPr bwMode="auto">
            <a:xfrm>
              <a:off x="0" y="877680"/>
              <a:ext cx="12189240" cy="360"/>
            </a:xfrm>
            <a:prstGeom prst="straightConnector1">
              <a:avLst/>
            </a:prstGeom>
            <a:ln w="3175">
              <a:solidFill>
                <a:schemeClr val="dk1">
                  <a:alpha val="20000"/>
                </a:schemeClr>
              </a:solidFill>
              <a:round/>
            </a:ln>
          </p:spPr>
        </p:cxnSp>
        <p:cxnSp>
          <p:nvCxnSpPr>
            <p:cNvPr id="1535" name="Straight Connector 14"/>
            <p:cNvCxnSpPr/>
            <p:nvPr/>
          </p:nvCxnSpPr>
          <p:spPr bwMode="auto">
            <a:xfrm>
              <a:off x="0" y="1170360"/>
              <a:ext cx="12189240" cy="360"/>
            </a:xfrm>
            <a:prstGeom prst="straightConnector1">
              <a:avLst/>
            </a:prstGeom>
            <a:ln w="3175">
              <a:solidFill>
                <a:schemeClr val="dk1">
                  <a:alpha val="20000"/>
                </a:schemeClr>
              </a:solidFill>
              <a:round/>
            </a:ln>
          </p:spPr>
        </p:cxnSp>
        <p:cxnSp>
          <p:nvCxnSpPr>
            <p:cNvPr id="1536" name="Straight Connector 15"/>
            <p:cNvCxnSpPr/>
            <p:nvPr/>
          </p:nvCxnSpPr>
          <p:spPr bwMode="auto">
            <a:xfrm>
              <a:off x="0" y="1463040"/>
              <a:ext cx="12189240" cy="360"/>
            </a:xfrm>
            <a:prstGeom prst="straightConnector1">
              <a:avLst/>
            </a:prstGeom>
            <a:ln w="3175">
              <a:solidFill>
                <a:schemeClr val="dk1">
                  <a:alpha val="20000"/>
                </a:schemeClr>
              </a:solidFill>
              <a:round/>
            </a:ln>
          </p:spPr>
        </p:cxnSp>
        <p:cxnSp>
          <p:nvCxnSpPr>
            <p:cNvPr id="1537" name="Straight Connector 16"/>
            <p:cNvCxnSpPr/>
            <p:nvPr/>
          </p:nvCxnSpPr>
          <p:spPr bwMode="auto">
            <a:xfrm>
              <a:off x="0" y="0"/>
              <a:ext cx="360" cy="6858360"/>
            </a:xfrm>
            <a:prstGeom prst="straightConnector1">
              <a:avLst/>
            </a:prstGeom>
            <a:ln w="3175">
              <a:solidFill>
                <a:schemeClr val="dk1">
                  <a:alpha val="20000"/>
                </a:schemeClr>
              </a:solidFill>
              <a:round/>
            </a:ln>
          </p:spPr>
        </p:cxnSp>
        <p:cxnSp>
          <p:nvCxnSpPr>
            <p:cNvPr id="1538" name="Straight Connector 17"/>
            <p:cNvCxnSpPr/>
            <p:nvPr/>
          </p:nvCxnSpPr>
          <p:spPr bwMode="auto">
            <a:xfrm>
              <a:off x="585000" y="0"/>
              <a:ext cx="360" cy="6858360"/>
            </a:xfrm>
            <a:prstGeom prst="straightConnector1">
              <a:avLst/>
            </a:prstGeom>
            <a:ln w="3175">
              <a:solidFill>
                <a:srgbClr val="DF45D4"/>
              </a:solidFill>
              <a:round/>
            </a:ln>
          </p:spPr>
        </p:cxnSp>
        <p:cxnSp>
          <p:nvCxnSpPr>
            <p:cNvPr id="1539" name="Straight Connector 18"/>
            <p:cNvCxnSpPr/>
            <p:nvPr/>
          </p:nvCxnSpPr>
          <p:spPr bwMode="auto">
            <a:xfrm>
              <a:off x="292320" y="0"/>
              <a:ext cx="360" cy="6858360"/>
            </a:xfrm>
            <a:prstGeom prst="straightConnector1">
              <a:avLst/>
            </a:prstGeom>
            <a:ln w="3175">
              <a:solidFill>
                <a:schemeClr val="dk1">
                  <a:alpha val="20000"/>
                </a:schemeClr>
              </a:solidFill>
              <a:round/>
            </a:ln>
          </p:spPr>
        </p:cxnSp>
        <p:cxnSp>
          <p:nvCxnSpPr>
            <p:cNvPr id="1540" name="Straight Connector 19"/>
            <p:cNvCxnSpPr/>
            <p:nvPr/>
          </p:nvCxnSpPr>
          <p:spPr bwMode="auto">
            <a:xfrm>
              <a:off x="877680" y="0"/>
              <a:ext cx="360" cy="6858360"/>
            </a:xfrm>
            <a:prstGeom prst="straightConnector1">
              <a:avLst/>
            </a:prstGeom>
            <a:ln w="3175">
              <a:solidFill>
                <a:schemeClr val="dk1">
                  <a:alpha val="20000"/>
                </a:schemeClr>
              </a:solidFill>
              <a:round/>
            </a:ln>
          </p:spPr>
        </p:cxnSp>
        <p:cxnSp>
          <p:nvCxnSpPr>
            <p:cNvPr id="1541" name="Straight Connector 20"/>
            <p:cNvCxnSpPr/>
            <p:nvPr/>
          </p:nvCxnSpPr>
          <p:spPr bwMode="auto">
            <a:xfrm>
              <a:off x="1170360" y="0"/>
              <a:ext cx="360" cy="6858360"/>
            </a:xfrm>
            <a:prstGeom prst="straightConnector1">
              <a:avLst/>
            </a:prstGeom>
            <a:ln w="3175">
              <a:solidFill>
                <a:schemeClr val="dk1">
                  <a:alpha val="20000"/>
                </a:schemeClr>
              </a:solidFill>
              <a:round/>
            </a:ln>
          </p:spPr>
        </p:cxnSp>
        <p:cxnSp>
          <p:nvCxnSpPr>
            <p:cNvPr id="1542" name="Straight Connector 21"/>
            <p:cNvCxnSpPr/>
            <p:nvPr/>
          </p:nvCxnSpPr>
          <p:spPr bwMode="auto">
            <a:xfrm>
              <a:off x="11021400" y="0"/>
              <a:ext cx="360" cy="6858360"/>
            </a:xfrm>
            <a:prstGeom prst="straightConnector1">
              <a:avLst/>
            </a:prstGeom>
            <a:ln w="3175">
              <a:solidFill>
                <a:schemeClr val="dk1">
                  <a:alpha val="20000"/>
                </a:schemeClr>
              </a:solidFill>
              <a:round/>
            </a:ln>
          </p:spPr>
        </p:cxnSp>
        <p:cxnSp>
          <p:nvCxnSpPr>
            <p:cNvPr id="1543" name="Straight Connector 22"/>
            <p:cNvCxnSpPr/>
            <p:nvPr/>
          </p:nvCxnSpPr>
          <p:spPr bwMode="auto">
            <a:xfrm>
              <a:off x="11606760" y="0"/>
              <a:ext cx="360" cy="6858360"/>
            </a:xfrm>
            <a:prstGeom prst="straightConnector1">
              <a:avLst/>
            </a:prstGeom>
            <a:ln w="3175">
              <a:solidFill>
                <a:srgbClr val="DF45D4"/>
              </a:solidFill>
              <a:round/>
            </a:ln>
          </p:spPr>
        </p:cxnSp>
        <p:cxnSp>
          <p:nvCxnSpPr>
            <p:cNvPr id="1544" name="Straight Connector 23"/>
            <p:cNvCxnSpPr/>
            <p:nvPr/>
          </p:nvCxnSpPr>
          <p:spPr bwMode="auto">
            <a:xfrm>
              <a:off x="11314079" y="0"/>
              <a:ext cx="360" cy="6858360"/>
            </a:xfrm>
            <a:prstGeom prst="straightConnector1">
              <a:avLst/>
            </a:prstGeom>
            <a:ln w="3175">
              <a:solidFill>
                <a:schemeClr val="dk1">
                  <a:alpha val="20000"/>
                </a:schemeClr>
              </a:solidFill>
              <a:round/>
            </a:ln>
          </p:spPr>
        </p:cxnSp>
        <p:cxnSp>
          <p:nvCxnSpPr>
            <p:cNvPr id="1545" name="Straight Connector 24"/>
            <p:cNvCxnSpPr/>
            <p:nvPr/>
          </p:nvCxnSpPr>
          <p:spPr bwMode="auto">
            <a:xfrm>
              <a:off x="11899079" y="0"/>
              <a:ext cx="360" cy="6858360"/>
            </a:xfrm>
            <a:prstGeom prst="straightConnector1">
              <a:avLst/>
            </a:prstGeom>
            <a:ln w="3175">
              <a:solidFill>
                <a:schemeClr val="dk1">
                  <a:alpha val="20000"/>
                </a:schemeClr>
              </a:solidFill>
              <a:round/>
            </a:ln>
          </p:spPr>
        </p:cxnSp>
        <p:cxnSp>
          <p:nvCxnSpPr>
            <p:cNvPr id="1546" name="Straight Connector 25"/>
            <p:cNvCxnSpPr/>
            <p:nvPr/>
          </p:nvCxnSpPr>
          <p:spPr bwMode="auto">
            <a:xfrm>
              <a:off x="12191760" y="0"/>
              <a:ext cx="360" cy="6858360"/>
            </a:xfrm>
            <a:prstGeom prst="straightConnector1">
              <a:avLst/>
            </a:prstGeom>
            <a:ln w="3175">
              <a:solidFill>
                <a:schemeClr val="dk1">
                  <a:alpha val="20000"/>
                </a:schemeClr>
              </a:solidFill>
              <a:round/>
            </a:ln>
          </p:spPr>
        </p:cxnSp>
        <p:cxnSp>
          <p:nvCxnSpPr>
            <p:cNvPr id="1547" name="Straight Connector 26"/>
            <p:cNvCxnSpPr/>
            <p:nvPr/>
          </p:nvCxnSpPr>
          <p:spPr bwMode="auto">
            <a:xfrm>
              <a:off x="0" y="1755360"/>
              <a:ext cx="12189240" cy="360"/>
            </a:xfrm>
            <a:prstGeom prst="straightConnector1">
              <a:avLst/>
            </a:prstGeom>
            <a:ln w="3175">
              <a:solidFill>
                <a:schemeClr val="dk1">
                  <a:alpha val="20000"/>
                </a:schemeClr>
              </a:solidFill>
              <a:round/>
            </a:ln>
          </p:spPr>
        </p:cxnSp>
        <p:cxnSp>
          <p:nvCxnSpPr>
            <p:cNvPr id="1548" name="Straight Connector 27"/>
            <p:cNvCxnSpPr/>
            <p:nvPr/>
          </p:nvCxnSpPr>
          <p:spPr bwMode="auto">
            <a:xfrm>
              <a:off x="0" y="2048040"/>
              <a:ext cx="12189240" cy="360"/>
            </a:xfrm>
            <a:prstGeom prst="straightConnector1">
              <a:avLst/>
            </a:prstGeom>
            <a:ln w="3175">
              <a:solidFill>
                <a:schemeClr val="dk1">
                  <a:alpha val="20000"/>
                </a:schemeClr>
              </a:solidFill>
              <a:round/>
            </a:ln>
          </p:spPr>
        </p:cxnSp>
        <p:cxnSp>
          <p:nvCxnSpPr>
            <p:cNvPr id="1549" name="Straight Connector 28"/>
            <p:cNvCxnSpPr/>
            <p:nvPr/>
          </p:nvCxnSpPr>
          <p:spPr bwMode="auto">
            <a:xfrm>
              <a:off x="0" y="2340720"/>
              <a:ext cx="12189240" cy="360"/>
            </a:xfrm>
            <a:prstGeom prst="straightConnector1">
              <a:avLst/>
            </a:prstGeom>
            <a:ln w="3175">
              <a:solidFill>
                <a:schemeClr val="dk1">
                  <a:alpha val="20000"/>
                </a:schemeClr>
              </a:solidFill>
              <a:round/>
            </a:ln>
          </p:spPr>
        </p:cxnSp>
        <p:cxnSp>
          <p:nvCxnSpPr>
            <p:cNvPr id="1550" name="Straight Connector 29"/>
            <p:cNvCxnSpPr/>
            <p:nvPr/>
          </p:nvCxnSpPr>
          <p:spPr bwMode="auto">
            <a:xfrm>
              <a:off x="0" y="2633400"/>
              <a:ext cx="12189240" cy="360"/>
            </a:xfrm>
            <a:prstGeom prst="straightConnector1">
              <a:avLst/>
            </a:prstGeom>
            <a:ln w="3175">
              <a:solidFill>
                <a:schemeClr val="dk1">
                  <a:alpha val="20000"/>
                </a:schemeClr>
              </a:solidFill>
              <a:round/>
            </a:ln>
          </p:spPr>
        </p:cxnSp>
        <p:cxnSp>
          <p:nvCxnSpPr>
            <p:cNvPr id="1551" name="Straight Connector 30"/>
            <p:cNvCxnSpPr/>
            <p:nvPr/>
          </p:nvCxnSpPr>
          <p:spPr bwMode="auto">
            <a:xfrm>
              <a:off x="0" y="2926080"/>
              <a:ext cx="12189240" cy="360"/>
            </a:xfrm>
            <a:prstGeom prst="straightConnector1">
              <a:avLst/>
            </a:prstGeom>
            <a:ln w="3175">
              <a:solidFill>
                <a:schemeClr val="dk1">
                  <a:alpha val="20000"/>
                </a:schemeClr>
              </a:solidFill>
              <a:round/>
            </a:ln>
          </p:spPr>
        </p:cxnSp>
        <p:cxnSp>
          <p:nvCxnSpPr>
            <p:cNvPr id="1552" name="Straight Connector 31"/>
            <p:cNvCxnSpPr/>
            <p:nvPr/>
          </p:nvCxnSpPr>
          <p:spPr bwMode="auto">
            <a:xfrm>
              <a:off x="0" y="3218400"/>
              <a:ext cx="12189240" cy="360"/>
            </a:xfrm>
            <a:prstGeom prst="straightConnector1">
              <a:avLst/>
            </a:prstGeom>
            <a:ln w="3175">
              <a:solidFill>
                <a:schemeClr val="dk1">
                  <a:alpha val="20000"/>
                </a:schemeClr>
              </a:solidFill>
              <a:round/>
            </a:ln>
          </p:spPr>
        </p:cxnSp>
        <p:cxnSp>
          <p:nvCxnSpPr>
            <p:cNvPr id="1553" name="Straight Connector 32"/>
            <p:cNvCxnSpPr/>
            <p:nvPr/>
          </p:nvCxnSpPr>
          <p:spPr bwMode="auto">
            <a:xfrm>
              <a:off x="0" y="3511080"/>
              <a:ext cx="12189240" cy="360"/>
            </a:xfrm>
            <a:prstGeom prst="straightConnector1">
              <a:avLst/>
            </a:prstGeom>
            <a:ln w="3175">
              <a:solidFill>
                <a:schemeClr val="dk1">
                  <a:alpha val="20000"/>
                </a:schemeClr>
              </a:solidFill>
              <a:round/>
            </a:ln>
          </p:spPr>
        </p:cxnSp>
        <p:cxnSp>
          <p:nvCxnSpPr>
            <p:cNvPr id="1554" name="Straight Connector 38"/>
            <p:cNvCxnSpPr/>
            <p:nvPr/>
          </p:nvCxnSpPr>
          <p:spPr bwMode="auto">
            <a:xfrm>
              <a:off x="0" y="3803760"/>
              <a:ext cx="12189240" cy="360"/>
            </a:xfrm>
            <a:prstGeom prst="straightConnector1">
              <a:avLst/>
            </a:prstGeom>
            <a:ln w="3175">
              <a:solidFill>
                <a:schemeClr val="dk1">
                  <a:alpha val="20000"/>
                </a:schemeClr>
              </a:solidFill>
              <a:round/>
            </a:ln>
          </p:spPr>
        </p:cxnSp>
        <p:cxnSp>
          <p:nvCxnSpPr>
            <p:cNvPr id="1555" name="Straight Connector 39"/>
            <p:cNvCxnSpPr/>
            <p:nvPr/>
          </p:nvCxnSpPr>
          <p:spPr bwMode="auto">
            <a:xfrm>
              <a:off x="0" y="4096440"/>
              <a:ext cx="12189240" cy="360"/>
            </a:xfrm>
            <a:prstGeom prst="straightConnector1">
              <a:avLst/>
            </a:prstGeom>
            <a:ln w="3175">
              <a:solidFill>
                <a:schemeClr val="dk1">
                  <a:alpha val="20000"/>
                </a:schemeClr>
              </a:solidFill>
              <a:round/>
            </a:ln>
          </p:spPr>
        </p:cxnSp>
        <p:cxnSp>
          <p:nvCxnSpPr>
            <p:cNvPr id="1556" name="Straight Connector 40"/>
            <p:cNvCxnSpPr/>
            <p:nvPr/>
          </p:nvCxnSpPr>
          <p:spPr bwMode="auto">
            <a:xfrm>
              <a:off x="0" y="4389120"/>
              <a:ext cx="12189240" cy="360"/>
            </a:xfrm>
            <a:prstGeom prst="straightConnector1">
              <a:avLst/>
            </a:prstGeom>
            <a:ln w="3175">
              <a:solidFill>
                <a:schemeClr val="dk1">
                  <a:alpha val="20000"/>
                </a:schemeClr>
              </a:solidFill>
              <a:round/>
            </a:ln>
          </p:spPr>
        </p:cxnSp>
        <p:cxnSp>
          <p:nvCxnSpPr>
            <p:cNvPr id="1557" name="Straight Connector 41"/>
            <p:cNvCxnSpPr/>
            <p:nvPr/>
          </p:nvCxnSpPr>
          <p:spPr bwMode="auto">
            <a:xfrm>
              <a:off x="0" y="4681440"/>
              <a:ext cx="12189240" cy="360"/>
            </a:xfrm>
            <a:prstGeom prst="straightConnector1">
              <a:avLst/>
            </a:prstGeom>
            <a:ln w="3175">
              <a:solidFill>
                <a:schemeClr val="dk1">
                  <a:alpha val="20000"/>
                </a:schemeClr>
              </a:solidFill>
              <a:round/>
            </a:ln>
          </p:spPr>
        </p:cxnSp>
        <p:cxnSp>
          <p:nvCxnSpPr>
            <p:cNvPr id="1558" name="Straight Connector 42"/>
            <p:cNvCxnSpPr/>
            <p:nvPr/>
          </p:nvCxnSpPr>
          <p:spPr bwMode="auto">
            <a:xfrm>
              <a:off x="0" y="4974120"/>
              <a:ext cx="12189240" cy="360"/>
            </a:xfrm>
            <a:prstGeom prst="straightConnector1">
              <a:avLst/>
            </a:prstGeom>
            <a:ln w="3175">
              <a:solidFill>
                <a:schemeClr val="dk1">
                  <a:alpha val="20000"/>
                </a:schemeClr>
              </a:solidFill>
              <a:round/>
            </a:ln>
          </p:spPr>
        </p:cxnSp>
        <p:cxnSp>
          <p:nvCxnSpPr>
            <p:cNvPr id="1559" name="Straight Connector 43"/>
            <p:cNvCxnSpPr/>
            <p:nvPr/>
          </p:nvCxnSpPr>
          <p:spPr bwMode="auto">
            <a:xfrm>
              <a:off x="0" y="5266800"/>
              <a:ext cx="12189240" cy="360"/>
            </a:xfrm>
            <a:prstGeom prst="straightConnector1">
              <a:avLst/>
            </a:prstGeom>
            <a:ln w="3175">
              <a:solidFill>
                <a:schemeClr val="dk1">
                  <a:alpha val="20000"/>
                </a:schemeClr>
              </a:solidFill>
              <a:round/>
            </a:ln>
          </p:spPr>
        </p:cxnSp>
        <p:cxnSp>
          <p:nvCxnSpPr>
            <p:cNvPr id="1560" name="Straight Connector 44"/>
            <p:cNvCxnSpPr/>
            <p:nvPr/>
          </p:nvCxnSpPr>
          <p:spPr bwMode="auto">
            <a:xfrm>
              <a:off x="0" y="5559480"/>
              <a:ext cx="12189240" cy="360"/>
            </a:xfrm>
            <a:prstGeom prst="straightConnector1">
              <a:avLst/>
            </a:prstGeom>
            <a:ln w="3175">
              <a:solidFill>
                <a:schemeClr val="dk1">
                  <a:alpha val="20000"/>
                </a:schemeClr>
              </a:solidFill>
              <a:round/>
            </a:ln>
          </p:spPr>
        </p:cxnSp>
        <p:cxnSp>
          <p:nvCxnSpPr>
            <p:cNvPr id="1561" name="Straight Connector 45"/>
            <p:cNvCxnSpPr/>
            <p:nvPr/>
          </p:nvCxnSpPr>
          <p:spPr bwMode="auto">
            <a:xfrm>
              <a:off x="0" y="5852160"/>
              <a:ext cx="12189240" cy="360"/>
            </a:xfrm>
            <a:prstGeom prst="straightConnector1">
              <a:avLst/>
            </a:prstGeom>
            <a:ln w="3175">
              <a:solidFill>
                <a:schemeClr val="dk1">
                  <a:alpha val="20000"/>
                </a:schemeClr>
              </a:solidFill>
              <a:round/>
            </a:ln>
          </p:spPr>
        </p:cxnSp>
      </p:grpSp>
      <p:pic>
        <p:nvPicPr>
          <p:cNvPr id="1947942866" name="Graphic 5"/>
          <p:cNvPicPr/>
          <p:nvPr/>
        </p:nvPicPr>
        <p:blipFill rotWithShape="1">
          <a:blip r:embed="rId3"/>
          <a:stretch/>
        </p:blipFill>
        <p:spPr bwMode="auto">
          <a:xfrm rot="5400000">
            <a:off x="9510120" y="2743200"/>
            <a:ext cx="6857640" cy="1371240"/>
          </a:xfrm>
          <a:prstGeom prst="rect">
            <a:avLst/>
          </a:prstGeom>
          <a:noFill/>
          <a:ln w="0">
            <a:noFill/>
          </a:ln>
        </p:spPr>
      </p:pic>
      <p:sp>
        <p:nvSpPr>
          <p:cNvPr id="1640564340" name="TextBox 2"/>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793581906"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2097394287"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720548490" name="Straight Connector 33"/>
          <p:cNvCxnSpPr/>
          <p:nvPr/>
        </p:nvCxnSpPr>
        <p:spPr bwMode="auto">
          <a:xfrm>
            <a:off x="-89640" y="5670360"/>
            <a:ext cx="360" cy="1178280"/>
          </a:xfrm>
          <a:prstGeom prst="straightConnector1">
            <a:avLst/>
          </a:prstGeom>
          <a:ln w="9525" cap="sq">
            <a:solidFill>
              <a:srgbClr val="FF0000"/>
            </a:solidFill>
            <a:miter/>
          </a:ln>
        </p:spPr>
      </p:cxnSp>
      <p:sp>
        <p:nvSpPr>
          <p:cNvPr id="81053237" name="PlaceHolder 1"/>
          <p:cNvSpPr>
            <a:spLocks noGrp="1"/>
          </p:cNvSpPr>
          <p:nvPr>
            <p:ph type="title" hasCustomPrompt="1"/>
          </p:nvPr>
        </p:nvSpPr>
        <p:spPr bwMode="auto">
          <a:xfrm>
            <a:off x="569880" y="3390120"/>
            <a:ext cx="6949080" cy="609840"/>
          </a:xfrm>
          <a:prstGeom prst="rect">
            <a:avLst/>
          </a:prstGeom>
          <a:noFill/>
          <a:ln w="0">
            <a:noFill/>
          </a:ln>
        </p:spPr>
        <p:txBody>
          <a:bodyPr lIns="0" tIns="0" rIns="0" bIns="0" anchor="b">
            <a:spAutoFit/>
          </a:bodyPr>
          <a:lstStyle>
            <a:lvl1pPr indent="0" algn="l" defTabSz="932760">
              <a:lnSpc>
                <a:spcPct val="100000"/>
              </a:lnSpc>
              <a:buNone/>
              <a:defRPr lang="en-US" sz="4000" b="0" u="none" strike="noStrike" spc="-51">
                <a:solidFill>
                  <a:schemeClr val="dk1"/>
                </a:solidFill>
                <a:latin typeface="Segoe UI"/>
              </a:defRPr>
            </a:lvl1pPr>
          </a:lstStyle>
          <a:p>
            <a:pPr indent="0" algn="l" defTabSz="932760">
              <a:lnSpc>
                <a:spcPct val="100000"/>
              </a:lnSpc>
              <a:buNone/>
              <a:defRPr/>
            </a:pPr>
            <a:r>
              <a:rPr lang="en-US" sz="4000" b="0" u="none" strike="noStrike" spc="-51">
                <a:solidFill>
                  <a:schemeClr val="dk1"/>
                </a:solidFill>
                <a:latin typeface="Segoe UI"/>
              </a:rPr>
              <a:t>Section divider title</a:t>
            </a:r>
          </a:p>
        </p:txBody>
      </p:sp>
      <p:sp>
        <p:nvSpPr>
          <p:cNvPr id="1858415595" name="PlaceHolder 2"/>
          <p:cNvSpPr>
            <a:spLocks noGrp="1"/>
          </p:cNvSpPr>
          <p:nvPr>
            <p:ph type="body" hasCustomPrompt="1"/>
          </p:nvPr>
        </p:nvSpPr>
        <p:spPr bwMode="auto">
          <a:xfrm>
            <a:off x="582120" y="4215960"/>
            <a:ext cx="6949080" cy="244080"/>
          </a:xfrm>
          <a:prstGeom prst="rect">
            <a:avLst/>
          </a:prstGeom>
          <a:noFill/>
          <a:ln w="0">
            <a:noFill/>
          </a:ln>
        </p:spPr>
        <p:txBody>
          <a:bodyPr lIns="0" tIns="0" rIns="0" bIns="0" anchor="t">
            <a:spAutoFit/>
          </a:bodyPr>
          <a:lstStyle>
            <a:lvl1pPr indent="0" algn="l" defTabSz="932760">
              <a:lnSpc>
                <a:spcPct val="100000"/>
              </a:lnSpc>
              <a:buNone/>
              <a:tabLst>
                <a:tab pos="0" algn="l"/>
              </a:tabLst>
              <a:defRPr lang="en-US" sz="1600" b="0" u="none" strike="noStrike">
                <a:solidFill>
                  <a:schemeClr val="dk1"/>
                </a:solidFill>
                <a:latin typeface="Segoe UI"/>
              </a:defRPr>
            </a:lvl1pPr>
          </a:lstStyle>
          <a:p>
            <a:pPr indent="0" algn="l" defTabSz="932760">
              <a:lnSpc>
                <a:spcPct val="100000"/>
              </a:lnSpc>
              <a:buNone/>
              <a:tabLst>
                <a:tab pos="0" algn="l"/>
              </a:tabLst>
              <a:defRPr/>
            </a:pPr>
            <a:r>
              <a:rPr lang="en-US" sz="1600" b="0" u="none" strike="noStrike">
                <a:solidFill>
                  <a:schemeClr val="dk1"/>
                </a:solidFill>
                <a:latin typeface="Segoe UI"/>
              </a:rPr>
              <a:t>Subtitle</a:t>
            </a:r>
            <a:endParaRPr lang="en-US" sz="1600" b="1" u="none" strike="noStrike">
              <a:solidFill>
                <a:srgbClr val="000000"/>
              </a:solidFill>
              <a:latin typeface="Segoe UI"/>
            </a:endParaRPr>
          </a:p>
        </p:txBody>
      </p:sp>
      <p:sp>
        <p:nvSpPr>
          <p:cNvPr id="1603844090" name="PlaceHolder 3"/>
          <p:cNvSpPr>
            <a:spLocks noGrp="1"/>
          </p:cNvSpPr>
          <p:nvPr>
            <p:ph type="body" hasCustomPrompt="1"/>
          </p:nvPr>
        </p:nvSpPr>
        <p:spPr bwMode="auto">
          <a:xfrm>
            <a:off x="8077320" y="0"/>
            <a:ext cx="4114440" cy="6857640"/>
          </a:xfrm>
          <a:prstGeom prst="rect">
            <a:avLst/>
          </a:prstGeom>
          <a:solidFill>
            <a:srgbClr val="D9D9D6"/>
          </a:solidFill>
          <a:ln w="0">
            <a:noFill/>
          </a:ln>
        </p:spPr>
        <p:txBody>
          <a:bodyPr lIns="0" tIns="0" rIns="0" bIns="731520" anchor="ctr">
            <a:noAutofit/>
          </a:bodyPr>
          <a:lstStyle>
            <a:lvl1pPr indent="0" algn="ctr" defTabSz="914400">
              <a:lnSpc>
                <a:spcPct val="100000"/>
              </a:lnSpc>
              <a:buNone/>
              <a:tabLst>
                <a:tab pos="0" algn="l"/>
              </a:tabLst>
              <a:defRPr lang="en-US" sz="1200" b="1" u="none" strike="noStrike">
                <a:solidFill>
                  <a:srgbClr val="000000"/>
                </a:solidFill>
                <a:latin typeface="Segoe UI"/>
              </a:defRPr>
            </a:lvl1pPr>
            <a:lvl2pPr indent="0" algn="ctr" defTabSz="914400">
              <a:lnSpc>
                <a:spcPct val="100000"/>
              </a:lnSpc>
              <a:buNone/>
              <a:tabLst>
                <a:tab pos="0" algn="l"/>
              </a:tabLst>
              <a:defRPr lang="en-US" sz="1200" b="1" u="none" strike="noStrike">
                <a:solidFill>
                  <a:srgbClr val="000000"/>
                </a:solidFill>
                <a:latin typeface="Segoe UI"/>
              </a:defRPr>
            </a:lvl2pPr>
            <a:lvl3pPr indent="0" algn="ctr" defTabSz="914400">
              <a:lnSpc>
                <a:spcPct val="100000"/>
              </a:lnSpc>
              <a:buNone/>
              <a:tabLst>
                <a:tab pos="0" algn="l"/>
              </a:tabLst>
              <a:defRPr lang="en-US" sz="1200" b="1" u="none" strike="noStrike">
                <a:solidFill>
                  <a:srgbClr val="000000"/>
                </a:solidFill>
                <a:latin typeface="Segoe UI"/>
              </a:defRPr>
            </a:lvl3pPr>
          </a:lstStyle>
          <a:p>
            <a:pPr indent="0" algn="ctr" defTabSz="914400">
              <a:lnSpc>
                <a:spcPct val="100000"/>
              </a:lnSpc>
              <a:buNone/>
              <a:tabLst>
                <a:tab pos="0" algn="l"/>
              </a:tabLst>
              <a:defRPr/>
            </a:pPr>
            <a:r>
              <a:rPr lang="en-US" sz="1200" b="1" u="none" strike="noStrike">
                <a:solidFill>
                  <a:srgbClr val="000000"/>
                </a:solidFill>
                <a:latin typeface="Segoe UI"/>
              </a:rPr>
              <a:t>Drag &amp; drop your photo here </a:t>
            </a:r>
            <a:br>
              <a:rPr sz="1200"/>
            </a:br>
            <a:r>
              <a:rPr lang="en-US" sz="1200" b="1" u="none" strike="noStrike">
                <a:solidFill>
                  <a:srgbClr val="000000"/>
                </a:solidFill>
                <a:latin typeface="Segoe UI"/>
              </a:rPr>
              <a:t>or click or tap icon below </a:t>
            </a:r>
            <a:br>
              <a:rPr sz="1200"/>
            </a:br>
            <a:r>
              <a:rPr lang="en-US" sz="1200" b="1" u="none" strike="noStrike">
                <a:solidFill>
                  <a:srgbClr val="000000"/>
                </a:solidFill>
                <a:latin typeface="Segoe UI"/>
              </a:rPr>
              <a:t>to insert</a:t>
            </a:r>
          </a:p>
          <a:p>
            <a:pPr indent="0" algn="ctr" defTabSz="914400">
              <a:lnSpc>
                <a:spcPct val="100000"/>
              </a:lnSpc>
              <a:buNone/>
              <a:tabLst>
                <a:tab pos="0" algn="l"/>
              </a:tabLst>
              <a:defRPr/>
            </a:pPr>
            <a:endParaRPr lang="en-US" sz="1200" b="1" u="none" strike="noStrike">
              <a:solidFill>
                <a:srgbClr val="000000"/>
              </a:solidFill>
              <a:latin typeface="Segoe UI"/>
            </a:endParaRPr>
          </a:p>
          <a:p>
            <a:pPr indent="0" algn="ctr" defTabSz="914400">
              <a:lnSpc>
                <a:spcPct val="100000"/>
              </a:lnSpc>
              <a:buNone/>
              <a:tabLst>
                <a:tab pos="0" algn="l"/>
              </a:tabLst>
              <a:defRPr/>
            </a:pPr>
            <a:endParaRPr lang="en-US" sz="1200" b="1" u="none" strike="noStrike">
              <a:solidFill>
                <a:srgbClr val="000000"/>
              </a:solidFill>
              <a:latin typeface="Segoe UI"/>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PhAnim="0" type="blank" preserve="1" userDrawn="1">
  <p:cSld name="Agenda_1-column_Large type">
    <p:bg>
      <p:bgPr>
        <a:solidFill>
          <a:srgbClr val="FFFFFF"/>
        </a:solidFill>
        <a:effectLst/>
      </p:bgPr>
    </p:bg>
    <p:spTree>
      <p:nvGrpSpPr>
        <p:cNvPr id="1" name=""/>
        <p:cNvGrpSpPr/>
        <p:nvPr/>
      </p:nvGrpSpPr>
      <p:grpSpPr bwMode="auto">
        <a:xfrm>
          <a:off x="0" y="0"/>
          <a:ext cx="0" cy="0"/>
          <a:chOff x="0" y="0"/>
          <a:chExt cx="0" cy="0"/>
        </a:xfrm>
      </p:grpSpPr>
      <p:pic>
        <p:nvPicPr>
          <p:cNvPr id="1381006704" name="Picture 34"/>
          <p:cNvPicPr/>
          <p:nvPr/>
        </p:nvPicPr>
        <p:blipFill rotWithShape="1">
          <a:blip r:embed="rId2">
            <a:alphaModFix amt="40000"/>
          </a:blip>
          <a:stretch/>
        </p:blipFill>
        <p:spPr bwMode="auto">
          <a:xfrm>
            <a:off x="0" y="720"/>
            <a:ext cx="12191760" cy="6855840"/>
          </a:xfrm>
          <a:prstGeom prst="rect">
            <a:avLst/>
          </a:prstGeom>
          <a:noFill/>
          <a:ln w="0">
            <a:noFill/>
          </a:ln>
        </p:spPr>
      </p:pic>
      <p:grpSp>
        <p:nvGrpSpPr>
          <p:cNvPr id="2067676452" name="GRID"/>
          <p:cNvGrpSpPr/>
          <p:nvPr/>
        </p:nvGrpSpPr>
        <p:grpSpPr bwMode="auto">
          <a:xfrm>
            <a:off x="0" y="0"/>
            <a:ext cx="12191760" cy="6858000"/>
            <a:chOff x="0" y="0"/>
            <a:chExt cx="12191760" cy="6858000"/>
          </a:xfrm>
        </p:grpSpPr>
        <p:cxnSp>
          <p:nvCxnSpPr>
            <p:cNvPr id="1572" name="Straight Connector 6"/>
            <p:cNvCxnSpPr/>
            <p:nvPr/>
          </p:nvCxnSpPr>
          <p:spPr bwMode="auto">
            <a:xfrm>
              <a:off x="0" y="0"/>
              <a:ext cx="12189240" cy="360"/>
            </a:xfrm>
            <a:prstGeom prst="straightConnector1">
              <a:avLst/>
            </a:prstGeom>
            <a:ln w="3175">
              <a:solidFill>
                <a:schemeClr val="dk1">
                  <a:alpha val="20000"/>
                </a:schemeClr>
              </a:solidFill>
              <a:round/>
            </a:ln>
          </p:spPr>
        </p:cxnSp>
        <p:cxnSp>
          <p:nvCxnSpPr>
            <p:cNvPr id="1573" name="Straight Connector 8"/>
            <p:cNvCxnSpPr/>
            <p:nvPr/>
          </p:nvCxnSpPr>
          <p:spPr bwMode="auto">
            <a:xfrm>
              <a:off x="0" y="292320"/>
              <a:ext cx="12189240" cy="360"/>
            </a:xfrm>
            <a:prstGeom prst="straightConnector1">
              <a:avLst/>
            </a:prstGeom>
            <a:ln w="3175">
              <a:solidFill>
                <a:schemeClr val="dk1">
                  <a:alpha val="20000"/>
                </a:schemeClr>
              </a:solidFill>
              <a:round/>
            </a:ln>
          </p:spPr>
        </p:cxnSp>
        <p:cxnSp>
          <p:nvCxnSpPr>
            <p:cNvPr id="1574" name="Straight Connector 9"/>
            <p:cNvCxnSpPr/>
            <p:nvPr/>
          </p:nvCxnSpPr>
          <p:spPr bwMode="auto">
            <a:xfrm>
              <a:off x="0" y="585000"/>
              <a:ext cx="12189240" cy="360"/>
            </a:xfrm>
            <a:prstGeom prst="straightConnector1">
              <a:avLst/>
            </a:prstGeom>
            <a:ln w="3175">
              <a:solidFill>
                <a:srgbClr val="DF45D4"/>
              </a:solidFill>
              <a:round/>
            </a:ln>
          </p:spPr>
        </p:cxnSp>
        <p:cxnSp>
          <p:nvCxnSpPr>
            <p:cNvPr id="1575" name="Straight Connector 10"/>
            <p:cNvCxnSpPr/>
            <p:nvPr/>
          </p:nvCxnSpPr>
          <p:spPr bwMode="auto">
            <a:xfrm>
              <a:off x="0" y="6272640"/>
              <a:ext cx="12189240" cy="360"/>
            </a:xfrm>
            <a:prstGeom prst="straightConnector1">
              <a:avLst/>
            </a:prstGeom>
            <a:ln w="3175">
              <a:solidFill>
                <a:srgbClr val="DF45D4"/>
              </a:solidFill>
              <a:round/>
            </a:ln>
          </p:spPr>
        </p:cxnSp>
        <p:cxnSp>
          <p:nvCxnSpPr>
            <p:cNvPr id="1576" name="Straight Connector 11"/>
            <p:cNvCxnSpPr/>
            <p:nvPr/>
          </p:nvCxnSpPr>
          <p:spPr bwMode="auto">
            <a:xfrm>
              <a:off x="0" y="6565320"/>
              <a:ext cx="12189240" cy="360"/>
            </a:xfrm>
            <a:prstGeom prst="straightConnector1">
              <a:avLst/>
            </a:prstGeom>
            <a:ln w="3175">
              <a:solidFill>
                <a:schemeClr val="dk1">
                  <a:alpha val="20000"/>
                </a:schemeClr>
              </a:solidFill>
              <a:round/>
            </a:ln>
          </p:spPr>
        </p:cxnSp>
        <p:cxnSp>
          <p:nvCxnSpPr>
            <p:cNvPr id="1577" name="Straight Connector 12"/>
            <p:cNvCxnSpPr/>
            <p:nvPr/>
          </p:nvCxnSpPr>
          <p:spPr bwMode="auto">
            <a:xfrm>
              <a:off x="0" y="6858000"/>
              <a:ext cx="12189240" cy="360"/>
            </a:xfrm>
            <a:prstGeom prst="straightConnector1">
              <a:avLst/>
            </a:prstGeom>
            <a:ln w="3175">
              <a:solidFill>
                <a:schemeClr val="dk1">
                  <a:alpha val="20000"/>
                </a:schemeClr>
              </a:solidFill>
              <a:round/>
            </a:ln>
          </p:spPr>
        </p:cxnSp>
        <p:cxnSp>
          <p:nvCxnSpPr>
            <p:cNvPr id="1578" name="Straight Connector 13"/>
            <p:cNvCxnSpPr/>
            <p:nvPr/>
          </p:nvCxnSpPr>
          <p:spPr bwMode="auto">
            <a:xfrm>
              <a:off x="0" y="877680"/>
              <a:ext cx="12189240" cy="360"/>
            </a:xfrm>
            <a:prstGeom prst="straightConnector1">
              <a:avLst/>
            </a:prstGeom>
            <a:ln w="3175">
              <a:solidFill>
                <a:schemeClr val="dk1">
                  <a:alpha val="20000"/>
                </a:schemeClr>
              </a:solidFill>
              <a:round/>
            </a:ln>
          </p:spPr>
        </p:cxnSp>
        <p:cxnSp>
          <p:nvCxnSpPr>
            <p:cNvPr id="1579" name="Straight Connector 14"/>
            <p:cNvCxnSpPr/>
            <p:nvPr/>
          </p:nvCxnSpPr>
          <p:spPr bwMode="auto">
            <a:xfrm>
              <a:off x="0" y="1170360"/>
              <a:ext cx="12189240" cy="360"/>
            </a:xfrm>
            <a:prstGeom prst="straightConnector1">
              <a:avLst/>
            </a:prstGeom>
            <a:ln w="3175">
              <a:solidFill>
                <a:schemeClr val="dk1">
                  <a:alpha val="20000"/>
                </a:schemeClr>
              </a:solidFill>
              <a:round/>
            </a:ln>
          </p:spPr>
        </p:cxnSp>
        <p:cxnSp>
          <p:nvCxnSpPr>
            <p:cNvPr id="1580" name="Straight Connector 15"/>
            <p:cNvCxnSpPr/>
            <p:nvPr/>
          </p:nvCxnSpPr>
          <p:spPr bwMode="auto">
            <a:xfrm>
              <a:off x="0" y="1463040"/>
              <a:ext cx="12189240" cy="360"/>
            </a:xfrm>
            <a:prstGeom prst="straightConnector1">
              <a:avLst/>
            </a:prstGeom>
            <a:ln w="3175">
              <a:solidFill>
                <a:schemeClr val="dk1">
                  <a:alpha val="20000"/>
                </a:schemeClr>
              </a:solidFill>
              <a:round/>
            </a:ln>
          </p:spPr>
        </p:cxnSp>
        <p:cxnSp>
          <p:nvCxnSpPr>
            <p:cNvPr id="1581" name="Straight Connector 16"/>
            <p:cNvCxnSpPr/>
            <p:nvPr/>
          </p:nvCxnSpPr>
          <p:spPr bwMode="auto">
            <a:xfrm>
              <a:off x="0" y="0"/>
              <a:ext cx="360" cy="6858360"/>
            </a:xfrm>
            <a:prstGeom prst="straightConnector1">
              <a:avLst/>
            </a:prstGeom>
            <a:ln w="3175">
              <a:solidFill>
                <a:schemeClr val="dk1">
                  <a:alpha val="20000"/>
                </a:schemeClr>
              </a:solidFill>
              <a:round/>
            </a:ln>
          </p:spPr>
        </p:cxnSp>
        <p:cxnSp>
          <p:nvCxnSpPr>
            <p:cNvPr id="1582" name="Straight Connector 17"/>
            <p:cNvCxnSpPr/>
            <p:nvPr/>
          </p:nvCxnSpPr>
          <p:spPr bwMode="auto">
            <a:xfrm>
              <a:off x="585000" y="0"/>
              <a:ext cx="360" cy="6858360"/>
            </a:xfrm>
            <a:prstGeom prst="straightConnector1">
              <a:avLst/>
            </a:prstGeom>
            <a:ln w="3175">
              <a:solidFill>
                <a:srgbClr val="DF45D4"/>
              </a:solidFill>
              <a:round/>
            </a:ln>
          </p:spPr>
        </p:cxnSp>
        <p:cxnSp>
          <p:nvCxnSpPr>
            <p:cNvPr id="1583" name="Straight Connector 18"/>
            <p:cNvCxnSpPr/>
            <p:nvPr/>
          </p:nvCxnSpPr>
          <p:spPr bwMode="auto">
            <a:xfrm>
              <a:off x="292320" y="0"/>
              <a:ext cx="360" cy="6858360"/>
            </a:xfrm>
            <a:prstGeom prst="straightConnector1">
              <a:avLst/>
            </a:prstGeom>
            <a:ln w="3175">
              <a:solidFill>
                <a:schemeClr val="dk1">
                  <a:alpha val="20000"/>
                </a:schemeClr>
              </a:solidFill>
              <a:round/>
            </a:ln>
          </p:spPr>
        </p:cxnSp>
        <p:cxnSp>
          <p:nvCxnSpPr>
            <p:cNvPr id="1584" name="Straight Connector 19"/>
            <p:cNvCxnSpPr/>
            <p:nvPr/>
          </p:nvCxnSpPr>
          <p:spPr bwMode="auto">
            <a:xfrm>
              <a:off x="877680" y="0"/>
              <a:ext cx="360" cy="6858360"/>
            </a:xfrm>
            <a:prstGeom prst="straightConnector1">
              <a:avLst/>
            </a:prstGeom>
            <a:ln w="3175">
              <a:solidFill>
                <a:schemeClr val="dk1">
                  <a:alpha val="20000"/>
                </a:schemeClr>
              </a:solidFill>
              <a:round/>
            </a:ln>
          </p:spPr>
        </p:cxnSp>
        <p:cxnSp>
          <p:nvCxnSpPr>
            <p:cNvPr id="1585" name="Straight Connector 20"/>
            <p:cNvCxnSpPr/>
            <p:nvPr/>
          </p:nvCxnSpPr>
          <p:spPr bwMode="auto">
            <a:xfrm>
              <a:off x="1170360" y="0"/>
              <a:ext cx="360" cy="6858360"/>
            </a:xfrm>
            <a:prstGeom prst="straightConnector1">
              <a:avLst/>
            </a:prstGeom>
            <a:ln w="3175">
              <a:solidFill>
                <a:schemeClr val="dk1">
                  <a:alpha val="20000"/>
                </a:schemeClr>
              </a:solidFill>
              <a:round/>
            </a:ln>
          </p:spPr>
        </p:cxnSp>
        <p:cxnSp>
          <p:nvCxnSpPr>
            <p:cNvPr id="1586" name="Straight Connector 21"/>
            <p:cNvCxnSpPr/>
            <p:nvPr/>
          </p:nvCxnSpPr>
          <p:spPr bwMode="auto">
            <a:xfrm>
              <a:off x="11021400" y="0"/>
              <a:ext cx="360" cy="6858360"/>
            </a:xfrm>
            <a:prstGeom prst="straightConnector1">
              <a:avLst/>
            </a:prstGeom>
            <a:ln w="3175">
              <a:solidFill>
                <a:schemeClr val="dk1">
                  <a:alpha val="20000"/>
                </a:schemeClr>
              </a:solidFill>
              <a:round/>
            </a:ln>
          </p:spPr>
        </p:cxnSp>
        <p:cxnSp>
          <p:nvCxnSpPr>
            <p:cNvPr id="1587" name="Straight Connector 22"/>
            <p:cNvCxnSpPr/>
            <p:nvPr/>
          </p:nvCxnSpPr>
          <p:spPr bwMode="auto">
            <a:xfrm>
              <a:off x="11606760" y="0"/>
              <a:ext cx="360" cy="6858360"/>
            </a:xfrm>
            <a:prstGeom prst="straightConnector1">
              <a:avLst/>
            </a:prstGeom>
            <a:ln w="3175">
              <a:solidFill>
                <a:srgbClr val="DF45D4"/>
              </a:solidFill>
              <a:round/>
            </a:ln>
          </p:spPr>
        </p:cxnSp>
        <p:cxnSp>
          <p:nvCxnSpPr>
            <p:cNvPr id="1588" name="Straight Connector 23"/>
            <p:cNvCxnSpPr/>
            <p:nvPr/>
          </p:nvCxnSpPr>
          <p:spPr bwMode="auto">
            <a:xfrm>
              <a:off x="11314079" y="0"/>
              <a:ext cx="360" cy="6858360"/>
            </a:xfrm>
            <a:prstGeom prst="straightConnector1">
              <a:avLst/>
            </a:prstGeom>
            <a:ln w="3175">
              <a:solidFill>
                <a:schemeClr val="dk1">
                  <a:alpha val="20000"/>
                </a:schemeClr>
              </a:solidFill>
              <a:round/>
            </a:ln>
          </p:spPr>
        </p:cxnSp>
        <p:cxnSp>
          <p:nvCxnSpPr>
            <p:cNvPr id="1589" name="Straight Connector 24"/>
            <p:cNvCxnSpPr/>
            <p:nvPr/>
          </p:nvCxnSpPr>
          <p:spPr bwMode="auto">
            <a:xfrm>
              <a:off x="11899079" y="0"/>
              <a:ext cx="360" cy="6858360"/>
            </a:xfrm>
            <a:prstGeom prst="straightConnector1">
              <a:avLst/>
            </a:prstGeom>
            <a:ln w="3175">
              <a:solidFill>
                <a:schemeClr val="dk1">
                  <a:alpha val="20000"/>
                </a:schemeClr>
              </a:solidFill>
              <a:round/>
            </a:ln>
          </p:spPr>
        </p:cxnSp>
        <p:cxnSp>
          <p:nvCxnSpPr>
            <p:cNvPr id="1590" name="Straight Connector 25"/>
            <p:cNvCxnSpPr/>
            <p:nvPr/>
          </p:nvCxnSpPr>
          <p:spPr bwMode="auto">
            <a:xfrm>
              <a:off x="12191760" y="0"/>
              <a:ext cx="360" cy="6858360"/>
            </a:xfrm>
            <a:prstGeom prst="straightConnector1">
              <a:avLst/>
            </a:prstGeom>
            <a:ln w="3175">
              <a:solidFill>
                <a:schemeClr val="dk1">
                  <a:alpha val="20000"/>
                </a:schemeClr>
              </a:solidFill>
              <a:round/>
            </a:ln>
          </p:spPr>
        </p:cxnSp>
        <p:cxnSp>
          <p:nvCxnSpPr>
            <p:cNvPr id="1591" name="Straight Connector 26"/>
            <p:cNvCxnSpPr/>
            <p:nvPr/>
          </p:nvCxnSpPr>
          <p:spPr bwMode="auto">
            <a:xfrm>
              <a:off x="0" y="1755360"/>
              <a:ext cx="12189240" cy="360"/>
            </a:xfrm>
            <a:prstGeom prst="straightConnector1">
              <a:avLst/>
            </a:prstGeom>
            <a:ln w="3175">
              <a:solidFill>
                <a:schemeClr val="dk1">
                  <a:alpha val="20000"/>
                </a:schemeClr>
              </a:solidFill>
              <a:round/>
            </a:ln>
          </p:spPr>
        </p:cxnSp>
        <p:cxnSp>
          <p:nvCxnSpPr>
            <p:cNvPr id="1592" name="Straight Connector 27"/>
            <p:cNvCxnSpPr/>
            <p:nvPr/>
          </p:nvCxnSpPr>
          <p:spPr bwMode="auto">
            <a:xfrm>
              <a:off x="0" y="2048040"/>
              <a:ext cx="12189240" cy="360"/>
            </a:xfrm>
            <a:prstGeom prst="straightConnector1">
              <a:avLst/>
            </a:prstGeom>
            <a:ln w="3175">
              <a:solidFill>
                <a:schemeClr val="dk1">
                  <a:alpha val="20000"/>
                </a:schemeClr>
              </a:solidFill>
              <a:round/>
            </a:ln>
          </p:spPr>
        </p:cxnSp>
        <p:cxnSp>
          <p:nvCxnSpPr>
            <p:cNvPr id="1593" name="Straight Connector 28"/>
            <p:cNvCxnSpPr/>
            <p:nvPr/>
          </p:nvCxnSpPr>
          <p:spPr bwMode="auto">
            <a:xfrm>
              <a:off x="0" y="2340720"/>
              <a:ext cx="12189240" cy="360"/>
            </a:xfrm>
            <a:prstGeom prst="straightConnector1">
              <a:avLst/>
            </a:prstGeom>
            <a:ln w="3175">
              <a:solidFill>
                <a:schemeClr val="dk1">
                  <a:alpha val="20000"/>
                </a:schemeClr>
              </a:solidFill>
              <a:round/>
            </a:ln>
          </p:spPr>
        </p:cxnSp>
        <p:cxnSp>
          <p:nvCxnSpPr>
            <p:cNvPr id="1594" name="Straight Connector 29"/>
            <p:cNvCxnSpPr/>
            <p:nvPr/>
          </p:nvCxnSpPr>
          <p:spPr bwMode="auto">
            <a:xfrm>
              <a:off x="0" y="2633400"/>
              <a:ext cx="12189240" cy="360"/>
            </a:xfrm>
            <a:prstGeom prst="straightConnector1">
              <a:avLst/>
            </a:prstGeom>
            <a:ln w="3175">
              <a:solidFill>
                <a:schemeClr val="dk1">
                  <a:alpha val="20000"/>
                </a:schemeClr>
              </a:solidFill>
              <a:round/>
            </a:ln>
          </p:spPr>
        </p:cxnSp>
        <p:cxnSp>
          <p:nvCxnSpPr>
            <p:cNvPr id="1595" name="Straight Connector 30"/>
            <p:cNvCxnSpPr/>
            <p:nvPr/>
          </p:nvCxnSpPr>
          <p:spPr bwMode="auto">
            <a:xfrm>
              <a:off x="0" y="2926080"/>
              <a:ext cx="12189240" cy="360"/>
            </a:xfrm>
            <a:prstGeom prst="straightConnector1">
              <a:avLst/>
            </a:prstGeom>
            <a:ln w="3175">
              <a:solidFill>
                <a:schemeClr val="dk1">
                  <a:alpha val="20000"/>
                </a:schemeClr>
              </a:solidFill>
              <a:round/>
            </a:ln>
          </p:spPr>
        </p:cxnSp>
        <p:cxnSp>
          <p:nvCxnSpPr>
            <p:cNvPr id="1596" name="Straight Connector 31"/>
            <p:cNvCxnSpPr/>
            <p:nvPr/>
          </p:nvCxnSpPr>
          <p:spPr bwMode="auto">
            <a:xfrm>
              <a:off x="0" y="3218400"/>
              <a:ext cx="12189240" cy="360"/>
            </a:xfrm>
            <a:prstGeom prst="straightConnector1">
              <a:avLst/>
            </a:prstGeom>
            <a:ln w="3175">
              <a:solidFill>
                <a:schemeClr val="dk1">
                  <a:alpha val="20000"/>
                </a:schemeClr>
              </a:solidFill>
              <a:round/>
            </a:ln>
          </p:spPr>
        </p:cxnSp>
        <p:cxnSp>
          <p:nvCxnSpPr>
            <p:cNvPr id="1597" name="Straight Connector 32"/>
            <p:cNvCxnSpPr/>
            <p:nvPr/>
          </p:nvCxnSpPr>
          <p:spPr bwMode="auto">
            <a:xfrm>
              <a:off x="0" y="3511080"/>
              <a:ext cx="12189240" cy="360"/>
            </a:xfrm>
            <a:prstGeom prst="straightConnector1">
              <a:avLst/>
            </a:prstGeom>
            <a:ln w="3175">
              <a:solidFill>
                <a:schemeClr val="dk1">
                  <a:alpha val="20000"/>
                </a:schemeClr>
              </a:solidFill>
              <a:round/>
            </a:ln>
          </p:spPr>
        </p:cxnSp>
        <p:cxnSp>
          <p:nvCxnSpPr>
            <p:cNvPr id="1598" name="Straight Connector 38"/>
            <p:cNvCxnSpPr/>
            <p:nvPr/>
          </p:nvCxnSpPr>
          <p:spPr bwMode="auto">
            <a:xfrm>
              <a:off x="0" y="3803760"/>
              <a:ext cx="12189240" cy="360"/>
            </a:xfrm>
            <a:prstGeom prst="straightConnector1">
              <a:avLst/>
            </a:prstGeom>
            <a:ln w="3175">
              <a:solidFill>
                <a:schemeClr val="dk1">
                  <a:alpha val="20000"/>
                </a:schemeClr>
              </a:solidFill>
              <a:round/>
            </a:ln>
          </p:spPr>
        </p:cxnSp>
        <p:cxnSp>
          <p:nvCxnSpPr>
            <p:cNvPr id="1599" name="Straight Connector 39"/>
            <p:cNvCxnSpPr/>
            <p:nvPr/>
          </p:nvCxnSpPr>
          <p:spPr bwMode="auto">
            <a:xfrm>
              <a:off x="0" y="4096440"/>
              <a:ext cx="12189240" cy="360"/>
            </a:xfrm>
            <a:prstGeom prst="straightConnector1">
              <a:avLst/>
            </a:prstGeom>
            <a:ln w="3175">
              <a:solidFill>
                <a:schemeClr val="dk1">
                  <a:alpha val="20000"/>
                </a:schemeClr>
              </a:solidFill>
              <a:round/>
            </a:ln>
          </p:spPr>
        </p:cxnSp>
        <p:cxnSp>
          <p:nvCxnSpPr>
            <p:cNvPr id="1600" name="Straight Connector 40"/>
            <p:cNvCxnSpPr/>
            <p:nvPr/>
          </p:nvCxnSpPr>
          <p:spPr bwMode="auto">
            <a:xfrm>
              <a:off x="0" y="4389120"/>
              <a:ext cx="12189240" cy="360"/>
            </a:xfrm>
            <a:prstGeom prst="straightConnector1">
              <a:avLst/>
            </a:prstGeom>
            <a:ln w="3175">
              <a:solidFill>
                <a:schemeClr val="dk1">
                  <a:alpha val="20000"/>
                </a:schemeClr>
              </a:solidFill>
              <a:round/>
            </a:ln>
          </p:spPr>
        </p:cxnSp>
        <p:cxnSp>
          <p:nvCxnSpPr>
            <p:cNvPr id="1601" name="Straight Connector 41"/>
            <p:cNvCxnSpPr/>
            <p:nvPr/>
          </p:nvCxnSpPr>
          <p:spPr bwMode="auto">
            <a:xfrm>
              <a:off x="0" y="4681440"/>
              <a:ext cx="12189240" cy="360"/>
            </a:xfrm>
            <a:prstGeom prst="straightConnector1">
              <a:avLst/>
            </a:prstGeom>
            <a:ln w="3175">
              <a:solidFill>
                <a:schemeClr val="dk1">
                  <a:alpha val="20000"/>
                </a:schemeClr>
              </a:solidFill>
              <a:round/>
            </a:ln>
          </p:spPr>
        </p:cxnSp>
        <p:cxnSp>
          <p:nvCxnSpPr>
            <p:cNvPr id="1602" name="Straight Connector 42"/>
            <p:cNvCxnSpPr/>
            <p:nvPr/>
          </p:nvCxnSpPr>
          <p:spPr bwMode="auto">
            <a:xfrm>
              <a:off x="0" y="4974120"/>
              <a:ext cx="12189240" cy="360"/>
            </a:xfrm>
            <a:prstGeom prst="straightConnector1">
              <a:avLst/>
            </a:prstGeom>
            <a:ln w="3175">
              <a:solidFill>
                <a:schemeClr val="dk1">
                  <a:alpha val="20000"/>
                </a:schemeClr>
              </a:solidFill>
              <a:round/>
            </a:ln>
          </p:spPr>
        </p:cxnSp>
        <p:cxnSp>
          <p:nvCxnSpPr>
            <p:cNvPr id="1603" name="Straight Connector 43"/>
            <p:cNvCxnSpPr/>
            <p:nvPr/>
          </p:nvCxnSpPr>
          <p:spPr bwMode="auto">
            <a:xfrm>
              <a:off x="0" y="5266800"/>
              <a:ext cx="12189240" cy="360"/>
            </a:xfrm>
            <a:prstGeom prst="straightConnector1">
              <a:avLst/>
            </a:prstGeom>
            <a:ln w="3175">
              <a:solidFill>
                <a:schemeClr val="dk1">
                  <a:alpha val="20000"/>
                </a:schemeClr>
              </a:solidFill>
              <a:round/>
            </a:ln>
          </p:spPr>
        </p:cxnSp>
        <p:cxnSp>
          <p:nvCxnSpPr>
            <p:cNvPr id="1604" name="Straight Connector 44"/>
            <p:cNvCxnSpPr/>
            <p:nvPr/>
          </p:nvCxnSpPr>
          <p:spPr bwMode="auto">
            <a:xfrm>
              <a:off x="0" y="5559480"/>
              <a:ext cx="12189240" cy="360"/>
            </a:xfrm>
            <a:prstGeom prst="straightConnector1">
              <a:avLst/>
            </a:prstGeom>
            <a:ln w="3175">
              <a:solidFill>
                <a:schemeClr val="dk1">
                  <a:alpha val="20000"/>
                </a:schemeClr>
              </a:solidFill>
              <a:round/>
            </a:ln>
          </p:spPr>
        </p:cxnSp>
        <p:cxnSp>
          <p:nvCxnSpPr>
            <p:cNvPr id="1605" name="Straight Connector 45"/>
            <p:cNvCxnSpPr/>
            <p:nvPr/>
          </p:nvCxnSpPr>
          <p:spPr bwMode="auto">
            <a:xfrm>
              <a:off x="0" y="5852160"/>
              <a:ext cx="12189240" cy="360"/>
            </a:xfrm>
            <a:prstGeom prst="straightConnector1">
              <a:avLst/>
            </a:prstGeom>
            <a:ln w="3175">
              <a:solidFill>
                <a:schemeClr val="dk1">
                  <a:alpha val="20000"/>
                </a:schemeClr>
              </a:solidFill>
              <a:round/>
            </a:ln>
          </p:spPr>
        </p:cxnSp>
      </p:grpSp>
      <p:pic>
        <p:nvPicPr>
          <p:cNvPr id="153014786" name="Graphic 5"/>
          <p:cNvPicPr/>
          <p:nvPr/>
        </p:nvPicPr>
        <p:blipFill rotWithShape="1">
          <a:blip r:embed="rId3"/>
          <a:stretch/>
        </p:blipFill>
        <p:spPr bwMode="auto">
          <a:xfrm rot="5400000">
            <a:off x="9510120" y="2743200"/>
            <a:ext cx="6857640" cy="1371240"/>
          </a:xfrm>
          <a:prstGeom prst="rect">
            <a:avLst/>
          </a:prstGeom>
          <a:noFill/>
          <a:ln w="0">
            <a:noFill/>
          </a:ln>
        </p:spPr>
      </p:pic>
      <p:sp>
        <p:nvSpPr>
          <p:cNvPr id="1225148819" name="TextBox 2"/>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666455142"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1564791458"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643237550" name="Straight Connector 33"/>
          <p:cNvCxnSpPr/>
          <p:nvPr/>
        </p:nvCxnSpPr>
        <p:spPr bwMode="auto">
          <a:xfrm>
            <a:off x="-89640" y="5670360"/>
            <a:ext cx="360" cy="1178280"/>
          </a:xfrm>
          <a:prstGeom prst="straightConnector1">
            <a:avLst/>
          </a:prstGeom>
          <a:ln w="9525" cap="sq">
            <a:solidFill>
              <a:srgbClr val="FF0000"/>
            </a:solidFill>
            <a:miter/>
          </a:ln>
        </p:spPr>
      </p:cxnSp>
      <p:sp>
        <p:nvSpPr>
          <p:cNvPr id="956607367" name="PlaceHolder 1"/>
          <p:cNvSpPr>
            <a:spLocks noGrp="1"/>
          </p:cNvSpPr>
          <p:nvPr>
            <p:ph type="title" hasCustomPrompt="1"/>
          </p:nvPr>
        </p:nvSpPr>
        <p:spPr bwMode="auto">
          <a:xfrm>
            <a:off x="588240" y="585360"/>
            <a:ext cx="8192520" cy="307439"/>
          </a:xfrm>
          <a:prstGeom prst="rect">
            <a:avLst/>
          </a:prstGeom>
          <a:noFill/>
          <a:ln w="0">
            <a:noFill/>
          </a:ln>
        </p:spPr>
        <p:txBody>
          <a:bodyPr lIns="0" tIns="0" rIns="0" bIns="0" anchor="t">
            <a:noAutofit/>
          </a:bodyPr>
          <a:lstStyle>
            <a:lvl1pPr indent="0" algn="l" defTabSz="932760">
              <a:lnSpc>
                <a:spcPct val="100000"/>
              </a:lnSpc>
              <a:buNone/>
              <a:defRPr lang="en-US" sz="2000" b="0" u="none" strike="noStrike">
                <a:solidFill>
                  <a:schemeClr val="dk1"/>
                </a:solidFill>
                <a:latin typeface="Segoe UI Semibold"/>
              </a:defRPr>
            </a:lvl1pPr>
          </a:lstStyle>
          <a:p>
            <a:pPr indent="0" algn="l" defTabSz="932760">
              <a:lnSpc>
                <a:spcPct val="100000"/>
              </a:lnSpc>
              <a:buNone/>
              <a:defRPr/>
            </a:pPr>
            <a:r>
              <a:rPr lang="en-US" sz="2000" b="0" u="none" strike="noStrike">
                <a:solidFill>
                  <a:schemeClr val="dk1"/>
                </a:solidFill>
                <a:latin typeface="Segoe UI Semibold"/>
              </a:rPr>
              <a:t>Agenda</a:t>
            </a:r>
          </a:p>
        </p:txBody>
      </p:sp>
      <p:sp>
        <p:nvSpPr>
          <p:cNvPr id="1324933912" name="PlaceHolder 2"/>
          <p:cNvSpPr>
            <a:spLocks noGrp="1"/>
          </p:cNvSpPr>
          <p:nvPr>
            <p:ph type="body" hasCustomPrompt="1"/>
          </p:nvPr>
        </p:nvSpPr>
        <p:spPr bwMode="auto">
          <a:xfrm>
            <a:off x="584280" y="1589759"/>
            <a:ext cx="8192520" cy="646560"/>
          </a:xfrm>
          <a:prstGeom prst="rect">
            <a:avLst/>
          </a:prstGeom>
          <a:noFill/>
          <a:ln w="0">
            <a:noFill/>
          </a:ln>
        </p:spPr>
        <p:txBody>
          <a:bodyPr lIns="0" tIns="0" rIns="0" bIns="0" anchor="t">
            <a:noAutofit/>
          </a:bodyPr>
          <a:lstStyle>
            <a:lvl1pPr algn="l" defTabSz="932760">
              <a:lnSpc>
                <a:spcPct val="150000"/>
              </a:lnSpc>
              <a:buClr>
                <a:srgbClr val="000000"/>
              </a:buClr>
              <a:buFont typeface="Segoe UI Semibold"/>
              <a:buAutoNum type="arabicPeriod"/>
              <a:defRPr lang="en-US" sz="3200" b="0" u="none" strike="noStrike" spc="-20">
                <a:solidFill>
                  <a:schemeClr val="dk1"/>
                </a:solidFill>
                <a:latin typeface="Segoe UI"/>
              </a:defRPr>
            </a:lvl1pPr>
          </a:lstStyle>
          <a:p>
            <a:pPr marL="514439" indent="-514439" algn="l" defTabSz="932760">
              <a:lnSpc>
                <a:spcPct val="150000"/>
              </a:lnSpc>
              <a:buClr>
                <a:srgbClr val="000000"/>
              </a:buClr>
              <a:buFont typeface="Segoe UI Semibold"/>
              <a:buAutoNum type="arabicPeriod"/>
              <a:defRPr/>
            </a:pPr>
            <a:r>
              <a:rPr lang="en-US" sz="3200" b="0" u="none" strike="noStrike" spc="-20">
                <a:solidFill>
                  <a:schemeClr val="dk1"/>
                </a:solidFill>
                <a:latin typeface="Segoe UI"/>
              </a:rPr>
              <a:t>Click to add agenda items</a:t>
            </a:r>
          </a:p>
        </p:txBody>
      </p:sp>
      <p:sp>
        <p:nvSpPr>
          <p:cNvPr id="336633006" name="PlaceHolder 3"/>
          <p:cNvSpPr>
            <a:spLocks noGrp="1"/>
          </p:cNvSpPr>
          <p:nvPr>
            <p:ph type="sldNum" idx="3"/>
          </p:nvPr>
        </p:nvSpPr>
        <p:spPr bwMode="auto">
          <a:xfrm>
            <a:off x="8610480" y="6356520"/>
            <a:ext cx="2742840" cy="364680"/>
          </a:xfrm>
          <a:prstGeom prst="rect">
            <a:avLst/>
          </a:prstGeom>
          <a:noFill/>
          <a:ln w="0">
            <a:noFill/>
          </a:ln>
        </p:spPr>
        <p:txBody>
          <a:bodyPr lIns="90000" tIns="45000" rIns="90000" bIns="45000" anchor="t">
            <a:noAutofit/>
          </a:bodyPr>
          <a:lstStyle>
            <a:lvl1pPr indent="0" algn="l" defTabSz="914400">
              <a:lnSpc>
                <a:spcPct val="100000"/>
              </a:lnSpc>
              <a:buNone/>
              <a:defRPr lang="en-US" sz="1750" b="0" u="none" strike="noStrike">
                <a:solidFill>
                  <a:schemeClr val="dk1"/>
                </a:solidFill>
                <a:latin typeface="Segoe UI"/>
              </a:defRPr>
            </a:lvl1pPr>
          </a:lstStyle>
          <a:p>
            <a:pPr indent="0" algn="l" defTabSz="914400">
              <a:lnSpc>
                <a:spcPct val="100000"/>
              </a:lnSpc>
              <a:buNone/>
              <a:defRPr/>
            </a:pPr>
            <a:fld id="{38CE2831-B2A6-437A-8BE8-874B5030EFED}" type="slidenum">
              <a:rPr lang="en-US" sz="1750" b="0" u="none" strike="noStrike">
                <a:solidFill>
                  <a:schemeClr val="dk1"/>
                </a:solidFill>
                <a:latin typeface="Segoe UI"/>
              </a:rPr>
              <a:t>‹#›</a:t>
            </a:fld>
            <a:endParaRPr lang="en-US" sz="1750" b="0" u="none" strike="noStrike">
              <a:solidFill>
                <a:srgbClr val="000000"/>
              </a:solidFill>
              <a:latin typeface="Times New Roman"/>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PhAnim="0" type="blank" preserve="1" userDrawn="1">
  <p:cSld name="Agenda_2-column">
    <p:bg>
      <p:bgPr>
        <a:solidFill>
          <a:srgbClr val="FFFFFF"/>
        </a:solidFill>
        <a:effectLst/>
      </p:bgPr>
    </p:bg>
    <p:spTree>
      <p:nvGrpSpPr>
        <p:cNvPr id="1" name=""/>
        <p:cNvGrpSpPr/>
        <p:nvPr/>
      </p:nvGrpSpPr>
      <p:grpSpPr bwMode="auto">
        <a:xfrm>
          <a:off x="0" y="0"/>
          <a:ext cx="0" cy="0"/>
          <a:chOff x="0" y="0"/>
          <a:chExt cx="0" cy="0"/>
        </a:xfrm>
      </p:grpSpPr>
      <p:pic>
        <p:nvPicPr>
          <p:cNvPr id="633560702" name="Picture 34"/>
          <p:cNvPicPr/>
          <p:nvPr/>
        </p:nvPicPr>
        <p:blipFill rotWithShape="1">
          <a:blip r:embed="rId2">
            <a:alphaModFix amt="40000"/>
          </a:blip>
          <a:stretch/>
        </p:blipFill>
        <p:spPr bwMode="auto">
          <a:xfrm>
            <a:off x="0" y="720"/>
            <a:ext cx="12191760" cy="6855840"/>
          </a:xfrm>
          <a:prstGeom prst="rect">
            <a:avLst/>
          </a:prstGeom>
          <a:noFill/>
          <a:ln w="0">
            <a:noFill/>
          </a:ln>
        </p:spPr>
      </p:pic>
      <p:grpSp>
        <p:nvGrpSpPr>
          <p:cNvPr id="1030389171" name="GRID"/>
          <p:cNvGrpSpPr/>
          <p:nvPr/>
        </p:nvGrpSpPr>
        <p:grpSpPr bwMode="auto">
          <a:xfrm>
            <a:off x="0" y="0"/>
            <a:ext cx="12191760" cy="6858000"/>
            <a:chOff x="0" y="0"/>
            <a:chExt cx="12191760" cy="6858000"/>
          </a:xfrm>
        </p:grpSpPr>
        <p:cxnSp>
          <p:nvCxnSpPr>
            <p:cNvPr id="1616" name="Straight Connector 6"/>
            <p:cNvCxnSpPr/>
            <p:nvPr/>
          </p:nvCxnSpPr>
          <p:spPr bwMode="auto">
            <a:xfrm>
              <a:off x="0" y="0"/>
              <a:ext cx="12189240" cy="360"/>
            </a:xfrm>
            <a:prstGeom prst="straightConnector1">
              <a:avLst/>
            </a:prstGeom>
            <a:ln w="3175">
              <a:solidFill>
                <a:schemeClr val="dk1">
                  <a:alpha val="20000"/>
                </a:schemeClr>
              </a:solidFill>
              <a:round/>
            </a:ln>
          </p:spPr>
        </p:cxnSp>
        <p:cxnSp>
          <p:nvCxnSpPr>
            <p:cNvPr id="1617" name="Straight Connector 8"/>
            <p:cNvCxnSpPr/>
            <p:nvPr/>
          </p:nvCxnSpPr>
          <p:spPr bwMode="auto">
            <a:xfrm>
              <a:off x="0" y="292320"/>
              <a:ext cx="12189240" cy="360"/>
            </a:xfrm>
            <a:prstGeom prst="straightConnector1">
              <a:avLst/>
            </a:prstGeom>
            <a:ln w="3175">
              <a:solidFill>
                <a:schemeClr val="dk1">
                  <a:alpha val="20000"/>
                </a:schemeClr>
              </a:solidFill>
              <a:round/>
            </a:ln>
          </p:spPr>
        </p:cxnSp>
        <p:cxnSp>
          <p:nvCxnSpPr>
            <p:cNvPr id="1618" name="Straight Connector 9"/>
            <p:cNvCxnSpPr/>
            <p:nvPr/>
          </p:nvCxnSpPr>
          <p:spPr bwMode="auto">
            <a:xfrm>
              <a:off x="0" y="585000"/>
              <a:ext cx="12189240" cy="360"/>
            </a:xfrm>
            <a:prstGeom prst="straightConnector1">
              <a:avLst/>
            </a:prstGeom>
            <a:ln w="3175">
              <a:solidFill>
                <a:srgbClr val="DF45D4"/>
              </a:solidFill>
              <a:round/>
            </a:ln>
          </p:spPr>
        </p:cxnSp>
        <p:cxnSp>
          <p:nvCxnSpPr>
            <p:cNvPr id="1619" name="Straight Connector 10"/>
            <p:cNvCxnSpPr/>
            <p:nvPr/>
          </p:nvCxnSpPr>
          <p:spPr bwMode="auto">
            <a:xfrm>
              <a:off x="0" y="6272640"/>
              <a:ext cx="12189240" cy="360"/>
            </a:xfrm>
            <a:prstGeom prst="straightConnector1">
              <a:avLst/>
            </a:prstGeom>
            <a:ln w="3175">
              <a:solidFill>
                <a:srgbClr val="DF45D4"/>
              </a:solidFill>
              <a:round/>
            </a:ln>
          </p:spPr>
        </p:cxnSp>
        <p:cxnSp>
          <p:nvCxnSpPr>
            <p:cNvPr id="1620" name="Straight Connector 11"/>
            <p:cNvCxnSpPr/>
            <p:nvPr/>
          </p:nvCxnSpPr>
          <p:spPr bwMode="auto">
            <a:xfrm>
              <a:off x="0" y="6565320"/>
              <a:ext cx="12189240" cy="360"/>
            </a:xfrm>
            <a:prstGeom prst="straightConnector1">
              <a:avLst/>
            </a:prstGeom>
            <a:ln w="3175">
              <a:solidFill>
                <a:schemeClr val="dk1">
                  <a:alpha val="20000"/>
                </a:schemeClr>
              </a:solidFill>
              <a:round/>
            </a:ln>
          </p:spPr>
        </p:cxnSp>
        <p:cxnSp>
          <p:nvCxnSpPr>
            <p:cNvPr id="1621" name="Straight Connector 12"/>
            <p:cNvCxnSpPr/>
            <p:nvPr/>
          </p:nvCxnSpPr>
          <p:spPr bwMode="auto">
            <a:xfrm>
              <a:off x="0" y="6858000"/>
              <a:ext cx="12189240" cy="360"/>
            </a:xfrm>
            <a:prstGeom prst="straightConnector1">
              <a:avLst/>
            </a:prstGeom>
            <a:ln w="3175">
              <a:solidFill>
                <a:schemeClr val="dk1">
                  <a:alpha val="20000"/>
                </a:schemeClr>
              </a:solidFill>
              <a:round/>
            </a:ln>
          </p:spPr>
        </p:cxnSp>
        <p:cxnSp>
          <p:nvCxnSpPr>
            <p:cNvPr id="1622" name="Straight Connector 13"/>
            <p:cNvCxnSpPr/>
            <p:nvPr/>
          </p:nvCxnSpPr>
          <p:spPr bwMode="auto">
            <a:xfrm>
              <a:off x="0" y="877680"/>
              <a:ext cx="12189240" cy="360"/>
            </a:xfrm>
            <a:prstGeom prst="straightConnector1">
              <a:avLst/>
            </a:prstGeom>
            <a:ln w="3175">
              <a:solidFill>
                <a:schemeClr val="dk1">
                  <a:alpha val="20000"/>
                </a:schemeClr>
              </a:solidFill>
              <a:round/>
            </a:ln>
          </p:spPr>
        </p:cxnSp>
        <p:cxnSp>
          <p:nvCxnSpPr>
            <p:cNvPr id="1623" name="Straight Connector 14"/>
            <p:cNvCxnSpPr/>
            <p:nvPr/>
          </p:nvCxnSpPr>
          <p:spPr bwMode="auto">
            <a:xfrm>
              <a:off x="0" y="1170360"/>
              <a:ext cx="12189240" cy="360"/>
            </a:xfrm>
            <a:prstGeom prst="straightConnector1">
              <a:avLst/>
            </a:prstGeom>
            <a:ln w="3175">
              <a:solidFill>
                <a:schemeClr val="dk1">
                  <a:alpha val="20000"/>
                </a:schemeClr>
              </a:solidFill>
              <a:round/>
            </a:ln>
          </p:spPr>
        </p:cxnSp>
        <p:cxnSp>
          <p:nvCxnSpPr>
            <p:cNvPr id="1624" name="Straight Connector 15"/>
            <p:cNvCxnSpPr/>
            <p:nvPr/>
          </p:nvCxnSpPr>
          <p:spPr bwMode="auto">
            <a:xfrm>
              <a:off x="0" y="1463040"/>
              <a:ext cx="12189240" cy="360"/>
            </a:xfrm>
            <a:prstGeom prst="straightConnector1">
              <a:avLst/>
            </a:prstGeom>
            <a:ln w="3175">
              <a:solidFill>
                <a:schemeClr val="dk1">
                  <a:alpha val="20000"/>
                </a:schemeClr>
              </a:solidFill>
              <a:round/>
            </a:ln>
          </p:spPr>
        </p:cxnSp>
        <p:cxnSp>
          <p:nvCxnSpPr>
            <p:cNvPr id="1625" name="Straight Connector 16"/>
            <p:cNvCxnSpPr/>
            <p:nvPr/>
          </p:nvCxnSpPr>
          <p:spPr bwMode="auto">
            <a:xfrm>
              <a:off x="0" y="0"/>
              <a:ext cx="360" cy="6858360"/>
            </a:xfrm>
            <a:prstGeom prst="straightConnector1">
              <a:avLst/>
            </a:prstGeom>
            <a:ln w="3175">
              <a:solidFill>
                <a:schemeClr val="dk1">
                  <a:alpha val="20000"/>
                </a:schemeClr>
              </a:solidFill>
              <a:round/>
            </a:ln>
          </p:spPr>
        </p:cxnSp>
        <p:cxnSp>
          <p:nvCxnSpPr>
            <p:cNvPr id="1626" name="Straight Connector 17"/>
            <p:cNvCxnSpPr/>
            <p:nvPr/>
          </p:nvCxnSpPr>
          <p:spPr bwMode="auto">
            <a:xfrm>
              <a:off x="585000" y="0"/>
              <a:ext cx="360" cy="6858360"/>
            </a:xfrm>
            <a:prstGeom prst="straightConnector1">
              <a:avLst/>
            </a:prstGeom>
            <a:ln w="3175">
              <a:solidFill>
                <a:srgbClr val="DF45D4"/>
              </a:solidFill>
              <a:round/>
            </a:ln>
          </p:spPr>
        </p:cxnSp>
        <p:cxnSp>
          <p:nvCxnSpPr>
            <p:cNvPr id="1627" name="Straight Connector 18"/>
            <p:cNvCxnSpPr/>
            <p:nvPr/>
          </p:nvCxnSpPr>
          <p:spPr bwMode="auto">
            <a:xfrm>
              <a:off x="292320" y="0"/>
              <a:ext cx="360" cy="6858360"/>
            </a:xfrm>
            <a:prstGeom prst="straightConnector1">
              <a:avLst/>
            </a:prstGeom>
            <a:ln w="3175">
              <a:solidFill>
                <a:schemeClr val="dk1">
                  <a:alpha val="20000"/>
                </a:schemeClr>
              </a:solidFill>
              <a:round/>
            </a:ln>
          </p:spPr>
        </p:cxnSp>
        <p:cxnSp>
          <p:nvCxnSpPr>
            <p:cNvPr id="1628" name="Straight Connector 19"/>
            <p:cNvCxnSpPr/>
            <p:nvPr/>
          </p:nvCxnSpPr>
          <p:spPr bwMode="auto">
            <a:xfrm>
              <a:off x="877680" y="0"/>
              <a:ext cx="360" cy="6858360"/>
            </a:xfrm>
            <a:prstGeom prst="straightConnector1">
              <a:avLst/>
            </a:prstGeom>
            <a:ln w="3175">
              <a:solidFill>
                <a:schemeClr val="dk1">
                  <a:alpha val="20000"/>
                </a:schemeClr>
              </a:solidFill>
              <a:round/>
            </a:ln>
          </p:spPr>
        </p:cxnSp>
        <p:cxnSp>
          <p:nvCxnSpPr>
            <p:cNvPr id="1629" name="Straight Connector 20"/>
            <p:cNvCxnSpPr/>
            <p:nvPr/>
          </p:nvCxnSpPr>
          <p:spPr bwMode="auto">
            <a:xfrm>
              <a:off x="1170360" y="0"/>
              <a:ext cx="360" cy="6858360"/>
            </a:xfrm>
            <a:prstGeom prst="straightConnector1">
              <a:avLst/>
            </a:prstGeom>
            <a:ln w="3175">
              <a:solidFill>
                <a:schemeClr val="dk1">
                  <a:alpha val="20000"/>
                </a:schemeClr>
              </a:solidFill>
              <a:round/>
            </a:ln>
          </p:spPr>
        </p:cxnSp>
        <p:cxnSp>
          <p:nvCxnSpPr>
            <p:cNvPr id="1630" name="Straight Connector 21"/>
            <p:cNvCxnSpPr/>
            <p:nvPr/>
          </p:nvCxnSpPr>
          <p:spPr bwMode="auto">
            <a:xfrm>
              <a:off x="11021400" y="0"/>
              <a:ext cx="360" cy="6858360"/>
            </a:xfrm>
            <a:prstGeom prst="straightConnector1">
              <a:avLst/>
            </a:prstGeom>
            <a:ln w="3175">
              <a:solidFill>
                <a:schemeClr val="dk1">
                  <a:alpha val="20000"/>
                </a:schemeClr>
              </a:solidFill>
              <a:round/>
            </a:ln>
          </p:spPr>
        </p:cxnSp>
        <p:cxnSp>
          <p:nvCxnSpPr>
            <p:cNvPr id="1631" name="Straight Connector 22"/>
            <p:cNvCxnSpPr/>
            <p:nvPr/>
          </p:nvCxnSpPr>
          <p:spPr bwMode="auto">
            <a:xfrm>
              <a:off x="11606760" y="0"/>
              <a:ext cx="360" cy="6858360"/>
            </a:xfrm>
            <a:prstGeom prst="straightConnector1">
              <a:avLst/>
            </a:prstGeom>
            <a:ln w="3175">
              <a:solidFill>
                <a:srgbClr val="DF45D4"/>
              </a:solidFill>
              <a:round/>
            </a:ln>
          </p:spPr>
        </p:cxnSp>
        <p:cxnSp>
          <p:nvCxnSpPr>
            <p:cNvPr id="1632" name="Straight Connector 23"/>
            <p:cNvCxnSpPr/>
            <p:nvPr/>
          </p:nvCxnSpPr>
          <p:spPr bwMode="auto">
            <a:xfrm>
              <a:off x="11314079" y="0"/>
              <a:ext cx="360" cy="6858360"/>
            </a:xfrm>
            <a:prstGeom prst="straightConnector1">
              <a:avLst/>
            </a:prstGeom>
            <a:ln w="3175">
              <a:solidFill>
                <a:schemeClr val="dk1">
                  <a:alpha val="20000"/>
                </a:schemeClr>
              </a:solidFill>
              <a:round/>
            </a:ln>
          </p:spPr>
        </p:cxnSp>
        <p:cxnSp>
          <p:nvCxnSpPr>
            <p:cNvPr id="1633" name="Straight Connector 24"/>
            <p:cNvCxnSpPr/>
            <p:nvPr/>
          </p:nvCxnSpPr>
          <p:spPr bwMode="auto">
            <a:xfrm>
              <a:off x="11899079" y="0"/>
              <a:ext cx="360" cy="6858360"/>
            </a:xfrm>
            <a:prstGeom prst="straightConnector1">
              <a:avLst/>
            </a:prstGeom>
            <a:ln w="3175">
              <a:solidFill>
                <a:schemeClr val="dk1">
                  <a:alpha val="20000"/>
                </a:schemeClr>
              </a:solidFill>
              <a:round/>
            </a:ln>
          </p:spPr>
        </p:cxnSp>
        <p:cxnSp>
          <p:nvCxnSpPr>
            <p:cNvPr id="1634" name="Straight Connector 25"/>
            <p:cNvCxnSpPr/>
            <p:nvPr/>
          </p:nvCxnSpPr>
          <p:spPr bwMode="auto">
            <a:xfrm>
              <a:off x="12191760" y="0"/>
              <a:ext cx="360" cy="6858360"/>
            </a:xfrm>
            <a:prstGeom prst="straightConnector1">
              <a:avLst/>
            </a:prstGeom>
            <a:ln w="3175">
              <a:solidFill>
                <a:schemeClr val="dk1">
                  <a:alpha val="20000"/>
                </a:schemeClr>
              </a:solidFill>
              <a:round/>
            </a:ln>
          </p:spPr>
        </p:cxnSp>
        <p:cxnSp>
          <p:nvCxnSpPr>
            <p:cNvPr id="1635" name="Straight Connector 26"/>
            <p:cNvCxnSpPr/>
            <p:nvPr/>
          </p:nvCxnSpPr>
          <p:spPr bwMode="auto">
            <a:xfrm>
              <a:off x="0" y="1755360"/>
              <a:ext cx="12189240" cy="360"/>
            </a:xfrm>
            <a:prstGeom prst="straightConnector1">
              <a:avLst/>
            </a:prstGeom>
            <a:ln w="3175">
              <a:solidFill>
                <a:schemeClr val="dk1">
                  <a:alpha val="20000"/>
                </a:schemeClr>
              </a:solidFill>
              <a:round/>
            </a:ln>
          </p:spPr>
        </p:cxnSp>
        <p:cxnSp>
          <p:nvCxnSpPr>
            <p:cNvPr id="1636" name="Straight Connector 27"/>
            <p:cNvCxnSpPr/>
            <p:nvPr/>
          </p:nvCxnSpPr>
          <p:spPr bwMode="auto">
            <a:xfrm>
              <a:off x="0" y="2048040"/>
              <a:ext cx="12189240" cy="360"/>
            </a:xfrm>
            <a:prstGeom prst="straightConnector1">
              <a:avLst/>
            </a:prstGeom>
            <a:ln w="3175">
              <a:solidFill>
                <a:schemeClr val="dk1">
                  <a:alpha val="20000"/>
                </a:schemeClr>
              </a:solidFill>
              <a:round/>
            </a:ln>
          </p:spPr>
        </p:cxnSp>
        <p:cxnSp>
          <p:nvCxnSpPr>
            <p:cNvPr id="1637" name="Straight Connector 28"/>
            <p:cNvCxnSpPr/>
            <p:nvPr/>
          </p:nvCxnSpPr>
          <p:spPr bwMode="auto">
            <a:xfrm>
              <a:off x="0" y="2340720"/>
              <a:ext cx="12189240" cy="360"/>
            </a:xfrm>
            <a:prstGeom prst="straightConnector1">
              <a:avLst/>
            </a:prstGeom>
            <a:ln w="3175">
              <a:solidFill>
                <a:schemeClr val="dk1">
                  <a:alpha val="20000"/>
                </a:schemeClr>
              </a:solidFill>
              <a:round/>
            </a:ln>
          </p:spPr>
        </p:cxnSp>
        <p:cxnSp>
          <p:nvCxnSpPr>
            <p:cNvPr id="1638" name="Straight Connector 29"/>
            <p:cNvCxnSpPr/>
            <p:nvPr/>
          </p:nvCxnSpPr>
          <p:spPr bwMode="auto">
            <a:xfrm>
              <a:off x="0" y="2633400"/>
              <a:ext cx="12189240" cy="360"/>
            </a:xfrm>
            <a:prstGeom prst="straightConnector1">
              <a:avLst/>
            </a:prstGeom>
            <a:ln w="3175">
              <a:solidFill>
                <a:schemeClr val="dk1">
                  <a:alpha val="20000"/>
                </a:schemeClr>
              </a:solidFill>
              <a:round/>
            </a:ln>
          </p:spPr>
        </p:cxnSp>
        <p:cxnSp>
          <p:nvCxnSpPr>
            <p:cNvPr id="1639" name="Straight Connector 30"/>
            <p:cNvCxnSpPr/>
            <p:nvPr/>
          </p:nvCxnSpPr>
          <p:spPr bwMode="auto">
            <a:xfrm>
              <a:off x="0" y="2926080"/>
              <a:ext cx="12189240" cy="360"/>
            </a:xfrm>
            <a:prstGeom prst="straightConnector1">
              <a:avLst/>
            </a:prstGeom>
            <a:ln w="3175">
              <a:solidFill>
                <a:schemeClr val="dk1">
                  <a:alpha val="20000"/>
                </a:schemeClr>
              </a:solidFill>
              <a:round/>
            </a:ln>
          </p:spPr>
        </p:cxnSp>
        <p:cxnSp>
          <p:nvCxnSpPr>
            <p:cNvPr id="1640" name="Straight Connector 31"/>
            <p:cNvCxnSpPr/>
            <p:nvPr/>
          </p:nvCxnSpPr>
          <p:spPr bwMode="auto">
            <a:xfrm>
              <a:off x="0" y="3218400"/>
              <a:ext cx="12189240" cy="360"/>
            </a:xfrm>
            <a:prstGeom prst="straightConnector1">
              <a:avLst/>
            </a:prstGeom>
            <a:ln w="3175">
              <a:solidFill>
                <a:schemeClr val="dk1">
                  <a:alpha val="20000"/>
                </a:schemeClr>
              </a:solidFill>
              <a:round/>
            </a:ln>
          </p:spPr>
        </p:cxnSp>
        <p:cxnSp>
          <p:nvCxnSpPr>
            <p:cNvPr id="1641" name="Straight Connector 32"/>
            <p:cNvCxnSpPr/>
            <p:nvPr/>
          </p:nvCxnSpPr>
          <p:spPr bwMode="auto">
            <a:xfrm>
              <a:off x="0" y="3511080"/>
              <a:ext cx="12189240" cy="360"/>
            </a:xfrm>
            <a:prstGeom prst="straightConnector1">
              <a:avLst/>
            </a:prstGeom>
            <a:ln w="3175">
              <a:solidFill>
                <a:schemeClr val="dk1">
                  <a:alpha val="20000"/>
                </a:schemeClr>
              </a:solidFill>
              <a:round/>
            </a:ln>
          </p:spPr>
        </p:cxnSp>
        <p:cxnSp>
          <p:nvCxnSpPr>
            <p:cNvPr id="1642" name="Straight Connector 38"/>
            <p:cNvCxnSpPr/>
            <p:nvPr/>
          </p:nvCxnSpPr>
          <p:spPr bwMode="auto">
            <a:xfrm>
              <a:off x="0" y="3803760"/>
              <a:ext cx="12189240" cy="360"/>
            </a:xfrm>
            <a:prstGeom prst="straightConnector1">
              <a:avLst/>
            </a:prstGeom>
            <a:ln w="3175">
              <a:solidFill>
                <a:schemeClr val="dk1">
                  <a:alpha val="20000"/>
                </a:schemeClr>
              </a:solidFill>
              <a:round/>
            </a:ln>
          </p:spPr>
        </p:cxnSp>
        <p:cxnSp>
          <p:nvCxnSpPr>
            <p:cNvPr id="1643" name="Straight Connector 39"/>
            <p:cNvCxnSpPr/>
            <p:nvPr/>
          </p:nvCxnSpPr>
          <p:spPr bwMode="auto">
            <a:xfrm>
              <a:off x="0" y="4096440"/>
              <a:ext cx="12189240" cy="360"/>
            </a:xfrm>
            <a:prstGeom prst="straightConnector1">
              <a:avLst/>
            </a:prstGeom>
            <a:ln w="3175">
              <a:solidFill>
                <a:schemeClr val="dk1">
                  <a:alpha val="20000"/>
                </a:schemeClr>
              </a:solidFill>
              <a:round/>
            </a:ln>
          </p:spPr>
        </p:cxnSp>
        <p:cxnSp>
          <p:nvCxnSpPr>
            <p:cNvPr id="1644" name="Straight Connector 40"/>
            <p:cNvCxnSpPr/>
            <p:nvPr/>
          </p:nvCxnSpPr>
          <p:spPr bwMode="auto">
            <a:xfrm>
              <a:off x="0" y="4389120"/>
              <a:ext cx="12189240" cy="360"/>
            </a:xfrm>
            <a:prstGeom prst="straightConnector1">
              <a:avLst/>
            </a:prstGeom>
            <a:ln w="3175">
              <a:solidFill>
                <a:schemeClr val="dk1">
                  <a:alpha val="20000"/>
                </a:schemeClr>
              </a:solidFill>
              <a:round/>
            </a:ln>
          </p:spPr>
        </p:cxnSp>
        <p:cxnSp>
          <p:nvCxnSpPr>
            <p:cNvPr id="1645" name="Straight Connector 41"/>
            <p:cNvCxnSpPr/>
            <p:nvPr/>
          </p:nvCxnSpPr>
          <p:spPr bwMode="auto">
            <a:xfrm>
              <a:off x="0" y="4681440"/>
              <a:ext cx="12189240" cy="360"/>
            </a:xfrm>
            <a:prstGeom prst="straightConnector1">
              <a:avLst/>
            </a:prstGeom>
            <a:ln w="3175">
              <a:solidFill>
                <a:schemeClr val="dk1">
                  <a:alpha val="20000"/>
                </a:schemeClr>
              </a:solidFill>
              <a:round/>
            </a:ln>
          </p:spPr>
        </p:cxnSp>
        <p:cxnSp>
          <p:nvCxnSpPr>
            <p:cNvPr id="1646" name="Straight Connector 42"/>
            <p:cNvCxnSpPr/>
            <p:nvPr/>
          </p:nvCxnSpPr>
          <p:spPr bwMode="auto">
            <a:xfrm>
              <a:off x="0" y="4974120"/>
              <a:ext cx="12189240" cy="360"/>
            </a:xfrm>
            <a:prstGeom prst="straightConnector1">
              <a:avLst/>
            </a:prstGeom>
            <a:ln w="3175">
              <a:solidFill>
                <a:schemeClr val="dk1">
                  <a:alpha val="20000"/>
                </a:schemeClr>
              </a:solidFill>
              <a:round/>
            </a:ln>
          </p:spPr>
        </p:cxnSp>
        <p:cxnSp>
          <p:nvCxnSpPr>
            <p:cNvPr id="1647" name="Straight Connector 43"/>
            <p:cNvCxnSpPr/>
            <p:nvPr/>
          </p:nvCxnSpPr>
          <p:spPr bwMode="auto">
            <a:xfrm>
              <a:off x="0" y="5266800"/>
              <a:ext cx="12189240" cy="360"/>
            </a:xfrm>
            <a:prstGeom prst="straightConnector1">
              <a:avLst/>
            </a:prstGeom>
            <a:ln w="3175">
              <a:solidFill>
                <a:schemeClr val="dk1">
                  <a:alpha val="20000"/>
                </a:schemeClr>
              </a:solidFill>
              <a:round/>
            </a:ln>
          </p:spPr>
        </p:cxnSp>
        <p:cxnSp>
          <p:nvCxnSpPr>
            <p:cNvPr id="1648" name="Straight Connector 44"/>
            <p:cNvCxnSpPr/>
            <p:nvPr/>
          </p:nvCxnSpPr>
          <p:spPr bwMode="auto">
            <a:xfrm>
              <a:off x="0" y="5559480"/>
              <a:ext cx="12189240" cy="360"/>
            </a:xfrm>
            <a:prstGeom prst="straightConnector1">
              <a:avLst/>
            </a:prstGeom>
            <a:ln w="3175">
              <a:solidFill>
                <a:schemeClr val="dk1">
                  <a:alpha val="20000"/>
                </a:schemeClr>
              </a:solidFill>
              <a:round/>
            </a:ln>
          </p:spPr>
        </p:cxnSp>
        <p:cxnSp>
          <p:nvCxnSpPr>
            <p:cNvPr id="1649" name="Straight Connector 45"/>
            <p:cNvCxnSpPr/>
            <p:nvPr/>
          </p:nvCxnSpPr>
          <p:spPr bwMode="auto">
            <a:xfrm>
              <a:off x="0" y="5852160"/>
              <a:ext cx="12189240" cy="360"/>
            </a:xfrm>
            <a:prstGeom prst="straightConnector1">
              <a:avLst/>
            </a:prstGeom>
            <a:ln w="3175">
              <a:solidFill>
                <a:schemeClr val="dk1">
                  <a:alpha val="20000"/>
                </a:schemeClr>
              </a:solidFill>
              <a:round/>
            </a:ln>
          </p:spPr>
        </p:cxnSp>
      </p:grpSp>
      <p:pic>
        <p:nvPicPr>
          <p:cNvPr id="1344912999" name="Graphic 5"/>
          <p:cNvPicPr/>
          <p:nvPr/>
        </p:nvPicPr>
        <p:blipFill rotWithShape="1">
          <a:blip r:embed="rId3"/>
          <a:stretch/>
        </p:blipFill>
        <p:spPr bwMode="auto">
          <a:xfrm rot="5400000">
            <a:off x="9510120" y="2743200"/>
            <a:ext cx="6857640" cy="1371240"/>
          </a:xfrm>
          <a:prstGeom prst="rect">
            <a:avLst/>
          </a:prstGeom>
          <a:noFill/>
          <a:ln w="0">
            <a:noFill/>
          </a:ln>
        </p:spPr>
      </p:pic>
      <p:sp>
        <p:nvSpPr>
          <p:cNvPr id="1854140611" name="TextBox 2"/>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1591448001"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1905855341"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123893992" name="Straight Connector 33"/>
          <p:cNvCxnSpPr/>
          <p:nvPr/>
        </p:nvCxnSpPr>
        <p:spPr bwMode="auto">
          <a:xfrm>
            <a:off x="-89640" y="5670360"/>
            <a:ext cx="360" cy="1178280"/>
          </a:xfrm>
          <a:prstGeom prst="straightConnector1">
            <a:avLst/>
          </a:prstGeom>
          <a:ln w="9525" cap="sq">
            <a:solidFill>
              <a:srgbClr val="FF0000"/>
            </a:solidFill>
            <a:miter/>
          </a:ln>
        </p:spPr>
      </p:cxnSp>
      <p:sp>
        <p:nvSpPr>
          <p:cNvPr id="2019118645" name="PlaceHolder 1"/>
          <p:cNvSpPr>
            <a:spLocks noGrp="1"/>
          </p:cNvSpPr>
          <p:nvPr>
            <p:ph type="title" hasCustomPrompt="1"/>
          </p:nvPr>
        </p:nvSpPr>
        <p:spPr bwMode="auto">
          <a:xfrm>
            <a:off x="588240" y="585360"/>
            <a:ext cx="8192520" cy="307439"/>
          </a:xfrm>
          <a:prstGeom prst="rect">
            <a:avLst/>
          </a:prstGeom>
          <a:noFill/>
          <a:ln w="0">
            <a:noFill/>
          </a:ln>
        </p:spPr>
        <p:txBody>
          <a:bodyPr lIns="0" tIns="0" rIns="0" bIns="0" anchor="t">
            <a:noAutofit/>
          </a:bodyPr>
          <a:lstStyle>
            <a:lvl1pPr indent="0" algn="l" defTabSz="932760">
              <a:lnSpc>
                <a:spcPct val="100000"/>
              </a:lnSpc>
              <a:buNone/>
              <a:defRPr lang="en-US" sz="2000" b="0" u="none" strike="noStrike">
                <a:solidFill>
                  <a:schemeClr val="dk1"/>
                </a:solidFill>
                <a:latin typeface="Segoe UI Semibold"/>
              </a:defRPr>
            </a:lvl1pPr>
          </a:lstStyle>
          <a:p>
            <a:pPr indent="0" algn="l" defTabSz="932760">
              <a:lnSpc>
                <a:spcPct val="100000"/>
              </a:lnSpc>
              <a:buNone/>
              <a:defRPr/>
            </a:pPr>
            <a:r>
              <a:rPr lang="en-US" sz="2000" b="0" u="none" strike="noStrike">
                <a:solidFill>
                  <a:schemeClr val="dk1"/>
                </a:solidFill>
                <a:latin typeface="Segoe UI Semibold"/>
              </a:rPr>
              <a:t>Agenda</a:t>
            </a:r>
          </a:p>
        </p:txBody>
      </p:sp>
      <p:sp>
        <p:nvSpPr>
          <p:cNvPr id="1533797670" name="PlaceHolder 2"/>
          <p:cNvSpPr>
            <a:spLocks noGrp="1"/>
          </p:cNvSpPr>
          <p:nvPr>
            <p:ph type="body" hasCustomPrompt="1"/>
          </p:nvPr>
        </p:nvSpPr>
        <p:spPr bwMode="auto">
          <a:xfrm>
            <a:off x="592200" y="2588400"/>
            <a:ext cx="3471480" cy="276840"/>
          </a:xfrm>
          <a:prstGeom prst="rect">
            <a:avLst/>
          </a:prstGeom>
          <a:noFill/>
          <a:ln w="0">
            <a:noFill/>
          </a:ln>
        </p:spPr>
        <p:txBody>
          <a:bodyPr lIns="0" tIns="0" rIns="0" bIns="0" anchor="t">
            <a:noAutofit/>
          </a:bodyPr>
          <a:lstStyle>
            <a:lvl1pPr algn="l" defTabSz="932760">
              <a:lnSpc>
                <a:spcPct val="125000"/>
              </a:lnSpc>
              <a:spcBef>
                <a:spcPts val="320"/>
              </a:spcBef>
              <a:buClr>
                <a:srgbClr val="000000"/>
              </a:buClr>
              <a:buSzPct val="90000"/>
              <a:buFont typeface="Segoe UI Semibold"/>
              <a:buAutoNum type="arabicPeriod"/>
              <a:tabLst>
                <a:tab pos="457200" algn="l"/>
              </a:tabLst>
              <a:defRPr lang="en-US" sz="1600" b="0" u="none" strike="noStrike">
                <a:solidFill>
                  <a:schemeClr val="dk1"/>
                </a:solidFill>
                <a:latin typeface="Segoe UI"/>
              </a:defRPr>
            </a:lvl1pPr>
          </a:lstStyle>
          <a:p>
            <a:pPr marL="343080" indent="-343080" algn="l" defTabSz="932760">
              <a:lnSpc>
                <a:spcPct val="125000"/>
              </a:lnSpc>
              <a:spcBef>
                <a:spcPts val="320"/>
              </a:spcBef>
              <a:buClr>
                <a:srgbClr val="000000"/>
              </a:buClr>
              <a:buSzPct val="90000"/>
              <a:buFont typeface="Segoe UI Semibold"/>
              <a:buAutoNum type="arabicPeriod"/>
              <a:tabLst>
                <a:tab pos="457200" algn="l"/>
              </a:tabLst>
              <a:defRPr/>
            </a:pPr>
            <a:r>
              <a:rPr lang="en-US" sz="1600" b="0" u="none" strike="noStrike">
                <a:solidFill>
                  <a:schemeClr val="dk1"/>
                </a:solidFill>
                <a:latin typeface="Segoe UI"/>
              </a:rPr>
              <a:t>Click to add agenda items</a:t>
            </a:r>
          </a:p>
        </p:txBody>
      </p:sp>
      <p:sp>
        <p:nvSpPr>
          <p:cNvPr id="862829818" name="PlaceHolder 3"/>
          <p:cNvSpPr>
            <a:spLocks noGrp="1"/>
          </p:cNvSpPr>
          <p:nvPr>
            <p:ph type="body" hasCustomPrompt="1"/>
          </p:nvPr>
        </p:nvSpPr>
        <p:spPr bwMode="auto">
          <a:xfrm>
            <a:off x="4356000" y="2588400"/>
            <a:ext cx="3477960" cy="276840"/>
          </a:xfrm>
          <a:prstGeom prst="rect">
            <a:avLst/>
          </a:prstGeom>
          <a:noFill/>
          <a:ln w="0">
            <a:noFill/>
          </a:ln>
        </p:spPr>
        <p:txBody>
          <a:bodyPr lIns="0" tIns="0" rIns="0" bIns="0" anchor="t">
            <a:noAutofit/>
          </a:bodyPr>
          <a:lstStyle>
            <a:lvl1pPr algn="l" defTabSz="932760">
              <a:lnSpc>
                <a:spcPct val="125000"/>
              </a:lnSpc>
              <a:spcBef>
                <a:spcPts val="320"/>
              </a:spcBef>
              <a:buClr>
                <a:srgbClr val="000000"/>
              </a:buClr>
              <a:buSzPct val="90000"/>
              <a:buFont typeface="Segoe UI Semibold"/>
              <a:buAutoNum type="arabicPeriod"/>
              <a:tabLst>
                <a:tab pos="457200" algn="l"/>
              </a:tabLst>
              <a:defRPr lang="en-US" sz="1600" b="0" u="none" strike="noStrike">
                <a:solidFill>
                  <a:schemeClr val="dk1"/>
                </a:solidFill>
                <a:latin typeface="Segoe UI"/>
              </a:defRPr>
            </a:lvl1pPr>
          </a:lstStyle>
          <a:p>
            <a:pPr marL="343080" indent="-343080" algn="l" defTabSz="932760">
              <a:lnSpc>
                <a:spcPct val="125000"/>
              </a:lnSpc>
              <a:spcBef>
                <a:spcPts val="320"/>
              </a:spcBef>
              <a:buClr>
                <a:srgbClr val="000000"/>
              </a:buClr>
              <a:buSzPct val="90000"/>
              <a:buFont typeface="Segoe UI Semibold"/>
              <a:buAutoNum type="arabicPeriod"/>
              <a:tabLst>
                <a:tab pos="457200" algn="l"/>
              </a:tabLst>
              <a:defRPr/>
            </a:pPr>
            <a:r>
              <a:rPr lang="en-US" sz="1600" b="0" u="none" strike="noStrike">
                <a:solidFill>
                  <a:schemeClr val="dk1"/>
                </a:solidFill>
                <a:latin typeface="Segoe UI"/>
              </a:rPr>
              <a:t>Click to add agenda items</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PhAnim="0" type="blank" preserve="1" userDrawn="1">
  <p:cSld name="Team roster_5 members">
    <p:bg>
      <p:bgPr>
        <a:solidFill>
          <a:srgbClr val="FFFFFF"/>
        </a:solidFill>
        <a:effectLst/>
      </p:bgPr>
    </p:bg>
    <p:spTree>
      <p:nvGrpSpPr>
        <p:cNvPr id="1" name=""/>
        <p:cNvGrpSpPr/>
        <p:nvPr/>
      </p:nvGrpSpPr>
      <p:grpSpPr bwMode="auto">
        <a:xfrm>
          <a:off x="0" y="0"/>
          <a:ext cx="0" cy="0"/>
          <a:chOff x="0" y="0"/>
          <a:chExt cx="0" cy="0"/>
        </a:xfrm>
      </p:grpSpPr>
      <p:pic>
        <p:nvPicPr>
          <p:cNvPr id="387907930" name="Picture 34"/>
          <p:cNvPicPr/>
          <p:nvPr/>
        </p:nvPicPr>
        <p:blipFill rotWithShape="1">
          <a:blip r:embed="rId2">
            <a:alphaModFix amt="40000"/>
          </a:blip>
          <a:stretch/>
        </p:blipFill>
        <p:spPr bwMode="auto">
          <a:xfrm>
            <a:off x="0" y="720"/>
            <a:ext cx="12191760" cy="6855840"/>
          </a:xfrm>
          <a:prstGeom prst="rect">
            <a:avLst/>
          </a:prstGeom>
          <a:noFill/>
          <a:ln w="0">
            <a:noFill/>
          </a:ln>
        </p:spPr>
      </p:pic>
      <p:grpSp>
        <p:nvGrpSpPr>
          <p:cNvPr id="594735173" name="GRID"/>
          <p:cNvGrpSpPr/>
          <p:nvPr/>
        </p:nvGrpSpPr>
        <p:grpSpPr bwMode="auto">
          <a:xfrm>
            <a:off x="0" y="0"/>
            <a:ext cx="12191760" cy="6858000"/>
            <a:chOff x="0" y="0"/>
            <a:chExt cx="12191760" cy="6858000"/>
          </a:xfrm>
        </p:grpSpPr>
        <p:cxnSp>
          <p:nvCxnSpPr>
            <p:cNvPr id="1660" name="Straight Connector 6"/>
            <p:cNvCxnSpPr/>
            <p:nvPr/>
          </p:nvCxnSpPr>
          <p:spPr bwMode="auto">
            <a:xfrm>
              <a:off x="0" y="0"/>
              <a:ext cx="12189240" cy="360"/>
            </a:xfrm>
            <a:prstGeom prst="straightConnector1">
              <a:avLst/>
            </a:prstGeom>
            <a:ln w="3175">
              <a:solidFill>
                <a:schemeClr val="dk1">
                  <a:alpha val="20000"/>
                </a:schemeClr>
              </a:solidFill>
              <a:round/>
            </a:ln>
          </p:spPr>
        </p:cxnSp>
        <p:cxnSp>
          <p:nvCxnSpPr>
            <p:cNvPr id="1661" name="Straight Connector 8"/>
            <p:cNvCxnSpPr/>
            <p:nvPr/>
          </p:nvCxnSpPr>
          <p:spPr bwMode="auto">
            <a:xfrm>
              <a:off x="0" y="292320"/>
              <a:ext cx="12189240" cy="360"/>
            </a:xfrm>
            <a:prstGeom prst="straightConnector1">
              <a:avLst/>
            </a:prstGeom>
            <a:ln w="3175">
              <a:solidFill>
                <a:schemeClr val="dk1">
                  <a:alpha val="20000"/>
                </a:schemeClr>
              </a:solidFill>
              <a:round/>
            </a:ln>
          </p:spPr>
        </p:cxnSp>
        <p:cxnSp>
          <p:nvCxnSpPr>
            <p:cNvPr id="1662" name="Straight Connector 9"/>
            <p:cNvCxnSpPr/>
            <p:nvPr/>
          </p:nvCxnSpPr>
          <p:spPr bwMode="auto">
            <a:xfrm>
              <a:off x="0" y="585000"/>
              <a:ext cx="12189240" cy="360"/>
            </a:xfrm>
            <a:prstGeom prst="straightConnector1">
              <a:avLst/>
            </a:prstGeom>
            <a:ln w="3175">
              <a:solidFill>
                <a:srgbClr val="DF45D4"/>
              </a:solidFill>
              <a:round/>
            </a:ln>
          </p:spPr>
        </p:cxnSp>
        <p:cxnSp>
          <p:nvCxnSpPr>
            <p:cNvPr id="1663" name="Straight Connector 10"/>
            <p:cNvCxnSpPr/>
            <p:nvPr/>
          </p:nvCxnSpPr>
          <p:spPr bwMode="auto">
            <a:xfrm>
              <a:off x="0" y="6272640"/>
              <a:ext cx="12189240" cy="360"/>
            </a:xfrm>
            <a:prstGeom prst="straightConnector1">
              <a:avLst/>
            </a:prstGeom>
            <a:ln w="3175">
              <a:solidFill>
                <a:srgbClr val="DF45D4"/>
              </a:solidFill>
              <a:round/>
            </a:ln>
          </p:spPr>
        </p:cxnSp>
        <p:cxnSp>
          <p:nvCxnSpPr>
            <p:cNvPr id="1664" name="Straight Connector 11"/>
            <p:cNvCxnSpPr/>
            <p:nvPr/>
          </p:nvCxnSpPr>
          <p:spPr bwMode="auto">
            <a:xfrm>
              <a:off x="0" y="6565320"/>
              <a:ext cx="12189240" cy="360"/>
            </a:xfrm>
            <a:prstGeom prst="straightConnector1">
              <a:avLst/>
            </a:prstGeom>
            <a:ln w="3175">
              <a:solidFill>
                <a:schemeClr val="dk1">
                  <a:alpha val="20000"/>
                </a:schemeClr>
              </a:solidFill>
              <a:round/>
            </a:ln>
          </p:spPr>
        </p:cxnSp>
        <p:cxnSp>
          <p:nvCxnSpPr>
            <p:cNvPr id="1665" name="Straight Connector 12"/>
            <p:cNvCxnSpPr/>
            <p:nvPr/>
          </p:nvCxnSpPr>
          <p:spPr bwMode="auto">
            <a:xfrm>
              <a:off x="0" y="6858000"/>
              <a:ext cx="12189240" cy="360"/>
            </a:xfrm>
            <a:prstGeom prst="straightConnector1">
              <a:avLst/>
            </a:prstGeom>
            <a:ln w="3175">
              <a:solidFill>
                <a:schemeClr val="dk1">
                  <a:alpha val="20000"/>
                </a:schemeClr>
              </a:solidFill>
              <a:round/>
            </a:ln>
          </p:spPr>
        </p:cxnSp>
        <p:cxnSp>
          <p:nvCxnSpPr>
            <p:cNvPr id="1666" name="Straight Connector 13"/>
            <p:cNvCxnSpPr/>
            <p:nvPr/>
          </p:nvCxnSpPr>
          <p:spPr bwMode="auto">
            <a:xfrm>
              <a:off x="0" y="877680"/>
              <a:ext cx="12189240" cy="360"/>
            </a:xfrm>
            <a:prstGeom prst="straightConnector1">
              <a:avLst/>
            </a:prstGeom>
            <a:ln w="3175">
              <a:solidFill>
                <a:schemeClr val="dk1">
                  <a:alpha val="20000"/>
                </a:schemeClr>
              </a:solidFill>
              <a:round/>
            </a:ln>
          </p:spPr>
        </p:cxnSp>
        <p:cxnSp>
          <p:nvCxnSpPr>
            <p:cNvPr id="1667" name="Straight Connector 14"/>
            <p:cNvCxnSpPr/>
            <p:nvPr/>
          </p:nvCxnSpPr>
          <p:spPr bwMode="auto">
            <a:xfrm>
              <a:off x="0" y="1170360"/>
              <a:ext cx="12189240" cy="360"/>
            </a:xfrm>
            <a:prstGeom prst="straightConnector1">
              <a:avLst/>
            </a:prstGeom>
            <a:ln w="3175">
              <a:solidFill>
                <a:schemeClr val="dk1">
                  <a:alpha val="20000"/>
                </a:schemeClr>
              </a:solidFill>
              <a:round/>
            </a:ln>
          </p:spPr>
        </p:cxnSp>
        <p:cxnSp>
          <p:nvCxnSpPr>
            <p:cNvPr id="1668" name="Straight Connector 15"/>
            <p:cNvCxnSpPr/>
            <p:nvPr/>
          </p:nvCxnSpPr>
          <p:spPr bwMode="auto">
            <a:xfrm>
              <a:off x="0" y="1463040"/>
              <a:ext cx="12189240" cy="360"/>
            </a:xfrm>
            <a:prstGeom prst="straightConnector1">
              <a:avLst/>
            </a:prstGeom>
            <a:ln w="3175">
              <a:solidFill>
                <a:schemeClr val="dk1">
                  <a:alpha val="20000"/>
                </a:schemeClr>
              </a:solidFill>
              <a:round/>
            </a:ln>
          </p:spPr>
        </p:cxnSp>
        <p:cxnSp>
          <p:nvCxnSpPr>
            <p:cNvPr id="1669" name="Straight Connector 16"/>
            <p:cNvCxnSpPr/>
            <p:nvPr/>
          </p:nvCxnSpPr>
          <p:spPr bwMode="auto">
            <a:xfrm>
              <a:off x="0" y="0"/>
              <a:ext cx="360" cy="6858360"/>
            </a:xfrm>
            <a:prstGeom prst="straightConnector1">
              <a:avLst/>
            </a:prstGeom>
            <a:ln w="3175">
              <a:solidFill>
                <a:schemeClr val="dk1">
                  <a:alpha val="20000"/>
                </a:schemeClr>
              </a:solidFill>
              <a:round/>
            </a:ln>
          </p:spPr>
        </p:cxnSp>
        <p:cxnSp>
          <p:nvCxnSpPr>
            <p:cNvPr id="1670" name="Straight Connector 17"/>
            <p:cNvCxnSpPr/>
            <p:nvPr/>
          </p:nvCxnSpPr>
          <p:spPr bwMode="auto">
            <a:xfrm>
              <a:off x="585000" y="0"/>
              <a:ext cx="360" cy="6858360"/>
            </a:xfrm>
            <a:prstGeom prst="straightConnector1">
              <a:avLst/>
            </a:prstGeom>
            <a:ln w="3175">
              <a:solidFill>
                <a:srgbClr val="DF45D4"/>
              </a:solidFill>
              <a:round/>
            </a:ln>
          </p:spPr>
        </p:cxnSp>
        <p:cxnSp>
          <p:nvCxnSpPr>
            <p:cNvPr id="1671" name="Straight Connector 18"/>
            <p:cNvCxnSpPr/>
            <p:nvPr/>
          </p:nvCxnSpPr>
          <p:spPr bwMode="auto">
            <a:xfrm>
              <a:off x="292320" y="0"/>
              <a:ext cx="360" cy="6858360"/>
            </a:xfrm>
            <a:prstGeom prst="straightConnector1">
              <a:avLst/>
            </a:prstGeom>
            <a:ln w="3175">
              <a:solidFill>
                <a:schemeClr val="dk1">
                  <a:alpha val="20000"/>
                </a:schemeClr>
              </a:solidFill>
              <a:round/>
            </a:ln>
          </p:spPr>
        </p:cxnSp>
        <p:cxnSp>
          <p:nvCxnSpPr>
            <p:cNvPr id="1672" name="Straight Connector 19"/>
            <p:cNvCxnSpPr/>
            <p:nvPr/>
          </p:nvCxnSpPr>
          <p:spPr bwMode="auto">
            <a:xfrm>
              <a:off x="877680" y="0"/>
              <a:ext cx="360" cy="6858360"/>
            </a:xfrm>
            <a:prstGeom prst="straightConnector1">
              <a:avLst/>
            </a:prstGeom>
            <a:ln w="3175">
              <a:solidFill>
                <a:schemeClr val="dk1">
                  <a:alpha val="20000"/>
                </a:schemeClr>
              </a:solidFill>
              <a:round/>
            </a:ln>
          </p:spPr>
        </p:cxnSp>
        <p:cxnSp>
          <p:nvCxnSpPr>
            <p:cNvPr id="1673" name="Straight Connector 20"/>
            <p:cNvCxnSpPr/>
            <p:nvPr/>
          </p:nvCxnSpPr>
          <p:spPr bwMode="auto">
            <a:xfrm>
              <a:off x="1170360" y="0"/>
              <a:ext cx="360" cy="6858360"/>
            </a:xfrm>
            <a:prstGeom prst="straightConnector1">
              <a:avLst/>
            </a:prstGeom>
            <a:ln w="3175">
              <a:solidFill>
                <a:schemeClr val="dk1">
                  <a:alpha val="20000"/>
                </a:schemeClr>
              </a:solidFill>
              <a:round/>
            </a:ln>
          </p:spPr>
        </p:cxnSp>
        <p:cxnSp>
          <p:nvCxnSpPr>
            <p:cNvPr id="1674" name="Straight Connector 21"/>
            <p:cNvCxnSpPr/>
            <p:nvPr/>
          </p:nvCxnSpPr>
          <p:spPr bwMode="auto">
            <a:xfrm>
              <a:off x="11021400" y="0"/>
              <a:ext cx="360" cy="6858360"/>
            </a:xfrm>
            <a:prstGeom prst="straightConnector1">
              <a:avLst/>
            </a:prstGeom>
            <a:ln w="3175">
              <a:solidFill>
                <a:schemeClr val="dk1">
                  <a:alpha val="20000"/>
                </a:schemeClr>
              </a:solidFill>
              <a:round/>
            </a:ln>
          </p:spPr>
        </p:cxnSp>
        <p:cxnSp>
          <p:nvCxnSpPr>
            <p:cNvPr id="1675" name="Straight Connector 22"/>
            <p:cNvCxnSpPr/>
            <p:nvPr/>
          </p:nvCxnSpPr>
          <p:spPr bwMode="auto">
            <a:xfrm>
              <a:off x="11606760" y="0"/>
              <a:ext cx="360" cy="6858360"/>
            </a:xfrm>
            <a:prstGeom prst="straightConnector1">
              <a:avLst/>
            </a:prstGeom>
            <a:ln w="3175">
              <a:solidFill>
                <a:srgbClr val="DF45D4"/>
              </a:solidFill>
              <a:round/>
            </a:ln>
          </p:spPr>
        </p:cxnSp>
        <p:cxnSp>
          <p:nvCxnSpPr>
            <p:cNvPr id="1676" name="Straight Connector 23"/>
            <p:cNvCxnSpPr/>
            <p:nvPr/>
          </p:nvCxnSpPr>
          <p:spPr bwMode="auto">
            <a:xfrm>
              <a:off x="11314079" y="0"/>
              <a:ext cx="360" cy="6858360"/>
            </a:xfrm>
            <a:prstGeom prst="straightConnector1">
              <a:avLst/>
            </a:prstGeom>
            <a:ln w="3175">
              <a:solidFill>
                <a:schemeClr val="dk1">
                  <a:alpha val="20000"/>
                </a:schemeClr>
              </a:solidFill>
              <a:round/>
            </a:ln>
          </p:spPr>
        </p:cxnSp>
        <p:cxnSp>
          <p:nvCxnSpPr>
            <p:cNvPr id="1677" name="Straight Connector 24"/>
            <p:cNvCxnSpPr/>
            <p:nvPr/>
          </p:nvCxnSpPr>
          <p:spPr bwMode="auto">
            <a:xfrm>
              <a:off x="11899079" y="0"/>
              <a:ext cx="360" cy="6858360"/>
            </a:xfrm>
            <a:prstGeom prst="straightConnector1">
              <a:avLst/>
            </a:prstGeom>
            <a:ln w="3175">
              <a:solidFill>
                <a:schemeClr val="dk1">
                  <a:alpha val="20000"/>
                </a:schemeClr>
              </a:solidFill>
              <a:round/>
            </a:ln>
          </p:spPr>
        </p:cxnSp>
        <p:cxnSp>
          <p:nvCxnSpPr>
            <p:cNvPr id="1678" name="Straight Connector 25"/>
            <p:cNvCxnSpPr/>
            <p:nvPr/>
          </p:nvCxnSpPr>
          <p:spPr bwMode="auto">
            <a:xfrm>
              <a:off x="12191760" y="0"/>
              <a:ext cx="360" cy="6858360"/>
            </a:xfrm>
            <a:prstGeom prst="straightConnector1">
              <a:avLst/>
            </a:prstGeom>
            <a:ln w="3175">
              <a:solidFill>
                <a:schemeClr val="dk1">
                  <a:alpha val="20000"/>
                </a:schemeClr>
              </a:solidFill>
              <a:round/>
            </a:ln>
          </p:spPr>
        </p:cxnSp>
        <p:cxnSp>
          <p:nvCxnSpPr>
            <p:cNvPr id="1679" name="Straight Connector 26"/>
            <p:cNvCxnSpPr/>
            <p:nvPr/>
          </p:nvCxnSpPr>
          <p:spPr bwMode="auto">
            <a:xfrm>
              <a:off x="0" y="1755360"/>
              <a:ext cx="12189240" cy="360"/>
            </a:xfrm>
            <a:prstGeom prst="straightConnector1">
              <a:avLst/>
            </a:prstGeom>
            <a:ln w="3175">
              <a:solidFill>
                <a:schemeClr val="dk1">
                  <a:alpha val="20000"/>
                </a:schemeClr>
              </a:solidFill>
              <a:round/>
            </a:ln>
          </p:spPr>
        </p:cxnSp>
        <p:cxnSp>
          <p:nvCxnSpPr>
            <p:cNvPr id="1680" name="Straight Connector 27"/>
            <p:cNvCxnSpPr/>
            <p:nvPr/>
          </p:nvCxnSpPr>
          <p:spPr bwMode="auto">
            <a:xfrm>
              <a:off x="0" y="2048040"/>
              <a:ext cx="12189240" cy="360"/>
            </a:xfrm>
            <a:prstGeom prst="straightConnector1">
              <a:avLst/>
            </a:prstGeom>
            <a:ln w="3175">
              <a:solidFill>
                <a:schemeClr val="dk1">
                  <a:alpha val="20000"/>
                </a:schemeClr>
              </a:solidFill>
              <a:round/>
            </a:ln>
          </p:spPr>
        </p:cxnSp>
        <p:cxnSp>
          <p:nvCxnSpPr>
            <p:cNvPr id="1681" name="Straight Connector 28"/>
            <p:cNvCxnSpPr/>
            <p:nvPr/>
          </p:nvCxnSpPr>
          <p:spPr bwMode="auto">
            <a:xfrm>
              <a:off x="0" y="2340720"/>
              <a:ext cx="12189240" cy="360"/>
            </a:xfrm>
            <a:prstGeom prst="straightConnector1">
              <a:avLst/>
            </a:prstGeom>
            <a:ln w="3175">
              <a:solidFill>
                <a:schemeClr val="dk1">
                  <a:alpha val="20000"/>
                </a:schemeClr>
              </a:solidFill>
              <a:round/>
            </a:ln>
          </p:spPr>
        </p:cxnSp>
        <p:cxnSp>
          <p:nvCxnSpPr>
            <p:cNvPr id="1682" name="Straight Connector 29"/>
            <p:cNvCxnSpPr/>
            <p:nvPr/>
          </p:nvCxnSpPr>
          <p:spPr bwMode="auto">
            <a:xfrm>
              <a:off x="0" y="2633400"/>
              <a:ext cx="12189240" cy="360"/>
            </a:xfrm>
            <a:prstGeom prst="straightConnector1">
              <a:avLst/>
            </a:prstGeom>
            <a:ln w="3175">
              <a:solidFill>
                <a:schemeClr val="dk1">
                  <a:alpha val="20000"/>
                </a:schemeClr>
              </a:solidFill>
              <a:round/>
            </a:ln>
          </p:spPr>
        </p:cxnSp>
        <p:cxnSp>
          <p:nvCxnSpPr>
            <p:cNvPr id="1683" name="Straight Connector 30"/>
            <p:cNvCxnSpPr/>
            <p:nvPr/>
          </p:nvCxnSpPr>
          <p:spPr bwMode="auto">
            <a:xfrm>
              <a:off x="0" y="2926080"/>
              <a:ext cx="12189240" cy="360"/>
            </a:xfrm>
            <a:prstGeom prst="straightConnector1">
              <a:avLst/>
            </a:prstGeom>
            <a:ln w="3175">
              <a:solidFill>
                <a:schemeClr val="dk1">
                  <a:alpha val="20000"/>
                </a:schemeClr>
              </a:solidFill>
              <a:round/>
            </a:ln>
          </p:spPr>
        </p:cxnSp>
        <p:cxnSp>
          <p:nvCxnSpPr>
            <p:cNvPr id="1684" name="Straight Connector 31"/>
            <p:cNvCxnSpPr/>
            <p:nvPr/>
          </p:nvCxnSpPr>
          <p:spPr bwMode="auto">
            <a:xfrm>
              <a:off x="0" y="3218400"/>
              <a:ext cx="12189240" cy="360"/>
            </a:xfrm>
            <a:prstGeom prst="straightConnector1">
              <a:avLst/>
            </a:prstGeom>
            <a:ln w="3175">
              <a:solidFill>
                <a:schemeClr val="dk1">
                  <a:alpha val="20000"/>
                </a:schemeClr>
              </a:solidFill>
              <a:round/>
            </a:ln>
          </p:spPr>
        </p:cxnSp>
        <p:cxnSp>
          <p:nvCxnSpPr>
            <p:cNvPr id="1685" name="Straight Connector 32"/>
            <p:cNvCxnSpPr/>
            <p:nvPr/>
          </p:nvCxnSpPr>
          <p:spPr bwMode="auto">
            <a:xfrm>
              <a:off x="0" y="3511080"/>
              <a:ext cx="12189240" cy="360"/>
            </a:xfrm>
            <a:prstGeom prst="straightConnector1">
              <a:avLst/>
            </a:prstGeom>
            <a:ln w="3175">
              <a:solidFill>
                <a:schemeClr val="dk1">
                  <a:alpha val="20000"/>
                </a:schemeClr>
              </a:solidFill>
              <a:round/>
            </a:ln>
          </p:spPr>
        </p:cxnSp>
        <p:cxnSp>
          <p:nvCxnSpPr>
            <p:cNvPr id="1686" name="Straight Connector 38"/>
            <p:cNvCxnSpPr/>
            <p:nvPr/>
          </p:nvCxnSpPr>
          <p:spPr bwMode="auto">
            <a:xfrm>
              <a:off x="0" y="3803760"/>
              <a:ext cx="12189240" cy="360"/>
            </a:xfrm>
            <a:prstGeom prst="straightConnector1">
              <a:avLst/>
            </a:prstGeom>
            <a:ln w="3175">
              <a:solidFill>
                <a:schemeClr val="dk1">
                  <a:alpha val="20000"/>
                </a:schemeClr>
              </a:solidFill>
              <a:round/>
            </a:ln>
          </p:spPr>
        </p:cxnSp>
        <p:cxnSp>
          <p:nvCxnSpPr>
            <p:cNvPr id="1687" name="Straight Connector 39"/>
            <p:cNvCxnSpPr/>
            <p:nvPr/>
          </p:nvCxnSpPr>
          <p:spPr bwMode="auto">
            <a:xfrm>
              <a:off x="0" y="4096440"/>
              <a:ext cx="12189240" cy="360"/>
            </a:xfrm>
            <a:prstGeom prst="straightConnector1">
              <a:avLst/>
            </a:prstGeom>
            <a:ln w="3175">
              <a:solidFill>
                <a:schemeClr val="dk1">
                  <a:alpha val="20000"/>
                </a:schemeClr>
              </a:solidFill>
              <a:round/>
            </a:ln>
          </p:spPr>
        </p:cxnSp>
        <p:cxnSp>
          <p:nvCxnSpPr>
            <p:cNvPr id="1688" name="Straight Connector 40"/>
            <p:cNvCxnSpPr/>
            <p:nvPr/>
          </p:nvCxnSpPr>
          <p:spPr bwMode="auto">
            <a:xfrm>
              <a:off x="0" y="4389120"/>
              <a:ext cx="12189240" cy="360"/>
            </a:xfrm>
            <a:prstGeom prst="straightConnector1">
              <a:avLst/>
            </a:prstGeom>
            <a:ln w="3175">
              <a:solidFill>
                <a:schemeClr val="dk1">
                  <a:alpha val="20000"/>
                </a:schemeClr>
              </a:solidFill>
              <a:round/>
            </a:ln>
          </p:spPr>
        </p:cxnSp>
        <p:cxnSp>
          <p:nvCxnSpPr>
            <p:cNvPr id="1689" name="Straight Connector 41"/>
            <p:cNvCxnSpPr/>
            <p:nvPr/>
          </p:nvCxnSpPr>
          <p:spPr bwMode="auto">
            <a:xfrm>
              <a:off x="0" y="4681440"/>
              <a:ext cx="12189240" cy="360"/>
            </a:xfrm>
            <a:prstGeom prst="straightConnector1">
              <a:avLst/>
            </a:prstGeom>
            <a:ln w="3175">
              <a:solidFill>
                <a:schemeClr val="dk1">
                  <a:alpha val="20000"/>
                </a:schemeClr>
              </a:solidFill>
              <a:round/>
            </a:ln>
          </p:spPr>
        </p:cxnSp>
        <p:cxnSp>
          <p:nvCxnSpPr>
            <p:cNvPr id="1690" name="Straight Connector 42"/>
            <p:cNvCxnSpPr/>
            <p:nvPr/>
          </p:nvCxnSpPr>
          <p:spPr bwMode="auto">
            <a:xfrm>
              <a:off x="0" y="4974120"/>
              <a:ext cx="12189240" cy="360"/>
            </a:xfrm>
            <a:prstGeom prst="straightConnector1">
              <a:avLst/>
            </a:prstGeom>
            <a:ln w="3175">
              <a:solidFill>
                <a:schemeClr val="dk1">
                  <a:alpha val="20000"/>
                </a:schemeClr>
              </a:solidFill>
              <a:round/>
            </a:ln>
          </p:spPr>
        </p:cxnSp>
        <p:cxnSp>
          <p:nvCxnSpPr>
            <p:cNvPr id="1691" name="Straight Connector 43"/>
            <p:cNvCxnSpPr/>
            <p:nvPr/>
          </p:nvCxnSpPr>
          <p:spPr bwMode="auto">
            <a:xfrm>
              <a:off x="0" y="5266800"/>
              <a:ext cx="12189240" cy="360"/>
            </a:xfrm>
            <a:prstGeom prst="straightConnector1">
              <a:avLst/>
            </a:prstGeom>
            <a:ln w="3175">
              <a:solidFill>
                <a:schemeClr val="dk1">
                  <a:alpha val="20000"/>
                </a:schemeClr>
              </a:solidFill>
              <a:round/>
            </a:ln>
          </p:spPr>
        </p:cxnSp>
        <p:cxnSp>
          <p:nvCxnSpPr>
            <p:cNvPr id="1692" name="Straight Connector 44"/>
            <p:cNvCxnSpPr/>
            <p:nvPr/>
          </p:nvCxnSpPr>
          <p:spPr bwMode="auto">
            <a:xfrm>
              <a:off x="0" y="5559480"/>
              <a:ext cx="12189240" cy="360"/>
            </a:xfrm>
            <a:prstGeom prst="straightConnector1">
              <a:avLst/>
            </a:prstGeom>
            <a:ln w="3175">
              <a:solidFill>
                <a:schemeClr val="dk1">
                  <a:alpha val="20000"/>
                </a:schemeClr>
              </a:solidFill>
              <a:round/>
            </a:ln>
          </p:spPr>
        </p:cxnSp>
        <p:cxnSp>
          <p:nvCxnSpPr>
            <p:cNvPr id="1693" name="Straight Connector 45"/>
            <p:cNvCxnSpPr/>
            <p:nvPr/>
          </p:nvCxnSpPr>
          <p:spPr bwMode="auto">
            <a:xfrm>
              <a:off x="0" y="5852160"/>
              <a:ext cx="12189240" cy="360"/>
            </a:xfrm>
            <a:prstGeom prst="straightConnector1">
              <a:avLst/>
            </a:prstGeom>
            <a:ln w="3175">
              <a:solidFill>
                <a:schemeClr val="dk1">
                  <a:alpha val="20000"/>
                </a:schemeClr>
              </a:solidFill>
              <a:round/>
            </a:ln>
          </p:spPr>
        </p:cxnSp>
      </p:grpSp>
      <p:pic>
        <p:nvPicPr>
          <p:cNvPr id="441717079" name="Graphic 5"/>
          <p:cNvPicPr/>
          <p:nvPr/>
        </p:nvPicPr>
        <p:blipFill rotWithShape="1">
          <a:blip r:embed="rId3"/>
          <a:stretch/>
        </p:blipFill>
        <p:spPr bwMode="auto">
          <a:xfrm rot="5400000">
            <a:off x="9510120" y="2743200"/>
            <a:ext cx="6857640" cy="1371240"/>
          </a:xfrm>
          <a:prstGeom prst="rect">
            <a:avLst/>
          </a:prstGeom>
          <a:noFill/>
          <a:ln w="0">
            <a:noFill/>
          </a:ln>
        </p:spPr>
      </p:pic>
      <p:sp>
        <p:nvSpPr>
          <p:cNvPr id="1187005615" name="TextBox 2"/>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259064"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47028741"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456626654" name="Straight Connector 33"/>
          <p:cNvCxnSpPr/>
          <p:nvPr/>
        </p:nvCxnSpPr>
        <p:spPr bwMode="auto">
          <a:xfrm>
            <a:off x="-89640" y="5670360"/>
            <a:ext cx="360" cy="1178280"/>
          </a:xfrm>
          <a:prstGeom prst="straightConnector1">
            <a:avLst/>
          </a:prstGeom>
          <a:ln w="9525" cap="sq">
            <a:solidFill>
              <a:srgbClr val="FF0000"/>
            </a:solidFill>
            <a:miter/>
          </a:ln>
        </p:spPr>
      </p:cxnSp>
      <p:sp>
        <p:nvSpPr>
          <p:cNvPr id="2017797367" name="PlaceHolder 1"/>
          <p:cNvSpPr>
            <a:spLocks noGrp="1"/>
          </p:cNvSpPr>
          <p:nvPr>
            <p:ph type="title"/>
          </p:nvPr>
        </p:nvSpPr>
        <p:spPr bwMode="auto">
          <a:xfrm>
            <a:off x="588240" y="585360"/>
            <a:ext cx="8192520" cy="307439"/>
          </a:xfrm>
          <a:prstGeom prst="rect">
            <a:avLst/>
          </a:prstGeom>
          <a:noFill/>
          <a:ln w="0">
            <a:noFill/>
          </a:ln>
        </p:spPr>
        <p:txBody>
          <a:bodyPr lIns="0" tIns="0" rIns="0" bIns="0" anchor="t">
            <a:noAutofit/>
          </a:bodyPr>
          <a:lstStyle>
            <a:lvl1pPr indent="0" algn="l" defTabSz="932760">
              <a:lnSpc>
                <a:spcPct val="100000"/>
              </a:lnSpc>
              <a:buNone/>
              <a:defRPr lang="en-US" sz="2000" b="0" u="none" strike="noStrike">
                <a:solidFill>
                  <a:schemeClr val="dk1"/>
                </a:solidFill>
                <a:latin typeface="Segoe UI Semibold"/>
              </a:defRPr>
            </a:lvl1pPr>
          </a:lstStyle>
          <a:p>
            <a:pPr indent="0" algn="l" defTabSz="932760">
              <a:lnSpc>
                <a:spcPct val="100000"/>
              </a:lnSpc>
              <a:buNone/>
              <a:defRPr/>
            </a:pPr>
            <a:r>
              <a:rPr lang="en-US" sz="2000" b="0" u="none" strike="noStrike">
                <a:solidFill>
                  <a:schemeClr val="dk1"/>
                </a:solidFill>
                <a:latin typeface="Segoe UI Semibold"/>
              </a:rPr>
              <a:t>Click to edit Master title style</a:t>
            </a:r>
          </a:p>
        </p:txBody>
      </p:sp>
      <p:sp>
        <p:nvSpPr>
          <p:cNvPr id="1118072652" name="PlaceHolder 2"/>
          <p:cNvSpPr>
            <a:spLocks noGrp="1"/>
          </p:cNvSpPr>
          <p:nvPr>
            <p:ph type="body" hasCustomPrompt="1"/>
          </p:nvPr>
        </p:nvSpPr>
        <p:spPr bwMode="auto">
          <a:xfrm>
            <a:off x="597240" y="2282400"/>
            <a:ext cx="1858680" cy="1858680"/>
          </a:xfrm>
          <a:prstGeom prst="rect">
            <a:avLst/>
          </a:prstGeom>
          <a:solidFill>
            <a:srgbClr val="D9D9D6"/>
          </a:solidFill>
          <a:ln w="0">
            <a:noFill/>
          </a:ln>
        </p:spPr>
        <p:txBody>
          <a:bodyPr lIns="0" tIns="0" rIns="0" bIns="594360" anchor="ctr">
            <a:noAutofit/>
          </a:bodyPr>
          <a:lstStyle>
            <a:lvl1pPr indent="0" algn="ctr" defTabSz="914400">
              <a:lnSpc>
                <a:spcPct val="100000"/>
              </a:lnSpc>
              <a:buNone/>
              <a:tabLst>
                <a:tab pos="0" algn="l"/>
              </a:tabLst>
              <a:defRPr lang="en-US" sz="600" b="1" u="none" strike="noStrike">
                <a:solidFill>
                  <a:srgbClr val="000000"/>
                </a:solidFill>
                <a:latin typeface="Segoe UI"/>
              </a:defRPr>
            </a:lvl1pPr>
          </a:lstStyle>
          <a:p>
            <a:pPr indent="0" algn="ctr" defTabSz="914400">
              <a:lnSpc>
                <a:spcPct val="100000"/>
              </a:lnSpc>
              <a:buNone/>
              <a:tabLst>
                <a:tab pos="0" algn="l"/>
              </a:tabLst>
              <a:defRPr/>
            </a:pPr>
            <a:r>
              <a:rPr lang="en-US" sz="600" b="1" u="none" strike="noStrike">
                <a:solidFill>
                  <a:srgbClr val="000000"/>
                </a:solidFill>
                <a:latin typeface="Segoe UI"/>
              </a:rPr>
              <a:t>Drag &amp; drop your photo </a:t>
            </a:r>
            <a:br>
              <a:rPr sz="600"/>
            </a:br>
            <a:r>
              <a:rPr lang="en-US" sz="600" b="1" u="none" strike="noStrike">
                <a:solidFill>
                  <a:srgbClr val="000000"/>
                </a:solidFill>
                <a:latin typeface="Segoe UI"/>
              </a:rPr>
              <a:t>here or click or tap icon </a:t>
            </a:r>
            <a:br>
              <a:rPr sz="600"/>
            </a:br>
            <a:r>
              <a:rPr lang="en-US" sz="600" b="1" u="none" strike="noStrike">
                <a:solidFill>
                  <a:srgbClr val="000000"/>
                </a:solidFill>
                <a:latin typeface="Segoe UI"/>
              </a:rPr>
              <a:t>below to insert</a:t>
            </a:r>
            <a:endParaRPr lang="en-US" sz="600" b="0" u="none" strike="noStrike">
              <a:solidFill>
                <a:schemeClr val="dk1"/>
              </a:solidFill>
              <a:latin typeface="Segoe UI"/>
            </a:endParaRPr>
          </a:p>
        </p:txBody>
      </p:sp>
      <p:sp>
        <p:nvSpPr>
          <p:cNvPr id="141145946" name="PlaceHolder 3"/>
          <p:cNvSpPr>
            <a:spLocks noGrp="1"/>
          </p:cNvSpPr>
          <p:nvPr>
            <p:ph type="body" hasCustomPrompt="1"/>
          </p:nvPr>
        </p:nvSpPr>
        <p:spPr bwMode="auto">
          <a:xfrm>
            <a:off x="584280" y="4527000"/>
            <a:ext cx="1885680" cy="245880"/>
          </a:xfrm>
          <a:prstGeom prst="rect">
            <a:avLst/>
          </a:prstGeom>
          <a:noFill/>
          <a:ln w="0">
            <a:noFill/>
          </a:ln>
        </p:spPr>
        <p:txBody>
          <a:bodyPr lIns="0" tIns="0" rIns="0" bIns="0" anchor="b">
            <a:noAutofit/>
          </a:bodyPr>
          <a:lstStyle>
            <a:lvl1pPr indent="0" algn="l" defTabSz="932760">
              <a:lnSpc>
                <a:spcPct val="100000"/>
              </a:lnSpc>
              <a:spcBef>
                <a:spcPts val="320"/>
              </a:spcBef>
              <a:buNone/>
              <a:tabLst>
                <a:tab pos="0" algn="l"/>
              </a:tabLst>
              <a:defRPr lang="en-US" sz="1600" b="0" u="none" strike="noStrike">
                <a:solidFill>
                  <a:schemeClr val="accent1"/>
                </a:solidFill>
                <a:latin typeface="Segoe UI"/>
              </a:defRPr>
            </a:lvl1pPr>
          </a:lstStyle>
          <a:p>
            <a:pPr indent="0" algn="l" defTabSz="932760">
              <a:lnSpc>
                <a:spcPct val="100000"/>
              </a:lnSpc>
              <a:spcBef>
                <a:spcPts val="320"/>
              </a:spcBef>
              <a:buNone/>
              <a:tabLst>
                <a:tab pos="0" algn="l"/>
              </a:tabLst>
              <a:defRPr/>
            </a:pPr>
            <a:r>
              <a:rPr lang="en-US" sz="1600" b="0" u="none" strike="noStrike">
                <a:solidFill>
                  <a:schemeClr val="accent1"/>
                </a:solidFill>
                <a:latin typeface="Segoe UI"/>
              </a:rPr>
              <a:t>Name</a:t>
            </a:r>
            <a:endParaRPr lang="en-US" sz="1600" b="0" u="none" strike="noStrike">
              <a:solidFill>
                <a:schemeClr val="dk1"/>
              </a:solidFill>
              <a:latin typeface="Segoe UI"/>
            </a:endParaRPr>
          </a:p>
        </p:txBody>
      </p:sp>
      <p:sp>
        <p:nvSpPr>
          <p:cNvPr id="722561522" name="PlaceHolder 4"/>
          <p:cNvSpPr>
            <a:spLocks noGrp="1"/>
          </p:cNvSpPr>
          <p:nvPr>
            <p:ph type="body" hasCustomPrompt="1"/>
          </p:nvPr>
        </p:nvSpPr>
        <p:spPr bwMode="auto">
          <a:xfrm>
            <a:off x="584280" y="4802760"/>
            <a:ext cx="1885680" cy="184320"/>
          </a:xfrm>
          <a:prstGeom prst="rect">
            <a:avLst/>
          </a:prstGeom>
          <a:noFill/>
          <a:ln w="0">
            <a:noFill/>
          </a:ln>
        </p:spPr>
        <p:txBody>
          <a:bodyPr lIns="0" tIns="0" rIns="0" bIns="0" anchor="t">
            <a:noAutofit/>
          </a:bodyPr>
          <a:lstStyle>
            <a:lvl1pPr indent="0" algn="l" defTabSz="932760">
              <a:lnSpc>
                <a:spcPct val="100000"/>
              </a:lnSpc>
              <a:spcBef>
                <a:spcPts val="241"/>
              </a:spcBef>
              <a:buNone/>
              <a:tabLst>
                <a:tab pos="0" algn="l"/>
              </a:tabLst>
              <a:defRPr lang="en-US" sz="1200" b="0" u="none" strike="noStrike">
                <a:solidFill>
                  <a:schemeClr val="accent1"/>
                </a:solidFill>
                <a:latin typeface="Segoe UI"/>
              </a:defRPr>
            </a:lvl1pPr>
          </a:lstStyle>
          <a:p>
            <a:pPr indent="0" algn="l" defTabSz="932760">
              <a:lnSpc>
                <a:spcPct val="100000"/>
              </a:lnSpc>
              <a:spcBef>
                <a:spcPts val="241"/>
              </a:spcBef>
              <a:buNone/>
              <a:tabLst>
                <a:tab pos="0" algn="l"/>
              </a:tabLst>
              <a:defRPr/>
            </a:pPr>
            <a:r>
              <a:rPr lang="en-US" sz="1200" b="0" u="none" strike="noStrike">
                <a:solidFill>
                  <a:schemeClr val="accent1"/>
                </a:solidFill>
                <a:latin typeface="Segoe UI"/>
              </a:rPr>
              <a:t>Role or title</a:t>
            </a:r>
            <a:endParaRPr lang="en-US" sz="1200" b="0" u="none" strike="noStrike">
              <a:solidFill>
                <a:schemeClr val="dk1"/>
              </a:solidFill>
              <a:latin typeface="Segoe UI"/>
            </a:endParaRPr>
          </a:p>
        </p:txBody>
      </p:sp>
      <p:sp>
        <p:nvSpPr>
          <p:cNvPr id="1203426565" name="PlaceHolder 5"/>
          <p:cNvSpPr>
            <a:spLocks noGrp="1"/>
          </p:cNvSpPr>
          <p:nvPr>
            <p:ph type="body" hasCustomPrompt="1"/>
          </p:nvPr>
        </p:nvSpPr>
        <p:spPr bwMode="auto">
          <a:xfrm>
            <a:off x="597240" y="5290560"/>
            <a:ext cx="1858680" cy="645840"/>
          </a:xfrm>
          <a:prstGeom prst="rect">
            <a:avLst/>
          </a:prstGeom>
          <a:noFill/>
          <a:ln w="0">
            <a:noFill/>
          </a:ln>
        </p:spPr>
        <p:txBody>
          <a:bodyPr lIns="0" tIns="0" rIns="0" bIns="0" anchor="t">
            <a:noAutofit/>
          </a:bodyPr>
          <a:lstStyle>
            <a:lvl1pPr indent="0" algn="l" defTabSz="932760">
              <a:lnSpc>
                <a:spcPct val="100000"/>
              </a:lnSpc>
              <a:spcBef>
                <a:spcPts val="201"/>
              </a:spcBef>
              <a:buNone/>
              <a:tabLst>
                <a:tab pos="0" algn="l"/>
              </a:tabLst>
              <a:defRPr lang="en-US" sz="1000" b="0" u="none" strike="noStrike">
                <a:solidFill>
                  <a:schemeClr val="dk1"/>
                </a:solidFill>
                <a:latin typeface="Segoe UI"/>
              </a:defRPr>
            </a:lvl1pPr>
            <a:lvl2pPr indent="0" algn="l" defTabSz="932760">
              <a:lnSpc>
                <a:spcPct val="100000"/>
              </a:lnSpc>
              <a:spcBef>
                <a:spcPts val="201"/>
              </a:spcBef>
              <a:buNone/>
              <a:tabLst>
                <a:tab pos="0" algn="l"/>
              </a:tabLst>
              <a:defRPr lang="en-US" sz="1000" b="0" u="none" strike="noStrike">
                <a:solidFill>
                  <a:schemeClr val="dk1"/>
                </a:solidFill>
                <a:latin typeface="Segoe UI"/>
              </a:defRPr>
            </a:lvl2pPr>
          </a:lstStyle>
          <a:p>
            <a:pPr indent="0" algn="l" defTabSz="932760">
              <a:lnSpc>
                <a:spcPct val="100000"/>
              </a:lnSpc>
              <a:spcBef>
                <a:spcPts val="201"/>
              </a:spcBef>
              <a:buNone/>
              <a:tabLst>
                <a:tab pos="0" algn="l"/>
              </a:tabLst>
              <a:defRPr/>
            </a:pPr>
            <a:r>
              <a:rPr lang="en-US" sz="1000" b="0" u="none" strike="noStrike">
                <a:solidFill>
                  <a:schemeClr val="dk1"/>
                </a:solidFill>
                <a:latin typeface="Segoe UI"/>
              </a:rPr>
              <a:t>Short bio or description (3-4 lines). Support text paragraph, bullets, or additional details</a:t>
            </a:r>
          </a:p>
          <a:p>
            <a:pPr indent="0" algn="l" defTabSz="932760">
              <a:lnSpc>
                <a:spcPct val="100000"/>
              </a:lnSpc>
              <a:spcBef>
                <a:spcPts val="201"/>
              </a:spcBef>
              <a:buNone/>
              <a:tabLst>
                <a:tab pos="0" algn="l"/>
              </a:tabLst>
              <a:defRPr/>
            </a:pPr>
            <a:endParaRPr lang="en-US" sz="1000" b="0" u="none" strike="noStrike">
              <a:solidFill>
                <a:schemeClr val="dk1"/>
              </a:solidFill>
              <a:latin typeface="Segoe UI"/>
            </a:endParaRPr>
          </a:p>
        </p:txBody>
      </p:sp>
      <p:sp>
        <p:nvSpPr>
          <p:cNvPr id="1512739260" name="PlaceHolder 6"/>
          <p:cNvSpPr>
            <a:spLocks noGrp="1"/>
          </p:cNvSpPr>
          <p:nvPr>
            <p:ph type="body" hasCustomPrompt="1"/>
          </p:nvPr>
        </p:nvSpPr>
        <p:spPr bwMode="auto">
          <a:xfrm>
            <a:off x="2885760" y="2282400"/>
            <a:ext cx="1858680" cy="1858680"/>
          </a:xfrm>
          <a:prstGeom prst="rect">
            <a:avLst/>
          </a:prstGeom>
          <a:solidFill>
            <a:srgbClr val="D9D9D6"/>
          </a:solidFill>
          <a:ln w="0">
            <a:noFill/>
          </a:ln>
        </p:spPr>
        <p:txBody>
          <a:bodyPr lIns="0" tIns="0" rIns="0" bIns="594360" anchor="ctr">
            <a:noAutofit/>
          </a:bodyPr>
          <a:lstStyle>
            <a:lvl1pPr indent="0" algn="ctr" defTabSz="914400">
              <a:lnSpc>
                <a:spcPct val="100000"/>
              </a:lnSpc>
              <a:buNone/>
              <a:tabLst>
                <a:tab pos="0" algn="l"/>
              </a:tabLst>
              <a:defRPr lang="en-US" sz="600" b="1" u="none" strike="noStrike">
                <a:solidFill>
                  <a:srgbClr val="000000"/>
                </a:solidFill>
                <a:latin typeface="Segoe UI"/>
              </a:defRPr>
            </a:lvl1pPr>
          </a:lstStyle>
          <a:p>
            <a:pPr indent="0" algn="ctr" defTabSz="914400">
              <a:lnSpc>
                <a:spcPct val="100000"/>
              </a:lnSpc>
              <a:buNone/>
              <a:tabLst>
                <a:tab pos="0" algn="l"/>
              </a:tabLst>
              <a:defRPr/>
            </a:pPr>
            <a:r>
              <a:rPr lang="en-US" sz="600" b="1" u="none" strike="noStrike">
                <a:solidFill>
                  <a:srgbClr val="000000"/>
                </a:solidFill>
                <a:latin typeface="Segoe UI"/>
              </a:rPr>
              <a:t>Drag &amp; drop your photo </a:t>
            </a:r>
            <a:br>
              <a:rPr sz="600"/>
            </a:br>
            <a:r>
              <a:rPr lang="en-US" sz="600" b="1" u="none" strike="noStrike">
                <a:solidFill>
                  <a:srgbClr val="000000"/>
                </a:solidFill>
                <a:latin typeface="Segoe UI"/>
              </a:rPr>
              <a:t>here or click or tap icon </a:t>
            </a:r>
            <a:br>
              <a:rPr sz="600"/>
            </a:br>
            <a:r>
              <a:rPr lang="en-US" sz="600" b="1" u="none" strike="noStrike">
                <a:solidFill>
                  <a:srgbClr val="000000"/>
                </a:solidFill>
                <a:latin typeface="Segoe UI"/>
              </a:rPr>
              <a:t>below to insert</a:t>
            </a:r>
            <a:endParaRPr lang="en-US" sz="600" b="0" u="none" strike="noStrike">
              <a:solidFill>
                <a:schemeClr val="dk1"/>
              </a:solidFill>
              <a:latin typeface="Segoe UI"/>
            </a:endParaRPr>
          </a:p>
        </p:txBody>
      </p:sp>
      <p:sp>
        <p:nvSpPr>
          <p:cNvPr id="1803640936" name="PlaceHolder 7"/>
          <p:cNvSpPr>
            <a:spLocks noGrp="1"/>
          </p:cNvSpPr>
          <p:nvPr>
            <p:ph type="body" hasCustomPrompt="1"/>
          </p:nvPr>
        </p:nvSpPr>
        <p:spPr bwMode="auto">
          <a:xfrm>
            <a:off x="2895480" y="4527000"/>
            <a:ext cx="1885680" cy="245880"/>
          </a:xfrm>
          <a:prstGeom prst="rect">
            <a:avLst/>
          </a:prstGeom>
          <a:noFill/>
          <a:ln w="0">
            <a:noFill/>
          </a:ln>
        </p:spPr>
        <p:txBody>
          <a:bodyPr lIns="0" tIns="0" rIns="0" bIns="0" anchor="b">
            <a:noAutofit/>
          </a:bodyPr>
          <a:lstStyle>
            <a:lvl1pPr indent="0" algn="l" defTabSz="932760">
              <a:lnSpc>
                <a:spcPct val="100000"/>
              </a:lnSpc>
              <a:spcBef>
                <a:spcPts val="320"/>
              </a:spcBef>
              <a:buNone/>
              <a:tabLst>
                <a:tab pos="0" algn="l"/>
              </a:tabLst>
              <a:defRPr lang="en-US" sz="1600" b="0" u="none" strike="noStrike">
                <a:solidFill>
                  <a:schemeClr val="accent1"/>
                </a:solidFill>
                <a:latin typeface="Segoe UI"/>
              </a:defRPr>
            </a:lvl1pPr>
          </a:lstStyle>
          <a:p>
            <a:pPr indent="0" algn="l" defTabSz="932760">
              <a:lnSpc>
                <a:spcPct val="100000"/>
              </a:lnSpc>
              <a:spcBef>
                <a:spcPts val="320"/>
              </a:spcBef>
              <a:buNone/>
              <a:tabLst>
                <a:tab pos="0" algn="l"/>
              </a:tabLst>
              <a:defRPr/>
            </a:pPr>
            <a:r>
              <a:rPr lang="en-US" sz="1600" b="0" u="none" strike="noStrike">
                <a:solidFill>
                  <a:schemeClr val="accent1"/>
                </a:solidFill>
                <a:latin typeface="Segoe UI"/>
              </a:rPr>
              <a:t>Name</a:t>
            </a:r>
            <a:endParaRPr lang="en-US" sz="1600" b="0" u="none" strike="noStrike">
              <a:solidFill>
                <a:schemeClr val="dk1"/>
              </a:solidFill>
              <a:latin typeface="Segoe UI"/>
            </a:endParaRPr>
          </a:p>
        </p:txBody>
      </p:sp>
      <p:sp>
        <p:nvSpPr>
          <p:cNvPr id="411960329" name="PlaceHolder 8"/>
          <p:cNvSpPr>
            <a:spLocks noGrp="1"/>
          </p:cNvSpPr>
          <p:nvPr>
            <p:ph type="body" hasCustomPrompt="1"/>
          </p:nvPr>
        </p:nvSpPr>
        <p:spPr bwMode="auto">
          <a:xfrm>
            <a:off x="2895480" y="4802760"/>
            <a:ext cx="1885680" cy="184320"/>
          </a:xfrm>
          <a:prstGeom prst="rect">
            <a:avLst/>
          </a:prstGeom>
          <a:noFill/>
          <a:ln w="0">
            <a:noFill/>
          </a:ln>
        </p:spPr>
        <p:txBody>
          <a:bodyPr lIns="0" tIns="0" rIns="0" bIns="0" anchor="t">
            <a:noAutofit/>
          </a:bodyPr>
          <a:lstStyle>
            <a:lvl1pPr indent="0" algn="l" defTabSz="932760">
              <a:lnSpc>
                <a:spcPct val="100000"/>
              </a:lnSpc>
              <a:spcBef>
                <a:spcPts val="241"/>
              </a:spcBef>
              <a:buNone/>
              <a:tabLst>
                <a:tab pos="0" algn="l"/>
              </a:tabLst>
              <a:defRPr lang="en-US" sz="1200" b="0" u="none" strike="noStrike">
                <a:solidFill>
                  <a:schemeClr val="accent1"/>
                </a:solidFill>
                <a:latin typeface="Segoe UI"/>
              </a:defRPr>
            </a:lvl1pPr>
          </a:lstStyle>
          <a:p>
            <a:pPr indent="0" algn="l" defTabSz="932760">
              <a:lnSpc>
                <a:spcPct val="100000"/>
              </a:lnSpc>
              <a:spcBef>
                <a:spcPts val="241"/>
              </a:spcBef>
              <a:buNone/>
              <a:tabLst>
                <a:tab pos="0" algn="l"/>
              </a:tabLst>
              <a:defRPr/>
            </a:pPr>
            <a:r>
              <a:rPr lang="en-US" sz="1200" b="0" u="none" strike="noStrike">
                <a:solidFill>
                  <a:schemeClr val="accent1"/>
                </a:solidFill>
                <a:latin typeface="Segoe UI"/>
              </a:rPr>
              <a:t>Role or title</a:t>
            </a:r>
            <a:endParaRPr lang="en-US" sz="1200" b="0" u="none" strike="noStrike">
              <a:solidFill>
                <a:schemeClr val="dk1"/>
              </a:solidFill>
              <a:latin typeface="Segoe UI"/>
            </a:endParaRPr>
          </a:p>
        </p:txBody>
      </p:sp>
      <p:sp>
        <p:nvSpPr>
          <p:cNvPr id="1928430358" name="PlaceHolder 9"/>
          <p:cNvSpPr>
            <a:spLocks noGrp="1"/>
          </p:cNvSpPr>
          <p:nvPr>
            <p:ph type="body" hasCustomPrompt="1"/>
          </p:nvPr>
        </p:nvSpPr>
        <p:spPr bwMode="auto">
          <a:xfrm>
            <a:off x="2900880" y="5290560"/>
            <a:ext cx="1858680" cy="645840"/>
          </a:xfrm>
          <a:prstGeom prst="rect">
            <a:avLst/>
          </a:prstGeom>
          <a:noFill/>
          <a:ln w="0">
            <a:noFill/>
          </a:ln>
        </p:spPr>
        <p:txBody>
          <a:bodyPr lIns="0" tIns="0" rIns="0" bIns="0" anchor="t">
            <a:noAutofit/>
          </a:bodyPr>
          <a:lstStyle>
            <a:lvl1pPr indent="0" algn="l" defTabSz="932760">
              <a:lnSpc>
                <a:spcPct val="100000"/>
              </a:lnSpc>
              <a:spcBef>
                <a:spcPts val="201"/>
              </a:spcBef>
              <a:buNone/>
              <a:tabLst>
                <a:tab pos="0" algn="l"/>
              </a:tabLst>
              <a:defRPr lang="en-US" sz="1000" b="0" u="none" strike="noStrike">
                <a:solidFill>
                  <a:schemeClr val="dk1"/>
                </a:solidFill>
                <a:latin typeface="Segoe UI"/>
              </a:defRPr>
            </a:lvl1pPr>
            <a:lvl2pPr indent="0" algn="l" defTabSz="932760">
              <a:lnSpc>
                <a:spcPct val="100000"/>
              </a:lnSpc>
              <a:spcBef>
                <a:spcPts val="201"/>
              </a:spcBef>
              <a:buNone/>
              <a:tabLst>
                <a:tab pos="0" algn="l"/>
              </a:tabLst>
              <a:defRPr lang="en-US" sz="1000" b="0" u="none" strike="noStrike">
                <a:solidFill>
                  <a:schemeClr val="dk1"/>
                </a:solidFill>
                <a:latin typeface="Segoe UI"/>
              </a:defRPr>
            </a:lvl2pPr>
          </a:lstStyle>
          <a:p>
            <a:pPr indent="0" algn="l" defTabSz="932760">
              <a:lnSpc>
                <a:spcPct val="100000"/>
              </a:lnSpc>
              <a:spcBef>
                <a:spcPts val="201"/>
              </a:spcBef>
              <a:buNone/>
              <a:tabLst>
                <a:tab pos="0" algn="l"/>
              </a:tabLst>
              <a:defRPr/>
            </a:pPr>
            <a:r>
              <a:rPr lang="en-US" sz="1000" b="0" u="none" strike="noStrike">
                <a:solidFill>
                  <a:schemeClr val="dk1"/>
                </a:solidFill>
                <a:latin typeface="Segoe UI"/>
              </a:rPr>
              <a:t>Short bio or description (3-4 lines). Support text paragraph, bullets, or additional details</a:t>
            </a:r>
          </a:p>
          <a:p>
            <a:pPr indent="0" algn="l" defTabSz="932760">
              <a:lnSpc>
                <a:spcPct val="100000"/>
              </a:lnSpc>
              <a:spcBef>
                <a:spcPts val="201"/>
              </a:spcBef>
              <a:buNone/>
              <a:tabLst>
                <a:tab pos="0" algn="l"/>
              </a:tabLst>
              <a:defRPr/>
            </a:pPr>
            <a:endParaRPr lang="en-US" sz="1000" b="0" u="none" strike="noStrike">
              <a:solidFill>
                <a:schemeClr val="dk1"/>
              </a:solidFill>
              <a:latin typeface="Segoe UI"/>
            </a:endParaRPr>
          </a:p>
        </p:txBody>
      </p:sp>
      <p:sp>
        <p:nvSpPr>
          <p:cNvPr id="459397846" name="PlaceHolder 10"/>
          <p:cNvSpPr>
            <a:spLocks noGrp="1"/>
          </p:cNvSpPr>
          <p:nvPr>
            <p:ph type="body" hasCustomPrompt="1"/>
          </p:nvPr>
        </p:nvSpPr>
        <p:spPr bwMode="auto">
          <a:xfrm>
            <a:off x="5206680" y="2282400"/>
            <a:ext cx="1858680" cy="1858680"/>
          </a:xfrm>
          <a:prstGeom prst="rect">
            <a:avLst/>
          </a:prstGeom>
          <a:solidFill>
            <a:srgbClr val="D9D9D6"/>
          </a:solidFill>
          <a:ln w="0">
            <a:noFill/>
          </a:ln>
        </p:spPr>
        <p:txBody>
          <a:bodyPr lIns="0" tIns="0" rIns="0" bIns="594360" anchor="ctr">
            <a:noAutofit/>
          </a:bodyPr>
          <a:lstStyle>
            <a:lvl1pPr indent="0" algn="ctr" defTabSz="914400">
              <a:lnSpc>
                <a:spcPct val="100000"/>
              </a:lnSpc>
              <a:buNone/>
              <a:tabLst>
                <a:tab pos="0" algn="l"/>
              </a:tabLst>
              <a:defRPr lang="en-US" sz="600" b="1" u="none" strike="noStrike">
                <a:solidFill>
                  <a:srgbClr val="000000"/>
                </a:solidFill>
                <a:latin typeface="Segoe UI"/>
              </a:defRPr>
            </a:lvl1pPr>
          </a:lstStyle>
          <a:p>
            <a:pPr indent="0" algn="ctr" defTabSz="914400">
              <a:lnSpc>
                <a:spcPct val="100000"/>
              </a:lnSpc>
              <a:buNone/>
              <a:tabLst>
                <a:tab pos="0" algn="l"/>
              </a:tabLst>
              <a:defRPr/>
            </a:pPr>
            <a:r>
              <a:rPr lang="en-US" sz="600" b="1" u="none" strike="noStrike">
                <a:solidFill>
                  <a:srgbClr val="000000"/>
                </a:solidFill>
                <a:latin typeface="Segoe UI"/>
              </a:rPr>
              <a:t>Drag &amp; drop your photo </a:t>
            </a:r>
            <a:br>
              <a:rPr sz="600"/>
            </a:br>
            <a:r>
              <a:rPr lang="en-US" sz="600" b="1" u="none" strike="noStrike">
                <a:solidFill>
                  <a:srgbClr val="000000"/>
                </a:solidFill>
                <a:latin typeface="Segoe UI"/>
              </a:rPr>
              <a:t>here or click or tap icon </a:t>
            </a:r>
            <a:br>
              <a:rPr sz="600"/>
            </a:br>
            <a:r>
              <a:rPr lang="en-US" sz="600" b="1" u="none" strike="noStrike">
                <a:solidFill>
                  <a:srgbClr val="000000"/>
                </a:solidFill>
                <a:latin typeface="Segoe UI"/>
              </a:rPr>
              <a:t>below to insert</a:t>
            </a:r>
            <a:endParaRPr lang="en-US" sz="600" b="0" u="none" strike="noStrike">
              <a:solidFill>
                <a:schemeClr val="dk1"/>
              </a:solidFill>
              <a:latin typeface="Segoe UI"/>
            </a:endParaRPr>
          </a:p>
        </p:txBody>
      </p:sp>
      <p:sp>
        <p:nvSpPr>
          <p:cNvPr id="567571345" name="PlaceHolder 11"/>
          <p:cNvSpPr>
            <a:spLocks noGrp="1"/>
          </p:cNvSpPr>
          <p:nvPr>
            <p:ph type="body" hasCustomPrompt="1"/>
          </p:nvPr>
        </p:nvSpPr>
        <p:spPr bwMode="auto">
          <a:xfrm>
            <a:off x="5181480" y="4527000"/>
            <a:ext cx="1885680" cy="245880"/>
          </a:xfrm>
          <a:prstGeom prst="rect">
            <a:avLst/>
          </a:prstGeom>
          <a:noFill/>
          <a:ln w="0">
            <a:noFill/>
          </a:ln>
        </p:spPr>
        <p:txBody>
          <a:bodyPr lIns="0" tIns="0" rIns="0" bIns="0" anchor="b">
            <a:noAutofit/>
          </a:bodyPr>
          <a:lstStyle>
            <a:lvl1pPr indent="0" algn="l" defTabSz="932760">
              <a:lnSpc>
                <a:spcPct val="100000"/>
              </a:lnSpc>
              <a:spcBef>
                <a:spcPts val="320"/>
              </a:spcBef>
              <a:buNone/>
              <a:tabLst>
                <a:tab pos="0" algn="l"/>
              </a:tabLst>
              <a:defRPr lang="en-US" sz="1600" b="0" u="none" strike="noStrike">
                <a:solidFill>
                  <a:schemeClr val="accent1"/>
                </a:solidFill>
                <a:latin typeface="Segoe UI"/>
              </a:defRPr>
            </a:lvl1pPr>
          </a:lstStyle>
          <a:p>
            <a:pPr indent="0" algn="l" defTabSz="932760">
              <a:lnSpc>
                <a:spcPct val="100000"/>
              </a:lnSpc>
              <a:spcBef>
                <a:spcPts val="320"/>
              </a:spcBef>
              <a:buNone/>
              <a:tabLst>
                <a:tab pos="0" algn="l"/>
              </a:tabLst>
              <a:defRPr/>
            </a:pPr>
            <a:r>
              <a:rPr lang="en-US" sz="1600" b="0" u="none" strike="noStrike">
                <a:solidFill>
                  <a:schemeClr val="accent1"/>
                </a:solidFill>
                <a:latin typeface="Segoe UI"/>
              </a:rPr>
              <a:t>Name</a:t>
            </a:r>
            <a:endParaRPr lang="en-US" sz="1600" b="0" u="none" strike="noStrike">
              <a:solidFill>
                <a:schemeClr val="dk1"/>
              </a:solidFill>
              <a:latin typeface="Segoe UI"/>
            </a:endParaRPr>
          </a:p>
        </p:txBody>
      </p:sp>
      <p:sp>
        <p:nvSpPr>
          <p:cNvPr id="1034159411" name="PlaceHolder 12"/>
          <p:cNvSpPr>
            <a:spLocks noGrp="1"/>
          </p:cNvSpPr>
          <p:nvPr>
            <p:ph type="body" hasCustomPrompt="1"/>
          </p:nvPr>
        </p:nvSpPr>
        <p:spPr bwMode="auto">
          <a:xfrm>
            <a:off x="5181480" y="4802760"/>
            <a:ext cx="1885680" cy="184320"/>
          </a:xfrm>
          <a:prstGeom prst="rect">
            <a:avLst/>
          </a:prstGeom>
          <a:noFill/>
          <a:ln w="0">
            <a:noFill/>
          </a:ln>
        </p:spPr>
        <p:txBody>
          <a:bodyPr lIns="0" tIns="0" rIns="0" bIns="0" anchor="t">
            <a:noAutofit/>
          </a:bodyPr>
          <a:lstStyle>
            <a:lvl1pPr indent="0" algn="l" defTabSz="932760">
              <a:lnSpc>
                <a:spcPct val="100000"/>
              </a:lnSpc>
              <a:spcBef>
                <a:spcPts val="241"/>
              </a:spcBef>
              <a:buNone/>
              <a:tabLst>
                <a:tab pos="0" algn="l"/>
              </a:tabLst>
              <a:defRPr lang="en-US" sz="1200" b="0" u="none" strike="noStrike">
                <a:solidFill>
                  <a:schemeClr val="accent1"/>
                </a:solidFill>
                <a:latin typeface="Segoe UI"/>
              </a:defRPr>
            </a:lvl1pPr>
          </a:lstStyle>
          <a:p>
            <a:pPr indent="0" algn="l" defTabSz="932760">
              <a:lnSpc>
                <a:spcPct val="100000"/>
              </a:lnSpc>
              <a:spcBef>
                <a:spcPts val="241"/>
              </a:spcBef>
              <a:buNone/>
              <a:tabLst>
                <a:tab pos="0" algn="l"/>
              </a:tabLst>
              <a:defRPr/>
            </a:pPr>
            <a:r>
              <a:rPr lang="en-US" sz="1200" b="0" u="none" strike="noStrike">
                <a:solidFill>
                  <a:schemeClr val="accent1"/>
                </a:solidFill>
                <a:latin typeface="Segoe UI"/>
              </a:rPr>
              <a:t>Role or title</a:t>
            </a:r>
            <a:endParaRPr lang="en-US" sz="1200" b="0" u="none" strike="noStrike">
              <a:solidFill>
                <a:schemeClr val="dk1"/>
              </a:solidFill>
              <a:latin typeface="Segoe UI"/>
            </a:endParaRPr>
          </a:p>
        </p:txBody>
      </p:sp>
      <p:sp>
        <p:nvSpPr>
          <p:cNvPr id="1110648064" name="PlaceHolder 13"/>
          <p:cNvSpPr>
            <a:spLocks noGrp="1"/>
          </p:cNvSpPr>
          <p:nvPr>
            <p:ph type="body" hasCustomPrompt="1"/>
          </p:nvPr>
        </p:nvSpPr>
        <p:spPr bwMode="auto">
          <a:xfrm>
            <a:off x="5181120" y="5290560"/>
            <a:ext cx="1858680" cy="645840"/>
          </a:xfrm>
          <a:prstGeom prst="rect">
            <a:avLst/>
          </a:prstGeom>
          <a:noFill/>
          <a:ln w="0">
            <a:noFill/>
          </a:ln>
        </p:spPr>
        <p:txBody>
          <a:bodyPr lIns="0" tIns="0" rIns="0" bIns="0" anchor="t">
            <a:noAutofit/>
          </a:bodyPr>
          <a:lstStyle>
            <a:lvl1pPr indent="0" algn="l" defTabSz="932760">
              <a:lnSpc>
                <a:spcPct val="100000"/>
              </a:lnSpc>
              <a:spcBef>
                <a:spcPts val="201"/>
              </a:spcBef>
              <a:buNone/>
              <a:tabLst>
                <a:tab pos="0" algn="l"/>
              </a:tabLst>
              <a:defRPr lang="en-US" sz="1000" b="0" u="none" strike="noStrike">
                <a:solidFill>
                  <a:schemeClr val="dk1"/>
                </a:solidFill>
                <a:latin typeface="Segoe UI"/>
              </a:defRPr>
            </a:lvl1pPr>
            <a:lvl2pPr indent="0" algn="l" defTabSz="932760">
              <a:lnSpc>
                <a:spcPct val="100000"/>
              </a:lnSpc>
              <a:spcBef>
                <a:spcPts val="201"/>
              </a:spcBef>
              <a:buNone/>
              <a:tabLst>
                <a:tab pos="0" algn="l"/>
              </a:tabLst>
              <a:defRPr lang="en-US" sz="1000" b="0" u="none" strike="noStrike">
                <a:solidFill>
                  <a:schemeClr val="dk1"/>
                </a:solidFill>
                <a:latin typeface="Segoe UI"/>
              </a:defRPr>
            </a:lvl2pPr>
          </a:lstStyle>
          <a:p>
            <a:pPr indent="0" algn="l" defTabSz="932760">
              <a:lnSpc>
                <a:spcPct val="100000"/>
              </a:lnSpc>
              <a:spcBef>
                <a:spcPts val="201"/>
              </a:spcBef>
              <a:buNone/>
              <a:tabLst>
                <a:tab pos="0" algn="l"/>
              </a:tabLst>
              <a:defRPr/>
            </a:pPr>
            <a:r>
              <a:rPr lang="en-US" sz="1000" b="0" u="none" strike="noStrike">
                <a:solidFill>
                  <a:schemeClr val="dk1"/>
                </a:solidFill>
                <a:latin typeface="Segoe UI"/>
              </a:rPr>
              <a:t>Short bio or description (3-4 lines). Support text paragraph, bullets, or additional details</a:t>
            </a:r>
          </a:p>
          <a:p>
            <a:pPr indent="0" algn="l" defTabSz="932760">
              <a:lnSpc>
                <a:spcPct val="100000"/>
              </a:lnSpc>
              <a:spcBef>
                <a:spcPts val="201"/>
              </a:spcBef>
              <a:buNone/>
              <a:tabLst>
                <a:tab pos="0" algn="l"/>
              </a:tabLst>
              <a:defRPr/>
            </a:pPr>
            <a:endParaRPr lang="en-US" sz="1000" b="0" u="none" strike="noStrike">
              <a:solidFill>
                <a:schemeClr val="dk1"/>
              </a:solidFill>
              <a:latin typeface="Segoe UI"/>
            </a:endParaRPr>
          </a:p>
        </p:txBody>
      </p:sp>
      <p:sp>
        <p:nvSpPr>
          <p:cNvPr id="623997001" name="PlaceHolder 14"/>
          <p:cNvSpPr>
            <a:spLocks noGrp="1"/>
          </p:cNvSpPr>
          <p:nvPr>
            <p:ph type="body" hasCustomPrompt="1"/>
          </p:nvPr>
        </p:nvSpPr>
        <p:spPr bwMode="auto">
          <a:xfrm>
            <a:off x="7444440" y="2282400"/>
            <a:ext cx="1858680" cy="1858680"/>
          </a:xfrm>
          <a:prstGeom prst="rect">
            <a:avLst/>
          </a:prstGeom>
          <a:solidFill>
            <a:srgbClr val="D9D9D6"/>
          </a:solidFill>
          <a:ln w="0">
            <a:noFill/>
          </a:ln>
        </p:spPr>
        <p:txBody>
          <a:bodyPr lIns="0" tIns="0" rIns="0" bIns="594360" anchor="ctr">
            <a:noAutofit/>
          </a:bodyPr>
          <a:lstStyle>
            <a:lvl1pPr indent="0" algn="ctr" defTabSz="914400">
              <a:lnSpc>
                <a:spcPct val="100000"/>
              </a:lnSpc>
              <a:buNone/>
              <a:tabLst>
                <a:tab pos="0" algn="l"/>
              </a:tabLst>
              <a:defRPr lang="en-US" sz="600" b="1" u="none" strike="noStrike">
                <a:solidFill>
                  <a:srgbClr val="000000"/>
                </a:solidFill>
                <a:latin typeface="Segoe UI"/>
              </a:defRPr>
            </a:lvl1pPr>
          </a:lstStyle>
          <a:p>
            <a:pPr indent="0" algn="ctr" defTabSz="914400">
              <a:lnSpc>
                <a:spcPct val="100000"/>
              </a:lnSpc>
              <a:buNone/>
              <a:tabLst>
                <a:tab pos="0" algn="l"/>
              </a:tabLst>
              <a:defRPr/>
            </a:pPr>
            <a:r>
              <a:rPr lang="en-US" sz="600" b="1" u="none" strike="noStrike">
                <a:solidFill>
                  <a:srgbClr val="000000"/>
                </a:solidFill>
                <a:latin typeface="Segoe UI"/>
              </a:rPr>
              <a:t>Drag &amp; drop your photo </a:t>
            </a:r>
            <a:br>
              <a:rPr sz="600"/>
            </a:br>
            <a:r>
              <a:rPr lang="en-US" sz="600" b="1" u="none" strike="noStrike">
                <a:solidFill>
                  <a:srgbClr val="000000"/>
                </a:solidFill>
                <a:latin typeface="Segoe UI"/>
              </a:rPr>
              <a:t>here or click or tap icon </a:t>
            </a:r>
            <a:br>
              <a:rPr sz="600"/>
            </a:br>
            <a:r>
              <a:rPr lang="en-US" sz="600" b="1" u="none" strike="noStrike">
                <a:solidFill>
                  <a:srgbClr val="000000"/>
                </a:solidFill>
                <a:latin typeface="Segoe UI"/>
              </a:rPr>
              <a:t>below to insert</a:t>
            </a:r>
            <a:endParaRPr lang="en-US" sz="600" b="0" u="none" strike="noStrike">
              <a:solidFill>
                <a:schemeClr val="dk1"/>
              </a:solidFill>
              <a:latin typeface="Segoe UI"/>
            </a:endParaRPr>
          </a:p>
        </p:txBody>
      </p:sp>
      <p:sp>
        <p:nvSpPr>
          <p:cNvPr id="1042155038" name="PlaceHolder 15"/>
          <p:cNvSpPr>
            <a:spLocks noGrp="1"/>
          </p:cNvSpPr>
          <p:nvPr>
            <p:ph type="body" hasCustomPrompt="1"/>
          </p:nvPr>
        </p:nvSpPr>
        <p:spPr bwMode="auto">
          <a:xfrm>
            <a:off x="7453440" y="4527000"/>
            <a:ext cx="1885680" cy="245880"/>
          </a:xfrm>
          <a:prstGeom prst="rect">
            <a:avLst/>
          </a:prstGeom>
          <a:noFill/>
          <a:ln w="0">
            <a:noFill/>
          </a:ln>
        </p:spPr>
        <p:txBody>
          <a:bodyPr lIns="0" tIns="0" rIns="0" bIns="0" anchor="b">
            <a:noAutofit/>
          </a:bodyPr>
          <a:lstStyle>
            <a:lvl1pPr indent="0" algn="l" defTabSz="932760">
              <a:lnSpc>
                <a:spcPct val="100000"/>
              </a:lnSpc>
              <a:spcBef>
                <a:spcPts val="320"/>
              </a:spcBef>
              <a:buNone/>
              <a:tabLst>
                <a:tab pos="0" algn="l"/>
              </a:tabLst>
              <a:defRPr lang="en-US" sz="1600" b="0" u="none" strike="noStrike">
                <a:solidFill>
                  <a:schemeClr val="accent1"/>
                </a:solidFill>
                <a:latin typeface="Segoe UI"/>
              </a:defRPr>
            </a:lvl1pPr>
          </a:lstStyle>
          <a:p>
            <a:pPr indent="0" algn="l" defTabSz="932760">
              <a:lnSpc>
                <a:spcPct val="100000"/>
              </a:lnSpc>
              <a:spcBef>
                <a:spcPts val="320"/>
              </a:spcBef>
              <a:buNone/>
              <a:tabLst>
                <a:tab pos="0" algn="l"/>
              </a:tabLst>
              <a:defRPr/>
            </a:pPr>
            <a:r>
              <a:rPr lang="en-US" sz="1600" b="0" u="none" strike="noStrike">
                <a:solidFill>
                  <a:schemeClr val="accent1"/>
                </a:solidFill>
                <a:latin typeface="Segoe UI"/>
              </a:rPr>
              <a:t>Name</a:t>
            </a:r>
            <a:endParaRPr lang="en-US" sz="1600" b="0" u="none" strike="noStrike">
              <a:solidFill>
                <a:schemeClr val="dk1"/>
              </a:solidFill>
              <a:latin typeface="Segoe UI"/>
            </a:endParaRPr>
          </a:p>
        </p:txBody>
      </p:sp>
      <p:sp>
        <p:nvSpPr>
          <p:cNvPr id="397849157" name="PlaceHolder 16"/>
          <p:cNvSpPr>
            <a:spLocks noGrp="1"/>
          </p:cNvSpPr>
          <p:nvPr>
            <p:ph type="body" hasCustomPrompt="1"/>
          </p:nvPr>
        </p:nvSpPr>
        <p:spPr bwMode="auto">
          <a:xfrm>
            <a:off x="7453440" y="4802760"/>
            <a:ext cx="1885680" cy="184320"/>
          </a:xfrm>
          <a:prstGeom prst="rect">
            <a:avLst/>
          </a:prstGeom>
          <a:noFill/>
          <a:ln w="0">
            <a:noFill/>
          </a:ln>
        </p:spPr>
        <p:txBody>
          <a:bodyPr lIns="0" tIns="0" rIns="0" bIns="0" anchor="t">
            <a:noAutofit/>
          </a:bodyPr>
          <a:lstStyle>
            <a:lvl1pPr indent="0" algn="l" defTabSz="932760">
              <a:lnSpc>
                <a:spcPct val="100000"/>
              </a:lnSpc>
              <a:spcBef>
                <a:spcPts val="241"/>
              </a:spcBef>
              <a:buNone/>
              <a:tabLst>
                <a:tab pos="0" algn="l"/>
              </a:tabLst>
              <a:defRPr lang="en-US" sz="1200" b="0" u="none" strike="noStrike">
                <a:solidFill>
                  <a:schemeClr val="accent1"/>
                </a:solidFill>
                <a:latin typeface="Segoe UI"/>
              </a:defRPr>
            </a:lvl1pPr>
          </a:lstStyle>
          <a:p>
            <a:pPr indent="0" algn="l" defTabSz="932760">
              <a:lnSpc>
                <a:spcPct val="100000"/>
              </a:lnSpc>
              <a:spcBef>
                <a:spcPts val="241"/>
              </a:spcBef>
              <a:buNone/>
              <a:tabLst>
                <a:tab pos="0" algn="l"/>
              </a:tabLst>
              <a:defRPr/>
            </a:pPr>
            <a:r>
              <a:rPr lang="en-US" sz="1200" b="0" u="none" strike="noStrike">
                <a:solidFill>
                  <a:schemeClr val="accent1"/>
                </a:solidFill>
                <a:latin typeface="Segoe UI"/>
              </a:rPr>
              <a:t>Role or title</a:t>
            </a:r>
            <a:endParaRPr lang="en-US" sz="1200" b="0" u="none" strike="noStrike">
              <a:solidFill>
                <a:schemeClr val="dk1"/>
              </a:solidFill>
              <a:latin typeface="Segoe UI"/>
            </a:endParaRPr>
          </a:p>
        </p:txBody>
      </p:sp>
      <p:sp>
        <p:nvSpPr>
          <p:cNvPr id="1042503053" name="PlaceHolder 17"/>
          <p:cNvSpPr>
            <a:spLocks noGrp="1"/>
          </p:cNvSpPr>
          <p:nvPr>
            <p:ph type="body" hasCustomPrompt="1"/>
          </p:nvPr>
        </p:nvSpPr>
        <p:spPr bwMode="auto">
          <a:xfrm>
            <a:off x="7426440" y="5290560"/>
            <a:ext cx="1858680" cy="645840"/>
          </a:xfrm>
          <a:prstGeom prst="rect">
            <a:avLst/>
          </a:prstGeom>
          <a:noFill/>
          <a:ln w="0">
            <a:noFill/>
          </a:ln>
        </p:spPr>
        <p:txBody>
          <a:bodyPr lIns="0" tIns="0" rIns="0" bIns="0" anchor="t">
            <a:noAutofit/>
          </a:bodyPr>
          <a:lstStyle>
            <a:lvl1pPr indent="0" algn="l" defTabSz="932760">
              <a:lnSpc>
                <a:spcPct val="100000"/>
              </a:lnSpc>
              <a:spcBef>
                <a:spcPts val="201"/>
              </a:spcBef>
              <a:buNone/>
              <a:tabLst>
                <a:tab pos="0" algn="l"/>
              </a:tabLst>
              <a:defRPr lang="en-US" sz="1000" b="0" u="none" strike="noStrike">
                <a:solidFill>
                  <a:schemeClr val="dk1"/>
                </a:solidFill>
                <a:latin typeface="Segoe UI"/>
              </a:defRPr>
            </a:lvl1pPr>
            <a:lvl2pPr indent="0" algn="l" defTabSz="932760">
              <a:lnSpc>
                <a:spcPct val="100000"/>
              </a:lnSpc>
              <a:spcBef>
                <a:spcPts val="201"/>
              </a:spcBef>
              <a:buNone/>
              <a:tabLst>
                <a:tab pos="0" algn="l"/>
              </a:tabLst>
              <a:defRPr lang="en-US" sz="1000" b="0" u="none" strike="noStrike">
                <a:solidFill>
                  <a:schemeClr val="dk1"/>
                </a:solidFill>
                <a:latin typeface="Segoe UI"/>
              </a:defRPr>
            </a:lvl2pPr>
          </a:lstStyle>
          <a:p>
            <a:pPr indent="0" algn="l" defTabSz="932760">
              <a:lnSpc>
                <a:spcPct val="100000"/>
              </a:lnSpc>
              <a:spcBef>
                <a:spcPts val="201"/>
              </a:spcBef>
              <a:buNone/>
              <a:tabLst>
                <a:tab pos="0" algn="l"/>
              </a:tabLst>
              <a:defRPr/>
            </a:pPr>
            <a:r>
              <a:rPr lang="en-US" sz="1000" b="0" u="none" strike="noStrike">
                <a:solidFill>
                  <a:schemeClr val="dk1"/>
                </a:solidFill>
                <a:latin typeface="Segoe UI"/>
              </a:rPr>
              <a:t>Short bio or description (3-4 lines). Support text paragraph, bullets, or additional details</a:t>
            </a:r>
          </a:p>
          <a:p>
            <a:pPr indent="0" algn="l" defTabSz="932760">
              <a:lnSpc>
                <a:spcPct val="100000"/>
              </a:lnSpc>
              <a:spcBef>
                <a:spcPts val="201"/>
              </a:spcBef>
              <a:buNone/>
              <a:tabLst>
                <a:tab pos="0" algn="l"/>
              </a:tabLst>
              <a:defRPr/>
            </a:pPr>
            <a:endParaRPr lang="en-US" sz="1000" b="0" u="none" strike="noStrike">
              <a:solidFill>
                <a:schemeClr val="dk1"/>
              </a:solidFill>
              <a:latin typeface="Segoe UI"/>
            </a:endParaRPr>
          </a:p>
        </p:txBody>
      </p:sp>
      <p:sp>
        <p:nvSpPr>
          <p:cNvPr id="20447873" name="PlaceHolder 18"/>
          <p:cNvSpPr>
            <a:spLocks noGrp="1"/>
          </p:cNvSpPr>
          <p:nvPr>
            <p:ph type="body" hasCustomPrompt="1"/>
          </p:nvPr>
        </p:nvSpPr>
        <p:spPr bwMode="auto">
          <a:xfrm>
            <a:off x="9732960" y="2282400"/>
            <a:ext cx="1858680" cy="1858680"/>
          </a:xfrm>
          <a:prstGeom prst="rect">
            <a:avLst/>
          </a:prstGeom>
          <a:solidFill>
            <a:srgbClr val="D9D9D6"/>
          </a:solidFill>
          <a:ln w="0">
            <a:noFill/>
          </a:ln>
        </p:spPr>
        <p:txBody>
          <a:bodyPr lIns="0" tIns="0" rIns="0" bIns="594360" anchor="ctr">
            <a:noAutofit/>
          </a:bodyPr>
          <a:lstStyle>
            <a:lvl1pPr indent="0" algn="ctr" defTabSz="914400">
              <a:lnSpc>
                <a:spcPct val="100000"/>
              </a:lnSpc>
              <a:buNone/>
              <a:tabLst>
                <a:tab pos="0" algn="l"/>
              </a:tabLst>
              <a:defRPr lang="en-US" sz="600" b="1" u="none" strike="noStrike">
                <a:solidFill>
                  <a:srgbClr val="000000"/>
                </a:solidFill>
                <a:latin typeface="Segoe UI"/>
              </a:defRPr>
            </a:lvl1pPr>
          </a:lstStyle>
          <a:p>
            <a:pPr indent="0" algn="ctr" defTabSz="914400">
              <a:lnSpc>
                <a:spcPct val="100000"/>
              </a:lnSpc>
              <a:buNone/>
              <a:tabLst>
                <a:tab pos="0" algn="l"/>
              </a:tabLst>
              <a:defRPr/>
            </a:pPr>
            <a:r>
              <a:rPr lang="en-US" sz="600" b="1" u="none" strike="noStrike">
                <a:solidFill>
                  <a:srgbClr val="000000"/>
                </a:solidFill>
                <a:latin typeface="Segoe UI"/>
              </a:rPr>
              <a:t>Drag &amp; drop your photo </a:t>
            </a:r>
            <a:br>
              <a:rPr sz="600"/>
            </a:br>
            <a:r>
              <a:rPr lang="en-US" sz="600" b="1" u="none" strike="noStrike">
                <a:solidFill>
                  <a:srgbClr val="000000"/>
                </a:solidFill>
                <a:latin typeface="Segoe UI"/>
              </a:rPr>
              <a:t>here or click or tap icon </a:t>
            </a:r>
            <a:br>
              <a:rPr sz="600"/>
            </a:br>
            <a:r>
              <a:rPr lang="en-US" sz="600" b="1" u="none" strike="noStrike">
                <a:solidFill>
                  <a:srgbClr val="000000"/>
                </a:solidFill>
                <a:latin typeface="Segoe UI"/>
              </a:rPr>
              <a:t>below to insert</a:t>
            </a:r>
            <a:endParaRPr lang="en-US" sz="600" b="0" u="none" strike="noStrike">
              <a:solidFill>
                <a:schemeClr val="dk1"/>
              </a:solidFill>
              <a:latin typeface="Segoe UI"/>
            </a:endParaRPr>
          </a:p>
        </p:txBody>
      </p:sp>
      <p:sp>
        <p:nvSpPr>
          <p:cNvPr id="87184387" name="PlaceHolder 19"/>
          <p:cNvSpPr>
            <a:spLocks noGrp="1"/>
          </p:cNvSpPr>
          <p:nvPr>
            <p:ph type="body" hasCustomPrompt="1"/>
          </p:nvPr>
        </p:nvSpPr>
        <p:spPr bwMode="auto">
          <a:xfrm>
            <a:off x="9725040" y="4527000"/>
            <a:ext cx="1885680" cy="245880"/>
          </a:xfrm>
          <a:prstGeom prst="rect">
            <a:avLst/>
          </a:prstGeom>
          <a:noFill/>
          <a:ln w="0">
            <a:noFill/>
          </a:ln>
        </p:spPr>
        <p:txBody>
          <a:bodyPr lIns="0" tIns="0" rIns="0" bIns="0" anchor="b">
            <a:noAutofit/>
          </a:bodyPr>
          <a:lstStyle>
            <a:lvl1pPr indent="0" algn="l" defTabSz="932760">
              <a:lnSpc>
                <a:spcPct val="100000"/>
              </a:lnSpc>
              <a:spcBef>
                <a:spcPts val="320"/>
              </a:spcBef>
              <a:buNone/>
              <a:tabLst>
                <a:tab pos="0" algn="l"/>
              </a:tabLst>
              <a:defRPr lang="en-US" sz="1600" b="0" u="none" strike="noStrike">
                <a:solidFill>
                  <a:schemeClr val="accent1"/>
                </a:solidFill>
                <a:latin typeface="Segoe UI"/>
              </a:defRPr>
            </a:lvl1pPr>
          </a:lstStyle>
          <a:p>
            <a:pPr indent="0" algn="l" defTabSz="932760">
              <a:lnSpc>
                <a:spcPct val="100000"/>
              </a:lnSpc>
              <a:spcBef>
                <a:spcPts val="320"/>
              </a:spcBef>
              <a:buNone/>
              <a:tabLst>
                <a:tab pos="0" algn="l"/>
              </a:tabLst>
              <a:defRPr/>
            </a:pPr>
            <a:r>
              <a:rPr lang="en-US" sz="1600" b="0" u="none" strike="noStrike">
                <a:solidFill>
                  <a:schemeClr val="accent1"/>
                </a:solidFill>
                <a:latin typeface="Segoe UI"/>
              </a:rPr>
              <a:t>Name</a:t>
            </a:r>
            <a:endParaRPr lang="en-US" sz="1600" b="0" u="none" strike="noStrike">
              <a:solidFill>
                <a:schemeClr val="dk1"/>
              </a:solidFill>
              <a:latin typeface="Segoe UI"/>
            </a:endParaRPr>
          </a:p>
        </p:txBody>
      </p:sp>
      <p:sp>
        <p:nvSpPr>
          <p:cNvPr id="643671779" name="PlaceHolder 20"/>
          <p:cNvSpPr>
            <a:spLocks noGrp="1"/>
          </p:cNvSpPr>
          <p:nvPr>
            <p:ph type="body" hasCustomPrompt="1"/>
          </p:nvPr>
        </p:nvSpPr>
        <p:spPr bwMode="auto">
          <a:xfrm>
            <a:off x="9725040" y="4802760"/>
            <a:ext cx="1885680" cy="184320"/>
          </a:xfrm>
          <a:prstGeom prst="rect">
            <a:avLst/>
          </a:prstGeom>
          <a:noFill/>
          <a:ln w="0">
            <a:noFill/>
          </a:ln>
        </p:spPr>
        <p:txBody>
          <a:bodyPr lIns="0" tIns="0" rIns="0" bIns="0" anchor="t">
            <a:noAutofit/>
          </a:bodyPr>
          <a:lstStyle>
            <a:lvl1pPr indent="0" algn="l" defTabSz="932760">
              <a:lnSpc>
                <a:spcPct val="100000"/>
              </a:lnSpc>
              <a:spcBef>
                <a:spcPts val="241"/>
              </a:spcBef>
              <a:buNone/>
              <a:tabLst>
                <a:tab pos="0" algn="l"/>
              </a:tabLst>
              <a:defRPr lang="en-US" sz="1200" b="0" u="none" strike="noStrike">
                <a:solidFill>
                  <a:schemeClr val="accent1"/>
                </a:solidFill>
                <a:latin typeface="Segoe UI"/>
              </a:defRPr>
            </a:lvl1pPr>
          </a:lstStyle>
          <a:p>
            <a:pPr indent="0" algn="l" defTabSz="932760">
              <a:lnSpc>
                <a:spcPct val="100000"/>
              </a:lnSpc>
              <a:spcBef>
                <a:spcPts val="241"/>
              </a:spcBef>
              <a:buNone/>
              <a:tabLst>
                <a:tab pos="0" algn="l"/>
              </a:tabLst>
              <a:defRPr/>
            </a:pPr>
            <a:r>
              <a:rPr lang="en-US" sz="1200" b="0" u="none" strike="noStrike">
                <a:solidFill>
                  <a:schemeClr val="accent1"/>
                </a:solidFill>
                <a:latin typeface="Segoe UI"/>
              </a:rPr>
              <a:t>Role or title</a:t>
            </a:r>
            <a:endParaRPr lang="en-US" sz="1200" b="0" u="none" strike="noStrike">
              <a:solidFill>
                <a:schemeClr val="dk1"/>
              </a:solidFill>
              <a:latin typeface="Segoe UI"/>
            </a:endParaRPr>
          </a:p>
        </p:txBody>
      </p:sp>
      <p:sp>
        <p:nvSpPr>
          <p:cNvPr id="1218696125" name="PlaceHolder 21"/>
          <p:cNvSpPr>
            <a:spLocks noGrp="1"/>
          </p:cNvSpPr>
          <p:nvPr>
            <p:ph type="body" hasCustomPrompt="1"/>
          </p:nvPr>
        </p:nvSpPr>
        <p:spPr bwMode="auto">
          <a:xfrm>
            <a:off x="9729720" y="5290560"/>
            <a:ext cx="1858680" cy="645840"/>
          </a:xfrm>
          <a:prstGeom prst="rect">
            <a:avLst/>
          </a:prstGeom>
          <a:noFill/>
          <a:ln w="0">
            <a:noFill/>
          </a:ln>
        </p:spPr>
        <p:txBody>
          <a:bodyPr lIns="0" tIns="0" rIns="0" bIns="0" anchor="t">
            <a:noAutofit/>
          </a:bodyPr>
          <a:lstStyle>
            <a:lvl1pPr indent="0" algn="l" defTabSz="932760">
              <a:lnSpc>
                <a:spcPct val="100000"/>
              </a:lnSpc>
              <a:spcBef>
                <a:spcPts val="201"/>
              </a:spcBef>
              <a:buNone/>
              <a:tabLst>
                <a:tab pos="0" algn="l"/>
              </a:tabLst>
              <a:defRPr lang="en-US" sz="1000" b="0" u="none" strike="noStrike">
                <a:solidFill>
                  <a:schemeClr val="dk1"/>
                </a:solidFill>
                <a:latin typeface="Segoe UI"/>
              </a:defRPr>
            </a:lvl1pPr>
            <a:lvl2pPr indent="0" algn="l" defTabSz="932760">
              <a:lnSpc>
                <a:spcPct val="100000"/>
              </a:lnSpc>
              <a:spcBef>
                <a:spcPts val="201"/>
              </a:spcBef>
              <a:buNone/>
              <a:tabLst>
                <a:tab pos="0" algn="l"/>
              </a:tabLst>
              <a:defRPr lang="en-US" sz="1000" b="0" u="none" strike="noStrike">
                <a:solidFill>
                  <a:schemeClr val="dk1"/>
                </a:solidFill>
                <a:latin typeface="Segoe UI"/>
              </a:defRPr>
            </a:lvl2pPr>
          </a:lstStyle>
          <a:p>
            <a:pPr indent="0" algn="l" defTabSz="932760">
              <a:lnSpc>
                <a:spcPct val="100000"/>
              </a:lnSpc>
              <a:spcBef>
                <a:spcPts val="201"/>
              </a:spcBef>
              <a:buNone/>
              <a:tabLst>
                <a:tab pos="0" algn="l"/>
              </a:tabLst>
              <a:defRPr/>
            </a:pPr>
            <a:r>
              <a:rPr lang="en-US" sz="1000" b="0" u="none" strike="noStrike">
                <a:solidFill>
                  <a:schemeClr val="dk1"/>
                </a:solidFill>
                <a:latin typeface="Segoe UI"/>
              </a:rPr>
              <a:t>Short bio or description (3-4 lines). Support text paragraph, bullets, or additional details</a:t>
            </a:r>
          </a:p>
          <a:p>
            <a:pPr indent="0" algn="l" defTabSz="932760">
              <a:lnSpc>
                <a:spcPct val="100000"/>
              </a:lnSpc>
              <a:spcBef>
                <a:spcPts val="201"/>
              </a:spcBef>
              <a:buNone/>
              <a:tabLst>
                <a:tab pos="0" algn="l"/>
              </a:tabLst>
              <a:defRPr/>
            </a:pPr>
            <a:endParaRPr lang="en-US" sz="1000" b="0" u="none" strike="noStrike">
              <a:solidFill>
                <a:schemeClr val="dk1"/>
              </a:solidFill>
              <a:latin typeface="Segoe UI"/>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PhAnim="0" type="blank" preserve="1" userDrawn="1">
  <p:cSld name="Text option_4 rows">
    <p:bg>
      <p:bgPr>
        <a:solidFill>
          <a:srgbClr val="FFFFFF"/>
        </a:solidFill>
        <a:effectLst/>
      </p:bgPr>
    </p:bg>
    <p:spTree>
      <p:nvGrpSpPr>
        <p:cNvPr id="1" name=""/>
        <p:cNvGrpSpPr/>
        <p:nvPr/>
      </p:nvGrpSpPr>
      <p:grpSpPr bwMode="auto">
        <a:xfrm>
          <a:off x="0" y="0"/>
          <a:ext cx="0" cy="0"/>
          <a:chOff x="0" y="0"/>
          <a:chExt cx="0" cy="0"/>
        </a:xfrm>
      </p:grpSpPr>
      <p:pic>
        <p:nvPicPr>
          <p:cNvPr id="1447596785" name="Picture 34"/>
          <p:cNvPicPr/>
          <p:nvPr/>
        </p:nvPicPr>
        <p:blipFill rotWithShape="1">
          <a:blip r:embed="rId2">
            <a:alphaModFix amt="40000"/>
          </a:blip>
          <a:stretch/>
        </p:blipFill>
        <p:spPr bwMode="auto">
          <a:xfrm>
            <a:off x="0" y="720"/>
            <a:ext cx="12191760" cy="6855840"/>
          </a:xfrm>
          <a:prstGeom prst="rect">
            <a:avLst/>
          </a:prstGeom>
          <a:noFill/>
          <a:ln w="0">
            <a:noFill/>
          </a:ln>
        </p:spPr>
      </p:pic>
      <p:grpSp>
        <p:nvGrpSpPr>
          <p:cNvPr id="1370431643" name="GRID"/>
          <p:cNvGrpSpPr/>
          <p:nvPr/>
        </p:nvGrpSpPr>
        <p:grpSpPr bwMode="auto">
          <a:xfrm>
            <a:off x="0" y="0"/>
            <a:ext cx="12191760" cy="6858000"/>
            <a:chOff x="0" y="0"/>
            <a:chExt cx="12191760" cy="6858000"/>
          </a:xfrm>
        </p:grpSpPr>
        <p:cxnSp>
          <p:nvCxnSpPr>
            <p:cNvPr id="1288" name="Straight Connector 6"/>
            <p:cNvCxnSpPr/>
            <p:nvPr/>
          </p:nvCxnSpPr>
          <p:spPr bwMode="auto">
            <a:xfrm>
              <a:off x="0" y="0"/>
              <a:ext cx="12189240" cy="360"/>
            </a:xfrm>
            <a:prstGeom prst="straightConnector1">
              <a:avLst/>
            </a:prstGeom>
            <a:ln w="3175">
              <a:solidFill>
                <a:schemeClr val="dk1">
                  <a:alpha val="20000"/>
                </a:schemeClr>
              </a:solidFill>
              <a:round/>
            </a:ln>
          </p:spPr>
        </p:cxnSp>
        <p:cxnSp>
          <p:nvCxnSpPr>
            <p:cNvPr id="1289" name="Straight Connector 8"/>
            <p:cNvCxnSpPr/>
            <p:nvPr/>
          </p:nvCxnSpPr>
          <p:spPr bwMode="auto">
            <a:xfrm>
              <a:off x="0" y="292320"/>
              <a:ext cx="12189240" cy="360"/>
            </a:xfrm>
            <a:prstGeom prst="straightConnector1">
              <a:avLst/>
            </a:prstGeom>
            <a:ln w="3175">
              <a:solidFill>
                <a:schemeClr val="dk1">
                  <a:alpha val="20000"/>
                </a:schemeClr>
              </a:solidFill>
              <a:round/>
            </a:ln>
          </p:spPr>
        </p:cxnSp>
        <p:cxnSp>
          <p:nvCxnSpPr>
            <p:cNvPr id="1290" name="Straight Connector 9"/>
            <p:cNvCxnSpPr/>
            <p:nvPr/>
          </p:nvCxnSpPr>
          <p:spPr bwMode="auto">
            <a:xfrm>
              <a:off x="0" y="585000"/>
              <a:ext cx="12189240" cy="360"/>
            </a:xfrm>
            <a:prstGeom prst="straightConnector1">
              <a:avLst/>
            </a:prstGeom>
            <a:ln w="3175">
              <a:solidFill>
                <a:srgbClr val="DF45D4"/>
              </a:solidFill>
              <a:round/>
            </a:ln>
          </p:spPr>
        </p:cxnSp>
        <p:cxnSp>
          <p:nvCxnSpPr>
            <p:cNvPr id="1291" name="Straight Connector 10"/>
            <p:cNvCxnSpPr/>
            <p:nvPr/>
          </p:nvCxnSpPr>
          <p:spPr bwMode="auto">
            <a:xfrm>
              <a:off x="0" y="6272640"/>
              <a:ext cx="12189240" cy="360"/>
            </a:xfrm>
            <a:prstGeom prst="straightConnector1">
              <a:avLst/>
            </a:prstGeom>
            <a:ln w="3175">
              <a:solidFill>
                <a:srgbClr val="DF45D4"/>
              </a:solidFill>
              <a:round/>
            </a:ln>
          </p:spPr>
        </p:cxnSp>
        <p:cxnSp>
          <p:nvCxnSpPr>
            <p:cNvPr id="1292" name="Straight Connector 11"/>
            <p:cNvCxnSpPr/>
            <p:nvPr/>
          </p:nvCxnSpPr>
          <p:spPr bwMode="auto">
            <a:xfrm>
              <a:off x="0" y="6565320"/>
              <a:ext cx="12189240" cy="360"/>
            </a:xfrm>
            <a:prstGeom prst="straightConnector1">
              <a:avLst/>
            </a:prstGeom>
            <a:ln w="3175">
              <a:solidFill>
                <a:schemeClr val="dk1">
                  <a:alpha val="20000"/>
                </a:schemeClr>
              </a:solidFill>
              <a:round/>
            </a:ln>
          </p:spPr>
        </p:cxnSp>
        <p:cxnSp>
          <p:nvCxnSpPr>
            <p:cNvPr id="1293" name="Straight Connector 12"/>
            <p:cNvCxnSpPr/>
            <p:nvPr/>
          </p:nvCxnSpPr>
          <p:spPr bwMode="auto">
            <a:xfrm>
              <a:off x="0" y="6858000"/>
              <a:ext cx="12189240" cy="360"/>
            </a:xfrm>
            <a:prstGeom prst="straightConnector1">
              <a:avLst/>
            </a:prstGeom>
            <a:ln w="3175">
              <a:solidFill>
                <a:schemeClr val="dk1">
                  <a:alpha val="20000"/>
                </a:schemeClr>
              </a:solidFill>
              <a:round/>
            </a:ln>
          </p:spPr>
        </p:cxnSp>
        <p:cxnSp>
          <p:nvCxnSpPr>
            <p:cNvPr id="1294" name="Straight Connector 13"/>
            <p:cNvCxnSpPr/>
            <p:nvPr/>
          </p:nvCxnSpPr>
          <p:spPr bwMode="auto">
            <a:xfrm>
              <a:off x="0" y="877680"/>
              <a:ext cx="12189240" cy="360"/>
            </a:xfrm>
            <a:prstGeom prst="straightConnector1">
              <a:avLst/>
            </a:prstGeom>
            <a:ln w="3175">
              <a:solidFill>
                <a:schemeClr val="dk1">
                  <a:alpha val="20000"/>
                </a:schemeClr>
              </a:solidFill>
              <a:round/>
            </a:ln>
          </p:spPr>
        </p:cxnSp>
        <p:cxnSp>
          <p:nvCxnSpPr>
            <p:cNvPr id="1295" name="Straight Connector 14"/>
            <p:cNvCxnSpPr/>
            <p:nvPr/>
          </p:nvCxnSpPr>
          <p:spPr bwMode="auto">
            <a:xfrm>
              <a:off x="0" y="1170360"/>
              <a:ext cx="12189240" cy="360"/>
            </a:xfrm>
            <a:prstGeom prst="straightConnector1">
              <a:avLst/>
            </a:prstGeom>
            <a:ln w="3175">
              <a:solidFill>
                <a:schemeClr val="dk1">
                  <a:alpha val="20000"/>
                </a:schemeClr>
              </a:solidFill>
              <a:round/>
            </a:ln>
          </p:spPr>
        </p:cxnSp>
        <p:cxnSp>
          <p:nvCxnSpPr>
            <p:cNvPr id="1296" name="Straight Connector 15"/>
            <p:cNvCxnSpPr/>
            <p:nvPr/>
          </p:nvCxnSpPr>
          <p:spPr bwMode="auto">
            <a:xfrm>
              <a:off x="0" y="1463040"/>
              <a:ext cx="12189240" cy="360"/>
            </a:xfrm>
            <a:prstGeom prst="straightConnector1">
              <a:avLst/>
            </a:prstGeom>
            <a:ln w="3175">
              <a:solidFill>
                <a:schemeClr val="dk1">
                  <a:alpha val="20000"/>
                </a:schemeClr>
              </a:solidFill>
              <a:round/>
            </a:ln>
          </p:spPr>
        </p:cxnSp>
        <p:cxnSp>
          <p:nvCxnSpPr>
            <p:cNvPr id="1297" name="Straight Connector 16"/>
            <p:cNvCxnSpPr/>
            <p:nvPr/>
          </p:nvCxnSpPr>
          <p:spPr bwMode="auto">
            <a:xfrm>
              <a:off x="0" y="0"/>
              <a:ext cx="360" cy="6858360"/>
            </a:xfrm>
            <a:prstGeom prst="straightConnector1">
              <a:avLst/>
            </a:prstGeom>
            <a:ln w="3175">
              <a:solidFill>
                <a:schemeClr val="dk1">
                  <a:alpha val="20000"/>
                </a:schemeClr>
              </a:solidFill>
              <a:round/>
            </a:ln>
          </p:spPr>
        </p:cxnSp>
        <p:cxnSp>
          <p:nvCxnSpPr>
            <p:cNvPr id="1298" name="Straight Connector 17"/>
            <p:cNvCxnSpPr/>
            <p:nvPr/>
          </p:nvCxnSpPr>
          <p:spPr bwMode="auto">
            <a:xfrm>
              <a:off x="585000" y="0"/>
              <a:ext cx="360" cy="6858360"/>
            </a:xfrm>
            <a:prstGeom prst="straightConnector1">
              <a:avLst/>
            </a:prstGeom>
            <a:ln w="3175">
              <a:solidFill>
                <a:srgbClr val="DF45D4"/>
              </a:solidFill>
              <a:round/>
            </a:ln>
          </p:spPr>
        </p:cxnSp>
        <p:cxnSp>
          <p:nvCxnSpPr>
            <p:cNvPr id="1299" name="Straight Connector 18"/>
            <p:cNvCxnSpPr/>
            <p:nvPr/>
          </p:nvCxnSpPr>
          <p:spPr bwMode="auto">
            <a:xfrm>
              <a:off x="292320" y="0"/>
              <a:ext cx="360" cy="6858360"/>
            </a:xfrm>
            <a:prstGeom prst="straightConnector1">
              <a:avLst/>
            </a:prstGeom>
            <a:ln w="3175">
              <a:solidFill>
                <a:schemeClr val="dk1">
                  <a:alpha val="20000"/>
                </a:schemeClr>
              </a:solidFill>
              <a:round/>
            </a:ln>
          </p:spPr>
        </p:cxnSp>
        <p:cxnSp>
          <p:nvCxnSpPr>
            <p:cNvPr id="1300" name="Straight Connector 19"/>
            <p:cNvCxnSpPr/>
            <p:nvPr/>
          </p:nvCxnSpPr>
          <p:spPr bwMode="auto">
            <a:xfrm>
              <a:off x="877680" y="0"/>
              <a:ext cx="360" cy="6858360"/>
            </a:xfrm>
            <a:prstGeom prst="straightConnector1">
              <a:avLst/>
            </a:prstGeom>
            <a:ln w="3175">
              <a:solidFill>
                <a:schemeClr val="dk1">
                  <a:alpha val="20000"/>
                </a:schemeClr>
              </a:solidFill>
              <a:round/>
            </a:ln>
          </p:spPr>
        </p:cxnSp>
        <p:cxnSp>
          <p:nvCxnSpPr>
            <p:cNvPr id="1301" name="Straight Connector 20"/>
            <p:cNvCxnSpPr/>
            <p:nvPr/>
          </p:nvCxnSpPr>
          <p:spPr bwMode="auto">
            <a:xfrm>
              <a:off x="1170360" y="0"/>
              <a:ext cx="360" cy="6858360"/>
            </a:xfrm>
            <a:prstGeom prst="straightConnector1">
              <a:avLst/>
            </a:prstGeom>
            <a:ln w="3175">
              <a:solidFill>
                <a:schemeClr val="dk1">
                  <a:alpha val="20000"/>
                </a:schemeClr>
              </a:solidFill>
              <a:round/>
            </a:ln>
          </p:spPr>
        </p:cxnSp>
        <p:cxnSp>
          <p:nvCxnSpPr>
            <p:cNvPr id="1302" name="Straight Connector 21"/>
            <p:cNvCxnSpPr/>
            <p:nvPr/>
          </p:nvCxnSpPr>
          <p:spPr bwMode="auto">
            <a:xfrm>
              <a:off x="11021400" y="0"/>
              <a:ext cx="360" cy="6858360"/>
            </a:xfrm>
            <a:prstGeom prst="straightConnector1">
              <a:avLst/>
            </a:prstGeom>
            <a:ln w="3175">
              <a:solidFill>
                <a:schemeClr val="dk1">
                  <a:alpha val="20000"/>
                </a:schemeClr>
              </a:solidFill>
              <a:round/>
            </a:ln>
          </p:spPr>
        </p:cxnSp>
        <p:cxnSp>
          <p:nvCxnSpPr>
            <p:cNvPr id="1303" name="Straight Connector 22"/>
            <p:cNvCxnSpPr/>
            <p:nvPr/>
          </p:nvCxnSpPr>
          <p:spPr bwMode="auto">
            <a:xfrm>
              <a:off x="11606760" y="0"/>
              <a:ext cx="360" cy="6858360"/>
            </a:xfrm>
            <a:prstGeom prst="straightConnector1">
              <a:avLst/>
            </a:prstGeom>
            <a:ln w="3175">
              <a:solidFill>
                <a:srgbClr val="DF45D4"/>
              </a:solidFill>
              <a:round/>
            </a:ln>
          </p:spPr>
        </p:cxnSp>
        <p:cxnSp>
          <p:nvCxnSpPr>
            <p:cNvPr id="1304" name="Straight Connector 23"/>
            <p:cNvCxnSpPr/>
            <p:nvPr/>
          </p:nvCxnSpPr>
          <p:spPr bwMode="auto">
            <a:xfrm>
              <a:off x="11314079" y="0"/>
              <a:ext cx="360" cy="6858360"/>
            </a:xfrm>
            <a:prstGeom prst="straightConnector1">
              <a:avLst/>
            </a:prstGeom>
            <a:ln w="3175">
              <a:solidFill>
                <a:schemeClr val="dk1">
                  <a:alpha val="20000"/>
                </a:schemeClr>
              </a:solidFill>
              <a:round/>
            </a:ln>
          </p:spPr>
        </p:cxnSp>
        <p:cxnSp>
          <p:nvCxnSpPr>
            <p:cNvPr id="1305" name="Straight Connector 24"/>
            <p:cNvCxnSpPr/>
            <p:nvPr/>
          </p:nvCxnSpPr>
          <p:spPr bwMode="auto">
            <a:xfrm>
              <a:off x="11899079" y="0"/>
              <a:ext cx="360" cy="6858360"/>
            </a:xfrm>
            <a:prstGeom prst="straightConnector1">
              <a:avLst/>
            </a:prstGeom>
            <a:ln w="3175">
              <a:solidFill>
                <a:schemeClr val="dk1">
                  <a:alpha val="20000"/>
                </a:schemeClr>
              </a:solidFill>
              <a:round/>
            </a:ln>
          </p:spPr>
        </p:cxnSp>
        <p:cxnSp>
          <p:nvCxnSpPr>
            <p:cNvPr id="1306" name="Straight Connector 25"/>
            <p:cNvCxnSpPr/>
            <p:nvPr/>
          </p:nvCxnSpPr>
          <p:spPr bwMode="auto">
            <a:xfrm>
              <a:off x="12191760" y="0"/>
              <a:ext cx="360" cy="6858360"/>
            </a:xfrm>
            <a:prstGeom prst="straightConnector1">
              <a:avLst/>
            </a:prstGeom>
            <a:ln w="3175">
              <a:solidFill>
                <a:schemeClr val="dk1">
                  <a:alpha val="20000"/>
                </a:schemeClr>
              </a:solidFill>
              <a:round/>
            </a:ln>
          </p:spPr>
        </p:cxnSp>
        <p:cxnSp>
          <p:nvCxnSpPr>
            <p:cNvPr id="1307" name="Straight Connector 26"/>
            <p:cNvCxnSpPr/>
            <p:nvPr/>
          </p:nvCxnSpPr>
          <p:spPr bwMode="auto">
            <a:xfrm>
              <a:off x="0" y="1755360"/>
              <a:ext cx="12189240" cy="360"/>
            </a:xfrm>
            <a:prstGeom prst="straightConnector1">
              <a:avLst/>
            </a:prstGeom>
            <a:ln w="3175">
              <a:solidFill>
                <a:schemeClr val="dk1">
                  <a:alpha val="20000"/>
                </a:schemeClr>
              </a:solidFill>
              <a:round/>
            </a:ln>
          </p:spPr>
        </p:cxnSp>
        <p:cxnSp>
          <p:nvCxnSpPr>
            <p:cNvPr id="1308" name="Straight Connector 27"/>
            <p:cNvCxnSpPr/>
            <p:nvPr/>
          </p:nvCxnSpPr>
          <p:spPr bwMode="auto">
            <a:xfrm>
              <a:off x="0" y="2048040"/>
              <a:ext cx="12189240" cy="360"/>
            </a:xfrm>
            <a:prstGeom prst="straightConnector1">
              <a:avLst/>
            </a:prstGeom>
            <a:ln w="3175">
              <a:solidFill>
                <a:schemeClr val="dk1">
                  <a:alpha val="20000"/>
                </a:schemeClr>
              </a:solidFill>
              <a:round/>
            </a:ln>
          </p:spPr>
        </p:cxnSp>
        <p:cxnSp>
          <p:nvCxnSpPr>
            <p:cNvPr id="1309" name="Straight Connector 28"/>
            <p:cNvCxnSpPr/>
            <p:nvPr/>
          </p:nvCxnSpPr>
          <p:spPr bwMode="auto">
            <a:xfrm>
              <a:off x="0" y="2340720"/>
              <a:ext cx="12189240" cy="360"/>
            </a:xfrm>
            <a:prstGeom prst="straightConnector1">
              <a:avLst/>
            </a:prstGeom>
            <a:ln w="3175">
              <a:solidFill>
                <a:schemeClr val="dk1">
                  <a:alpha val="20000"/>
                </a:schemeClr>
              </a:solidFill>
              <a:round/>
            </a:ln>
          </p:spPr>
        </p:cxnSp>
        <p:cxnSp>
          <p:nvCxnSpPr>
            <p:cNvPr id="1310" name="Straight Connector 29"/>
            <p:cNvCxnSpPr/>
            <p:nvPr/>
          </p:nvCxnSpPr>
          <p:spPr bwMode="auto">
            <a:xfrm>
              <a:off x="0" y="2633400"/>
              <a:ext cx="12189240" cy="360"/>
            </a:xfrm>
            <a:prstGeom prst="straightConnector1">
              <a:avLst/>
            </a:prstGeom>
            <a:ln w="3175">
              <a:solidFill>
                <a:schemeClr val="dk1">
                  <a:alpha val="20000"/>
                </a:schemeClr>
              </a:solidFill>
              <a:round/>
            </a:ln>
          </p:spPr>
        </p:cxnSp>
        <p:cxnSp>
          <p:nvCxnSpPr>
            <p:cNvPr id="1311" name="Straight Connector 30"/>
            <p:cNvCxnSpPr/>
            <p:nvPr/>
          </p:nvCxnSpPr>
          <p:spPr bwMode="auto">
            <a:xfrm>
              <a:off x="0" y="2926080"/>
              <a:ext cx="12189240" cy="360"/>
            </a:xfrm>
            <a:prstGeom prst="straightConnector1">
              <a:avLst/>
            </a:prstGeom>
            <a:ln w="3175">
              <a:solidFill>
                <a:schemeClr val="dk1">
                  <a:alpha val="20000"/>
                </a:schemeClr>
              </a:solidFill>
              <a:round/>
            </a:ln>
          </p:spPr>
        </p:cxnSp>
        <p:cxnSp>
          <p:nvCxnSpPr>
            <p:cNvPr id="1312" name="Straight Connector 31"/>
            <p:cNvCxnSpPr/>
            <p:nvPr/>
          </p:nvCxnSpPr>
          <p:spPr bwMode="auto">
            <a:xfrm>
              <a:off x="0" y="3218400"/>
              <a:ext cx="12189240" cy="360"/>
            </a:xfrm>
            <a:prstGeom prst="straightConnector1">
              <a:avLst/>
            </a:prstGeom>
            <a:ln w="3175">
              <a:solidFill>
                <a:schemeClr val="dk1">
                  <a:alpha val="20000"/>
                </a:schemeClr>
              </a:solidFill>
              <a:round/>
            </a:ln>
          </p:spPr>
        </p:cxnSp>
        <p:cxnSp>
          <p:nvCxnSpPr>
            <p:cNvPr id="1313" name="Straight Connector 32"/>
            <p:cNvCxnSpPr/>
            <p:nvPr/>
          </p:nvCxnSpPr>
          <p:spPr bwMode="auto">
            <a:xfrm>
              <a:off x="0" y="3511080"/>
              <a:ext cx="12189240" cy="360"/>
            </a:xfrm>
            <a:prstGeom prst="straightConnector1">
              <a:avLst/>
            </a:prstGeom>
            <a:ln w="3175">
              <a:solidFill>
                <a:schemeClr val="dk1">
                  <a:alpha val="20000"/>
                </a:schemeClr>
              </a:solidFill>
              <a:round/>
            </a:ln>
          </p:spPr>
        </p:cxnSp>
        <p:cxnSp>
          <p:nvCxnSpPr>
            <p:cNvPr id="1314" name="Straight Connector 38"/>
            <p:cNvCxnSpPr/>
            <p:nvPr/>
          </p:nvCxnSpPr>
          <p:spPr bwMode="auto">
            <a:xfrm>
              <a:off x="0" y="3803760"/>
              <a:ext cx="12189240" cy="360"/>
            </a:xfrm>
            <a:prstGeom prst="straightConnector1">
              <a:avLst/>
            </a:prstGeom>
            <a:ln w="3175">
              <a:solidFill>
                <a:schemeClr val="dk1">
                  <a:alpha val="20000"/>
                </a:schemeClr>
              </a:solidFill>
              <a:round/>
            </a:ln>
          </p:spPr>
        </p:cxnSp>
        <p:cxnSp>
          <p:nvCxnSpPr>
            <p:cNvPr id="1315" name="Straight Connector 39"/>
            <p:cNvCxnSpPr/>
            <p:nvPr/>
          </p:nvCxnSpPr>
          <p:spPr bwMode="auto">
            <a:xfrm>
              <a:off x="0" y="4096440"/>
              <a:ext cx="12189240" cy="360"/>
            </a:xfrm>
            <a:prstGeom prst="straightConnector1">
              <a:avLst/>
            </a:prstGeom>
            <a:ln w="3175">
              <a:solidFill>
                <a:schemeClr val="dk1">
                  <a:alpha val="20000"/>
                </a:schemeClr>
              </a:solidFill>
              <a:round/>
            </a:ln>
          </p:spPr>
        </p:cxnSp>
        <p:cxnSp>
          <p:nvCxnSpPr>
            <p:cNvPr id="1316" name="Straight Connector 40"/>
            <p:cNvCxnSpPr/>
            <p:nvPr/>
          </p:nvCxnSpPr>
          <p:spPr bwMode="auto">
            <a:xfrm>
              <a:off x="0" y="4389120"/>
              <a:ext cx="12189240" cy="360"/>
            </a:xfrm>
            <a:prstGeom prst="straightConnector1">
              <a:avLst/>
            </a:prstGeom>
            <a:ln w="3175">
              <a:solidFill>
                <a:schemeClr val="dk1">
                  <a:alpha val="20000"/>
                </a:schemeClr>
              </a:solidFill>
              <a:round/>
            </a:ln>
          </p:spPr>
        </p:cxnSp>
        <p:cxnSp>
          <p:nvCxnSpPr>
            <p:cNvPr id="1317" name="Straight Connector 41"/>
            <p:cNvCxnSpPr/>
            <p:nvPr/>
          </p:nvCxnSpPr>
          <p:spPr bwMode="auto">
            <a:xfrm>
              <a:off x="0" y="4681440"/>
              <a:ext cx="12189240" cy="360"/>
            </a:xfrm>
            <a:prstGeom prst="straightConnector1">
              <a:avLst/>
            </a:prstGeom>
            <a:ln w="3175">
              <a:solidFill>
                <a:schemeClr val="dk1">
                  <a:alpha val="20000"/>
                </a:schemeClr>
              </a:solidFill>
              <a:round/>
            </a:ln>
          </p:spPr>
        </p:cxnSp>
        <p:cxnSp>
          <p:nvCxnSpPr>
            <p:cNvPr id="1318" name="Straight Connector 42"/>
            <p:cNvCxnSpPr/>
            <p:nvPr/>
          </p:nvCxnSpPr>
          <p:spPr bwMode="auto">
            <a:xfrm>
              <a:off x="0" y="4974120"/>
              <a:ext cx="12189240" cy="360"/>
            </a:xfrm>
            <a:prstGeom prst="straightConnector1">
              <a:avLst/>
            </a:prstGeom>
            <a:ln w="3175">
              <a:solidFill>
                <a:schemeClr val="dk1">
                  <a:alpha val="20000"/>
                </a:schemeClr>
              </a:solidFill>
              <a:round/>
            </a:ln>
          </p:spPr>
        </p:cxnSp>
        <p:cxnSp>
          <p:nvCxnSpPr>
            <p:cNvPr id="1319" name="Straight Connector 43"/>
            <p:cNvCxnSpPr/>
            <p:nvPr/>
          </p:nvCxnSpPr>
          <p:spPr bwMode="auto">
            <a:xfrm>
              <a:off x="0" y="5266800"/>
              <a:ext cx="12189240" cy="360"/>
            </a:xfrm>
            <a:prstGeom prst="straightConnector1">
              <a:avLst/>
            </a:prstGeom>
            <a:ln w="3175">
              <a:solidFill>
                <a:schemeClr val="dk1">
                  <a:alpha val="20000"/>
                </a:schemeClr>
              </a:solidFill>
              <a:round/>
            </a:ln>
          </p:spPr>
        </p:cxnSp>
        <p:cxnSp>
          <p:nvCxnSpPr>
            <p:cNvPr id="1320" name="Straight Connector 44"/>
            <p:cNvCxnSpPr/>
            <p:nvPr/>
          </p:nvCxnSpPr>
          <p:spPr bwMode="auto">
            <a:xfrm>
              <a:off x="0" y="5559480"/>
              <a:ext cx="12189240" cy="360"/>
            </a:xfrm>
            <a:prstGeom prst="straightConnector1">
              <a:avLst/>
            </a:prstGeom>
            <a:ln w="3175">
              <a:solidFill>
                <a:schemeClr val="dk1">
                  <a:alpha val="20000"/>
                </a:schemeClr>
              </a:solidFill>
              <a:round/>
            </a:ln>
          </p:spPr>
        </p:cxnSp>
        <p:cxnSp>
          <p:nvCxnSpPr>
            <p:cNvPr id="1321" name="Straight Connector 45"/>
            <p:cNvCxnSpPr/>
            <p:nvPr/>
          </p:nvCxnSpPr>
          <p:spPr bwMode="auto">
            <a:xfrm>
              <a:off x="0" y="5852160"/>
              <a:ext cx="12189240" cy="360"/>
            </a:xfrm>
            <a:prstGeom prst="straightConnector1">
              <a:avLst/>
            </a:prstGeom>
            <a:ln w="3175">
              <a:solidFill>
                <a:schemeClr val="dk1">
                  <a:alpha val="20000"/>
                </a:schemeClr>
              </a:solidFill>
              <a:round/>
            </a:ln>
          </p:spPr>
        </p:cxnSp>
      </p:grpSp>
      <p:pic>
        <p:nvPicPr>
          <p:cNvPr id="1589152666" name="Graphic 5"/>
          <p:cNvPicPr/>
          <p:nvPr/>
        </p:nvPicPr>
        <p:blipFill rotWithShape="1">
          <a:blip r:embed="rId3"/>
          <a:stretch/>
        </p:blipFill>
        <p:spPr bwMode="auto">
          <a:xfrm rot="5400000">
            <a:off x="9510120" y="2743200"/>
            <a:ext cx="6857640" cy="1371240"/>
          </a:xfrm>
          <a:prstGeom prst="rect">
            <a:avLst/>
          </a:prstGeom>
          <a:noFill/>
          <a:ln w="0">
            <a:noFill/>
          </a:ln>
        </p:spPr>
      </p:pic>
      <p:sp>
        <p:nvSpPr>
          <p:cNvPr id="63911965" name="TextBox 2"/>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1847794594"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1464465820"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923751970" name="Straight Connector 33"/>
          <p:cNvCxnSpPr/>
          <p:nvPr/>
        </p:nvCxnSpPr>
        <p:spPr bwMode="auto">
          <a:xfrm>
            <a:off x="-89640" y="5670360"/>
            <a:ext cx="360" cy="1178280"/>
          </a:xfrm>
          <a:prstGeom prst="straightConnector1">
            <a:avLst/>
          </a:prstGeom>
          <a:ln w="9525" cap="sq">
            <a:solidFill>
              <a:srgbClr val="FF0000"/>
            </a:solidFill>
            <a:miter/>
          </a:ln>
        </p:spPr>
      </p:cxnSp>
      <p:sp>
        <p:nvSpPr>
          <p:cNvPr id="1765903728" name="PlaceHolder 1"/>
          <p:cNvSpPr>
            <a:spLocks noGrp="1"/>
          </p:cNvSpPr>
          <p:nvPr>
            <p:ph type="body" hasCustomPrompt="1"/>
          </p:nvPr>
        </p:nvSpPr>
        <p:spPr bwMode="auto">
          <a:xfrm>
            <a:off x="1389600" y="1456920"/>
            <a:ext cx="10209960" cy="776879"/>
          </a:xfrm>
          <a:prstGeom prst="rect">
            <a:avLst/>
          </a:prstGeom>
          <a:noFill/>
          <a:ln w="0">
            <a:noFill/>
          </a:ln>
        </p:spPr>
        <p:txBody>
          <a:bodyPr lIns="0" tIns="0" rIns="0" bIns="0" anchor="ctr">
            <a:noAutofit/>
          </a:bodyPr>
          <a:lstStyle>
            <a:lvl1pPr indent="0" algn="l" defTabSz="914400">
              <a:lnSpc>
                <a:spcPct val="100000"/>
              </a:lnSpc>
              <a:spcBef>
                <a:spcPts val="391"/>
              </a:spcBef>
              <a:spcAft>
                <a:spcPts val="587"/>
              </a:spcAft>
              <a:buNone/>
              <a:tabLst>
                <a:tab pos="0" algn="l"/>
              </a:tabLst>
              <a:defRPr lang="en-US" sz="1800" b="0" u="none" strike="noStrike">
                <a:solidFill>
                  <a:schemeClr val="dk1"/>
                </a:solidFill>
                <a:latin typeface="Segoe UI"/>
              </a:defRPr>
            </a:lvl1pPr>
          </a:lstStyle>
          <a:p>
            <a:pPr indent="0" algn="l" defTabSz="914400">
              <a:lnSpc>
                <a:spcPct val="100000"/>
              </a:lnSpc>
              <a:spcBef>
                <a:spcPts val="391"/>
              </a:spcBef>
              <a:spcAft>
                <a:spcPts val="587"/>
              </a:spcAft>
              <a:buNone/>
              <a:tabLst>
                <a:tab pos="0" algn="l"/>
              </a:tabLst>
              <a:defRPr/>
            </a:pPr>
            <a:r>
              <a:rPr lang="en-US" sz="1800" b="0" u="none" strike="noStrike">
                <a:solidFill>
                  <a:schemeClr val="dk1"/>
                </a:solidFill>
                <a:latin typeface="Segoe UI"/>
              </a:rPr>
              <a:t>Body copy Segoe UI Regular 14/18. The quick brown fox jumps over the lazy dog. The quick brown fox jumps over the lazy dog. The quick brown fox jumps over the lazy dog.</a:t>
            </a:r>
          </a:p>
        </p:txBody>
      </p:sp>
      <p:cxnSp>
        <p:nvCxnSpPr>
          <p:cNvPr id="506613109" name="Straight Connector 19"/>
          <p:cNvCxnSpPr/>
          <p:nvPr/>
        </p:nvCxnSpPr>
        <p:spPr bwMode="auto">
          <a:xfrm>
            <a:off x="1389600" y="2366280"/>
            <a:ext cx="10197360" cy="360"/>
          </a:xfrm>
          <a:prstGeom prst="straightConnector1">
            <a:avLst/>
          </a:prstGeom>
          <a:ln w="12700">
            <a:solidFill>
              <a:srgbClr val="FFFFFF">
                <a:lumMod val="85000"/>
              </a:srgbClr>
            </a:solidFill>
            <a:round/>
          </a:ln>
        </p:spPr>
      </p:cxnSp>
      <p:sp>
        <p:nvSpPr>
          <p:cNvPr id="1546249167" name="PlaceHolder 2"/>
          <p:cNvSpPr>
            <a:spLocks noGrp="1"/>
          </p:cNvSpPr>
          <p:nvPr>
            <p:ph type="body" hasCustomPrompt="1"/>
          </p:nvPr>
        </p:nvSpPr>
        <p:spPr bwMode="auto">
          <a:xfrm>
            <a:off x="1389600" y="2499120"/>
            <a:ext cx="10209960" cy="780840"/>
          </a:xfrm>
          <a:prstGeom prst="rect">
            <a:avLst/>
          </a:prstGeom>
          <a:noFill/>
          <a:ln w="0">
            <a:noFill/>
          </a:ln>
        </p:spPr>
        <p:txBody>
          <a:bodyPr lIns="0" tIns="0" rIns="0" bIns="0" anchor="ctr">
            <a:noAutofit/>
          </a:bodyPr>
          <a:lstStyle>
            <a:lvl1pPr indent="0" algn="l" defTabSz="914400">
              <a:lnSpc>
                <a:spcPct val="100000"/>
              </a:lnSpc>
              <a:spcBef>
                <a:spcPts val="391"/>
              </a:spcBef>
              <a:spcAft>
                <a:spcPts val="587"/>
              </a:spcAft>
              <a:buNone/>
              <a:tabLst>
                <a:tab pos="0" algn="l"/>
              </a:tabLst>
              <a:defRPr lang="en-US" sz="1800" b="0" u="none" strike="noStrike">
                <a:solidFill>
                  <a:schemeClr val="dk1"/>
                </a:solidFill>
                <a:latin typeface="Segoe UI"/>
              </a:defRPr>
            </a:lvl1pPr>
          </a:lstStyle>
          <a:p>
            <a:pPr indent="0" algn="l" defTabSz="914400">
              <a:lnSpc>
                <a:spcPct val="100000"/>
              </a:lnSpc>
              <a:spcBef>
                <a:spcPts val="391"/>
              </a:spcBef>
              <a:spcAft>
                <a:spcPts val="587"/>
              </a:spcAft>
              <a:buNone/>
              <a:tabLst>
                <a:tab pos="0" algn="l"/>
              </a:tabLst>
              <a:defRPr/>
            </a:pPr>
            <a:r>
              <a:rPr lang="en-US" sz="1800" b="0" u="none" strike="noStrike">
                <a:solidFill>
                  <a:schemeClr val="dk1"/>
                </a:solidFill>
                <a:latin typeface="Segoe UI"/>
              </a:rPr>
              <a:t>Body copy Segoe UI Regular 14/18. The quick brown fox jumps over the lazy dog. The quick brown fox jumps over the lazy dog. The quick brown fox jumps over the lazy dog.</a:t>
            </a:r>
          </a:p>
        </p:txBody>
      </p:sp>
      <p:cxnSp>
        <p:nvCxnSpPr>
          <p:cNvPr id="842162085" name="Straight Connector 20"/>
          <p:cNvCxnSpPr/>
          <p:nvPr/>
        </p:nvCxnSpPr>
        <p:spPr bwMode="auto">
          <a:xfrm>
            <a:off x="1389600" y="3412440"/>
            <a:ext cx="10197360" cy="360"/>
          </a:xfrm>
          <a:prstGeom prst="straightConnector1">
            <a:avLst/>
          </a:prstGeom>
          <a:ln w="12700">
            <a:solidFill>
              <a:srgbClr val="FFFFFF">
                <a:lumMod val="85000"/>
              </a:srgbClr>
            </a:solidFill>
            <a:round/>
          </a:ln>
        </p:spPr>
      </p:cxnSp>
      <p:sp>
        <p:nvSpPr>
          <p:cNvPr id="977679207" name="PlaceHolder 3"/>
          <p:cNvSpPr>
            <a:spLocks noGrp="1"/>
          </p:cNvSpPr>
          <p:nvPr>
            <p:ph type="body" hasCustomPrompt="1"/>
          </p:nvPr>
        </p:nvSpPr>
        <p:spPr bwMode="auto">
          <a:xfrm>
            <a:off x="1389600" y="3545280"/>
            <a:ext cx="10209960" cy="780840"/>
          </a:xfrm>
          <a:prstGeom prst="rect">
            <a:avLst/>
          </a:prstGeom>
          <a:noFill/>
          <a:ln w="0">
            <a:noFill/>
          </a:ln>
        </p:spPr>
        <p:txBody>
          <a:bodyPr lIns="0" tIns="0" rIns="0" bIns="0" anchor="ctr">
            <a:noAutofit/>
          </a:bodyPr>
          <a:lstStyle>
            <a:lvl1pPr indent="0" algn="l" defTabSz="914400">
              <a:lnSpc>
                <a:spcPct val="100000"/>
              </a:lnSpc>
              <a:spcBef>
                <a:spcPts val="391"/>
              </a:spcBef>
              <a:spcAft>
                <a:spcPts val="587"/>
              </a:spcAft>
              <a:buNone/>
              <a:tabLst>
                <a:tab pos="0" algn="l"/>
              </a:tabLst>
              <a:defRPr lang="en-US" sz="1800" b="0" u="none" strike="noStrike">
                <a:solidFill>
                  <a:schemeClr val="dk1"/>
                </a:solidFill>
                <a:latin typeface="Segoe UI"/>
              </a:defRPr>
            </a:lvl1pPr>
          </a:lstStyle>
          <a:p>
            <a:pPr indent="0" algn="l" defTabSz="914400">
              <a:lnSpc>
                <a:spcPct val="100000"/>
              </a:lnSpc>
              <a:spcBef>
                <a:spcPts val="391"/>
              </a:spcBef>
              <a:spcAft>
                <a:spcPts val="587"/>
              </a:spcAft>
              <a:buNone/>
              <a:tabLst>
                <a:tab pos="0" algn="l"/>
              </a:tabLst>
              <a:defRPr/>
            </a:pPr>
            <a:r>
              <a:rPr lang="en-US" sz="1800" b="0" u="none" strike="noStrike">
                <a:solidFill>
                  <a:schemeClr val="dk1"/>
                </a:solidFill>
                <a:latin typeface="Segoe UI"/>
              </a:rPr>
              <a:t>Body copy Segoe UI Regular 14/18. The quick brown fox jumps over the lazy dog. The quick brown fox jumps over the lazy dog. The quick brown fox jumps over the lazy dog.</a:t>
            </a:r>
          </a:p>
        </p:txBody>
      </p:sp>
      <p:cxnSp>
        <p:nvCxnSpPr>
          <p:cNvPr id="1136296591" name="Straight Connector 21"/>
          <p:cNvCxnSpPr/>
          <p:nvPr/>
        </p:nvCxnSpPr>
        <p:spPr bwMode="auto">
          <a:xfrm>
            <a:off x="1389600" y="4458600"/>
            <a:ext cx="10197360" cy="360"/>
          </a:xfrm>
          <a:prstGeom prst="straightConnector1">
            <a:avLst/>
          </a:prstGeom>
          <a:ln w="12700">
            <a:solidFill>
              <a:srgbClr val="FFFFFF">
                <a:lumMod val="85000"/>
              </a:srgbClr>
            </a:solidFill>
            <a:round/>
          </a:ln>
        </p:spPr>
      </p:cxnSp>
      <p:sp>
        <p:nvSpPr>
          <p:cNvPr id="1223076090" name="PlaceHolder 4"/>
          <p:cNvSpPr>
            <a:spLocks noGrp="1"/>
          </p:cNvSpPr>
          <p:nvPr>
            <p:ph type="body" hasCustomPrompt="1"/>
          </p:nvPr>
        </p:nvSpPr>
        <p:spPr bwMode="auto">
          <a:xfrm>
            <a:off x="1389600" y="4591440"/>
            <a:ext cx="10209960" cy="780840"/>
          </a:xfrm>
          <a:prstGeom prst="rect">
            <a:avLst/>
          </a:prstGeom>
          <a:noFill/>
          <a:ln w="0">
            <a:noFill/>
          </a:ln>
        </p:spPr>
        <p:txBody>
          <a:bodyPr lIns="0" tIns="0" rIns="0" bIns="0" anchor="ctr">
            <a:noAutofit/>
          </a:bodyPr>
          <a:lstStyle>
            <a:lvl1pPr indent="0" algn="l" defTabSz="914400">
              <a:lnSpc>
                <a:spcPct val="100000"/>
              </a:lnSpc>
              <a:spcBef>
                <a:spcPts val="391"/>
              </a:spcBef>
              <a:spcAft>
                <a:spcPts val="587"/>
              </a:spcAft>
              <a:buNone/>
              <a:tabLst>
                <a:tab pos="0" algn="l"/>
              </a:tabLst>
              <a:defRPr lang="en-US" sz="1800" b="0" u="none" strike="noStrike">
                <a:solidFill>
                  <a:schemeClr val="dk1"/>
                </a:solidFill>
                <a:latin typeface="Segoe UI"/>
              </a:defRPr>
            </a:lvl1pPr>
          </a:lstStyle>
          <a:p>
            <a:pPr indent="0" algn="l" defTabSz="914400">
              <a:lnSpc>
                <a:spcPct val="100000"/>
              </a:lnSpc>
              <a:spcBef>
                <a:spcPts val="391"/>
              </a:spcBef>
              <a:spcAft>
                <a:spcPts val="587"/>
              </a:spcAft>
              <a:buNone/>
              <a:tabLst>
                <a:tab pos="0" algn="l"/>
              </a:tabLst>
              <a:defRPr/>
            </a:pPr>
            <a:r>
              <a:rPr lang="en-US" sz="1800" b="0" u="none" strike="noStrike">
                <a:solidFill>
                  <a:schemeClr val="dk1"/>
                </a:solidFill>
                <a:latin typeface="Segoe UI"/>
              </a:rPr>
              <a:t>Body copy Segoe UI Regular 14/18. The quick brown fox jumps over the lazy dog. The quick brown fox jumps over the lazy dog. The quick brown fox jumps over the lazy dog.</a:t>
            </a:r>
          </a:p>
        </p:txBody>
      </p:sp>
      <p:sp>
        <p:nvSpPr>
          <p:cNvPr id="1636927545" name="PlaceHolder 5"/>
          <p:cNvSpPr>
            <a:spLocks noGrp="1"/>
          </p:cNvSpPr>
          <p:nvPr>
            <p:ph type="ftr" idx="1"/>
          </p:nvPr>
        </p:nvSpPr>
        <p:spPr bwMode="auto">
          <a:xfrm>
            <a:off x="579600" y="6420960"/>
            <a:ext cx="4150800" cy="197640"/>
          </a:xfrm>
          <a:prstGeom prst="rect">
            <a:avLst/>
          </a:prstGeom>
          <a:noFill/>
          <a:ln w="0">
            <a:noFill/>
          </a:ln>
        </p:spPr>
        <p:txBody>
          <a:bodyPr lIns="0" tIns="0" rIns="0" bIns="0" anchor="ctr">
            <a:noAutofit/>
          </a:bodyPr>
          <a:lstStyle>
            <a:lvl1pPr indent="0" algn="l" defTabSz="914400">
              <a:lnSpc>
                <a:spcPct val="100000"/>
              </a:lnSpc>
              <a:buNone/>
              <a:defRPr lang="en-US" sz="1000" b="0" u="none" strike="noStrike">
                <a:solidFill>
                  <a:srgbClr val="000000"/>
                </a:solidFill>
                <a:latin typeface="Segoe UI"/>
              </a:defRPr>
            </a:lvl1pPr>
          </a:lstStyle>
          <a:p>
            <a:pPr indent="0" algn="l" defTabSz="914400">
              <a:lnSpc>
                <a:spcPct val="100000"/>
              </a:lnSpc>
              <a:buNone/>
              <a:defRPr/>
            </a:pPr>
            <a:r>
              <a:rPr lang="en-US" sz="1000" b="0" u="none" strike="noStrike">
                <a:solidFill>
                  <a:srgbClr val="000000"/>
                </a:solidFill>
                <a:latin typeface="Segoe UI"/>
              </a:rPr>
              <a:t>&lt;footer&gt;</a:t>
            </a:r>
            <a:endParaRPr lang="en-US" sz="1000" b="0" u="none" strike="noStrike">
              <a:solidFill>
                <a:srgbClr val="000000"/>
              </a:solidFill>
              <a:latin typeface="Times New Roman"/>
            </a:endParaRPr>
          </a:p>
        </p:txBody>
      </p:sp>
      <p:sp>
        <p:nvSpPr>
          <p:cNvPr id="94571652" name="PlaceHolder 6"/>
          <p:cNvSpPr>
            <a:spLocks noGrp="1"/>
          </p:cNvSpPr>
          <p:nvPr>
            <p:ph type="title"/>
          </p:nvPr>
        </p:nvSpPr>
        <p:spPr bwMode="auto">
          <a:xfrm>
            <a:off x="588240" y="585360"/>
            <a:ext cx="8192520" cy="307439"/>
          </a:xfrm>
          <a:prstGeom prst="rect">
            <a:avLst/>
          </a:prstGeom>
          <a:noFill/>
          <a:ln w="0">
            <a:noFill/>
          </a:ln>
        </p:spPr>
        <p:txBody>
          <a:bodyPr lIns="0" tIns="0" rIns="0" bIns="0" anchor="t">
            <a:noAutofit/>
          </a:bodyPr>
          <a:lstStyle>
            <a:lvl1pPr indent="0" algn="l" defTabSz="932760">
              <a:lnSpc>
                <a:spcPct val="100000"/>
              </a:lnSpc>
              <a:buNone/>
              <a:defRPr lang="en-US" sz="2000" b="0" u="none" strike="noStrike">
                <a:solidFill>
                  <a:schemeClr val="dk1"/>
                </a:solidFill>
                <a:latin typeface="Segoe UI Semibold"/>
              </a:defRPr>
            </a:lvl1pPr>
          </a:lstStyle>
          <a:p>
            <a:pPr indent="0" algn="l" defTabSz="932760">
              <a:lnSpc>
                <a:spcPct val="100000"/>
              </a:lnSpc>
              <a:buNone/>
              <a:defRPr/>
            </a:pPr>
            <a:r>
              <a:rPr lang="en-US" sz="2000" b="0" u="none" strike="noStrike">
                <a:solidFill>
                  <a:schemeClr val="dk1"/>
                </a:solidFill>
                <a:latin typeface="Segoe UI Semibold"/>
              </a:rPr>
              <a:t>Click to edit Master title style</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PhAnim="0" type="blank" preserve="1" userDrawn="1">
  <p:cSld name="Text option_5 rows">
    <p:bg>
      <p:bgPr>
        <a:solidFill>
          <a:srgbClr val="FFFFFF"/>
        </a:solidFill>
        <a:effectLst/>
      </p:bgPr>
    </p:bg>
    <p:spTree>
      <p:nvGrpSpPr>
        <p:cNvPr id="1" name=""/>
        <p:cNvGrpSpPr/>
        <p:nvPr/>
      </p:nvGrpSpPr>
      <p:grpSpPr bwMode="auto">
        <a:xfrm>
          <a:off x="0" y="0"/>
          <a:ext cx="0" cy="0"/>
          <a:chOff x="0" y="0"/>
          <a:chExt cx="0" cy="0"/>
        </a:xfrm>
      </p:grpSpPr>
      <p:pic>
        <p:nvPicPr>
          <p:cNvPr id="129701648" name="Picture 34"/>
          <p:cNvPicPr/>
          <p:nvPr/>
        </p:nvPicPr>
        <p:blipFill rotWithShape="1">
          <a:blip r:embed="rId2">
            <a:alphaModFix amt="40000"/>
          </a:blip>
          <a:stretch/>
        </p:blipFill>
        <p:spPr bwMode="auto">
          <a:xfrm>
            <a:off x="0" y="720"/>
            <a:ext cx="12191760" cy="6855840"/>
          </a:xfrm>
          <a:prstGeom prst="rect">
            <a:avLst/>
          </a:prstGeom>
          <a:noFill/>
          <a:ln w="0">
            <a:noFill/>
          </a:ln>
        </p:spPr>
      </p:pic>
      <p:grpSp>
        <p:nvGrpSpPr>
          <p:cNvPr id="1941498641" name="GRID"/>
          <p:cNvGrpSpPr/>
          <p:nvPr/>
        </p:nvGrpSpPr>
        <p:grpSpPr bwMode="auto">
          <a:xfrm>
            <a:off x="0" y="0"/>
            <a:ext cx="12191760" cy="6858000"/>
            <a:chOff x="0" y="0"/>
            <a:chExt cx="12191760" cy="6858000"/>
          </a:xfrm>
        </p:grpSpPr>
        <p:cxnSp>
          <p:nvCxnSpPr>
            <p:cNvPr id="1338" name="Straight Connector 6"/>
            <p:cNvCxnSpPr/>
            <p:nvPr/>
          </p:nvCxnSpPr>
          <p:spPr bwMode="auto">
            <a:xfrm>
              <a:off x="0" y="0"/>
              <a:ext cx="12189240" cy="360"/>
            </a:xfrm>
            <a:prstGeom prst="straightConnector1">
              <a:avLst/>
            </a:prstGeom>
            <a:ln w="3175">
              <a:solidFill>
                <a:schemeClr val="dk1">
                  <a:alpha val="20000"/>
                </a:schemeClr>
              </a:solidFill>
              <a:round/>
            </a:ln>
          </p:spPr>
        </p:cxnSp>
        <p:cxnSp>
          <p:nvCxnSpPr>
            <p:cNvPr id="1339" name="Straight Connector 8"/>
            <p:cNvCxnSpPr/>
            <p:nvPr/>
          </p:nvCxnSpPr>
          <p:spPr bwMode="auto">
            <a:xfrm>
              <a:off x="0" y="292320"/>
              <a:ext cx="12189240" cy="360"/>
            </a:xfrm>
            <a:prstGeom prst="straightConnector1">
              <a:avLst/>
            </a:prstGeom>
            <a:ln w="3175">
              <a:solidFill>
                <a:schemeClr val="dk1">
                  <a:alpha val="20000"/>
                </a:schemeClr>
              </a:solidFill>
              <a:round/>
            </a:ln>
          </p:spPr>
        </p:cxnSp>
        <p:cxnSp>
          <p:nvCxnSpPr>
            <p:cNvPr id="1340" name="Straight Connector 9"/>
            <p:cNvCxnSpPr/>
            <p:nvPr/>
          </p:nvCxnSpPr>
          <p:spPr bwMode="auto">
            <a:xfrm>
              <a:off x="0" y="585000"/>
              <a:ext cx="12189240" cy="360"/>
            </a:xfrm>
            <a:prstGeom prst="straightConnector1">
              <a:avLst/>
            </a:prstGeom>
            <a:ln w="3175">
              <a:solidFill>
                <a:srgbClr val="DF45D4"/>
              </a:solidFill>
              <a:round/>
            </a:ln>
          </p:spPr>
        </p:cxnSp>
        <p:cxnSp>
          <p:nvCxnSpPr>
            <p:cNvPr id="1341" name="Straight Connector 10"/>
            <p:cNvCxnSpPr/>
            <p:nvPr/>
          </p:nvCxnSpPr>
          <p:spPr bwMode="auto">
            <a:xfrm>
              <a:off x="0" y="6272640"/>
              <a:ext cx="12189240" cy="360"/>
            </a:xfrm>
            <a:prstGeom prst="straightConnector1">
              <a:avLst/>
            </a:prstGeom>
            <a:ln w="3175">
              <a:solidFill>
                <a:srgbClr val="DF45D4"/>
              </a:solidFill>
              <a:round/>
            </a:ln>
          </p:spPr>
        </p:cxnSp>
        <p:cxnSp>
          <p:nvCxnSpPr>
            <p:cNvPr id="1342" name="Straight Connector 11"/>
            <p:cNvCxnSpPr/>
            <p:nvPr/>
          </p:nvCxnSpPr>
          <p:spPr bwMode="auto">
            <a:xfrm>
              <a:off x="0" y="6565320"/>
              <a:ext cx="12189240" cy="360"/>
            </a:xfrm>
            <a:prstGeom prst="straightConnector1">
              <a:avLst/>
            </a:prstGeom>
            <a:ln w="3175">
              <a:solidFill>
                <a:schemeClr val="dk1">
                  <a:alpha val="20000"/>
                </a:schemeClr>
              </a:solidFill>
              <a:round/>
            </a:ln>
          </p:spPr>
        </p:cxnSp>
        <p:cxnSp>
          <p:nvCxnSpPr>
            <p:cNvPr id="1343" name="Straight Connector 12"/>
            <p:cNvCxnSpPr/>
            <p:nvPr/>
          </p:nvCxnSpPr>
          <p:spPr bwMode="auto">
            <a:xfrm>
              <a:off x="0" y="6858000"/>
              <a:ext cx="12189240" cy="360"/>
            </a:xfrm>
            <a:prstGeom prst="straightConnector1">
              <a:avLst/>
            </a:prstGeom>
            <a:ln w="3175">
              <a:solidFill>
                <a:schemeClr val="dk1">
                  <a:alpha val="20000"/>
                </a:schemeClr>
              </a:solidFill>
              <a:round/>
            </a:ln>
          </p:spPr>
        </p:cxnSp>
        <p:cxnSp>
          <p:nvCxnSpPr>
            <p:cNvPr id="1344" name="Straight Connector 13"/>
            <p:cNvCxnSpPr/>
            <p:nvPr/>
          </p:nvCxnSpPr>
          <p:spPr bwMode="auto">
            <a:xfrm>
              <a:off x="0" y="877680"/>
              <a:ext cx="12189240" cy="360"/>
            </a:xfrm>
            <a:prstGeom prst="straightConnector1">
              <a:avLst/>
            </a:prstGeom>
            <a:ln w="3175">
              <a:solidFill>
                <a:schemeClr val="dk1">
                  <a:alpha val="20000"/>
                </a:schemeClr>
              </a:solidFill>
              <a:round/>
            </a:ln>
          </p:spPr>
        </p:cxnSp>
        <p:cxnSp>
          <p:nvCxnSpPr>
            <p:cNvPr id="1345" name="Straight Connector 14"/>
            <p:cNvCxnSpPr/>
            <p:nvPr/>
          </p:nvCxnSpPr>
          <p:spPr bwMode="auto">
            <a:xfrm>
              <a:off x="0" y="1170360"/>
              <a:ext cx="12189240" cy="360"/>
            </a:xfrm>
            <a:prstGeom prst="straightConnector1">
              <a:avLst/>
            </a:prstGeom>
            <a:ln w="3175">
              <a:solidFill>
                <a:schemeClr val="dk1">
                  <a:alpha val="20000"/>
                </a:schemeClr>
              </a:solidFill>
              <a:round/>
            </a:ln>
          </p:spPr>
        </p:cxnSp>
        <p:cxnSp>
          <p:nvCxnSpPr>
            <p:cNvPr id="1346" name="Straight Connector 15"/>
            <p:cNvCxnSpPr/>
            <p:nvPr/>
          </p:nvCxnSpPr>
          <p:spPr bwMode="auto">
            <a:xfrm>
              <a:off x="0" y="1463040"/>
              <a:ext cx="12189240" cy="360"/>
            </a:xfrm>
            <a:prstGeom prst="straightConnector1">
              <a:avLst/>
            </a:prstGeom>
            <a:ln w="3175">
              <a:solidFill>
                <a:schemeClr val="dk1">
                  <a:alpha val="20000"/>
                </a:schemeClr>
              </a:solidFill>
              <a:round/>
            </a:ln>
          </p:spPr>
        </p:cxnSp>
        <p:cxnSp>
          <p:nvCxnSpPr>
            <p:cNvPr id="1347" name="Straight Connector 16"/>
            <p:cNvCxnSpPr/>
            <p:nvPr/>
          </p:nvCxnSpPr>
          <p:spPr bwMode="auto">
            <a:xfrm>
              <a:off x="0" y="0"/>
              <a:ext cx="360" cy="6858360"/>
            </a:xfrm>
            <a:prstGeom prst="straightConnector1">
              <a:avLst/>
            </a:prstGeom>
            <a:ln w="3175">
              <a:solidFill>
                <a:schemeClr val="dk1">
                  <a:alpha val="20000"/>
                </a:schemeClr>
              </a:solidFill>
              <a:round/>
            </a:ln>
          </p:spPr>
        </p:cxnSp>
        <p:cxnSp>
          <p:nvCxnSpPr>
            <p:cNvPr id="1348" name="Straight Connector 17"/>
            <p:cNvCxnSpPr/>
            <p:nvPr/>
          </p:nvCxnSpPr>
          <p:spPr bwMode="auto">
            <a:xfrm>
              <a:off x="585000" y="0"/>
              <a:ext cx="360" cy="6858360"/>
            </a:xfrm>
            <a:prstGeom prst="straightConnector1">
              <a:avLst/>
            </a:prstGeom>
            <a:ln w="3175">
              <a:solidFill>
                <a:srgbClr val="DF45D4"/>
              </a:solidFill>
              <a:round/>
            </a:ln>
          </p:spPr>
        </p:cxnSp>
        <p:cxnSp>
          <p:nvCxnSpPr>
            <p:cNvPr id="1349" name="Straight Connector 18"/>
            <p:cNvCxnSpPr/>
            <p:nvPr/>
          </p:nvCxnSpPr>
          <p:spPr bwMode="auto">
            <a:xfrm>
              <a:off x="292320" y="0"/>
              <a:ext cx="360" cy="6858360"/>
            </a:xfrm>
            <a:prstGeom prst="straightConnector1">
              <a:avLst/>
            </a:prstGeom>
            <a:ln w="3175">
              <a:solidFill>
                <a:schemeClr val="dk1">
                  <a:alpha val="20000"/>
                </a:schemeClr>
              </a:solidFill>
              <a:round/>
            </a:ln>
          </p:spPr>
        </p:cxnSp>
        <p:cxnSp>
          <p:nvCxnSpPr>
            <p:cNvPr id="1350" name="Straight Connector 19"/>
            <p:cNvCxnSpPr/>
            <p:nvPr/>
          </p:nvCxnSpPr>
          <p:spPr bwMode="auto">
            <a:xfrm>
              <a:off x="877680" y="0"/>
              <a:ext cx="360" cy="6858360"/>
            </a:xfrm>
            <a:prstGeom prst="straightConnector1">
              <a:avLst/>
            </a:prstGeom>
            <a:ln w="3175">
              <a:solidFill>
                <a:schemeClr val="dk1">
                  <a:alpha val="20000"/>
                </a:schemeClr>
              </a:solidFill>
              <a:round/>
            </a:ln>
          </p:spPr>
        </p:cxnSp>
        <p:cxnSp>
          <p:nvCxnSpPr>
            <p:cNvPr id="1351" name="Straight Connector 20"/>
            <p:cNvCxnSpPr/>
            <p:nvPr/>
          </p:nvCxnSpPr>
          <p:spPr bwMode="auto">
            <a:xfrm>
              <a:off x="1170360" y="0"/>
              <a:ext cx="360" cy="6858360"/>
            </a:xfrm>
            <a:prstGeom prst="straightConnector1">
              <a:avLst/>
            </a:prstGeom>
            <a:ln w="3175">
              <a:solidFill>
                <a:schemeClr val="dk1">
                  <a:alpha val="20000"/>
                </a:schemeClr>
              </a:solidFill>
              <a:round/>
            </a:ln>
          </p:spPr>
        </p:cxnSp>
        <p:cxnSp>
          <p:nvCxnSpPr>
            <p:cNvPr id="1352" name="Straight Connector 21"/>
            <p:cNvCxnSpPr/>
            <p:nvPr/>
          </p:nvCxnSpPr>
          <p:spPr bwMode="auto">
            <a:xfrm>
              <a:off x="11021400" y="0"/>
              <a:ext cx="360" cy="6858360"/>
            </a:xfrm>
            <a:prstGeom prst="straightConnector1">
              <a:avLst/>
            </a:prstGeom>
            <a:ln w="3175">
              <a:solidFill>
                <a:schemeClr val="dk1">
                  <a:alpha val="20000"/>
                </a:schemeClr>
              </a:solidFill>
              <a:round/>
            </a:ln>
          </p:spPr>
        </p:cxnSp>
        <p:cxnSp>
          <p:nvCxnSpPr>
            <p:cNvPr id="1353" name="Straight Connector 22"/>
            <p:cNvCxnSpPr/>
            <p:nvPr/>
          </p:nvCxnSpPr>
          <p:spPr bwMode="auto">
            <a:xfrm>
              <a:off x="11606760" y="0"/>
              <a:ext cx="360" cy="6858360"/>
            </a:xfrm>
            <a:prstGeom prst="straightConnector1">
              <a:avLst/>
            </a:prstGeom>
            <a:ln w="3175">
              <a:solidFill>
                <a:srgbClr val="DF45D4"/>
              </a:solidFill>
              <a:round/>
            </a:ln>
          </p:spPr>
        </p:cxnSp>
        <p:cxnSp>
          <p:nvCxnSpPr>
            <p:cNvPr id="1354" name="Straight Connector 23"/>
            <p:cNvCxnSpPr/>
            <p:nvPr/>
          </p:nvCxnSpPr>
          <p:spPr bwMode="auto">
            <a:xfrm>
              <a:off x="11314079" y="0"/>
              <a:ext cx="360" cy="6858360"/>
            </a:xfrm>
            <a:prstGeom prst="straightConnector1">
              <a:avLst/>
            </a:prstGeom>
            <a:ln w="3175">
              <a:solidFill>
                <a:schemeClr val="dk1">
                  <a:alpha val="20000"/>
                </a:schemeClr>
              </a:solidFill>
              <a:round/>
            </a:ln>
          </p:spPr>
        </p:cxnSp>
        <p:cxnSp>
          <p:nvCxnSpPr>
            <p:cNvPr id="1355" name="Straight Connector 24"/>
            <p:cNvCxnSpPr/>
            <p:nvPr/>
          </p:nvCxnSpPr>
          <p:spPr bwMode="auto">
            <a:xfrm>
              <a:off x="11899079" y="0"/>
              <a:ext cx="360" cy="6858360"/>
            </a:xfrm>
            <a:prstGeom prst="straightConnector1">
              <a:avLst/>
            </a:prstGeom>
            <a:ln w="3175">
              <a:solidFill>
                <a:schemeClr val="dk1">
                  <a:alpha val="20000"/>
                </a:schemeClr>
              </a:solidFill>
              <a:round/>
            </a:ln>
          </p:spPr>
        </p:cxnSp>
        <p:cxnSp>
          <p:nvCxnSpPr>
            <p:cNvPr id="1356" name="Straight Connector 25"/>
            <p:cNvCxnSpPr/>
            <p:nvPr/>
          </p:nvCxnSpPr>
          <p:spPr bwMode="auto">
            <a:xfrm>
              <a:off x="12191760" y="0"/>
              <a:ext cx="360" cy="6858360"/>
            </a:xfrm>
            <a:prstGeom prst="straightConnector1">
              <a:avLst/>
            </a:prstGeom>
            <a:ln w="3175">
              <a:solidFill>
                <a:schemeClr val="dk1">
                  <a:alpha val="20000"/>
                </a:schemeClr>
              </a:solidFill>
              <a:round/>
            </a:ln>
          </p:spPr>
        </p:cxnSp>
        <p:cxnSp>
          <p:nvCxnSpPr>
            <p:cNvPr id="1357" name="Straight Connector 26"/>
            <p:cNvCxnSpPr/>
            <p:nvPr/>
          </p:nvCxnSpPr>
          <p:spPr bwMode="auto">
            <a:xfrm>
              <a:off x="0" y="1755360"/>
              <a:ext cx="12189240" cy="360"/>
            </a:xfrm>
            <a:prstGeom prst="straightConnector1">
              <a:avLst/>
            </a:prstGeom>
            <a:ln w="3175">
              <a:solidFill>
                <a:schemeClr val="dk1">
                  <a:alpha val="20000"/>
                </a:schemeClr>
              </a:solidFill>
              <a:round/>
            </a:ln>
          </p:spPr>
        </p:cxnSp>
        <p:cxnSp>
          <p:nvCxnSpPr>
            <p:cNvPr id="1358" name="Straight Connector 27"/>
            <p:cNvCxnSpPr/>
            <p:nvPr/>
          </p:nvCxnSpPr>
          <p:spPr bwMode="auto">
            <a:xfrm>
              <a:off x="0" y="2048040"/>
              <a:ext cx="12189240" cy="360"/>
            </a:xfrm>
            <a:prstGeom prst="straightConnector1">
              <a:avLst/>
            </a:prstGeom>
            <a:ln w="3175">
              <a:solidFill>
                <a:schemeClr val="dk1">
                  <a:alpha val="20000"/>
                </a:schemeClr>
              </a:solidFill>
              <a:round/>
            </a:ln>
          </p:spPr>
        </p:cxnSp>
        <p:cxnSp>
          <p:nvCxnSpPr>
            <p:cNvPr id="1359" name="Straight Connector 28"/>
            <p:cNvCxnSpPr/>
            <p:nvPr/>
          </p:nvCxnSpPr>
          <p:spPr bwMode="auto">
            <a:xfrm>
              <a:off x="0" y="2340720"/>
              <a:ext cx="12189240" cy="360"/>
            </a:xfrm>
            <a:prstGeom prst="straightConnector1">
              <a:avLst/>
            </a:prstGeom>
            <a:ln w="3175">
              <a:solidFill>
                <a:schemeClr val="dk1">
                  <a:alpha val="20000"/>
                </a:schemeClr>
              </a:solidFill>
              <a:round/>
            </a:ln>
          </p:spPr>
        </p:cxnSp>
        <p:cxnSp>
          <p:nvCxnSpPr>
            <p:cNvPr id="1360" name="Straight Connector 29"/>
            <p:cNvCxnSpPr/>
            <p:nvPr/>
          </p:nvCxnSpPr>
          <p:spPr bwMode="auto">
            <a:xfrm>
              <a:off x="0" y="2633400"/>
              <a:ext cx="12189240" cy="360"/>
            </a:xfrm>
            <a:prstGeom prst="straightConnector1">
              <a:avLst/>
            </a:prstGeom>
            <a:ln w="3175">
              <a:solidFill>
                <a:schemeClr val="dk1">
                  <a:alpha val="20000"/>
                </a:schemeClr>
              </a:solidFill>
              <a:round/>
            </a:ln>
          </p:spPr>
        </p:cxnSp>
        <p:cxnSp>
          <p:nvCxnSpPr>
            <p:cNvPr id="1361" name="Straight Connector 30"/>
            <p:cNvCxnSpPr/>
            <p:nvPr/>
          </p:nvCxnSpPr>
          <p:spPr bwMode="auto">
            <a:xfrm>
              <a:off x="0" y="2926080"/>
              <a:ext cx="12189240" cy="360"/>
            </a:xfrm>
            <a:prstGeom prst="straightConnector1">
              <a:avLst/>
            </a:prstGeom>
            <a:ln w="3175">
              <a:solidFill>
                <a:schemeClr val="dk1">
                  <a:alpha val="20000"/>
                </a:schemeClr>
              </a:solidFill>
              <a:round/>
            </a:ln>
          </p:spPr>
        </p:cxnSp>
        <p:cxnSp>
          <p:nvCxnSpPr>
            <p:cNvPr id="1362" name="Straight Connector 31"/>
            <p:cNvCxnSpPr/>
            <p:nvPr/>
          </p:nvCxnSpPr>
          <p:spPr bwMode="auto">
            <a:xfrm>
              <a:off x="0" y="3218400"/>
              <a:ext cx="12189240" cy="360"/>
            </a:xfrm>
            <a:prstGeom prst="straightConnector1">
              <a:avLst/>
            </a:prstGeom>
            <a:ln w="3175">
              <a:solidFill>
                <a:schemeClr val="dk1">
                  <a:alpha val="20000"/>
                </a:schemeClr>
              </a:solidFill>
              <a:round/>
            </a:ln>
          </p:spPr>
        </p:cxnSp>
        <p:cxnSp>
          <p:nvCxnSpPr>
            <p:cNvPr id="1363" name="Straight Connector 32"/>
            <p:cNvCxnSpPr/>
            <p:nvPr/>
          </p:nvCxnSpPr>
          <p:spPr bwMode="auto">
            <a:xfrm>
              <a:off x="0" y="3511080"/>
              <a:ext cx="12189240" cy="360"/>
            </a:xfrm>
            <a:prstGeom prst="straightConnector1">
              <a:avLst/>
            </a:prstGeom>
            <a:ln w="3175">
              <a:solidFill>
                <a:schemeClr val="dk1">
                  <a:alpha val="20000"/>
                </a:schemeClr>
              </a:solidFill>
              <a:round/>
            </a:ln>
          </p:spPr>
        </p:cxnSp>
        <p:cxnSp>
          <p:nvCxnSpPr>
            <p:cNvPr id="1364" name="Straight Connector 38"/>
            <p:cNvCxnSpPr/>
            <p:nvPr/>
          </p:nvCxnSpPr>
          <p:spPr bwMode="auto">
            <a:xfrm>
              <a:off x="0" y="3803760"/>
              <a:ext cx="12189240" cy="360"/>
            </a:xfrm>
            <a:prstGeom prst="straightConnector1">
              <a:avLst/>
            </a:prstGeom>
            <a:ln w="3175">
              <a:solidFill>
                <a:schemeClr val="dk1">
                  <a:alpha val="20000"/>
                </a:schemeClr>
              </a:solidFill>
              <a:round/>
            </a:ln>
          </p:spPr>
        </p:cxnSp>
        <p:cxnSp>
          <p:nvCxnSpPr>
            <p:cNvPr id="1365" name="Straight Connector 39"/>
            <p:cNvCxnSpPr/>
            <p:nvPr/>
          </p:nvCxnSpPr>
          <p:spPr bwMode="auto">
            <a:xfrm>
              <a:off x="0" y="4096440"/>
              <a:ext cx="12189240" cy="360"/>
            </a:xfrm>
            <a:prstGeom prst="straightConnector1">
              <a:avLst/>
            </a:prstGeom>
            <a:ln w="3175">
              <a:solidFill>
                <a:schemeClr val="dk1">
                  <a:alpha val="20000"/>
                </a:schemeClr>
              </a:solidFill>
              <a:round/>
            </a:ln>
          </p:spPr>
        </p:cxnSp>
        <p:cxnSp>
          <p:nvCxnSpPr>
            <p:cNvPr id="1366" name="Straight Connector 40"/>
            <p:cNvCxnSpPr/>
            <p:nvPr/>
          </p:nvCxnSpPr>
          <p:spPr bwMode="auto">
            <a:xfrm>
              <a:off x="0" y="4389120"/>
              <a:ext cx="12189240" cy="360"/>
            </a:xfrm>
            <a:prstGeom prst="straightConnector1">
              <a:avLst/>
            </a:prstGeom>
            <a:ln w="3175">
              <a:solidFill>
                <a:schemeClr val="dk1">
                  <a:alpha val="20000"/>
                </a:schemeClr>
              </a:solidFill>
              <a:round/>
            </a:ln>
          </p:spPr>
        </p:cxnSp>
        <p:cxnSp>
          <p:nvCxnSpPr>
            <p:cNvPr id="1367" name="Straight Connector 41"/>
            <p:cNvCxnSpPr/>
            <p:nvPr/>
          </p:nvCxnSpPr>
          <p:spPr bwMode="auto">
            <a:xfrm>
              <a:off x="0" y="4681440"/>
              <a:ext cx="12189240" cy="360"/>
            </a:xfrm>
            <a:prstGeom prst="straightConnector1">
              <a:avLst/>
            </a:prstGeom>
            <a:ln w="3175">
              <a:solidFill>
                <a:schemeClr val="dk1">
                  <a:alpha val="20000"/>
                </a:schemeClr>
              </a:solidFill>
              <a:round/>
            </a:ln>
          </p:spPr>
        </p:cxnSp>
        <p:cxnSp>
          <p:nvCxnSpPr>
            <p:cNvPr id="1368" name="Straight Connector 42"/>
            <p:cNvCxnSpPr/>
            <p:nvPr/>
          </p:nvCxnSpPr>
          <p:spPr bwMode="auto">
            <a:xfrm>
              <a:off x="0" y="4974120"/>
              <a:ext cx="12189240" cy="360"/>
            </a:xfrm>
            <a:prstGeom prst="straightConnector1">
              <a:avLst/>
            </a:prstGeom>
            <a:ln w="3175">
              <a:solidFill>
                <a:schemeClr val="dk1">
                  <a:alpha val="20000"/>
                </a:schemeClr>
              </a:solidFill>
              <a:round/>
            </a:ln>
          </p:spPr>
        </p:cxnSp>
        <p:cxnSp>
          <p:nvCxnSpPr>
            <p:cNvPr id="1369" name="Straight Connector 43"/>
            <p:cNvCxnSpPr/>
            <p:nvPr/>
          </p:nvCxnSpPr>
          <p:spPr bwMode="auto">
            <a:xfrm>
              <a:off x="0" y="5266800"/>
              <a:ext cx="12189240" cy="360"/>
            </a:xfrm>
            <a:prstGeom prst="straightConnector1">
              <a:avLst/>
            </a:prstGeom>
            <a:ln w="3175">
              <a:solidFill>
                <a:schemeClr val="dk1">
                  <a:alpha val="20000"/>
                </a:schemeClr>
              </a:solidFill>
              <a:round/>
            </a:ln>
          </p:spPr>
        </p:cxnSp>
        <p:cxnSp>
          <p:nvCxnSpPr>
            <p:cNvPr id="1370" name="Straight Connector 44"/>
            <p:cNvCxnSpPr/>
            <p:nvPr/>
          </p:nvCxnSpPr>
          <p:spPr bwMode="auto">
            <a:xfrm>
              <a:off x="0" y="5559480"/>
              <a:ext cx="12189240" cy="360"/>
            </a:xfrm>
            <a:prstGeom prst="straightConnector1">
              <a:avLst/>
            </a:prstGeom>
            <a:ln w="3175">
              <a:solidFill>
                <a:schemeClr val="dk1">
                  <a:alpha val="20000"/>
                </a:schemeClr>
              </a:solidFill>
              <a:round/>
            </a:ln>
          </p:spPr>
        </p:cxnSp>
        <p:cxnSp>
          <p:nvCxnSpPr>
            <p:cNvPr id="1371" name="Straight Connector 45"/>
            <p:cNvCxnSpPr/>
            <p:nvPr/>
          </p:nvCxnSpPr>
          <p:spPr bwMode="auto">
            <a:xfrm>
              <a:off x="0" y="5852160"/>
              <a:ext cx="12189240" cy="360"/>
            </a:xfrm>
            <a:prstGeom prst="straightConnector1">
              <a:avLst/>
            </a:prstGeom>
            <a:ln w="3175">
              <a:solidFill>
                <a:schemeClr val="dk1">
                  <a:alpha val="20000"/>
                </a:schemeClr>
              </a:solidFill>
              <a:round/>
            </a:ln>
          </p:spPr>
        </p:cxnSp>
      </p:grpSp>
      <p:pic>
        <p:nvPicPr>
          <p:cNvPr id="1645080290" name="Graphic 5"/>
          <p:cNvPicPr/>
          <p:nvPr/>
        </p:nvPicPr>
        <p:blipFill rotWithShape="1">
          <a:blip r:embed="rId3"/>
          <a:stretch/>
        </p:blipFill>
        <p:spPr bwMode="auto">
          <a:xfrm rot="5400000">
            <a:off x="9510120" y="2743200"/>
            <a:ext cx="6857640" cy="1371240"/>
          </a:xfrm>
          <a:prstGeom prst="rect">
            <a:avLst/>
          </a:prstGeom>
          <a:noFill/>
          <a:ln w="0">
            <a:noFill/>
          </a:ln>
        </p:spPr>
      </p:pic>
      <p:sp>
        <p:nvSpPr>
          <p:cNvPr id="1869832329" name="TextBox 2"/>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278836475"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1812431946"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1963500931" name="Straight Connector 33"/>
          <p:cNvCxnSpPr/>
          <p:nvPr/>
        </p:nvCxnSpPr>
        <p:spPr bwMode="auto">
          <a:xfrm>
            <a:off x="-89640" y="5670360"/>
            <a:ext cx="360" cy="1178280"/>
          </a:xfrm>
          <a:prstGeom prst="straightConnector1">
            <a:avLst/>
          </a:prstGeom>
          <a:ln w="9525" cap="sq">
            <a:solidFill>
              <a:srgbClr val="FF0000"/>
            </a:solidFill>
            <a:miter/>
          </a:ln>
        </p:spPr>
      </p:cxnSp>
      <p:sp>
        <p:nvSpPr>
          <p:cNvPr id="1250162991" name="PlaceHolder 1"/>
          <p:cNvSpPr>
            <a:spLocks noGrp="1"/>
          </p:cNvSpPr>
          <p:nvPr>
            <p:ph type="body" hasCustomPrompt="1"/>
          </p:nvPr>
        </p:nvSpPr>
        <p:spPr bwMode="auto">
          <a:xfrm>
            <a:off x="1389600" y="1456920"/>
            <a:ext cx="10209960" cy="645120"/>
          </a:xfrm>
          <a:prstGeom prst="rect">
            <a:avLst/>
          </a:prstGeom>
          <a:noFill/>
          <a:ln w="0">
            <a:noFill/>
          </a:ln>
        </p:spPr>
        <p:txBody>
          <a:bodyPr lIns="0" tIns="0" rIns="0" bIns="0" anchor="ctr">
            <a:noAutofit/>
          </a:bodyPr>
          <a:lstStyle>
            <a:lvl1pPr indent="0" algn="l" defTabSz="914400">
              <a:lnSpc>
                <a:spcPct val="100000"/>
              </a:lnSpc>
              <a:spcBef>
                <a:spcPts val="391"/>
              </a:spcBef>
              <a:spcAft>
                <a:spcPts val="587"/>
              </a:spcAft>
              <a:buNone/>
              <a:tabLst>
                <a:tab pos="0" algn="l"/>
              </a:tabLst>
              <a:defRPr lang="en-US" sz="1800" b="0" u="none" strike="noStrike">
                <a:solidFill>
                  <a:schemeClr val="dk1"/>
                </a:solidFill>
                <a:latin typeface="Segoe UI"/>
              </a:defRPr>
            </a:lvl1pPr>
          </a:lstStyle>
          <a:p>
            <a:pPr indent="0" algn="l" defTabSz="914400">
              <a:lnSpc>
                <a:spcPct val="100000"/>
              </a:lnSpc>
              <a:spcBef>
                <a:spcPts val="391"/>
              </a:spcBef>
              <a:spcAft>
                <a:spcPts val="587"/>
              </a:spcAft>
              <a:buNone/>
              <a:tabLst>
                <a:tab pos="0" algn="l"/>
              </a:tabLst>
              <a:defRPr/>
            </a:pPr>
            <a:r>
              <a:rPr lang="en-US" sz="1800" b="0" u="none" strike="noStrike">
                <a:solidFill>
                  <a:schemeClr val="dk1"/>
                </a:solidFill>
                <a:latin typeface="Segoe UI"/>
              </a:rPr>
              <a:t>The quick brown fox jumps over the lazy dog. The quick brown fox jumps over the lazy dog. The quick brown fox jumps over the lazy dog.</a:t>
            </a:r>
          </a:p>
        </p:txBody>
      </p:sp>
      <p:cxnSp>
        <p:nvCxnSpPr>
          <p:cNvPr id="420680025" name="Straight Connector 14"/>
          <p:cNvCxnSpPr/>
          <p:nvPr/>
        </p:nvCxnSpPr>
        <p:spPr bwMode="auto">
          <a:xfrm>
            <a:off x="1389600" y="2205720"/>
            <a:ext cx="10197360" cy="360"/>
          </a:xfrm>
          <a:prstGeom prst="straightConnector1">
            <a:avLst/>
          </a:prstGeom>
          <a:ln w="12700">
            <a:solidFill>
              <a:srgbClr val="FFFFFF">
                <a:lumMod val="85000"/>
              </a:srgbClr>
            </a:solidFill>
            <a:round/>
          </a:ln>
        </p:spPr>
      </p:cxnSp>
      <p:sp>
        <p:nvSpPr>
          <p:cNvPr id="1749344084" name="PlaceHolder 2"/>
          <p:cNvSpPr>
            <a:spLocks noGrp="1"/>
          </p:cNvSpPr>
          <p:nvPr>
            <p:ph type="body" hasCustomPrompt="1"/>
          </p:nvPr>
        </p:nvSpPr>
        <p:spPr bwMode="auto">
          <a:xfrm>
            <a:off x="1389600" y="2309400"/>
            <a:ext cx="10209960" cy="648720"/>
          </a:xfrm>
          <a:prstGeom prst="rect">
            <a:avLst/>
          </a:prstGeom>
          <a:noFill/>
          <a:ln w="0">
            <a:noFill/>
          </a:ln>
        </p:spPr>
        <p:txBody>
          <a:bodyPr lIns="0" tIns="0" rIns="0" bIns="0" anchor="ctr">
            <a:noAutofit/>
          </a:bodyPr>
          <a:lstStyle>
            <a:lvl1pPr indent="0" algn="l" defTabSz="914400">
              <a:lnSpc>
                <a:spcPct val="100000"/>
              </a:lnSpc>
              <a:spcBef>
                <a:spcPts val="391"/>
              </a:spcBef>
              <a:spcAft>
                <a:spcPts val="587"/>
              </a:spcAft>
              <a:buNone/>
              <a:tabLst>
                <a:tab pos="0" algn="l"/>
              </a:tabLst>
              <a:defRPr lang="en-US" sz="1800" b="0" u="none" strike="noStrike">
                <a:solidFill>
                  <a:schemeClr val="dk1"/>
                </a:solidFill>
                <a:latin typeface="Segoe UI"/>
              </a:defRPr>
            </a:lvl1pPr>
          </a:lstStyle>
          <a:p>
            <a:pPr indent="0" algn="l" defTabSz="914400">
              <a:lnSpc>
                <a:spcPct val="100000"/>
              </a:lnSpc>
              <a:spcBef>
                <a:spcPts val="391"/>
              </a:spcBef>
              <a:spcAft>
                <a:spcPts val="587"/>
              </a:spcAft>
              <a:buNone/>
              <a:tabLst>
                <a:tab pos="0" algn="l"/>
              </a:tabLst>
              <a:defRPr/>
            </a:pPr>
            <a:r>
              <a:rPr lang="en-US" sz="1800" b="0" u="none" strike="noStrike">
                <a:solidFill>
                  <a:schemeClr val="dk1"/>
                </a:solidFill>
                <a:latin typeface="Segoe UI"/>
              </a:rPr>
              <a:t>The quick brown fox jumps over the lazy dog. The quick brown fox jumps over the lazy dog. The quick brown fox jumps over the lazy dog.</a:t>
            </a:r>
          </a:p>
        </p:txBody>
      </p:sp>
      <p:cxnSp>
        <p:nvCxnSpPr>
          <p:cNvPr id="1796683013" name="Straight Connector 16"/>
          <p:cNvCxnSpPr/>
          <p:nvPr/>
        </p:nvCxnSpPr>
        <p:spPr bwMode="auto">
          <a:xfrm>
            <a:off x="1389600" y="3061440"/>
            <a:ext cx="10197360" cy="360"/>
          </a:xfrm>
          <a:prstGeom prst="straightConnector1">
            <a:avLst/>
          </a:prstGeom>
          <a:ln w="12700">
            <a:solidFill>
              <a:srgbClr val="FFFFFF">
                <a:lumMod val="85000"/>
              </a:srgbClr>
            </a:solidFill>
            <a:round/>
          </a:ln>
        </p:spPr>
      </p:cxnSp>
      <p:sp>
        <p:nvSpPr>
          <p:cNvPr id="923254379" name="PlaceHolder 3"/>
          <p:cNvSpPr>
            <a:spLocks noGrp="1"/>
          </p:cNvSpPr>
          <p:nvPr>
            <p:ph type="body" hasCustomPrompt="1"/>
          </p:nvPr>
        </p:nvSpPr>
        <p:spPr bwMode="auto">
          <a:xfrm>
            <a:off x="1389600" y="3165120"/>
            <a:ext cx="10209960" cy="648720"/>
          </a:xfrm>
          <a:prstGeom prst="rect">
            <a:avLst/>
          </a:prstGeom>
          <a:noFill/>
          <a:ln w="0">
            <a:noFill/>
          </a:ln>
        </p:spPr>
        <p:txBody>
          <a:bodyPr lIns="0" tIns="0" rIns="0" bIns="0" anchor="ctr">
            <a:noAutofit/>
          </a:bodyPr>
          <a:lstStyle>
            <a:lvl1pPr indent="0" algn="l" defTabSz="914400">
              <a:lnSpc>
                <a:spcPct val="100000"/>
              </a:lnSpc>
              <a:spcBef>
                <a:spcPts val="391"/>
              </a:spcBef>
              <a:spcAft>
                <a:spcPts val="587"/>
              </a:spcAft>
              <a:buNone/>
              <a:tabLst>
                <a:tab pos="0" algn="l"/>
              </a:tabLst>
              <a:defRPr lang="en-US" sz="1800" b="0" u="none" strike="noStrike">
                <a:solidFill>
                  <a:schemeClr val="dk1"/>
                </a:solidFill>
                <a:latin typeface="Segoe UI"/>
              </a:defRPr>
            </a:lvl1pPr>
          </a:lstStyle>
          <a:p>
            <a:pPr indent="0" algn="l" defTabSz="914400">
              <a:lnSpc>
                <a:spcPct val="100000"/>
              </a:lnSpc>
              <a:spcBef>
                <a:spcPts val="391"/>
              </a:spcBef>
              <a:spcAft>
                <a:spcPts val="587"/>
              </a:spcAft>
              <a:buNone/>
              <a:tabLst>
                <a:tab pos="0" algn="l"/>
              </a:tabLst>
              <a:defRPr/>
            </a:pPr>
            <a:r>
              <a:rPr lang="en-US" sz="1800" b="0" u="none" strike="noStrike">
                <a:solidFill>
                  <a:schemeClr val="dk1"/>
                </a:solidFill>
                <a:latin typeface="Segoe UI"/>
              </a:rPr>
              <a:t>The quick brown fox jumps over the lazy dog. The quick brown fox jumps over the lazy dog. The quick brown fox jumps over the lazy dog.</a:t>
            </a:r>
          </a:p>
        </p:txBody>
      </p:sp>
      <p:cxnSp>
        <p:nvCxnSpPr>
          <p:cNvPr id="406347725" name="Straight Connector 18"/>
          <p:cNvCxnSpPr/>
          <p:nvPr/>
        </p:nvCxnSpPr>
        <p:spPr bwMode="auto">
          <a:xfrm>
            <a:off x="1389600" y="3917519"/>
            <a:ext cx="10197360" cy="360"/>
          </a:xfrm>
          <a:prstGeom prst="straightConnector1">
            <a:avLst/>
          </a:prstGeom>
          <a:ln w="12700">
            <a:solidFill>
              <a:srgbClr val="FFFFFF">
                <a:lumMod val="85000"/>
              </a:srgbClr>
            </a:solidFill>
            <a:round/>
          </a:ln>
        </p:spPr>
      </p:cxnSp>
      <p:sp>
        <p:nvSpPr>
          <p:cNvPr id="1333332970" name="PlaceHolder 4"/>
          <p:cNvSpPr>
            <a:spLocks noGrp="1"/>
          </p:cNvSpPr>
          <p:nvPr>
            <p:ph type="body" hasCustomPrompt="1"/>
          </p:nvPr>
        </p:nvSpPr>
        <p:spPr bwMode="auto">
          <a:xfrm>
            <a:off x="1389600" y="4021200"/>
            <a:ext cx="10209960" cy="648720"/>
          </a:xfrm>
          <a:prstGeom prst="rect">
            <a:avLst/>
          </a:prstGeom>
          <a:noFill/>
          <a:ln w="0">
            <a:noFill/>
          </a:ln>
        </p:spPr>
        <p:txBody>
          <a:bodyPr lIns="0" tIns="0" rIns="0" bIns="0" anchor="ctr">
            <a:noAutofit/>
          </a:bodyPr>
          <a:lstStyle>
            <a:lvl1pPr indent="0" algn="l" defTabSz="914400">
              <a:lnSpc>
                <a:spcPct val="100000"/>
              </a:lnSpc>
              <a:spcBef>
                <a:spcPts val="391"/>
              </a:spcBef>
              <a:spcAft>
                <a:spcPts val="587"/>
              </a:spcAft>
              <a:buNone/>
              <a:tabLst>
                <a:tab pos="0" algn="l"/>
              </a:tabLst>
              <a:defRPr lang="en-US" sz="1800" b="0" u="none" strike="noStrike">
                <a:solidFill>
                  <a:schemeClr val="dk1"/>
                </a:solidFill>
                <a:latin typeface="Segoe UI"/>
              </a:defRPr>
            </a:lvl1pPr>
          </a:lstStyle>
          <a:p>
            <a:pPr indent="0" algn="l" defTabSz="914400">
              <a:lnSpc>
                <a:spcPct val="100000"/>
              </a:lnSpc>
              <a:spcBef>
                <a:spcPts val="391"/>
              </a:spcBef>
              <a:spcAft>
                <a:spcPts val="587"/>
              </a:spcAft>
              <a:buNone/>
              <a:tabLst>
                <a:tab pos="0" algn="l"/>
              </a:tabLst>
              <a:defRPr/>
            </a:pPr>
            <a:r>
              <a:rPr lang="en-US" sz="1800" b="0" u="none" strike="noStrike">
                <a:solidFill>
                  <a:schemeClr val="dk1"/>
                </a:solidFill>
                <a:latin typeface="Segoe UI"/>
              </a:rPr>
              <a:t>The quick brown fox jumps over the lazy dog. The quick brown fox jumps over the lazy dog. The quick brown fox jumps over the lazy dog.</a:t>
            </a:r>
          </a:p>
        </p:txBody>
      </p:sp>
      <p:cxnSp>
        <p:nvCxnSpPr>
          <p:cNvPr id="1511631371" name="Straight Connector 10"/>
          <p:cNvCxnSpPr/>
          <p:nvPr/>
        </p:nvCxnSpPr>
        <p:spPr bwMode="auto">
          <a:xfrm>
            <a:off x="1389600" y="4773240"/>
            <a:ext cx="10197360" cy="360"/>
          </a:xfrm>
          <a:prstGeom prst="straightConnector1">
            <a:avLst/>
          </a:prstGeom>
          <a:ln w="12700">
            <a:solidFill>
              <a:srgbClr val="FFFFFF">
                <a:lumMod val="85000"/>
              </a:srgbClr>
            </a:solidFill>
            <a:round/>
          </a:ln>
        </p:spPr>
      </p:cxnSp>
      <p:sp>
        <p:nvSpPr>
          <p:cNvPr id="457326483" name="PlaceHolder 5"/>
          <p:cNvSpPr>
            <a:spLocks noGrp="1"/>
          </p:cNvSpPr>
          <p:nvPr>
            <p:ph type="body" hasCustomPrompt="1"/>
          </p:nvPr>
        </p:nvSpPr>
        <p:spPr bwMode="auto">
          <a:xfrm>
            <a:off x="1389600" y="4876920"/>
            <a:ext cx="10209960" cy="648720"/>
          </a:xfrm>
          <a:prstGeom prst="rect">
            <a:avLst/>
          </a:prstGeom>
          <a:noFill/>
          <a:ln w="0">
            <a:noFill/>
          </a:ln>
        </p:spPr>
        <p:txBody>
          <a:bodyPr lIns="0" tIns="0" rIns="0" bIns="0" anchor="ctr">
            <a:noAutofit/>
          </a:bodyPr>
          <a:lstStyle>
            <a:lvl1pPr indent="0" algn="l" defTabSz="914400">
              <a:lnSpc>
                <a:spcPct val="100000"/>
              </a:lnSpc>
              <a:spcBef>
                <a:spcPts val="391"/>
              </a:spcBef>
              <a:spcAft>
                <a:spcPts val="587"/>
              </a:spcAft>
              <a:buNone/>
              <a:tabLst>
                <a:tab pos="0" algn="l"/>
              </a:tabLst>
              <a:defRPr lang="en-US" sz="1800" b="0" u="none" strike="noStrike">
                <a:solidFill>
                  <a:schemeClr val="dk1"/>
                </a:solidFill>
                <a:latin typeface="Segoe UI"/>
              </a:defRPr>
            </a:lvl1pPr>
          </a:lstStyle>
          <a:p>
            <a:pPr indent="0" algn="l" defTabSz="914400">
              <a:lnSpc>
                <a:spcPct val="100000"/>
              </a:lnSpc>
              <a:spcBef>
                <a:spcPts val="391"/>
              </a:spcBef>
              <a:spcAft>
                <a:spcPts val="587"/>
              </a:spcAft>
              <a:buNone/>
              <a:tabLst>
                <a:tab pos="0" algn="l"/>
              </a:tabLst>
              <a:defRPr/>
            </a:pPr>
            <a:r>
              <a:rPr lang="en-US" sz="1800" b="0" u="none" strike="noStrike">
                <a:solidFill>
                  <a:schemeClr val="dk1"/>
                </a:solidFill>
                <a:latin typeface="Segoe UI"/>
              </a:rPr>
              <a:t>The quick brown fox jumps over the lazy dog. The quick brown fox jumps over the lazy dog. The quick brown fox jumps over the lazy dog.</a:t>
            </a:r>
          </a:p>
        </p:txBody>
      </p:sp>
      <p:sp>
        <p:nvSpPr>
          <p:cNvPr id="1835193729" name="PlaceHolder 6"/>
          <p:cNvSpPr>
            <a:spLocks noGrp="1"/>
          </p:cNvSpPr>
          <p:nvPr>
            <p:ph type="ftr" idx="2"/>
          </p:nvPr>
        </p:nvSpPr>
        <p:spPr bwMode="auto">
          <a:xfrm>
            <a:off x="579600" y="6420960"/>
            <a:ext cx="4150800" cy="197640"/>
          </a:xfrm>
          <a:prstGeom prst="rect">
            <a:avLst/>
          </a:prstGeom>
          <a:noFill/>
          <a:ln w="0">
            <a:noFill/>
          </a:ln>
        </p:spPr>
        <p:txBody>
          <a:bodyPr lIns="0" tIns="0" rIns="0" bIns="0" anchor="ctr">
            <a:noAutofit/>
          </a:bodyPr>
          <a:lstStyle>
            <a:lvl1pPr indent="0" algn="l" defTabSz="914400">
              <a:lnSpc>
                <a:spcPct val="100000"/>
              </a:lnSpc>
              <a:buNone/>
              <a:defRPr lang="en-US" sz="1000" b="0" u="none" strike="noStrike">
                <a:solidFill>
                  <a:srgbClr val="000000"/>
                </a:solidFill>
                <a:latin typeface="Segoe UI"/>
              </a:defRPr>
            </a:lvl1pPr>
          </a:lstStyle>
          <a:p>
            <a:pPr indent="0" algn="l" defTabSz="914400">
              <a:lnSpc>
                <a:spcPct val="100000"/>
              </a:lnSpc>
              <a:buNone/>
              <a:defRPr/>
            </a:pPr>
            <a:r>
              <a:rPr lang="en-US" sz="1000" b="0" u="none" strike="noStrike">
                <a:solidFill>
                  <a:srgbClr val="000000"/>
                </a:solidFill>
                <a:latin typeface="Segoe UI"/>
              </a:rPr>
              <a:t>&lt;footer&gt;</a:t>
            </a:r>
            <a:endParaRPr lang="en-US" sz="1000" b="0" u="none" strike="noStrike">
              <a:solidFill>
                <a:srgbClr val="000000"/>
              </a:solidFill>
              <a:latin typeface="Times New Roman"/>
            </a:endParaRPr>
          </a:p>
        </p:txBody>
      </p:sp>
      <p:sp>
        <p:nvSpPr>
          <p:cNvPr id="1264457733" name="PlaceHolder 7"/>
          <p:cNvSpPr>
            <a:spLocks noGrp="1"/>
          </p:cNvSpPr>
          <p:nvPr>
            <p:ph type="title"/>
          </p:nvPr>
        </p:nvSpPr>
        <p:spPr bwMode="auto">
          <a:xfrm>
            <a:off x="588240" y="585360"/>
            <a:ext cx="8192520" cy="307439"/>
          </a:xfrm>
          <a:prstGeom prst="rect">
            <a:avLst/>
          </a:prstGeom>
          <a:noFill/>
          <a:ln w="0">
            <a:noFill/>
          </a:ln>
        </p:spPr>
        <p:txBody>
          <a:bodyPr lIns="0" tIns="0" rIns="0" bIns="0" anchor="t">
            <a:noAutofit/>
          </a:bodyPr>
          <a:lstStyle>
            <a:lvl1pPr indent="0" algn="l" defTabSz="932760">
              <a:lnSpc>
                <a:spcPct val="100000"/>
              </a:lnSpc>
              <a:buNone/>
              <a:defRPr lang="en-US" sz="2000" b="0" u="none" strike="noStrike">
                <a:solidFill>
                  <a:schemeClr val="dk1"/>
                </a:solidFill>
                <a:latin typeface="Segoe UI Semibold"/>
              </a:defRPr>
            </a:lvl1pPr>
          </a:lstStyle>
          <a:p>
            <a:pPr indent="0" algn="l" defTabSz="932760">
              <a:lnSpc>
                <a:spcPct val="100000"/>
              </a:lnSpc>
              <a:buNone/>
              <a:defRPr/>
            </a:pPr>
            <a:r>
              <a:rPr lang="en-US" sz="2000" b="0" u="none" strike="noStrike">
                <a:solidFill>
                  <a:schemeClr val="dk1"/>
                </a:solidFill>
                <a:latin typeface="Segoe UI Semibold"/>
              </a:rPr>
              <a:t>Click to edit Master title style</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PhAnim="0" preserve="1" userDrawn="1">
  <p:cSld name="Title Slide">
    <p:bg>
      <p:bgPr>
        <a:blipFill dpi="0" rotWithShape="1">
          <a:blip r:embed="rId2">
            <a:lum/>
          </a:blip>
          <a:srcRect/>
          <a:stretch>
            <a:fillRect/>
          </a:stretch>
        </a:blipFill>
        <a:effectLst/>
      </p:bgPr>
    </p:bg>
    <p:spTree>
      <p:nvGrpSpPr>
        <p:cNvPr id="1" name=""/>
        <p:cNvGrpSpPr/>
        <p:nvPr/>
      </p:nvGrpSpPr>
      <p:grpSpPr bwMode="auto">
        <a:xfrm>
          <a:off x="0" y="0"/>
          <a:ext cx="0" cy="0"/>
          <a:chOff x="0" y="0"/>
          <a:chExt cx="0" cy="0"/>
        </a:xfrm>
      </p:grpSpPr>
      <p:pic>
        <p:nvPicPr>
          <p:cNvPr id="5" name="MS logo gray - EMF">
            <a:extLst>
              <a:ext uri="{FF2B5EF4-FFF2-40B4-BE49-F238E27FC236}">
                <a16:creationId xmlns:a16="http://schemas.microsoft.com/office/drawing/2014/main" id="{1566F7FB-9196-92AA-4543-4826492E4720}"/>
              </a:ext>
            </a:extLst>
          </p:cNvPr>
          <p:cNvPicPr/>
          <p:nvPr userDrawn="1"/>
        </p:nvPicPr>
        <p:blipFill>
          <a:blip r:embed="rId3"/>
          <a:stretch/>
        </p:blipFill>
        <p:spPr>
          <a:xfrm>
            <a:off x="583920" y="585720"/>
            <a:ext cx="1365840" cy="292320"/>
          </a:xfrm>
          <a:prstGeom prst="rect">
            <a:avLst/>
          </a:prstGeom>
          <a:noFill/>
          <a:ln w="0">
            <a:noFill/>
          </a:ln>
        </p:spPr>
      </p:pic>
      <p:sp>
        <p:nvSpPr>
          <p:cNvPr id="1274529998" name="Title 1"/>
          <p:cNvSpPr>
            <a:spLocks noGrp="1"/>
          </p:cNvSpPr>
          <p:nvPr>
            <p:ph type="title" hasCustomPrompt="1"/>
          </p:nvPr>
        </p:nvSpPr>
        <p:spPr bwMode="auto">
          <a:xfrm>
            <a:off x="569913" y="3551986"/>
            <a:ext cx="5686955" cy="1108121"/>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Event name or </a:t>
            </a:r>
            <a:br>
              <a:rPr lang="en-US"/>
            </a:br>
            <a:r>
              <a:rPr lang="en-US"/>
              <a:t>presentation title </a:t>
            </a:r>
            <a:endParaRPr/>
          </a:p>
        </p:txBody>
      </p:sp>
    </p:spTree>
    <p:extLst>
      <p:ext uri="{BB962C8B-B14F-4D97-AF65-F5344CB8AC3E}">
        <p14:creationId xmlns:p14="http://schemas.microsoft.com/office/powerpoint/2010/main" val="173619159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PhAnim="0" preserve="1" userDrawn="1">
  <p:cSld name="Section Divider">
    <p:bg>
      <p:bgPr>
        <a:blipFill dpi="0" rotWithShape="1">
          <a:blip r:embed="rId2">
            <a:lum/>
          </a:blip>
          <a:srcRect/>
          <a:stretch>
            <a:fillRect/>
          </a:stretch>
        </a:blipFill>
        <a:effectLst/>
      </p:bgPr>
    </p:bg>
    <p:spTree>
      <p:nvGrpSpPr>
        <p:cNvPr id="1" name=""/>
        <p:cNvGrpSpPr/>
        <p:nvPr/>
      </p:nvGrpSpPr>
      <p:grpSpPr bwMode="auto">
        <a:xfrm>
          <a:off x="0" y="0"/>
          <a:ext cx="0" cy="0"/>
          <a:chOff x="0" y="0"/>
          <a:chExt cx="0" cy="0"/>
        </a:xfrm>
      </p:grpSpPr>
      <p:sp>
        <p:nvSpPr>
          <p:cNvPr id="2" name="Rectangle 1">
            <a:extLst>
              <a:ext uri="{FF2B5EF4-FFF2-40B4-BE49-F238E27FC236}">
                <a16:creationId xmlns:a16="http://schemas.microsoft.com/office/drawing/2014/main" id="{0C2015B5-6260-2416-C266-831668E949B9}"/>
              </a:ext>
            </a:extLst>
          </p:cNvPr>
          <p:cNvSpPr/>
          <p:nvPr userDrawn="1"/>
        </p:nvSpPr>
        <p:spPr>
          <a:xfrm>
            <a:off x="0" y="2396507"/>
            <a:ext cx="12192000" cy="1708727"/>
          </a:xfrm>
          <a:prstGeom prst="rect">
            <a:avLst/>
          </a:prstGeom>
          <a:solidFill>
            <a:srgbClr val="FCF7F4">
              <a:alpha val="4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6647033" name="Title 1"/>
          <p:cNvSpPr>
            <a:spLocks noGrp="1"/>
          </p:cNvSpPr>
          <p:nvPr>
            <p:ph type="title" hasCustomPrompt="1"/>
          </p:nvPr>
        </p:nvSpPr>
        <p:spPr bwMode="auto">
          <a:xfrm>
            <a:off x="0" y="2396508"/>
            <a:ext cx="9906000" cy="1708726"/>
          </a:xfrm>
          <a:prstGeom prst="rect">
            <a:avLst/>
          </a:prstGeom>
          <a:noFill/>
        </p:spPr>
        <p:txBody>
          <a:bodyPr wrap="square" lIns="640080" tIns="0" rIns="0" bIns="0" anchor="ctr" anchorCtr="0">
            <a:noAutofit/>
          </a:bodyPr>
          <a:lstStyle>
            <a:lvl1pPr>
              <a:defRPr sz="4100" b="0" i="0" spc="-51">
                <a:solidFill>
                  <a:schemeClr val="tx1"/>
                </a:solidFill>
                <a:latin typeface="+mn-lt"/>
                <a:cs typeface="Segoe UI"/>
              </a:defRPr>
            </a:lvl1pPr>
          </a:lstStyle>
          <a:p>
            <a:pPr>
              <a:defRPr/>
            </a:pPr>
            <a:r>
              <a:rPr lang="en-US" dirty="0"/>
              <a:t>Section divider title</a:t>
            </a:r>
            <a:endParaRPr dirty="0"/>
          </a:p>
        </p:txBody>
      </p:sp>
    </p:spTree>
    <p:extLst>
      <p:ext uri="{BB962C8B-B14F-4D97-AF65-F5344CB8AC3E}">
        <p14:creationId xmlns:p14="http://schemas.microsoft.com/office/powerpoint/2010/main" val="296491473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PhAnim="0" preserve="1" userDrawn="1">
  <p:cSld name="Learning objectives">
    <p:bg>
      <p:bgPr>
        <a:blipFill dpi="0" rotWithShape="1">
          <a:blip r:embed="rId2">
            <a:lum/>
          </a:blip>
          <a:srcRect/>
          <a:stretch>
            <a:fillRect/>
          </a:stretch>
        </a:blipFill>
        <a:effectLst/>
      </p:bgPr>
    </p:bg>
    <p:spTree>
      <p:nvGrpSpPr>
        <p:cNvPr id="1" name=""/>
        <p:cNvGrpSpPr/>
        <p:nvPr/>
      </p:nvGrpSpPr>
      <p:grpSpPr bwMode="auto">
        <a:xfrm>
          <a:off x="0" y="0"/>
          <a:ext cx="0" cy="0"/>
          <a:chOff x="0" y="0"/>
          <a:chExt cx="0" cy="0"/>
        </a:xfrm>
      </p:grpSpPr>
      <p:sp>
        <p:nvSpPr>
          <p:cNvPr id="588363273" name="Title 6"/>
          <p:cNvSpPr>
            <a:spLocks noGrp="1"/>
          </p:cNvSpPr>
          <p:nvPr>
            <p:ph type="title"/>
          </p:nvPr>
        </p:nvSpPr>
        <p:spPr bwMode="auto"/>
        <p:txBody>
          <a:bodyPr/>
          <a:lstStyle/>
          <a:p>
            <a:pPr>
              <a:defRPr/>
            </a:pPr>
            <a:r>
              <a:rPr lang="en-US"/>
              <a:t>Click to edit Master title style</a:t>
            </a:r>
            <a:endParaRPr/>
          </a:p>
        </p:txBody>
      </p:sp>
      <p:sp>
        <p:nvSpPr>
          <p:cNvPr id="2093278856"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extLst>
      <p:ext uri="{BB962C8B-B14F-4D97-AF65-F5344CB8AC3E}">
        <p14:creationId xmlns:p14="http://schemas.microsoft.com/office/powerpoint/2010/main" val="165037929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PhAnim="0" preserve="1" userDrawn="1">
  <p:cSld name="Title | Content">
    <p:bg>
      <p:bgPr>
        <a:blipFill dpi="0" rotWithShape="1">
          <a:blip r:embed="rId2">
            <a:lum/>
          </a:blip>
          <a:srcRect/>
          <a:stretch>
            <a:fillRect/>
          </a:stretch>
        </a:blipFill>
        <a:effectLst/>
      </p:bgPr>
    </p:bg>
    <p:spTree>
      <p:nvGrpSpPr>
        <p:cNvPr id="1" name=""/>
        <p:cNvGrpSpPr/>
        <p:nvPr/>
      </p:nvGrpSpPr>
      <p:grpSpPr bwMode="auto">
        <a:xfrm>
          <a:off x="0" y="0"/>
          <a:ext cx="0" cy="0"/>
          <a:chOff x="0" y="0"/>
          <a:chExt cx="0" cy="0"/>
        </a:xfrm>
      </p:grpSpPr>
      <p:sp>
        <p:nvSpPr>
          <p:cNvPr id="2053049356" name="Title 1"/>
          <p:cNvSpPr>
            <a:spLocks noGrp="1"/>
          </p:cNvSpPr>
          <p:nvPr>
            <p:ph type="title"/>
          </p:nvPr>
        </p:nvSpPr>
        <p:spPr bwMode="auto"/>
        <p:txBody>
          <a:bodyPr/>
          <a:lstStyle/>
          <a:p>
            <a:pPr>
              <a:defRPr/>
            </a:pPr>
            <a:r>
              <a:rPr lang="en-US"/>
              <a:t>Click to edit Master title style</a:t>
            </a:r>
            <a:endParaRPr/>
          </a:p>
        </p:txBody>
      </p:sp>
      <p:sp>
        <p:nvSpPr>
          <p:cNvPr id="319251086"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extLst>
      <p:ext uri="{BB962C8B-B14F-4D97-AF65-F5344CB8AC3E}">
        <p14:creationId xmlns:p14="http://schemas.microsoft.com/office/powerpoint/2010/main" val="148882955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PhAnim="0" preserve="1" userDrawn="1">
  <p:cSld name="Title | Subtitle">
    <p:bg>
      <p:bgPr>
        <a:blipFill dpi="0" rotWithShape="1">
          <a:blip r:embed="rId2">
            <a:lum/>
          </a:blip>
          <a:srcRect/>
          <a:stretch>
            <a:fillRect/>
          </a:stretch>
        </a:blipFill>
        <a:effectLst/>
      </p:bgPr>
    </p:bg>
    <p:spTree>
      <p:nvGrpSpPr>
        <p:cNvPr id="1" name=""/>
        <p:cNvGrpSpPr/>
        <p:nvPr/>
      </p:nvGrpSpPr>
      <p:grpSpPr bwMode="auto">
        <a:xfrm>
          <a:off x="0" y="0"/>
          <a:ext cx="0" cy="0"/>
          <a:chOff x="0" y="0"/>
          <a:chExt cx="0" cy="0"/>
        </a:xfrm>
      </p:grpSpPr>
      <p:sp>
        <p:nvSpPr>
          <p:cNvPr id="1289389928" name="Title 1"/>
          <p:cNvSpPr>
            <a:spLocks noGrp="1"/>
          </p:cNvSpPr>
          <p:nvPr>
            <p:ph type="title"/>
          </p:nvPr>
        </p:nvSpPr>
        <p:spPr bwMode="auto"/>
        <p:txBody>
          <a:bodyPr/>
          <a:lstStyle/>
          <a:p>
            <a:pPr>
              <a:defRPr/>
            </a:pPr>
            <a:r>
              <a:rPr lang="en-US"/>
              <a:t>Click to edit Master title style</a:t>
            </a:r>
            <a:endParaRPr/>
          </a:p>
        </p:txBody>
      </p:sp>
      <p:sp>
        <p:nvSpPr>
          <p:cNvPr id="421843845" name="Content Placeholder 5"/>
          <p:cNvSpPr>
            <a:spLocks noGrp="1"/>
          </p:cNvSpPr>
          <p:nvPr>
            <p:ph sz="quarter" idx="10"/>
          </p:nvPr>
        </p:nvSpPr>
        <p:spPr bwMode="auto">
          <a:xfrm>
            <a:off x="457200" y="1506084"/>
            <a:ext cx="11222038" cy="4524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676112371" name="Text Placeholder 7"/>
          <p:cNvSpPr>
            <a:spLocks noGrp="1"/>
          </p:cNvSpPr>
          <p:nvPr>
            <p:ph type="body" sz="quarter" idx="11"/>
          </p:nvPr>
        </p:nvSpPr>
        <p:spPr bwMode="auto">
          <a:xfrm>
            <a:off x="457200" y="998538"/>
            <a:ext cx="11222038" cy="425450"/>
          </a:xfrm>
        </p:spPr>
        <p:txBody>
          <a:bodyPr/>
          <a:lstStyle>
            <a:lvl1pPr marL="0" indent="0">
              <a:buNone/>
              <a:defRPr lang="en-US" sz="2250" spc="0">
                <a:solidFill>
                  <a:srgbClr val="003C6A"/>
                </a:solidFill>
                <a:latin typeface="Segoe UI Semibold"/>
                <a:ea typeface="+mn-ea"/>
                <a:cs typeface="Segoe UI Semibold"/>
              </a:defRPr>
            </a:lvl1pPr>
          </a:lstStyle>
          <a:p>
            <a:pPr lvl="0">
              <a:defRPr/>
            </a:pPr>
            <a:r>
              <a:rPr lang="en-US"/>
              <a:t>Click to edit Master text styles</a:t>
            </a:r>
            <a:endParaRPr/>
          </a:p>
        </p:txBody>
      </p:sp>
    </p:spTree>
    <p:extLst>
      <p:ext uri="{BB962C8B-B14F-4D97-AF65-F5344CB8AC3E}">
        <p14:creationId xmlns:p14="http://schemas.microsoft.com/office/powerpoint/2010/main" val="143824357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PhAnim="0" preserve="1" userDrawn="1">
  <p:cSld name="Lab | Exercise">
    <p:spTree>
      <p:nvGrpSpPr>
        <p:cNvPr id="1" name=""/>
        <p:cNvGrpSpPr/>
        <p:nvPr/>
      </p:nvGrpSpPr>
      <p:grpSpPr bwMode="auto">
        <a:xfrm>
          <a:off x="0" y="0"/>
          <a:ext cx="0" cy="0"/>
          <a:chOff x="0" y="0"/>
          <a:chExt cx="0" cy="0"/>
        </a:xfrm>
      </p:grpSpPr>
      <p:sp>
        <p:nvSpPr>
          <p:cNvPr id="317697799" name="Title 1"/>
          <p:cNvSpPr>
            <a:spLocks noGrp="1"/>
          </p:cNvSpPr>
          <p:nvPr>
            <p:ph type="title" hasCustomPrompt="1"/>
          </p:nvPr>
        </p:nvSpPr>
        <p:spPr bwMode="auto"/>
        <p:txBody>
          <a:bodyPr/>
          <a:lstStyle>
            <a:lvl1pPr>
              <a:defRPr/>
            </a:lvl1pPr>
          </a:lstStyle>
          <a:p>
            <a:pPr>
              <a:defRPr/>
            </a:pPr>
            <a:r>
              <a:rPr lang="en-US"/>
              <a:t>Click to lab/exercise title</a:t>
            </a:r>
            <a:endParaRPr/>
          </a:p>
        </p:txBody>
      </p:sp>
      <p:sp>
        <p:nvSpPr>
          <p:cNvPr id="1798582195" name="Rectangle: Rounded Corners 3"/>
          <p:cNvSpPr/>
          <p:nvPr userDrawn="1"/>
        </p:nvSpPr>
        <p:spPr bwMode="auto">
          <a:xfrm>
            <a:off x="395187" y="1555423"/>
            <a:ext cx="5816337" cy="4383464"/>
          </a:xfrm>
          <a:prstGeom prst="roundRect">
            <a:avLst>
              <a:gd name="adj" fmla="val 5914"/>
            </a:avLst>
          </a:prstGeom>
          <a:solidFill>
            <a:srgbClr val="F4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595331033" name="Content Placeholder 4"/>
          <p:cNvSpPr>
            <a:spLocks noGrp="1"/>
          </p:cNvSpPr>
          <p:nvPr>
            <p:ph sz="quarter" idx="12"/>
          </p:nvPr>
        </p:nvSpPr>
        <p:spPr bwMode="auto">
          <a:xfrm>
            <a:off x="702393"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676478102" name="Content Placeholder 4"/>
          <p:cNvSpPr>
            <a:spLocks noGrp="1"/>
          </p:cNvSpPr>
          <p:nvPr>
            <p:ph sz="quarter" idx="13"/>
          </p:nvPr>
        </p:nvSpPr>
        <p:spPr bwMode="auto">
          <a:xfrm>
            <a:off x="6469932"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extLst>
      <p:ext uri="{BB962C8B-B14F-4D97-AF65-F5344CB8AC3E}">
        <p14:creationId xmlns:p14="http://schemas.microsoft.com/office/powerpoint/2010/main" val="61501700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PhAnim="0" preserve="1" userDrawn="1">
  <p:cSld name="Summary | KC">
    <p:spTree>
      <p:nvGrpSpPr>
        <p:cNvPr id="1" name=""/>
        <p:cNvGrpSpPr/>
        <p:nvPr/>
      </p:nvGrpSpPr>
      <p:grpSpPr bwMode="auto">
        <a:xfrm>
          <a:off x="0" y="0"/>
          <a:ext cx="0" cy="0"/>
          <a:chOff x="0" y="0"/>
          <a:chExt cx="0" cy="0"/>
        </a:xfrm>
      </p:grpSpPr>
      <p:sp>
        <p:nvSpPr>
          <p:cNvPr id="626069824" name="Title 1"/>
          <p:cNvSpPr>
            <a:spLocks noGrp="1"/>
          </p:cNvSpPr>
          <p:nvPr>
            <p:ph type="title" hasCustomPrompt="1"/>
          </p:nvPr>
        </p:nvSpPr>
        <p:spPr bwMode="auto"/>
        <p:txBody>
          <a:bodyPr/>
          <a:lstStyle>
            <a:lvl1pPr>
              <a:defRPr/>
            </a:lvl1pPr>
          </a:lstStyle>
          <a:p>
            <a:pPr>
              <a:defRPr/>
            </a:pPr>
            <a:r>
              <a:rPr lang="en-US"/>
              <a:t>Click to add summary</a:t>
            </a:r>
            <a:endParaRPr/>
          </a:p>
        </p:txBody>
      </p:sp>
      <p:sp>
        <p:nvSpPr>
          <p:cNvPr id="2141990475" name="Rectangle: Rounded Corners 3"/>
          <p:cNvSpPr/>
          <p:nvPr userDrawn="1"/>
        </p:nvSpPr>
        <p:spPr bwMode="auto">
          <a:xfrm>
            <a:off x="5863473" y="1555423"/>
            <a:ext cx="5816337" cy="4383464"/>
          </a:xfrm>
          <a:prstGeom prst="roundRect">
            <a:avLst>
              <a:gd name="adj" fmla="val 5914"/>
            </a:avLst>
          </a:prstGeom>
          <a:solidFill>
            <a:srgbClr val="F4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7275351" name="Content Placeholder 4"/>
          <p:cNvSpPr>
            <a:spLocks noGrp="1"/>
          </p:cNvSpPr>
          <p:nvPr>
            <p:ph sz="quarter" idx="12"/>
          </p:nvPr>
        </p:nvSpPr>
        <p:spPr bwMode="auto">
          <a:xfrm>
            <a:off x="426610"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extLst>
      <p:ext uri="{BB962C8B-B14F-4D97-AF65-F5344CB8AC3E}">
        <p14:creationId xmlns:p14="http://schemas.microsoft.com/office/powerpoint/2010/main" val="212397895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PhAnim="0" preserve="1" userDrawn="1">
  <p:cSld name="1_Summary | KC">
    <p:bg>
      <p:bgPr>
        <a:blipFill dpi="0" rotWithShape="1">
          <a:blip r:embed="rId2">
            <a:lum/>
          </a:blip>
          <a:srcRect/>
          <a:stretch>
            <a:fillRect/>
          </a:stretch>
        </a:blipFill>
        <a:effectLst/>
      </p:bgPr>
    </p:bg>
    <p:spTree>
      <p:nvGrpSpPr>
        <p:cNvPr id="1" name=""/>
        <p:cNvGrpSpPr/>
        <p:nvPr/>
      </p:nvGrpSpPr>
      <p:grpSpPr bwMode="auto">
        <a:xfrm>
          <a:off x="0" y="0"/>
          <a:ext cx="0" cy="0"/>
          <a:chOff x="0" y="0"/>
          <a:chExt cx="0" cy="0"/>
        </a:xfrm>
      </p:grpSpPr>
      <p:sp>
        <p:nvSpPr>
          <p:cNvPr id="1516997381" name="Title 1"/>
          <p:cNvSpPr>
            <a:spLocks noGrp="1"/>
          </p:cNvSpPr>
          <p:nvPr>
            <p:ph type="title" hasCustomPrompt="1"/>
          </p:nvPr>
        </p:nvSpPr>
        <p:spPr bwMode="auto"/>
        <p:txBody>
          <a:bodyPr/>
          <a:lstStyle>
            <a:lvl1pPr>
              <a:defRPr/>
            </a:lvl1pPr>
          </a:lstStyle>
          <a:p>
            <a:pPr>
              <a:defRPr/>
            </a:pPr>
            <a:r>
              <a:rPr lang="en-US"/>
              <a:t>Click to add summary</a:t>
            </a:r>
            <a:endParaRPr/>
          </a:p>
        </p:txBody>
      </p:sp>
      <p:sp>
        <p:nvSpPr>
          <p:cNvPr id="3" name="Rectangle: Rounded Corners 3">
            <a:extLst>
              <a:ext uri="{FF2B5EF4-FFF2-40B4-BE49-F238E27FC236}">
                <a16:creationId xmlns:a16="http://schemas.microsoft.com/office/drawing/2014/main" id="{F006D476-51F6-C719-66C9-64232D96BAD3}"/>
              </a:ext>
            </a:extLst>
          </p:cNvPr>
          <p:cNvSpPr/>
          <p:nvPr userDrawn="1"/>
        </p:nvSpPr>
        <p:spPr bwMode="auto">
          <a:xfrm>
            <a:off x="457201" y="1555423"/>
            <a:ext cx="11222610" cy="4383464"/>
          </a:xfrm>
          <a:prstGeom prst="roundRect">
            <a:avLst>
              <a:gd name="adj" fmla="val 5914"/>
            </a:avLst>
          </a:prstGeom>
          <a:solidFill>
            <a:srgbClr val="F4F3F5"/>
          </a:solidFill>
          <a:ln>
            <a:solidFill>
              <a:schemeClr val="accent5">
                <a:lumMod val="60000"/>
                <a:lumOff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extLst>
      <p:ext uri="{BB962C8B-B14F-4D97-AF65-F5344CB8AC3E}">
        <p14:creationId xmlns:p14="http://schemas.microsoft.com/office/powerpoint/2010/main" val="289125796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PhAnim="0" userDrawn="1">
  <p:cSld name="Summary">
    <p:spTree>
      <p:nvGrpSpPr>
        <p:cNvPr id="1" name=""/>
        <p:cNvGrpSpPr/>
        <p:nvPr/>
      </p:nvGrpSpPr>
      <p:grpSpPr bwMode="auto">
        <a:xfrm>
          <a:off x="0" y="0"/>
          <a:ext cx="0" cy="0"/>
          <a:chOff x="0" y="0"/>
          <a:chExt cx="0" cy="0"/>
        </a:xfrm>
      </p:grpSpPr>
      <p:sp>
        <p:nvSpPr>
          <p:cNvPr id="1998925521" name="Title 1"/>
          <p:cNvSpPr>
            <a:spLocks noGrp="1"/>
          </p:cNvSpPr>
          <p:nvPr>
            <p:ph type="title"/>
          </p:nvPr>
        </p:nvSpPr>
        <p:spPr bwMode="auto">
          <a:xfrm>
            <a:off x="588262" y="585216"/>
            <a:ext cx="8193024" cy="492443"/>
          </a:xfrm>
        </p:spPr>
        <p:txBody>
          <a:bodyPr/>
          <a:lstStyle>
            <a:lvl1pPr>
              <a:defRPr sz="3200" b="0" i="0">
                <a:solidFill>
                  <a:schemeClr val="tx1"/>
                </a:solidFill>
                <a:latin typeface="+mj-lt"/>
                <a:cs typeface="Segoe UI Semibold"/>
              </a:defRPr>
            </a:lvl1pPr>
          </a:lstStyle>
          <a:p>
            <a:pPr>
              <a:defRPr/>
            </a:pPr>
            <a:r>
              <a:rPr lang="en-US"/>
              <a:t>Click to edit Master title style</a:t>
            </a:r>
            <a:endParaRPr/>
          </a:p>
        </p:txBody>
      </p:sp>
      <p:sp>
        <p:nvSpPr>
          <p:cNvPr id="410001891" name="Footer Placeholder 10"/>
          <p:cNvSpPr>
            <a:spLocks noGrp="1"/>
          </p:cNvSpPr>
          <p:nvPr>
            <p:ph type="ftr" sz="quarter" idx="3"/>
          </p:nvPr>
        </p:nvSpPr>
        <p:spPr bwMode="auto">
          <a:xfrm>
            <a:off x="43561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2002872463" name="Text Placeholder 11"/>
          <p:cNvSpPr>
            <a:spLocks noGrp="1"/>
          </p:cNvSpPr>
          <p:nvPr>
            <p:ph type="body" sz="quarter" idx="17"/>
          </p:nvPr>
        </p:nvSpPr>
        <p:spPr bwMode="auto">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587394030" name="Text Placeholder 3"/>
          <p:cNvSpPr>
            <a:spLocks noGrp="1"/>
          </p:cNvSpPr>
          <p:nvPr>
            <p:ph type="body" sz="quarter" idx="35"/>
          </p:nvPr>
        </p:nvSpPr>
        <p:spPr bwMode="auto">
          <a:xfrm>
            <a:off x="4358229" y="2578100"/>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020950792" name="Text Placeholder 11"/>
          <p:cNvSpPr>
            <a:spLocks noGrp="1"/>
          </p:cNvSpPr>
          <p:nvPr>
            <p:ph type="body" sz="quarter" idx="34"/>
          </p:nvPr>
        </p:nvSpPr>
        <p:spPr bwMode="auto">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Tree>
    <p:extLst>
      <p:ext uri="{BB962C8B-B14F-4D97-AF65-F5344CB8AC3E}">
        <p14:creationId xmlns:p14="http://schemas.microsoft.com/office/powerpoint/2010/main" val="284870739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48F44-E802-74A6-E352-1A21F051982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2404419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PhAnim="0" type="blank" preserve="1" userDrawn="1">
  <p:cSld name="Closing / CTA">
    <p:bg>
      <p:bgPr>
        <a:blipFill dpi="0" rotWithShape="1">
          <a:blip r:embed="rId2">
            <a:lum/>
          </a:blip>
          <a:srcRect/>
          <a:stretch>
            <a:fillRect/>
          </a:stretch>
        </a:blipFill>
        <a:effectLst/>
      </p:bgPr>
    </p:bg>
    <p:spTree>
      <p:nvGrpSpPr>
        <p:cNvPr id="1" name=""/>
        <p:cNvGrpSpPr/>
        <p:nvPr/>
      </p:nvGrpSpPr>
      <p:grpSpPr bwMode="auto">
        <a:xfrm>
          <a:off x="0" y="0"/>
          <a:ext cx="0" cy="0"/>
          <a:chOff x="0" y="0"/>
          <a:chExt cx="0" cy="0"/>
        </a:xfrm>
      </p:grpSpPr>
      <p:pic>
        <p:nvPicPr>
          <p:cNvPr id="1467336314" name="Graphic 5"/>
          <p:cNvPicPr/>
          <p:nvPr/>
        </p:nvPicPr>
        <p:blipFill rotWithShape="1">
          <a:blip r:embed="rId3"/>
          <a:stretch/>
        </p:blipFill>
        <p:spPr bwMode="auto">
          <a:xfrm rot="5400000">
            <a:off x="9510120" y="2743200"/>
            <a:ext cx="6857640" cy="1371240"/>
          </a:xfrm>
          <a:prstGeom prst="rect">
            <a:avLst/>
          </a:prstGeom>
          <a:noFill/>
          <a:ln w="0">
            <a:noFill/>
          </a:ln>
        </p:spPr>
      </p:pic>
      <p:sp>
        <p:nvSpPr>
          <p:cNvPr id="1075550588" name="TextBox 2"/>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699685933"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1108274440"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1821955844" name="Straight Connector 33"/>
          <p:cNvCxnSpPr/>
          <p:nvPr/>
        </p:nvCxnSpPr>
        <p:spPr bwMode="auto">
          <a:xfrm>
            <a:off x="-89640" y="5670360"/>
            <a:ext cx="360" cy="1178280"/>
          </a:xfrm>
          <a:prstGeom prst="straightConnector1">
            <a:avLst/>
          </a:prstGeom>
          <a:ln w="9525" cap="sq">
            <a:solidFill>
              <a:srgbClr val="FF0000"/>
            </a:solidFill>
            <a:miter/>
          </a:ln>
        </p:spPr>
      </p:cxnSp>
      <p:sp>
        <p:nvSpPr>
          <p:cNvPr id="781035155" name="PlaceHolder 1"/>
          <p:cNvSpPr>
            <a:spLocks noGrp="1"/>
          </p:cNvSpPr>
          <p:nvPr>
            <p:ph type="title"/>
          </p:nvPr>
        </p:nvSpPr>
        <p:spPr bwMode="auto">
          <a:xfrm>
            <a:off x="588240" y="1590480"/>
            <a:ext cx="5653440" cy="430560"/>
          </a:xfrm>
          <a:prstGeom prst="rect">
            <a:avLst/>
          </a:prstGeom>
          <a:noFill/>
          <a:ln w="0">
            <a:noFill/>
          </a:ln>
        </p:spPr>
        <p:txBody>
          <a:bodyPr lIns="0" tIns="0" rIns="0" bIns="0" anchor="t">
            <a:noAutofit/>
          </a:bodyPr>
          <a:lstStyle>
            <a:lvl1pPr indent="0" algn="l" defTabSz="932760">
              <a:lnSpc>
                <a:spcPct val="100000"/>
              </a:lnSpc>
              <a:buNone/>
              <a:defRPr lang="en-US" sz="2800" b="0" u="none" strike="noStrike">
                <a:solidFill>
                  <a:schemeClr val="dk1"/>
                </a:solidFill>
                <a:latin typeface="Segoe UI Semibold"/>
              </a:defRPr>
            </a:lvl1pPr>
          </a:lstStyle>
          <a:p>
            <a:pPr indent="0" algn="l" defTabSz="932760">
              <a:lnSpc>
                <a:spcPct val="100000"/>
              </a:lnSpc>
              <a:buNone/>
              <a:defRPr/>
            </a:pPr>
            <a:r>
              <a:rPr lang="en-US" sz="2800" b="0" u="none" strike="noStrike" dirty="0">
                <a:solidFill>
                  <a:schemeClr val="dk1"/>
                </a:solidFill>
                <a:latin typeface="Segoe UI Semibold"/>
              </a:rPr>
              <a:t>Click to edit Master title style</a:t>
            </a:r>
          </a:p>
        </p:txBody>
      </p:sp>
    </p:spTree>
    <p:extLst>
      <p:ext uri="{BB962C8B-B14F-4D97-AF65-F5344CB8AC3E}">
        <p14:creationId xmlns:p14="http://schemas.microsoft.com/office/powerpoint/2010/main" val="166448198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PhAnim="0" userDrawn="1">
  <p:cSld name="LearningPath1_WmGray">
    <p:bg>
      <p:bgPr>
        <a:solidFill>
          <a:srgbClr val="E8E6DF"/>
        </a:solidFill>
        <a:effectLst/>
      </p:bgPr>
    </p:bg>
    <p:spTree>
      <p:nvGrpSpPr>
        <p:cNvPr id="1" name=""/>
        <p:cNvGrpSpPr/>
        <p:nvPr/>
      </p:nvGrpSpPr>
      <p:grpSpPr bwMode="auto">
        <a:xfrm>
          <a:off x="0" y="0"/>
          <a:ext cx="0" cy="0"/>
          <a:chOff x="0" y="0"/>
          <a:chExt cx="0" cy="0"/>
        </a:xfrm>
      </p:grpSpPr>
      <p:sp>
        <p:nvSpPr>
          <p:cNvPr id="1136960885" name="Title 1"/>
          <p:cNvSpPr>
            <a:spLocks noGrp="1"/>
          </p:cNvSpPr>
          <p:nvPr>
            <p:ph type="title"/>
          </p:nvPr>
        </p:nvSpPr>
        <p:spPr bwMode="auto">
          <a:xfrm>
            <a:off x="588262" y="585216"/>
            <a:ext cx="8193024" cy="492443"/>
          </a:xfrm>
        </p:spPr>
        <p:txBody>
          <a:bodyPr/>
          <a:lstStyle>
            <a:lvl1pPr>
              <a:defRPr sz="3200" b="0" i="0">
                <a:solidFill>
                  <a:schemeClr val="tx1"/>
                </a:solidFill>
                <a:latin typeface="+mj-lt"/>
                <a:cs typeface="Segoe UI Semibold"/>
              </a:defRPr>
            </a:lvl1pPr>
          </a:lstStyle>
          <a:p>
            <a:pPr>
              <a:defRPr/>
            </a:pPr>
            <a:r>
              <a:rPr lang="en-US"/>
              <a:t>Click to edit Master title style</a:t>
            </a:r>
            <a:endParaRPr/>
          </a:p>
        </p:txBody>
      </p:sp>
      <p:sp>
        <p:nvSpPr>
          <p:cNvPr id="186964883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300470179" name="Graphic 5"/>
          <p:cNvPicPr>
            <a:picLocks noChangeAspect="1"/>
          </p:cNvPicPr>
          <p:nvPr userDrawn="1"/>
        </p:nvPicPr>
        <p:blipFill rotWithShape="1">
          <a:blip r:embed="rId2"/>
          <a:stretch/>
        </p:blipFill>
        <p:spPr bwMode="auto">
          <a:xfrm>
            <a:off x="-1" y="2827846"/>
            <a:ext cx="12192001" cy="3035200"/>
          </a:xfrm>
          <a:prstGeom prst="rect">
            <a:avLst/>
          </a:prstGeom>
        </p:spPr>
      </p:pic>
    </p:spTree>
    <p:extLst>
      <p:ext uri="{BB962C8B-B14F-4D97-AF65-F5344CB8AC3E}">
        <p14:creationId xmlns:p14="http://schemas.microsoft.com/office/powerpoint/2010/main" val="161894162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PhAnim="0" preserve="1" userDrawn="1">
  <p:cSld name="Walk-in">
    <p:bg bwMode="gray">
      <p:bgPr>
        <a:solidFill>
          <a:schemeClr val="tx2"/>
        </a:solidFill>
        <a:effectLst/>
      </p:bgPr>
    </p:bg>
    <p:spTree>
      <p:nvGrpSpPr>
        <p:cNvPr id="1" name=""/>
        <p:cNvGrpSpPr/>
        <p:nvPr/>
      </p:nvGrpSpPr>
      <p:grpSpPr bwMode="auto">
        <a:xfrm>
          <a:off x="0" y="0"/>
          <a:ext cx="0" cy="0"/>
          <a:chOff x="0" y="0"/>
          <a:chExt cx="0" cy="0"/>
        </a:xfrm>
      </p:grpSpPr>
      <p:pic>
        <p:nvPicPr>
          <p:cNvPr id="1908096131" name="MS logo white - EMF" descr="Microsoft logo white text version"/>
          <p:cNvPicPr>
            <a:picLocks noChangeAspect="1"/>
          </p:cNvPicPr>
          <p:nvPr userDrawn="1"/>
        </p:nvPicPr>
        <p:blipFill rotWithShape="1">
          <a:blip>
            <a:extLst>
              <a:ext uri="{96DAC541-7B7A-43D3-8B79-37D633B846F1}">
                <asvg:svgBlip xmlns:asvg="http://schemas.microsoft.com/office/drawing/2016/SVG/main" r:embed="rId2"/>
              </a:ext>
            </a:extLst>
          </a:blip>
          <a:stretch/>
        </p:blipFill>
        <p:spPr bwMode="black">
          <a:xfrm>
            <a:off x="584200" y="585788"/>
            <a:ext cx="1366245" cy="292608"/>
          </a:xfrm>
          <a:prstGeom prst="rect">
            <a:avLst/>
          </a:prstGeom>
        </p:spPr>
      </p:pic>
      <p:pic>
        <p:nvPicPr>
          <p:cNvPr id="506281165" name="Picture 3" descr="Microsoft Learn&#10;Spark possibility"/>
          <p:cNvPicPr>
            <a:picLocks noGrp="1" noRot="1" noMove="1" noResize="1" noEditPoints="1" noAdjustHandles="1" noChangeArrowheads="1" noChangeShapeType="1" noCrop="1"/>
          </p:cNvPicPr>
          <p:nvPr userDrawn="1"/>
        </p:nvPicPr>
        <p:blipFill rotWithShape="1">
          <a:blip r:embed="rId3"/>
          <a:stretch/>
        </p:blipFill>
        <p:spPr bwMode="auto">
          <a:xfrm>
            <a:off x="223228" y="2573202"/>
            <a:ext cx="5344642" cy="1681958"/>
          </a:xfrm>
          <a:prstGeom prst="rect">
            <a:avLst/>
          </a:prstGeom>
        </p:spPr>
      </p:pic>
      <p:sp>
        <p:nvSpPr>
          <p:cNvPr id="110768295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bg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t>© Copyright Microsoft Corporation. All rights reserved.</a:t>
            </a:r>
            <a:endParaRPr/>
          </a:p>
        </p:txBody>
      </p:sp>
    </p:spTree>
    <p:extLst>
      <p:ext uri="{BB962C8B-B14F-4D97-AF65-F5344CB8AC3E}">
        <p14:creationId xmlns:p14="http://schemas.microsoft.com/office/powerpoint/2010/main" val="4142054187"/>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PhAnim="0" preserve="1" userDrawn="1">
  <p:cSld name="Title Slide">
    <p:bg>
      <p:bgPr>
        <a:solidFill>
          <a:srgbClr val="E8E6DF"/>
        </a:solidFill>
        <a:effectLst/>
      </p:bgPr>
    </p:bg>
    <p:spTree>
      <p:nvGrpSpPr>
        <p:cNvPr id="1" name=""/>
        <p:cNvGrpSpPr/>
        <p:nvPr/>
      </p:nvGrpSpPr>
      <p:grpSpPr bwMode="auto">
        <a:xfrm>
          <a:off x="0" y="0"/>
          <a:ext cx="0" cy="0"/>
          <a:chOff x="0" y="0"/>
          <a:chExt cx="0" cy="0"/>
        </a:xfrm>
      </p:grpSpPr>
      <p:pic>
        <p:nvPicPr>
          <p:cNvPr id="977578923" name="Picture 9"/>
          <p:cNvPicPr>
            <a:picLocks noChangeAspect="1"/>
          </p:cNvPicPr>
          <p:nvPr userDrawn="1"/>
        </p:nvPicPr>
        <p:blipFill rotWithShape="1">
          <a:blip r:embed="rId2"/>
          <a:stretch/>
        </p:blipFill>
        <p:spPr bwMode="auto">
          <a:xfrm>
            <a:off x="0" y="0"/>
            <a:ext cx="12192000" cy="6858000"/>
          </a:xfrm>
          <a:prstGeom prst="rect">
            <a:avLst/>
          </a:prstGeom>
        </p:spPr>
      </p:pic>
      <p:pic>
        <p:nvPicPr>
          <p:cNvPr id="1472641334" name="MS logo gray - EMF" descr="Microsoft logo, gray text version"/>
          <p:cNvPicPr>
            <a:picLocks noChangeAspect="1"/>
          </p:cNvPicPr>
          <p:nvPr userDrawn="1"/>
        </p:nvPicPr>
        <p:blipFill rotWithShape="1">
          <a:blip r:embed="rId3"/>
          <a:stretch/>
        </p:blipFill>
        <p:spPr bwMode="black">
          <a:xfrm>
            <a:off x="584200" y="585788"/>
            <a:ext cx="1366440" cy="292608"/>
          </a:xfrm>
          <a:prstGeom prst="rect">
            <a:avLst/>
          </a:prstGeom>
        </p:spPr>
      </p:pic>
      <p:sp>
        <p:nvSpPr>
          <p:cNvPr id="1629673664" name="Title 1"/>
          <p:cNvSpPr>
            <a:spLocks noGrp="1"/>
          </p:cNvSpPr>
          <p:nvPr>
            <p:ph type="title" hasCustomPrompt="1"/>
          </p:nvPr>
        </p:nvSpPr>
        <p:spPr bwMode="auto">
          <a:xfrm>
            <a:off x="569912" y="3429000"/>
            <a:ext cx="5686955" cy="1231106"/>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Event name or </a:t>
            </a:r>
            <a:br>
              <a:rPr lang="en-US"/>
            </a:br>
            <a:r>
              <a:rPr lang="en-US"/>
              <a:t>presentation title </a:t>
            </a:r>
            <a:endParaRPr/>
          </a:p>
        </p:txBody>
      </p:sp>
      <p:sp>
        <p:nvSpPr>
          <p:cNvPr id="326218701" name="Text Placeholder 4"/>
          <p:cNvSpPr>
            <a:spLocks noGrp="1"/>
          </p:cNvSpPr>
          <p:nvPr>
            <p:ph type="body" sz="quarter" idx="13" hasCustomPrompt="1"/>
          </p:nvPr>
        </p:nvSpPr>
        <p:spPr bwMode="auto">
          <a:xfrm>
            <a:off x="4756150" y="6446520"/>
            <a:ext cx="1645920" cy="153888"/>
          </a:xfrm>
          <a:prstGeom prst="rect">
            <a:avLst/>
          </a:prstGeom>
          <a:noFill/>
        </p:spPr>
        <p:txBody>
          <a:bodyPr wrap="square" lIns="0" tIns="0" rIns="0" bIns="0">
            <a:spAutoFit/>
          </a:bodyPr>
          <a:lstStyle>
            <a:lvl1pPr marL="0" indent="0">
              <a:spcBef>
                <a:spcPts val="0"/>
              </a:spcBef>
              <a:buNone/>
              <a:defRPr sz="1000" spc="0">
                <a:solidFill>
                  <a:schemeClr val="tx1"/>
                </a:solidFill>
                <a:latin typeface="+mn-lt"/>
                <a:cs typeface="Segoe UI"/>
              </a:defRPr>
            </a:lvl1pPr>
          </a:lstStyle>
          <a:p>
            <a:pPr lvl="0">
              <a:defRPr/>
            </a:pPr>
            <a:r>
              <a:rPr lang="en-US"/>
              <a:t>Date</a:t>
            </a:r>
            <a:endParaRPr/>
          </a:p>
        </p:txBody>
      </p:sp>
      <p:sp>
        <p:nvSpPr>
          <p:cNvPr id="56079798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525447604"/>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PhAnim="0" preserve="1" userDrawn="1">
  <p:cSld name="Section slide">
    <p:bg>
      <p:bgPr>
        <a:solidFill>
          <a:srgbClr val="E8E6DF"/>
        </a:solidFill>
        <a:effectLst/>
      </p:bgPr>
    </p:bg>
    <p:spTree>
      <p:nvGrpSpPr>
        <p:cNvPr id="1" name=""/>
        <p:cNvGrpSpPr/>
        <p:nvPr/>
      </p:nvGrpSpPr>
      <p:grpSpPr bwMode="auto">
        <a:xfrm>
          <a:off x="0" y="0"/>
          <a:ext cx="0" cy="0"/>
          <a:chOff x="0" y="0"/>
          <a:chExt cx="0" cy="0"/>
        </a:xfrm>
      </p:grpSpPr>
      <p:pic>
        <p:nvPicPr>
          <p:cNvPr id="125879899" name="Picture 1"/>
          <p:cNvPicPr>
            <a:picLocks noChangeAspect="1"/>
          </p:cNvPicPr>
          <p:nvPr userDrawn="1"/>
        </p:nvPicPr>
        <p:blipFill rotWithShape="1">
          <a:blip r:embed="rId2"/>
          <a:srcRect r="19823"/>
          <a:stretch/>
        </p:blipFill>
        <p:spPr bwMode="auto">
          <a:xfrm>
            <a:off x="2417010" y="0"/>
            <a:ext cx="9774990" cy="6858000"/>
          </a:xfrm>
          <a:prstGeom prst="rect">
            <a:avLst/>
          </a:prstGeom>
        </p:spPr>
      </p:pic>
      <p:sp>
        <p:nvSpPr>
          <p:cNvPr id="791299095" name="Title 1"/>
          <p:cNvSpPr>
            <a:spLocks noGrp="1"/>
          </p:cNvSpPr>
          <p:nvPr>
            <p:ph type="title" hasCustomPrompt="1"/>
          </p:nvPr>
        </p:nvSpPr>
        <p:spPr bwMode="auto">
          <a:xfrm>
            <a:off x="569911" y="3384610"/>
            <a:ext cx="6345239" cy="615553"/>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Section divider title</a:t>
            </a:r>
            <a:endParaRPr/>
          </a:p>
        </p:txBody>
      </p:sp>
      <p:sp>
        <p:nvSpPr>
          <p:cNvPr id="10247131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884560767"/>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PhAnim="0" preserve="1" userDrawn="1">
  <p:cSld name="Agenda_1-column">
    <p:bg>
      <p:bgPr>
        <a:solidFill>
          <a:srgbClr val="E8E6DF"/>
        </a:solidFill>
        <a:effectLst/>
      </p:bgPr>
    </p:bg>
    <p:spTree>
      <p:nvGrpSpPr>
        <p:cNvPr id="1" name=""/>
        <p:cNvGrpSpPr/>
        <p:nvPr/>
      </p:nvGrpSpPr>
      <p:grpSpPr bwMode="auto">
        <a:xfrm>
          <a:off x="0" y="0"/>
          <a:ext cx="0" cy="0"/>
          <a:chOff x="0" y="0"/>
          <a:chExt cx="0" cy="0"/>
        </a:xfrm>
      </p:grpSpPr>
      <p:sp>
        <p:nvSpPr>
          <p:cNvPr id="510295504" name="Title 1"/>
          <p:cNvSpPr>
            <a:spLocks noGrp="1"/>
          </p:cNvSpPr>
          <p:nvPr>
            <p:ph type="title" hasCustomPrompt="1"/>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Agenda</a:t>
            </a:r>
            <a:endParaRPr/>
          </a:p>
        </p:txBody>
      </p:sp>
      <p:cxnSp>
        <p:nvCxnSpPr>
          <p:cNvPr id="529632862" name="Straight Connector 3"/>
          <p:cNvCxnSpPr/>
          <p:nvPr userDrawn="1"/>
        </p:nvCxnSpPr>
        <p:spPr bwMode="auto">
          <a:xfrm>
            <a:off x="585216" y="1289050"/>
            <a:ext cx="3182112" cy="0"/>
          </a:xfrm>
          <a:prstGeom prst="line">
            <a:avLst/>
          </a:prstGeom>
          <a:ln w="76200" cap="rnd">
            <a:gradFill>
              <a:gsLst>
                <a:gs pos="0">
                  <a:schemeClr val="accent3"/>
                </a:gs>
                <a:gs pos="22000">
                  <a:srgbClr val="F4364C"/>
                </a:gs>
                <a:gs pos="48000">
                  <a:schemeClr val="accent2"/>
                </a:gs>
                <a:gs pos="97531">
                  <a:srgbClr val="8DC8E8"/>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5240539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580776381" name="Text Placeholder 3"/>
          <p:cNvSpPr>
            <a:spLocks noGrp="1"/>
          </p:cNvSpPr>
          <p:nvPr>
            <p:ph type="body" sz="quarter" idx="15"/>
          </p:nvPr>
        </p:nvSpPr>
        <p:spPr bwMode="auto">
          <a:xfrm>
            <a:off x="586388" y="1818177"/>
            <a:ext cx="5033361" cy="280782"/>
          </a:xfrm>
          <a:prstGeom prst="rect">
            <a:avLst/>
          </a:prstGeom>
        </p:spPr>
        <p:txBody>
          <a:bodyPr wrap="square">
            <a:spAutoFit/>
          </a:bodyPr>
          <a:lstStyle>
            <a:lvl1pPr marL="137160" indent="-137160">
              <a:lnSpc>
                <a:spcPct val="110000"/>
              </a:lnSpc>
              <a:spcBef>
                <a:spcPts val="0"/>
              </a:spcBef>
              <a:spcAft>
                <a:spcPts val="1200"/>
              </a:spcAft>
              <a:buFont typeface="Arial"/>
              <a:buChar char="•"/>
              <a:defRPr sz="1800">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605233057"/>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PhAnim="0" preserve="1" userDrawn="1">
  <p:cSld name="3_Agenda_2-column">
    <p:bg>
      <p:bgPr>
        <a:solidFill>
          <a:srgbClr val="E8E6DF"/>
        </a:solidFill>
        <a:effectLst/>
      </p:bgPr>
    </p:bg>
    <p:spTree>
      <p:nvGrpSpPr>
        <p:cNvPr id="1" name=""/>
        <p:cNvGrpSpPr/>
        <p:nvPr/>
      </p:nvGrpSpPr>
      <p:grpSpPr bwMode="auto">
        <a:xfrm>
          <a:off x="0" y="0"/>
          <a:ext cx="0" cy="0"/>
          <a:chOff x="0" y="0"/>
          <a:chExt cx="0" cy="0"/>
        </a:xfrm>
      </p:grpSpPr>
      <p:sp>
        <p:nvSpPr>
          <p:cNvPr id="2095657049" name="Title 1"/>
          <p:cNvSpPr>
            <a:spLocks noGrp="1"/>
          </p:cNvSpPr>
          <p:nvPr>
            <p:ph type="title" hasCustomPrompt="1"/>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Agenda</a:t>
            </a:r>
            <a:endParaRPr/>
          </a:p>
        </p:txBody>
      </p:sp>
      <p:cxnSp>
        <p:nvCxnSpPr>
          <p:cNvPr id="975116293" name="Straight Connector 3"/>
          <p:cNvCxnSpPr/>
          <p:nvPr userDrawn="1"/>
        </p:nvCxnSpPr>
        <p:spPr bwMode="auto">
          <a:xfrm>
            <a:off x="585216" y="1289050"/>
            <a:ext cx="3182112" cy="0"/>
          </a:xfrm>
          <a:prstGeom prst="line">
            <a:avLst/>
          </a:prstGeom>
          <a:ln w="76200" cap="rnd">
            <a:gradFill>
              <a:gsLst>
                <a:gs pos="0">
                  <a:schemeClr val="accent3"/>
                </a:gs>
                <a:gs pos="22000">
                  <a:srgbClr val="F4364C"/>
                </a:gs>
                <a:gs pos="48000">
                  <a:schemeClr val="accent2"/>
                </a:gs>
                <a:gs pos="97531">
                  <a:srgbClr val="8DC8E8"/>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2202041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858295354" name="Text Placeholder 3"/>
          <p:cNvSpPr>
            <a:spLocks noGrp="1"/>
          </p:cNvSpPr>
          <p:nvPr>
            <p:ph type="body" sz="quarter" idx="17"/>
          </p:nvPr>
        </p:nvSpPr>
        <p:spPr bwMode="auto">
          <a:xfrm>
            <a:off x="586388"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164295933" name="Text Placeholder 3"/>
          <p:cNvSpPr>
            <a:spLocks noGrp="1"/>
          </p:cNvSpPr>
          <p:nvPr>
            <p:ph type="body" sz="quarter" idx="18"/>
          </p:nvPr>
        </p:nvSpPr>
        <p:spPr bwMode="auto">
          <a:xfrm>
            <a:off x="6891338"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828151779"/>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PhAnim="0" preserve="1" userDrawn="1">
  <p:cSld name="Presenter-BIo">
    <p:bg>
      <p:bgPr>
        <a:solidFill>
          <a:srgbClr val="E8E6DF"/>
        </a:solidFill>
        <a:effectLst/>
      </p:bgPr>
    </p:bg>
    <p:spTree>
      <p:nvGrpSpPr>
        <p:cNvPr id="1" name=""/>
        <p:cNvGrpSpPr/>
        <p:nvPr/>
      </p:nvGrpSpPr>
      <p:grpSpPr bwMode="auto">
        <a:xfrm>
          <a:off x="0" y="0"/>
          <a:ext cx="0" cy="0"/>
          <a:chOff x="0" y="0"/>
          <a:chExt cx="0" cy="0"/>
        </a:xfrm>
      </p:grpSpPr>
      <p:sp>
        <p:nvSpPr>
          <p:cNvPr id="1938279185" name="Rectangle 18"/>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a:lnSpc>
                <a:spcPct val="100000"/>
              </a:lnSpc>
              <a:spcBef>
                <a:spcPts val="0"/>
              </a:spcBef>
              <a:spcAft>
                <a:spcPts val="0"/>
              </a:spcAft>
              <a:buClrTx/>
              <a:buSzTx/>
              <a:buFontTx/>
              <a:buNone/>
              <a:defRPr/>
            </a:pPr>
            <a:endParaRPr lang="en-US" sz="2000" b="0" i="0" u="none" strike="noStrike" cap="none" spc="0">
              <a:ln>
                <a:noFill/>
              </a:ln>
              <a:solidFill>
                <a:srgbClr val="FFFFFF"/>
              </a:solidFill>
              <a:latin typeface="Segoe UI"/>
              <a:ea typeface="Segoe UI"/>
              <a:cs typeface="Segoe UI"/>
            </a:endParaRPr>
          </a:p>
        </p:txBody>
      </p:sp>
      <p:sp>
        <p:nvSpPr>
          <p:cNvPr id="195479476" name="Title 1"/>
          <p:cNvSpPr>
            <a:spLocks noGrp="1"/>
          </p:cNvSpPr>
          <p:nvPr>
            <p:ph type="title"/>
          </p:nvPr>
        </p:nvSpPr>
        <p:spPr bwMode="auto">
          <a:xfrm>
            <a:off x="588262" y="585216"/>
            <a:ext cx="5749038"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450950860" name="Picture Placeholder" descr="This photo is a 'placeholder' only. Drag or drop your photo here, or click and tap the center to insert a photo."/>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334532656" name="Picture Placeholder" descr="This photo is a 'placeholder' only. Drag or drop your photo here, or click and tap the center to insert a photo."/>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2075865477" name="Picture Placeholder" descr="This photo is a 'placeholder' only. Drag or drop your photo here, or click and tap the center to insert a photo."/>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300762763" name="Picture Placeholder" descr="This photo is a 'placeholder' only. Drag or drop your photo here, or click and tap the center to insert a photo."/>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373048914" name="Picture Placeholder" descr="This photo is a 'placeholder' only. Drag or drop your photo here, or click and tap the center to insert a photo."/>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1678512433" name="Picture Placeholder" descr="This photo is a 'placeholder' only. Drag or drop your photo here, or click and tap the center to insert a photo."/>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1305132619" name="Picture Placeholder" descr="This photo is a 'placeholder' only. Drag or drop your photo here, or click and tap the center to insert a photo."/>
          <p:cNvSpPr>
            <a:spLocks noGrp="1"/>
          </p:cNvSpPr>
          <p:nvPr>
            <p:ph type="pic" sz="quarter" idx="14" hasCustomPrompt="1"/>
          </p:nvPr>
        </p:nvSpPr>
        <p:spPr bwMode="ltGray">
          <a:xfrm>
            <a:off x="8165231" y="457200"/>
            <a:ext cx="2849035" cy="2874212"/>
          </a:xfrm>
          <a:prstGeom prst="roundRect">
            <a:avLst>
              <a:gd name="adj" fmla="val 21738"/>
            </a:avLst>
          </a:prstGeom>
          <a:blipFill rotWithShape="1">
            <a:blip r:embed="rId2"/>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50" b="1">
                <a:solidFill>
                  <a:srgbClr val="000000"/>
                </a:solidFill>
                <a:latin typeface="+mn-lt"/>
                <a:cs typeface="Segoe UI"/>
              </a:defRPr>
            </a:lvl1pPr>
          </a:lstStyle>
          <a:p>
            <a:pPr>
              <a:defRPr/>
            </a:pPr>
            <a:r>
              <a:rPr lang="en-US"/>
              <a:t>Click icon to </a:t>
            </a:r>
            <a:br>
              <a:rPr lang="en-US"/>
            </a:br>
            <a:r>
              <a:rPr lang="en-US"/>
              <a:t>add your picture here</a:t>
            </a:r>
            <a:endParaRPr/>
          </a:p>
        </p:txBody>
      </p:sp>
      <p:sp>
        <p:nvSpPr>
          <p:cNvPr id="123619046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80897897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PhAnim="0" preserve="1" userDrawn="1">
  <p:cSld name="Summary page_Big headline_Learn">
    <p:bg>
      <p:bgPr>
        <a:solidFill>
          <a:srgbClr val="E8E6DF"/>
        </a:solidFill>
        <a:effectLst/>
      </p:bgPr>
    </p:bg>
    <p:spTree>
      <p:nvGrpSpPr>
        <p:cNvPr id="1" name=""/>
        <p:cNvGrpSpPr/>
        <p:nvPr/>
      </p:nvGrpSpPr>
      <p:grpSpPr bwMode="auto">
        <a:xfrm>
          <a:off x="0" y="0"/>
          <a:ext cx="0" cy="0"/>
          <a:chOff x="0" y="0"/>
          <a:chExt cx="0" cy="0"/>
        </a:xfrm>
      </p:grpSpPr>
      <p:pic>
        <p:nvPicPr>
          <p:cNvPr id="521952496" name="Picture 2"/>
          <p:cNvPicPr>
            <a:picLocks noChangeAspect="1"/>
          </p:cNvPicPr>
          <p:nvPr userDrawn="1"/>
        </p:nvPicPr>
        <p:blipFill rotWithShape="1">
          <a:blip r:embed="rId2"/>
          <a:stretch/>
        </p:blipFill>
        <p:spPr bwMode="auto">
          <a:xfrm>
            <a:off x="0" y="0"/>
            <a:ext cx="12192000" cy="6858000"/>
          </a:xfrm>
          <a:prstGeom prst="rect">
            <a:avLst/>
          </a:prstGeom>
        </p:spPr>
      </p:pic>
      <p:sp>
        <p:nvSpPr>
          <p:cNvPr id="852444228" name="Title 4"/>
          <p:cNvSpPr>
            <a:spLocks noGrp="1"/>
          </p:cNvSpPr>
          <p:nvPr>
            <p:ph type="title" hasCustomPrompt="1"/>
          </p:nvPr>
        </p:nvSpPr>
        <p:spPr bwMode="auto">
          <a:xfrm>
            <a:off x="525081" y="2448062"/>
            <a:ext cx="10430257" cy="1015663"/>
          </a:xfrm>
        </p:spPr>
        <p:txBody>
          <a:bodyPr anchor="b" anchorCtr="0"/>
          <a:lstStyle>
            <a:lvl1pPr>
              <a:defRPr sz="6600" spc="-100">
                <a:latin typeface="+mn-lt"/>
              </a:defRPr>
            </a:lvl1pPr>
          </a:lstStyle>
          <a:p>
            <a:pPr>
              <a:defRPr/>
            </a:pPr>
            <a:r>
              <a:rPr lang="en-US"/>
              <a:t>Big headline</a:t>
            </a:r>
            <a:endParaRPr/>
          </a:p>
        </p:txBody>
      </p:sp>
      <p:sp>
        <p:nvSpPr>
          <p:cNvPr id="1032992476" name="Text Placeholder 3"/>
          <p:cNvSpPr>
            <a:spLocks noGrp="1"/>
          </p:cNvSpPr>
          <p:nvPr>
            <p:ph type="body" sz="quarter" idx="15"/>
          </p:nvPr>
        </p:nvSpPr>
        <p:spPr bwMode="auto">
          <a:xfrm>
            <a:off x="586390" y="4278313"/>
            <a:ext cx="4712686"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65176" indent="-128016">
              <a:spcAft>
                <a:spcPts val="0"/>
              </a:spcAft>
              <a:buFont typeface="Arial"/>
              <a:buChar char="•"/>
              <a:defRPr>
                <a:solidFill>
                  <a:schemeClr val="tx1"/>
                </a:solidFill>
              </a:defRPr>
            </a:lvl2pPr>
            <a:lvl3pPr marL="384048" indent="-118872">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92965006" name="Text Placeholder 3"/>
          <p:cNvSpPr>
            <a:spLocks noGrp="1"/>
          </p:cNvSpPr>
          <p:nvPr>
            <p:ph type="body" sz="quarter" idx="16"/>
          </p:nvPr>
        </p:nvSpPr>
        <p:spPr bwMode="auto">
          <a:xfrm>
            <a:off x="6246410" y="4278313"/>
            <a:ext cx="3765954"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65176" indent="-128016">
              <a:spcAft>
                <a:spcPts val="0"/>
              </a:spcAft>
              <a:buFont typeface="Arial"/>
              <a:buChar char="•"/>
              <a:defRPr>
                <a:solidFill>
                  <a:schemeClr val="tx1"/>
                </a:solidFill>
              </a:defRPr>
            </a:lvl2pPr>
            <a:lvl3pPr marL="384048" indent="-118872">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06936814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780870768"/>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PhAnim="0" preserve="1" userDrawn="1">
  <p:cSld name="1-column_Text">
    <p:bg>
      <p:bgRef idx="1001">
        <a:schemeClr val="bg1"/>
      </p:bgRef>
    </p:bg>
    <p:spTree>
      <p:nvGrpSpPr>
        <p:cNvPr id="1" name=""/>
        <p:cNvGrpSpPr/>
        <p:nvPr/>
      </p:nvGrpSpPr>
      <p:grpSpPr bwMode="auto">
        <a:xfrm>
          <a:off x="0" y="0"/>
          <a:ext cx="0" cy="0"/>
          <a:chOff x="0" y="0"/>
          <a:chExt cx="0" cy="0"/>
        </a:xfrm>
      </p:grpSpPr>
      <p:sp>
        <p:nvSpPr>
          <p:cNvPr id="1814125247" name="Title 1"/>
          <p:cNvSpPr>
            <a:spLocks noGrp="1"/>
          </p:cNvSpPr>
          <p:nvPr>
            <p:ph type="title"/>
          </p:nvPr>
        </p:nvSpPr>
        <p:spPr bwMode="auto">
          <a:xfrm>
            <a:off x="588262" y="585216"/>
            <a:ext cx="11013473"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411692584" name="Text Placeholder 3"/>
          <p:cNvSpPr>
            <a:spLocks noGrp="1"/>
          </p:cNvSpPr>
          <p:nvPr>
            <p:ph type="body" sz="quarter" idx="15"/>
          </p:nvPr>
        </p:nvSpPr>
        <p:spPr bwMode="auto">
          <a:xfrm>
            <a:off x="586388" y="1591056"/>
            <a:ext cx="110134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5929687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4073539439"/>
      </p:ext>
    </p:extLst>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PhAnim="0" preserve="1" userDrawn="1">
  <p:cSld name="Title and subheading">
    <p:spTree>
      <p:nvGrpSpPr>
        <p:cNvPr id="1" name=""/>
        <p:cNvGrpSpPr/>
        <p:nvPr/>
      </p:nvGrpSpPr>
      <p:grpSpPr bwMode="auto">
        <a:xfrm>
          <a:off x="0" y="0"/>
          <a:ext cx="0" cy="0"/>
          <a:chOff x="0" y="0"/>
          <a:chExt cx="0" cy="0"/>
        </a:xfrm>
      </p:grpSpPr>
      <p:sp>
        <p:nvSpPr>
          <p:cNvPr id="1543534567" name="Title 1"/>
          <p:cNvSpPr>
            <a:spLocks noGrp="1"/>
          </p:cNvSpPr>
          <p:nvPr>
            <p:ph type="title"/>
          </p:nvPr>
        </p:nvSpPr>
        <p:spPr bwMode="auto">
          <a:xfrm>
            <a:off x="588261" y="585216"/>
            <a:ext cx="11011601" cy="707281"/>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13674345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264056451" name="Text Placeholder 11"/>
          <p:cNvSpPr>
            <a:spLocks noGrp="1"/>
          </p:cNvSpPr>
          <p:nvPr>
            <p:ph type="body" sz="quarter" idx="17"/>
          </p:nvPr>
        </p:nvSpPr>
        <p:spPr bwMode="auto">
          <a:xfrm>
            <a:off x="584199" y="1386766"/>
            <a:ext cx="1101160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Tree>
    <p:extLst>
      <p:ext uri="{BB962C8B-B14F-4D97-AF65-F5344CB8AC3E}">
        <p14:creationId xmlns:p14="http://schemas.microsoft.com/office/powerpoint/2010/main" val="290392710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PhAnim="0" preserve="1" userDrawn="1">
  <p:cSld name="1_1-column_Text">
    <p:bg>
      <p:bgRef idx="1001">
        <a:schemeClr val="bg1"/>
      </p:bgRef>
    </p:bg>
    <p:spTree>
      <p:nvGrpSpPr>
        <p:cNvPr id="1" name=""/>
        <p:cNvGrpSpPr/>
        <p:nvPr/>
      </p:nvGrpSpPr>
      <p:grpSpPr bwMode="auto">
        <a:xfrm>
          <a:off x="0" y="0"/>
          <a:ext cx="0" cy="0"/>
          <a:chOff x="0" y="0"/>
          <a:chExt cx="0" cy="0"/>
        </a:xfrm>
      </p:grpSpPr>
      <p:sp>
        <p:nvSpPr>
          <p:cNvPr id="40206863" name="Title 1"/>
          <p:cNvSpPr>
            <a:spLocks noGrp="1"/>
          </p:cNvSpPr>
          <p:nvPr>
            <p:ph type="title"/>
          </p:nvPr>
        </p:nvSpPr>
        <p:spPr bwMode="auto">
          <a:xfrm>
            <a:off x="588261" y="585216"/>
            <a:ext cx="8189027"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430513698" name="Text Placeholder 11"/>
          <p:cNvSpPr>
            <a:spLocks noGrp="1"/>
          </p:cNvSpPr>
          <p:nvPr>
            <p:ph type="body" sz="quarter" idx="17"/>
          </p:nvPr>
        </p:nvSpPr>
        <p:spPr bwMode="auto">
          <a:xfrm>
            <a:off x="584200" y="1594155"/>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753499060" name="Text Placeholder 3"/>
          <p:cNvSpPr>
            <a:spLocks noGrp="1"/>
          </p:cNvSpPr>
          <p:nvPr>
            <p:ph type="body" sz="quarter" idx="15"/>
          </p:nvPr>
        </p:nvSpPr>
        <p:spPr bwMode="auto">
          <a:xfrm>
            <a:off x="586390" y="2085764"/>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53101015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687386253"/>
      </p:ext>
    </p:extLst>
  </p:cSld>
  <p:clrMapOvr>
    <a:overrideClrMapping bg1="lt1" tx1="dk1" bg2="lt2" tx2="dk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PhAnim="0" preserve="1" userDrawn="1">
  <p:cSld name="2-column_Text">
    <p:bg>
      <p:bgRef idx="1001">
        <a:schemeClr val="bg1"/>
      </p:bgRef>
    </p:bg>
    <p:spTree>
      <p:nvGrpSpPr>
        <p:cNvPr id="1" name=""/>
        <p:cNvGrpSpPr/>
        <p:nvPr/>
      </p:nvGrpSpPr>
      <p:grpSpPr bwMode="auto">
        <a:xfrm>
          <a:off x="0" y="0"/>
          <a:ext cx="0" cy="0"/>
          <a:chOff x="0" y="0"/>
          <a:chExt cx="0" cy="0"/>
        </a:xfrm>
      </p:grpSpPr>
      <p:sp>
        <p:nvSpPr>
          <p:cNvPr id="182352456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729006412" name="Text Placeholder 3"/>
          <p:cNvSpPr>
            <a:spLocks noGrp="1"/>
          </p:cNvSpPr>
          <p:nvPr>
            <p:ph type="body" sz="quarter" idx="15"/>
          </p:nvPr>
        </p:nvSpPr>
        <p:spPr bwMode="auto">
          <a:xfrm>
            <a:off x="586390" y="1591056"/>
            <a:ext cx="5217510"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633889623" name="Text Placeholder 3"/>
          <p:cNvSpPr>
            <a:spLocks noGrp="1"/>
          </p:cNvSpPr>
          <p:nvPr>
            <p:ph type="body" sz="quarter" idx="20"/>
          </p:nvPr>
        </p:nvSpPr>
        <p:spPr bwMode="auto">
          <a:xfrm>
            <a:off x="6253664" y="1591056"/>
            <a:ext cx="5187106"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38985508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875287354"/>
      </p:ext>
    </p:extLst>
  </p:cSld>
  <p:clrMapOvr>
    <a:overrideClrMapping bg1="lt1" tx1="dk1" bg2="lt2" tx2="dk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PhAnim="0" preserve="1" userDrawn="1">
  <p:cSld name="2-column_Text_with Subheads">
    <p:bg>
      <p:bgRef idx="1001">
        <a:schemeClr val="bg1"/>
      </p:bgRef>
    </p:bg>
    <p:spTree>
      <p:nvGrpSpPr>
        <p:cNvPr id="1" name=""/>
        <p:cNvGrpSpPr/>
        <p:nvPr/>
      </p:nvGrpSpPr>
      <p:grpSpPr bwMode="auto">
        <a:xfrm>
          <a:off x="0" y="0"/>
          <a:ext cx="0" cy="0"/>
          <a:chOff x="0" y="0"/>
          <a:chExt cx="0" cy="0"/>
        </a:xfrm>
      </p:grpSpPr>
      <p:sp>
        <p:nvSpPr>
          <p:cNvPr id="63001727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007074397" name="Text Placeholder 11"/>
          <p:cNvSpPr>
            <a:spLocks noGrp="1"/>
          </p:cNvSpPr>
          <p:nvPr>
            <p:ph type="body" sz="quarter" idx="16"/>
          </p:nvPr>
        </p:nvSpPr>
        <p:spPr bwMode="auto">
          <a:xfrm>
            <a:off x="58420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2057708831" name="Text Placeholder 3"/>
          <p:cNvSpPr>
            <a:spLocks noGrp="1"/>
          </p:cNvSpPr>
          <p:nvPr>
            <p:ph type="body" sz="quarter" idx="15"/>
          </p:nvPr>
        </p:nvSpPr>
        <p:spPr bwMode="auto">
          <a:xfrm>
            <a:off x="586390" y="2085764"/>
            <a:ext cx="5217510"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668304505" name="Text Placeholder 11"/>
          <p:cNvSpPr>
            <a:spLocks noGrp="1"/>
          </p:cNvSpPr>
          <p:nvPr>
            <p:ph type="body" sz="quarter" idx="19"/>
          </p:nvPr>
        </p:nvSpPr>
        <p:spPr bwMode="auto">
          <a:xfrm>
            <a:off x="624422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97746914" name="Text Placeholder 3"/>
          <p:cNvSpPr>
            <a:spLocks noGrp="1"/>
          </p:cNvSpPr>
          <p:nvPr>
            <p:ph type="body" sz="quarter" idx="20"/>
          </p:nvPr>
        </p:nvSpPr>
        <p:spPr bwMode="auto">
          <a:xfrm>
            <a:off x="6253664" y="2085764"/>
            <a:ext cx="5187106"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18045297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156715771"/>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PhAnim="0" preserve="1" userDrawn="1">
  <p:cSld name="3-column_Text">
    <p:bg>
      <p:bgRef idx="1001">
        <a:schemeClr val="bg1"/>
      </p:bgRef>
    </p:bg>
    <p:spTree>
      <p:nvGrpSpPr>
        <p:cNvPr id="1" name=""/>
        <p:cNvGrpSpPr/>
        <p:nvPr/>
      </p:nvGrpSpPr>
      <p:grpSpPr bwMode="auto">
        <a:xfrm>
          <a:off x="0" y="0"/>
          <a:ext cx="0" cy="0"/>
          <a:chOff x="0" y="0"/>
          <a:chExt cx="0" cy="0"/>
        </a:xfrm>
      </p:grpSpPr>
      <p:sp>
        <p:nvSpPr>
          <p:cNvPr id="198068364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40380582" name="Text Placeholder 3"/>
          <p:cNvSpPr>
            <a:spLocks noGrp="1"/>
          </p:cNvSpPr>
          <p:nvPr>
            <p:ph type="body" sz="quarter" idx="15"/>
          </p:nvPr>
        </p:nvSpPr>
        <p:spPr bwMode="auto">
          <a:xfrm>
            <a:off x="586390"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632998632" name="Text Placeholder 3"/>
          <p:cNvSpPr>
            <a:spLocks noGrp="1"/>
          </p:cNvSpPr>
          <p:nvPr>
            <p:ph type="body" sz="quarter" idx="16"/>
          </p:nvPr>
        </p:nvSpPr>
        <p:spPr bwMode="auto">
          <a:xfrm>
            <a:off x="4362862"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558590062" name="Text Placeholder 3"/>
          <p:cNvSpPr>
            <a:spLocks noGrp="1"/>
          </p:cNvSpPr>
          <p:nvPr>
            <p:ph type="body" sz="quarter" idx="17"/>
          </p:nvPr>
        </p:nvSpPr>
        <p:spPr bwMode="auto">
          <a:xfrm>
            <a:off x="8130190"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30104401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951698090"/>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PhAnim="0" preserve="1" userDrawn="1">
  <p:cSld name="3-column_Text_with Subheads">
    <p:bg>
      <p:bgRef idx="1001">
        <a:schemeClr val="bg1"/>
      </p:bgRef>
    </p:bg>
    <p:spTree>
      <p:nvGrpSpPr>
        <p:cNvPr id="1" name=""/>
        <p:cNvGrpSpPr/>
        <p:nvPr/>
      </p:nvGrpSpPr>
      <p:grpSpPr bwMode="auto">
        <a:xfrm>
          <a:off x="0" y="0"/>
          <a:ext cx="0" cy="0"/>
          <a:chOff x="0" y="0"/>
          <a:chExt cx="0" cy="0"/>
        </a:xfrm>
      </p:grpSpPr>
      <p:sp>
        <p:nvSpPr>
          <p:cNvPr id="1225933114"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343493931" name="Text Placeholder 11"/>
          <p:cNvSpPr>
            <a:spLocks noGrp="1"/>
          </p:cNvSpPr>
          <p:nvPr>
            <p:ph type="body" sz="quarter" idx="16"/>
          </p:nvPr>
        </p:nvSpPr>
        <p:spPr bwMode="auto">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602718536" name="Text Placeholder 3"/>
          <p:cNvSpPr>
            <a:spLocks noGrp="1"/>
          </p:cNvSpPr>
          <p:nvPr>
            <p:ph type="body" sz="quarter" idx="15"/>
          </p:nvPr>
        </p:nvSpPr>
        <p:spPr bwMode="auto">
          <a:xfrm>
            <a:off x="586390"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022608413" name="Text Placeholder 11"/>
          <p:cNvSpPr>
            <a:spLocks noGrp="1"/>
          </p:cNvSpPr>
          <p:nvPr>
            <p:ph type="body" sz="quarter" idx="22"/>
          </p:nvPr>
        </p:nvSpPr>
        <p:spPr bwMode="auto">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723635255" name="Text Placeholder 3"/>
          <p:cNvSpPr>
            <a:spLocks noGrp="1"/>
          </p:cNvSpPr>
          <p:nvPr>
            <p:ph type="body" sz="quarter" idx="23"/>
          </p:nvPr>
        </p:nvSpPr>
        <p:spPr bwMode="auto">
          <a:xfrm>
            <a:off x="4359737"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900967975" name="Text Placeholder 11"/>
          <p:cNvSpPr>
            <a:spLocks noGrp="1"/>
          </p:cNvSpPr>
          <p:nvPr>
            <p:ph type="body" sz="quarter" idx="24"/>
          </p:nvPr>
        </p:nvSpPr>
        <p:spPr bwMode="auto">
          <a:xfrm>
            <a:off x="8130894"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428576877" name="Text Placeholder 3"/>
          <p:cNvSpPr>
            <a:spLocks noGrp="1"/>
          </p:cNvSpPr>
          <p:nvPr>
            <p:ph type="body" sz="quarter" idx="25"/>
          </p:nvPr>
        </p:nvSpPr>
        <p:spPr bwMode="auto">
          <a:xfrm>
            <a:off x="8133084"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28225458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626210967"/>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PhAnim="0" preserve="1" userDrawn="1">
  <p:cSld name="3-column_Text_with Subheads-Icons">
    <p:bg>
      <p:bgRef idx="1001">
        <a:schemeClr val="bg1"/>
      </p:bgRef>
    </p:bg>
    <p:spTree>
      <p:nvGrpSpPr>
        <p:cNvPr id="1" name=""/>
        <p:cNvGrpSpPr/>
        <p:nvPr/>
      </p:nvGrpSpPr>
      <p:grpSpPr bwMode="auto">
        <a:xfrm>
          <a:off x="0" y="0"/>
          <a:ext cx="0" cy="0"/>
          <a:chOff x="0" y="0"/>
          <a:chExt cx="0" cy="0"/>
        </a:xfrm>
      </p:grpSpPr>
      <p:sp>
        <p:nvSpPr>
          <p:cNvPr id="600228845"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701394868" name="Text Placeholder 11"/>
          <p:cNvSpPr>
            <a:spLocks noGrp="1"/>
          </p:cNvSpPr>
          <p:nvPr>
            <p:ph type="body" sz="quarter" idx="16"/>
          </p:nvPr>
        </p:nvSpPr>
        <p:spPr bwMode="auto">
          <a:xfrm>
            <a:off x="584200"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618827448" name="Text Placeholder 3"/>
          <p:cNvSpPr>
            <a:spLocks noGrp="1"/>
          </p:cNvSpPr>
          <p:nvPr>
            <p:ph type="body" sz="quarter" idx="15"/>
          </p:nvPr>
        </p:nvSpPr>
        <p:spPr bwMode="auto">
          <a:xfrm>
            <a:off x="586390"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003296118" name="Text Placeholder 11"/>
          <p:cNvSpPr>
            <a:spLocks noGrp="1"/>
          </p:cNvSpPr>
          <p:nvPr>
            <p:ph type="body" sz="quarter" idx="22"/>
          </p:nvPr>
        </p:nvSpPr>
        <p:spPr bwMode="auto">
          <a:xfrm>
            <a:off x="4357547"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558047992" name="Text Placeholder 3"/>
          <p:cNvSpPr>
            <a:spLocks noGrp="1"/>
          </p:cNvSpPr>
          <p:nvPr>
            <p:ph type="body" sz="quarter" idx="23"/>
          </p:nvPr>
        </p:nvSpPr>
        <p:spPr bwMode="auto">
          <a:xfrm>
            <a:off x="4359737"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899604916" name="Text Placeholder 11"/>
          <p:cNvSpPr>
            <a:spLocks noGrp="1"/>
          </p:cNvSpPr>
          <p:nvPr>
            <p:ph type="body" sz="quarter" idx="24"/>
          </p:nvPr>
        </p:nvSpPr>
        <p:spPr bwMode="auto">
          <a:xfrm>
            <a:off x="8130894"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435663666" name="Text Placeholder 3"/>
          <p:cNvSpPr>
            <a:spLocks noGrp="1"/>
          </p:cNvSpPr>
          <p:nvPr>
            <p:ph type="body" sz="quarter" idx="25"/>
          </p:nvPr>
        </p:nvSpPr>
        <p:spPr bwMode="auto">
          <a:xfrm>
            <a:off x="8133084"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56617588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182702033"/>
      </p:ext>
    </p:extLst>
  </p:cSld>
  <p:clrMapOvr>
    <a:overrideClrMapping bg1="lt1" tx1="dk1" bg2="lt2" tx2="dk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PhAnim="0" preserve="1" userDrawn="1">
  <p:cSld name="2_3-column_Text_with Subheads-Icons">
    <p:bg>
      <p:bgRef idx="1001">
        <a:schemeClr val="bg1"/>
      </p:bgRef>
    </p:bg>
    <p:spTree>
      <p:nvGrpSpPr>
        <p:cNvPr id="1" name=""/>
        <p:cNvGrpSpPr/>
        <p:nvPr/>
      </p:nvGrpSpPr>
      <p:grpSpPr bwMode="auto">
        <a:xfrm>
          <a:off x="0" y="0"/>
          <a:ext cx="0" cy="0"/>
          <a:chOff x="0" y="0"/>
          <a:chExt cx="0" cy="0"/>
        </a:xfrm>
      </p:grpSpPr>
      <p:cxnSp>
        <p:nvCxnSpPr>
          <p:cNvPr id="723383051"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1140610917"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941657757"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300069141"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972198403"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868912803"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840664514"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547539311"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06418492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324146338"/>
      </p:ext>
    </p:extLst>
  </p:cSld>
  <p:clrMapOvr>
    <a:overrideClrMapping bg1="lt1" tx1="dk1" bg2="lt2" tx2="dk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PhAnim="0" preserve="1" userDrawn="1">
  <p:cSld name="4_3-column_Text_with Subheads-Icons">
    <p:bg>
      <p:bgRef idx="1001">
        <a:schemeClr val="bg1"/>
      </p:bgRef>
    </p:bg>
    <p:spTree>
      <p:nvGrpSpPr>
        <p:cNvPr id="1" name=""/>
        <p:cNvGrpSpPr/>
        <p:nvPr/>
      </p:nvGrpSpPr>
      <p:grpSpPr bwMode="auto">
        <a:xfrm>
          <a:off x="0" y="0"/>
          <a:ext cx="0" cy="0"/>
          <a:chOff x="0" y="0"/>
          <a:chExt cx="0" cy="0"/>
        </a:xfrm>
      </p:grpSpPr>
      <p:cxnSp>
        <p:nvCxnSpPr>
          <p:cNvPr id="1033204334"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1305969022"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711101836"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02380814"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008060743"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332921217"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896777516"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61170877"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72061116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311253523"/>
      </p:ext>
    </p:extLst>
  </p:cSld>
  <p:clrMapOvr>
    <a:overrideClrMapping bg1="lt1" tx1="dk1" bg2="lt2" tx2="dk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PhAnim="0" preserve="1" userDrawn="1">
  <p:cSld name="3_3-column_Text_with Subheads-Icons">
    <p:bg>
      <p:bgRef idx="1001">
        <a:schemeClr val="bg1"/>
      </p:bgRef>
    </p:bg>
    <p:spTree>
      <p:nvGrpSpPr>
        <p:cNvPr id="1" name=""/>
        <p:cNvGrpSpPr/>
        <p:nvPr/>
      </p:nvGrpSpPr>
      <p:grpSpPr bwMode="auto">
        <a:xfrm>
          <a:off x="0" y="0"/>
          <a:ext cx="0" cy="0"/>
          <a:chOff x="0" y="0"/>
          <a:chExt cx="0" cy="0"/>
        </a:xfrm>
      </p:grpSpPr>
      <p:cxnSp>
        <p:nvCxnSpPr>
          <p:cNvPr id="1368555349"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16036581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213104210"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437994525"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395335328"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213055335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367844892"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972131492"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632294512"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2170061205"/>
      </p:ext>
    </p:extLst>
  </p:cSld>
  <p:clrMapOvr>
    <a:overrideClrMapping bg1="lt1" tx1="dk1" bg2="lt2" tx2="dk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and title">
    <p:spTree>
      <p:nvGrpSpPr>
        <p:cNvPr id="1" name=""/>
        <p:cNvGrpSpPr/>
        <p:nvPr/>
      </p:nvGrpSpPr>
      <p:grpSpPr bwMode="auto">
        <a:xfrm>
          <a:off x="0" y="0"/>
          <a:ext cx="0" cy="0"/>
          <a:chOff x="0" y="0"/>
          <a:chExt cx="0" cy="0"/>
        </a:xfrm>
      </p:grpSpPr>
      <p:sp>
        <p:nvSpPr>
          <p:cNvPr id="1996413424" name="Text Placeholder 3"/>
          <p:cNvSpPr>
            <a:spLocks noGrp="1"/>
          </p:cNvSpPr>
          <p:nvPr>
            <p:ph type="body" sz="quarter" idx="15"/>
          </p:nvPr>
        </p:nvSpPr>
        <p:spPr bwMode="auto">
          <a:xfrm>
            <a:off x="586390" y="4978880"/>
            <a:ext cx="5217510"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398552512" name="Text Placeholder 3"/>
          <p:cNvSpPr>
            <a:spLocks noGrp="1"/>
          </p:cNvSpPr>
          <p:nvPr>
            <p:ph type="body" sz="quarter" idx="20"/>
          </p:nvPr>
        </p:nvSpPr>
        <p:spPr bwMode="auto">
          <a:xfrm>
            <a:off x="6253664" y="4978880"/>
            <a:ext cx="5187106"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665894719" name="Picture Placeholder" descr="This photo is a 'placeholder' only. Drag or drop your photo here, or click and tap the center to insert a photo."/>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353189052"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72750945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66073530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p:spTree>
      <p:nvGrpSpPr>
        <p:cNvPr id="1" name=""/>
        <p:cNvGrpSpPr/>
        <p:nvPr/>
      </p:nvGrpSpPr>
      <p:grpSpPr bwMode="auto">
        <a:xfrm>
          <a:off x="0" y="0"/>
          <a:ext cx="0" cy="0"/>
          <a:chOff x="0" y="0"/>
          <a:chExt cx="0" cy="0"/>
        </a:xfrm>
      </p:grpSpPr>
      <p:sp>
        <p:nvSpPr>
          <p:cNvPr id="429892163" name="Text Placeholder 3"/>
          <p:cNvSpPr>
            <a:spLocks noGrp="1"/>
          </p:cNvSpPr>
          <p:nvPr>
            <p:ph type="body" sz="quarter" idx="15"/>
          </p:nvPr>
        </p:nvSpPr>
        <p:spPr bwMode="auto">
          <a:xfrm>
            <a:off x="586390" y="4978880"/>
            <a:ext cx="5217510"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144941704" name="Text Placeholder 3"/>
          <p:cNvSpPr>
            <a:spLocks noGrp="1"/>
          </p:cNvSpPr>
          <p:nvPr>
            <p:ph type="body" sz="quarter" idx="20"/>
          </p:nvPr>
        </p:nvSpPr>
        <p:spPr bwMode="auto">
          <a:xfrm>
            <a:off x="6253664" y="4978880"/>
            <a:ext cx="5187106"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320361539" name="Picture Placeholder" descr="This photo is a 'placeholder' only. Drag or drop your photo here, or click and tap the center to insert a photo."/>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34058834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87665477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subheads, and title">
    <p:spTree>
      <p:nvGrpSpPr>
        <p:cNvPr id="1" name=""/>
        <p:cNvGrpSpPr/>
        <p:nvPr/>
      </p:nvGrpSpPr>
      <p:grpSpPr bwMode="auto">
        <a:xfrm>
          <a:off x="0" y="0"/>
          <a:ext cx="0" cy="0"/>
          <a:chOff x="0" y="0"/>
          <a:chExt cx="0" cy="0"/>
        </a:xfrm>
      </p:grpSpPr>
      <p:sp>
        <p:nvSpPr>
          <p:cNvPr id="2140383648" name="Text Placeholder 11"/>
          <p:cNvSpPr>
            <a:spLocks noGrp="1"/>
          </p:cNvSpPr>
          <p:nvPr>
            <p:ph type="body" sz="quarter" idx="16"/>
          </p:nvPr>
        </p:nvSpPr>
        <p:spPr bwMode="auto">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99524733" name="Text Placeholder 3"/>
          <p:cNvSpPr>
            <a:spLocks noGrp="1"/>
          </p:cNvSpPr>
          <p:nvPr>
            <p:ph type="body" sz="quarter" idx="15"/>
          </p:nvPr>
        </p:nvSpPr>
        <p:spPr bwMode="auto">
          <a:xfrm>
            <a:off x="586390" y="5357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36652244" name="Text Placeholder 11"/>
          <p:cNvSpPr>
            <a:spLocks noGrp="1"/>
          </p:cNvSpPr>
          <p:nvPr>
            <p:ph type="body" sz="quarter" idx="22"/>
          </p:nvPr>
        </p:nvSpPr>
        <p:spPr bwMode="auto">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664833206" name="Text Placeholder 3"/>
          <p:cNvSpPr>
            <a:spLocks noGrp="1"/>
          </p:cNvSpPr>
          <p:nvPr>
            <p:ph type="body" sz="quarter" idx="33"/>
          </p:nvPr>
        </p:nvSpPr>
        <p:spPr bwMode="auto">
          <a:xfrm>
            <a:off x="6252435" y="5357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58723665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17690427" name="Picture Placeholder" descr="This photo is a 'placeholder' only. Drag or drop your photo here, or click and tap the center to insert a photo."/>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11791059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47197200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and subheads">
    <p:spTree>
      <p:nvGrpSpPr>
        <p:cNvPr id="1" name=""/>
        <p:cNvGrpSpPr/>
        <p:nvPr/>
      </p:nvGrpSpPr>
      <p:grpSpPr bwMode="auto">
        <a:xfrm>
          <a:off x="0" y="0"/>
          <a:ext cx="0" cy="0"/>
          <a:chOff x="0" y="0"/>
          <a:chExt cx="0" cy="0"/>
        </a:xfrm>
      </p:grpSpPr>
      <p:sp>
        <p:nvSpPr>
          <p:cNvPr id="1944115437" name="Rectangle 10"/>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400">
              <a:gradFill>
                <a:gsLst>
                  <a:gs pos="0">
                    <a:srgbClr val="FFFFFF"/>
                  </a:gs>
                  <a:gs pos="100000">
                    <a:srgbClr val="FFFFFF"/>
                  </a:gs>
                </a:gsLst>
                <a:lin ang="5400000" scaled="0"/>
              </a:gradFill>
              <a:ea typeface="Segoe UI"/>
              <a:cs typeface="Segoe UI"/>
            </a:endParaRPr>
          </a:p>
        </p:txBody>
      </p:sp>
      <p:sp>
        <p:nvSpPr>
          <p:cNvPr id="826303022" name="Text Placeholder 11"/>
          <p:cNvSpPr>
            <a:spLocks noGrp="1"/>
          </p:cNvSpPr>
          <p:nvPr>
            <p:ph type="body" sz="quarter" idx="16"/>
          </p:nvPr>
        </p:nvSpPr>
        <p:spPr bwMode="auto">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365941292" name="Text Placeholder 3"/>
          <p:cNvSpPr>
            <a:spLocks noGrp="1"/>
          </p:cNvSpPr>
          <p:nvPr>
            <p:ph type="body" sz="quarter" idx="15"/>
          </p:nvPr>
        </p:nvSpPr>
        <p:spPr bwMode="auto">
          <a:xfrm>
            <a:off x="586390" y="5357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009046703" name="Text Placeholder 11"/>
          <p:cNvSpPr>
            <a:spLocks noGrp="1"/>
          </p:cNvSpPr>
          <p:nvPr>
            <p:ph type="body" sz="quarter" idx="22"/>
          </p:nvPr>
        </p:nvSpPr>
        <p:spPr bwMode="auto">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466372387" name="Text Placeholder 3"/>
          <p:cNvSpPr>
            <a:spLocks noGrp="1"/>
          </p:cNvSpPr>
          <p:nvPr>
            <p:ph type="body" sz="quarter" idx="33"/>
          </p:nvPr>
        </p:nvSpPr>
        <p:spPr bwMode="auto">
          <a:xfrm>
            <a:off x="6252435" y="5357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717198753" name="Picture Placeholder" descr="This photo is a 'placeholder' only. Drag or drop your photo here, or click and tap the center to insert a photo."/>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17298979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45352214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PhAnim="0" userDrawn="1">
  <p:cSld name="1-column_Callout_with Image">
    <p:bg>
      <p:bgRef idx="1001">
        <a:schemeClr val="bg1"/>
      </p:bgRef>
    </p:bg>
    <p:spTree>
      <p:nvGrpSpPr>
        <p:cNvPr id="1" name=""/>
        <p:cNvGrpSpPr/>
        <p:nvPr/>
      </p:nvGrpSpPr>
      <p:grpSpPr bwMode="auto">
        <a:xfrm>
          <a:off x="0" y="0"/>
          <a:ext cx="0" cy="0"/>
          <a:chOff x="0" y="0"/>
          <a:chExt cx="0" cy="0"/>
        </a:xfrm>
      </p:grpSpPr>
      <p:sp>
        <p:nvSpPr>
          <p:cNvPr id="458951551" name="Footer Placeholder 10"/>
          <p:cNvSpPr>
            <a:spLocks noGrp="1"/>
          </p:cNvSpPr>
          <p:nvPr>
            <p:ph type="ftr" sz="quarter" idx="3"/>
          </p:nvPr>
        </p:nvSpPr>
        <p:spPr bwMode="auto">
          <a:xfrm>
            <a:off x="40640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95898265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366746539" name="Picture Placeholder" descr="This photo is a 'placeholder' only. Drag or drop your photo here, or click and tap the center to insert a photo."/>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956892965" name="Text Placeholder 11"/>
          <p:cNvSpPr>
            <a:spLocks noGrp="1"/>
          </p:cNvSpPr>
          <p:nvPr>
            <p:ph type="body" sz="quarter" idx="16"/>
          </p:nvPr>
        </p:nvSpPr>
        <p:spPr bwMode="auto">
          <a:xfrm>
            <a:off x="584200" y="1594155"/>
            <a:ext cx="3174143"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733645385" name="Text Placeholder 3"/>
          <p:cNvSpPr>
            <a:spLocks noGrp="1"/>
          </p:cNvSpPr>
          <p:nvPr>
            <p:ph type="body" sz="quarter" idx="15"/>
          </p:nvPr>
        </p:nvSpPr>
        <p:spPr bwMode="auto">
          <a:xfrm>
            <a:off x="586388" y="2085764"/>
            <a:ext cx="3172810"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65176" indent="-128016">
              <a:spcAft>
                <a:spcPts val="0"/>
              </a:spcAft>
              <a:buFont typeface="Arial"/>
              <a:buChar char="•"/>
              <a:defRPr>
                <a:solidFill>
                  <a:schemeClr val="tx1"/>
                </a:solidFill>
              </a:defRPr>
            </a:lvl2pPr>
            <a:lvl3pPr marL="384048" indent="-118872">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Tree>
    <p:extLst>
      <p:ext uri="{BB962C8B-B14F-4D97-AF65-F5344CB8AC3E}">
        <p14:creationId xmlns:p14="http://schemas.microsoft.com/office/powerpoint/2010/main" val="4224274373"/>
      </p:ext>
    </p:extLst>
  </p:cSld>
  <p:clrMapOvr>
    <a:overrideClrMapping bg1="lt1" tx1="dk1" bg2="lt2" tx2="dk2" accent1="accent1" accent2="accent2" accent3="accent3" accent4="accent4" accent5="accent5" accent6="accent6" hlink="hlink" folHlink="folHlink"/>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PhAnim="0" preserve="1" userDrawn="1">
  <p:cSld name="1-column_Text_with Image">
    <p:bg>
      <p:bgRef idx="1001">
        <a:schemeClr val="bg1"/>
      </p:bgRef>
    </p:bg>
    <p:spTree>
      <p:nvGrpSpPr>
        <p:cNvPr id="1" name=""/>
        <p:cNvGrpSpPr/>
        <p:nvPr/>
      </p:nvGrpSpPr>
      <p:grpSpPr bwMode="auto">
        <a:xfrm>
          <a:off x="0" y="0"/>
          <a:ext cx="0" cy="0"/>
          <a:chOff x="0" y="0"/>
          <a:chExt cx="0" cy="0"/>
        </a:xfrm>
      </p:grpSpPr>
      <p:sp>
        <p:nvSpPr>
          <p:cNvPr id="2107645232" name="Title 1"/>
          <p:cNvSpPr>
            <a:spLocks noGrp="1"/>
          </p:cNvSpPr>
          <p:nvPr>
            <p:ph type="title"/>
          </p:nvPr>
        </p:nvSpPr>
        <p:spPr bwMode="auto">
          <a:xfrm>
            <a:off x="588261" y="585216"/>
            <a:ext cx="4710689"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383722628" name="Text Placeholder 11"/>
          <p:cNvSpPr>
            <a:spLocks noGrp="1"/>
          </p:cNvSpPr>
          <p:nvPr>
            <p:ph type="body" sz="quarter" idx="16"/>
          </p:nvPr>
        </p:nvSpPr>
        <p:spPr bwMode="auto">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565062558" name="Text Placeholder 3"/>
          <p:cNvSpPr>
            <a:spLocks noGrp="1"/>
          </p:cNvSpPr>
          <p:nvPr>
            <p:ph type="body" sz="quarter" idx="15"/>
          </p:nvPr>
        </p:nvSpPr>
        <p:spPr bwMode="auto">
          <a:xfrm>
            <a:off x="586388" y="2085764"/>
            <a:ext cx="4712685"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65176" indent="-128016">
              <a:spcAft>
                <a:spcPts val="0"/>
              </a:spcAft>
              <a:buFont typeface="Arial"/>
              <a:buChar char="•"/>
              <a:defRPr>
                <a:solidFill>
                  <a:schemeClr val="tx1"/>
                </a:solidFill>
              </a:defRPr>
            </a:lvl2pPr>
            <a:lvl3pPr marL="384048" indent="-118872">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028538803" name="Picture Placeholder" descr="This photo is a 'placeholder' only. Drag or drop your photo here, or click and tap the center to insert a photo."/>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a:defRPr>
            </a:lvl1pPr>
          </a:lstStyle>
          <a:p>
            <a:pPr>
              <a:defRPr/>
            </a:pPr>
            <a:r>
              <a:rPr lang="en-US"/>
              <a:t>Drag &amp; drop your photo here </a:t>
            </a:r>
            <a:br>
              <a:rPr lang="en-US"/>
            </a:br>
            <a:r>
              <a:rPr lang="en-US"/>
              <a:t>or click or tap icon below </a:t>
            </a:r>
            <a:br>
              <a:rPr lang="en-US"/>
            </a:br>
            <a:r>
              <a:rPr lang="en-US"/>
              <a:t>to insert</a:t>
            </a:r>
            <a:endParaRPr/>
          </a:p>
          <a:p>
            <a:pPr>
              <a:defRPr/>
            </a:pPr>
            <a:endParaRPr lang="en-US"/>
          </a:p>
          <a:p>
            <a:pPr>
              <a:defRPr/>
            </a:pPr>
            <a:endParaRPr lang="en-US"/>
          </a:p>
        </p:txBody>
      </p:sp>
      <p:sp>
        <p:nvSpPr>
          <p:cNvPr id="142806348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904635114"/>
      </p:ext>
    </p:extLst>
  </p:cSld>
  <p:clrMapOvr>
    <a:overrideClrMapping bg1="lt1" tx1="dk1" bg2="lt2" tx2="dk2" accent1="accent1" accent2="accent2" accent3="accent3" accent4="accent4" accent5="accent5" accent6="accent6" hlink="hlink" folHlink="folHlink"/>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PhAnim="0" preserve="1" userDrawn="1">
  <p:cSld name="2-column_Text_with Image">
    <p:bg>
      <p:bgRef idx="1001">
        <a:schemeClr val="bg1"/>
      </p:bgRef>
    </p:bg>
    <p:spTree>
      <p:nvGrpSpPr>
        <p:cNvPr id="1" name=""/>
        <p:cNvGrpSpPr/>
        <p:nvPr/>
      </p:nvGrpSpPr>
      <p:grpSpPr bwMode="auto">
        <a:xfrm>
          <a:off x="0" y="0"/>
          <a:ext cx="0" cy="0"/>
          <a:chOff x="0" y="0"/>
          <a:chExt cx="0" cy="0"/>
        </a:xfrm>
      </p:grpSpPr>
      <p:sp>
        <p:nvSpPr>
          <p:cNvPr id="1988110050" name="Title 1"/>
          <p:cNvSpPr>
            <a:spLocks noGrp="1"/>
          </p:cNvSpPr>
          <p:nvPr>
            <p:ph type="title"/>
          </p:nvPr>
        </p:nvSpPr>
        <p:spPr bwMode="auto">
          <a:xfrm>
            <a:off x="588262" y="585216"/>
            <a:ext cx="7248356" cy="307777"/>
          </a:xfrm>
        </p:spPr>
        <p:txBody>
          <a:bodyPr/>
          <a:lstStyle>
            <a:lvl1pPr>
              <a:defRPr sz="2000" b="0" i="0">
                <a:solidFill>
                  <a:srgbClr val="001F2D"/>
                </a:solidFill>
                <a:latin typeface="+mj-lt"/>
                <a:cs typeface="Segoe UI Semibold"/>
              </a:defRPr>
            </a:lvl1pPr>
          </a:lstStyle>
          <a:p>
            <a:pPr>
              <a:defRPr/>
            </a:pPr>
            <a:r>
              <a:rPr lang="en-US"/>
              <a:t>Click to edit Master title style</a:t>
            </a:r>
            <a:endParaRPr/>
          </a:p>
        </p:txBody>
      </p:sp>
      <p:sp>
        <p:nvSpPr>
          <p:cNvPr id="1711145476" name="Text Placeholder 11"/>
          <p:cNvSpPr>
            <a:spLocks noGrp="1"/>
          </p:cNvSpPr>
          <p:nvPr>
            <p:ph type="body" sz="quarter" idx="16"/>
          </p:nvPr>
        </p:nvSpPr>
        <p:spPr bwMode="auto">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795615812" name="Text Placeholder 3"/>
          <p:cNvSpPr>
            <a:spLocks noGrp="1"/>
          </p:cNvSpPr>
          <p:nvPr>
            <p:ph type="body" sz="quarter" idx="15"/>
          </p:nvPr>
        </p:nvSpPr>
        <p:spPr bwMode="auto">
          <a:xfrm>
            <a:off x="586390" y="2085764"/>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387303504" name="Text Placeholder 11"/>
          <p:cNvSpPr>
            <a:spLocks noGrp="1"/>
          </p:cNvSpPr>
          <p:nvPr>
            <p:ph type="body" sz="quarter" idx="22"/>
          </p:nvPr>
        </p:nvSpPr>
        <p:spPr bwMode="auto">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369308684" name="Text Placeholder 3"/>
          <p:cNvSpPr>
            <a:spLocks noGrp="1"/>
          </p:cNvSpPr>
          <p:nvPr>
            <p:ph type="body" sz="quarter" idx="23"/>
          </p:nvPr>
        </p:nvSpPr>
        <p:spPr bwMode="auto">
          <a:xfrm>
            <a:off x="4359737" y="2085764"/>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536535378" name="Picture Placeholder" descr="This photo is a 'placeholder' only. Drag or drop your photo here, or click and tap the center to insert a photo."/>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a:defRPr>
            </a:lvl1pPr>
          </a:lstStyle>
          <a:p>
            <a:pPr>
              <a:defRPr/>
            </a:pPr>
            <a:r>
              <a:rPr lang="en-US"/>
              <a:t>Drag &amp; drop your photo here </a:t>
            </a:r>
            <a:br>
              <a:rPr lang="en-US"/>
            </a:br>
            <a:r>
              <a:rPr lang="en-US"/>
              <a:t>or click or tap icon below </a:t>
            </a:r>
            <a:br>
              <a:rPr lang="en-US"/>
            </a:br>
            <a:r>
              <a:rPr lang="en-US"/>
              <a:t>to insert</a:t>
            </a:r>
            <a:endParaRPr/>
          </a:p>
          <a:p>
            <a:pPr>
              <a:defRPr/>
            </a:pPr>
            <a:endParaRPr lang="en-US"/>
          </a:p>
          <a:p>
            <a:pPr>
              <a:defRPr/>
            </a:pPr>
            <a:endParaRPr lang="en-US"/>
          </a:p>
        </p:txBody>
      </p:sp>
      <p:sp>
        <p:nvSpPr>
          <p:cNvPr id="52035429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419006984"/>
      </p:ext>
    </p:extLst>
  </p:cSld>
  <p:clrMapOvr>
    <a:overrideClrMapping bg1="lt1" tx1="dk1" bg2="lt2" tx2="dk2" accent1="accent1" accent2="accent2" accent3="accent3" accent4="accent4" accent5="accent5" accent6="accent6" hlink="hlink" folHlink="folHlink"/>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PhAnim="0" userDrawn="1">
  <p:cSld name="1_Two photos_with Captions">
    <p:bg>
      <p:bgRef idx="1001">
        <a:schemeClr val="bg1"/>
      </p:bgRef>
    </p:bg>
    <p:spTree>
      <p:nvGrpSpPr>
        <p:cNvPr id="1" name=""/>
        <p:cNvGrpSpPr/>
        <p:nvPr/>
      </p:nvGrpSpPr>
      <p:grpSpPr bwMode="auto">
        <a:xfrm>
          <a:off x="0" y="0"/>
          <a:ext cx="0" cy="0"/>
          <a:chOff x="0" y="0"/>
          <a:chExt cx="0" cy="0"/>
        </a:xfrm>
      </p:grpSpPr>
      <p:sp>
        <p:nvSpPr>
          <p:cNvPr id="32224527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492707204" name="Picture Placeholder" descr="This photo is a 'placeholder' only. Drag or drop your photo here, or click and tap the center to insert a photo."/>
          <p:cNvSpPr>
            <a:spLocks noGrp="1"/>
          </p:cNvSpPr>
          <p:nvPr>
            <p:ph type="pic" sz="quarter" idx="19" hasCustomPrompt="1"/>
          </p:nvPr>
        </p:nvSpPr>
        <p:spPr bwMode="ltGray">
          <a:xfrm>
            <a:off x="584200" y="1591310"/>
            <a:ext cx="5365752"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311247240" name="Text Placeholder 11"/>
          <p:cNvSpPr>
            <a:spLocks noGrp="1"/>
          </p:cNvSpPr>
          <p:nvPr>
            <p:ph type="body" sz="quarter" idx="16"/>
          </p:nvPr>
        </p:nvSpPr>
        <p:spPr bwMode="auto">
          <a:xfrm>
            <a:off x="584199" y="4575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830745128" name="Text Placeholder 3"/>
          <p:cNvSpPr>
            <a:spLocks noGrp="1"/>
          </p:cNvSpPr>
          <p:nvPr>
            <p:ph type="body" sz="quarter" idx="15"/>
          </p:nvPr>
        </p:nvSpPr>
        <p:spPr bwMode="auto">
          <a:xfrm>
            <a:off x="586390" y="4976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624685695" name="Picture Placeholder" descr="This photo is a 'placeholder' only. Drag or drop your photo here, or click and tap the center to insert a photo."/>
          <p:cNvSpPr>
            <a:spLocks noGrp="1"/>
          </p:cNvSpPr>
          <p:nvPr>
            <p:ph type="pic" sz="quarter" idx="20" hasCustomPrompt="1"/>
          </p:nvPr>
        </p:nvSpPr>
        <p:spPr bwMode="ltGray">
          <a:xfrm>
            <a:off x="6242049" y="1591310"/>
            <a:ext cx="5357813"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586053718" name="Text Placeholder 11"/>
          <p:cNvSpPr>
            <a:spLocks noGrp="1"/>
          </p:cNvSpPr>
          <p:nvPr>
            <p:ph type="body" sz="quarter" idx="22"/>
          </p:nvPr>
        </p:nvSpPr>
        <p:spPr bwMode="auto">
          <a:xfrm>
            <a:off x="6243372" y="4575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207810297" name="Text Placeholder 3"/>
          <p:cNvSpPr>
            <a:spLocks noGrp="1"/>
          </p:cNvSpPr>
          <p:nvPr>
            <p:ph type="body" sz="quarter" idx="33"/>
          </p:nvPr>
        </p:nvSpPr>
        <p:spPr bwMode="auto">
          <a:xfrm>
            <a:off x="6252435" y="4976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24546241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896439547"/>
      </p:ext>
    </p:extLst>
  </p:cSld>
  <p:clrMapOvr>
    <a:overrideClrMapping bg1="lt1" tx1="dk1" bg2="lt2" tx2="dk2" accent1="accent1" accent2="accent2" accent3="accent3" accent4="accent4" accent5="accent5" accent6="accent6" hlink="hlink" folHlink="folHlink"/>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PhAnim="0" userDrawn="1">
  <p:cSld name="1_Three photos_with Captions">
    <p:bg>
      <p:bgRef idx="1001">
        <a:schemeClr val="bg1"/>
      </p:bgRef>
    </p:bg>
    <p:spTree>
      <p:nvGrpSpPr>
        <p:cNvPr id="1" name=""/>
        <p:cNvGrpSpPr/>
        <p:nvPr/>
      </p:nvGrpSpPr>
      <p:grpSpPr bwMode="auto">
        <a:xfrm>
          <a:off x="0" y="0"/>
          <a:ext cx="0" cy="0"/>
          <a:chOff x="0" y="0"/>
          <a:chExt cx="0" cy="0"/>
        </a:xfrm>
      </p:grpSpPr>
      <p:sp>
        <p:nvSpPr>
          <p:cNvPr id="1458371352"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408099398" name="Picture Placeholder" descr="This photo is a 'placeholder' only. Drag or drop your photo here, or click and tap the center to insert a photo."/>
          <p:cNvSpPr>
            <a:spLocks noGrp="1"/>
          </p:cNvSpPr>
          <p:nvPr>
            <p:ph type="pic" sz="quarter" idx="19" hasCustomPrompt="1"/>
          </p:nvPr>
        </p:nvSpPr>
        <p:spPr bwMode="ltGray">
          <a:xfrm>
            <a:off x="58420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928903922" name="Text Placeholder 11"/>
          <p:cNvSpPr>
            <a:spLocks noGrp="1"/>
          </p:cNvSpPr>
          <p:nvPr>
            <p:ph type="body" sz="quarter" idx="16"/>
          </p:nvPr>
        </p:nvSpPr>
        <p:spPr bwMode="auto">
          <a:xfrm>
            <a:off x="584200" y="4575104"/>
            <a:ext cx="3479070"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276511440" name="Text Placeholder 3"/>
          <p:cNvSpPr>
            <a:spLocks noGrp="1"/>
          </p:cNvSpPr>
          <p:nvPr>
            <p:ph type="body" sz="quarter" idx="15"/>
          </p:nvPr>
        </p:nvSpPr>
        <p:spPr bwMode="auto">
          <a:xfrm>
            <a:off x="586390" y="4976443"/>
            <a:ext cx="347761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806130482" name="Picture Placeholder" descr="This photo is a 'placeholder' only. Drag or drop your photo here, or click and tap the center to insert a photo."/>
          <p:cNvSpPr>
            <a:spLocks noGrp="1"/>
          </p:cNvSpPr>
          <p:nvPr>
            <p:ph type="pic" sz="quarter" idx="20" hasCustomPrompt="1"/>
          </p:nvPr>
        </p:nvSpPr>
        <p:spPr bwMode="ltGray">
          <a:xfrm>
            <a:off x="435356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783664577" name="Text Placeholder 11"/>
          <p:cNvSpPr>
            <a:spLocks noGrp="1"/>
          </p:cNvSpPr>
          <p:nvPr>
            <p:ph type="body" sz="quarter" idx="22"/>
          </p:nvPr>
        </p:nvSpPr>
        <p:spPr bwMode="auto">
          <a:xfrm>
            <a:off x="4374792" y="4575104"/>
            <a:ext cx="3476891"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975260010" name="Text Placeholder 3"/>
          <p:cNvSpPr>
            <a:spLocks noGrp="1"/>
          </p:cNvSpPr>
          <p:nvPr>
            <p:ph type="body" sz="quarter" idx="33"/>
          </p:nvPr>
        </p:nvSpPr>
        <p:spPr bwMode="auto">
          <a:xfrm>
            <a:off x="4383855" y="4976442"/>
            <a:ext cx="347761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833619152" name="Picture Placeholder" descr="This photo is a 'placeholder' only. Drag or drop your photo here, or click and tap the center to insert a photo."/>
          <p:cNvSpPr>
            <a:spLocks noGrp="1"/>
          </p:cNvSpPr>
          <p:nvPr>
            <p:ph type="pic" sz="quarter" idx="21" hasCustomPrompt="1"/>
          </p:nvPr>
        </p:nvSpPr>
        <p:spPr bwMode="ltGray">
          <a:xfrm>
            <a:off x="8128000" y="1591309"/>
            <a:ext cx="3486092" cy="2684159"/>
          </a:xfrm>
          <a:prstGeom prst="rect">
            <a:avLst/>
          </a:prstGeom>
          <a:solidFill>
            <a:srgbClr val="F4F4F7"/>
          </a:solidFill>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716810408" name="Text Placeholder 11"/>
          <p:cNvSpPr>
            <a:spLocks noGrp="1"/>
          </p:cNvSpPr>
          <p:nvPr>
            <p:ph type="body" sz="quarter" idx="24"/>
          </p:nvPr>
        </p:nvSpPr>
        <p:spPr bwMode="auto">
          <a:xfrm>
            <a:off x="8133626" y="4571913"/>
            <a:ext cx="3485370" cy="187857"/>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779364505" name="Text Placeholder 3"/>
          <p:cNvSpPr>
            <a:spLocks noGrp="1"/>
          </p:cNvSpPr>
          <p:nvPr>
            <p:ph type="body" sz="quarter" idx="34"/>
          </p:nvPr>
        </p:nvSpPr>
        <p:spPr bwMode="auto">
          <a:xfrm>
            <a:off x="8128000" y="4973784"/>
            <a:ext cx="3486092" cy="156547"/>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02682174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066710927"/>
      </p:ext>
    </p:extLst>
  </p:cSld>
  <p:clrMapOvr>
    <a:overrideClrMapping bg1="lt1" tx1="dk1" bg2="lt2" tx2="dk2" accent1="accent1" accent2="accent2" accent3="accent3" accent4="accent4" accent5="accent5" accent6="accent6" hlink="hlink" folHlink="folHlink"/>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PhAnim="0" userDrawn="1">
  <p:cSld name="1_Four photos_with Captions">
    <p:bg>
      <p:bgRef idx="1001">
        <a:schemeClr val="bg1"/>
      </p:bgRef>
    </p:bg>
    <p:spTree>
      <p:nvGrpSpPr>
        <p:cNvPr id="1" name=""/>
        <p:cNvGrpSpPr/>
        <p:nvPr/>
      </p:nvGrpSpPr>
      <p:grpSpPr bwMode="auto">
        <a:xfrm>
          <a:off x="0" y="0"/>
          <a:ext cx="0" cy="0"/>
          <a:chOff x="0" y="0"/>
          <a:chExt cx="0" cy="0"/>
        </a:xfrm>
      </p:grpSpPr>
      <p:sp>
        <p:nvSpPr>
          <p:cNvPr id="782772191"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701545337" name="Picture Placeholder" descr="This photo is a 'placeholder' only. Drag or drop your photo here, or click and tap the center to insert a photo."/>
          <p:cNvSpPr>
            <a:spLocks noGrp="1"/>
          </p:cNvSpPr>
          <p:nvPr>
            <p:ph type="pic" sz="quarter" idx="19"/>
          </p:nvPr>
        </p:nvSpPr>
        <p:spPr bwMode="ltGray">
          <a:xfrm>
            <a:off x="5842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1918156915" name="Text Placeholder 11"/>
          <p:cNvSpPr>
            <a:spLocks noGrp="1"/>
          </p:cNvSpPr>
          <p:nvPr>
            <p:ph type="body" sz="quarter" idx="16"/>
          </p:nvPr>
        </p:nvSpPr>
        <p:spPr bwMode="auto">
          <a:xfrm>
            <a:off x="584200" y="4575104"/>
            <a:ext cx="2535699"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452045760" name="Text Placeholder 3"/>
          <p:cNvSpPr>
            <a:spLocks noGrp="1"/>
          </p:cNvSpPr>
          <p:nvPr>
            <p:ph type="body" sz="quarter" idx="15"/>
          </p:nvPr>
        </p:nvSpPr>
        <p:spPr bwMode="auto">
          <a:xfrm>
            <a:off x="586390"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531312384" name="Picture Placeholder" descr="This photo is a 'placeholder' only. Drag or drop your photo here, or click and tap the center to insert a photo."/>
          <p:cNvSpPr>
            <a:spLocks noGrp="1"/>
          </p:cNvSpPr>
          <p:nvPr>
            <p:ph type="pic" sz="quarter" idx="29"/>
          </p:nvPr>
        </p:nvSpPr>
        <p:spPr bwMode="ltGray">
          <a:xfrm>
            <a:off x="34290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1414073807" name="Text Placeholder 11"/>
          <p:cNvSpPr>
            <a:spLocks noGrp="1"/>
          </p:cNvSpPr>
          <p:nvPr>
            <p:ph type="body" sz="quarter" idx="22"/>
          </p:nvPr>
        </p:nvSpPr>
        <p:spPr bwMode="auto">
          <a:xfrm>
            <a:off x="3413125"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116926601" name="Text Placeholder 3"/>
          <p:cNvSpPr>
            <a:spLocks noGrp="1"/>
          </p:cNvSpPr>
          <p:nvPr>
            <p:ph type="body" sz="quarter" idx="33"/>
          </p:nvPr>
        </p:nvSpPr>
        <p:spPr bwMode="auto">
          <a:xfrm>
            <a:off x="3422188"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660277397" name="Picture Placeholder" descr="This photo is a 'placeholder' only. Drag or drop your photo here, or click and tap the center to insert a photo."/>
          <p:cNvSpPr>
            <a:spLocks noGrp="1"/>
          </p:cNvSpPr>
          <p:nvPr>
            <p:ph type="pic" sz="quarter" idx="30"/>
          </p:nvPr>
        </p:nvSpPr>
        <p:spPr bwMode="ltGray">
          <a:xfrm>
            <a:off x="62484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1375048709" name="Text Placeholder 11"/>
          <p:cNvSpPr>
            <a:spLocks noGrp="1"/>
          </p:cNvSpPr>
          <p:nvPr>
            <p:ph type="body" sz="quarter" idx="24"/>
          </p:nvPr>
        </p:nvSpPr>
        <p:spPr bwMode="auto">
          <a:xfrm>
            <a:off x="6240462"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636926601" name="Text Placeholder 3"/>
          <p:cNvSpPr>
            <a:spLocks noGrp="1"/>
          </p:cNvSpPr>
          <p:nvPr>
            <p:ph type="body" sz="quarter" idx="34"/>
          </p:nvPr>
        </p:nvSpPr>
        <p:spPr bwMode="auto">
          <a:xfrm>
            <a:off x="6234836"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178614462" name="Picture Placeholder" descr="This photo is a 'placeholder' only. Drag or drop your photo here, or click and tap the center to insert a photo."/>
          <p:cNvSpPr>
            <a:spLocks noGrp="1"/>
          </p:cNvSpPr>
          <p:nvPr>
            <p:ph type="pic" sz="quarter" idx="31"/>
          </p:nvPr>
        </p:nvSpPr>
        <p:spPr bwMode="ltGray">
          <a:xfrm>
            <a:off x="90678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514891422" name="Text Placeholder 11"/>
          <p:cNvSpPr>
            <a:spLocks noGrp="1"/>
          </p:cNvSpPr>
          <p:nvPr>
            <p:ph type="body" sz="quarter" idx="26"/>
          </p:nvPr>
        </p:nvSpPr>
        <p:spPr bwMode="auto">
          <a:xfrm>
            <a:off x="9076259"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041492848" name="Text Placeholder 3"/>
          <p:cNvSpPr>
            <a:spLocks noGrp="1"/>
          </p:cNvSpPr>
          <p:nvPr>
            <p:ph type="body" sz="quarter" idx="35"/>
          </p:nvPr>
        </p:nvSpPr>
        <p:spPr bwMode="auto">
          <a:xfrm>
            <a:off x="9082208"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84186412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636198972"/>
      </p:ext>
    </p:extLst>
  </p:cSld>
  <p:clrMapOvr>
    <a:overrideClrMapping bg1="lt1" tx1="dk1" bg2="lt2" tx2="dk2" accent1="accent1" accent2="accent2" accent3="accent3" accent4="accent4" accent5="accent5" accent6="accent6" hlink="hlink" folHlink="folHlink"/>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PhAnim="0" preserve="1" userDrawn="1">
  <p:cSld name="Summary">
    <p:spTree>
      <p:nvGrpSpPr>
        <p:cNvPr id="1" name=""/>
        <p:cNvGrpSpPr/>
        <p:nvPr/>
      </p:nvGrpSpPr>
      <p:grpSpPr bwMode="auto">
        <a:xfrm>
          <a:off x="0" y="0"/>
          <a:ext cx="0" cy="0"/>
          <a:chOff x="0" y="0"/>
          <a:chExt cx="0" cy="0"/>
        </a:xfrm>
      </p:grpSpPr>
      <p:sp>
        <p:nvSpPr>
          <p:cNvPr id="1551768787"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42778867" name="Footer Placeholder 10"/>
          <p:cNvSpPr>
            <a:spLocks noGrp="1"/>
          </p:cNvSpPr>
          <p:nvPr>
            <p:ph type="ftr" sz="quarter" idx="3"/>
          </p:nvPr>
        </p:nvSpPr>
        <p:spPr bwMode="auto">
          <a:xfrm>
            <a:off x="43561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779257662" name="Rectangle: Single Corner Rounded 5"/>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400">
              <a:gradFill>
                <a:gsLst>
                  <a:gs pos="0">
                    <a:srgbClr val="FFFFFF"/>
                  </a:gs>
                  <a:gs pos="100000">
                    <a:srgbClr val="FFFFFF"/>
                  </a:gs>
                </a:gsLst>
                <a:lin ang="5400000" scaled="0"/>
              </a:gradFill>
              <a:ea typeface="Segoe UI"/>
              <a:cs typeface="Segoe UI"/>
            </a:endParaRPr>
          </a:p>
        </p:txBody>
      </p:sp>
      <p:sp>
        <p:nvSpPr>
          <p:cNvPr id="1133509114" name="Text Placeholder 11"/>
          <p:cNvSpPr>
            <a:spLocks noGrp="1"/>
          </p:cNvSpPr>
          <p:nvPr>
            <p:ph type="body" sz="quarter" idx="17"/>
          </p:nvPr>
        </p:nvSpPr>
        <p:spPr bwMode="auto">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749576675" name="Text Placeholder 3"/>
          <p:cNvSpPr>
            <a:spLocks noGrp="1"/>
          </p:cNvSpPr>
          <p:nvPr>
            <p:ph type="body" sz="quarter" idx="35"/>
          </p:nvPr>
        </p:nvSpPr>
        <p:spPr bwMode="auto">
          <a:xfrm>
            <a:off x="4358229" y="2578100"/>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918050072" name="Text Placeholder 11"/>
          <p:cNvSpPr>
            <a:spLocks noGrp="1"/>
          </p:cNvSpPr>
          <p:nvPr>
            <p:ph type="body" sz="quarter" idx="34"/>
          </p:nvPr>
        </p:nvSpPr>
        <p:spPr bwMode="auto">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Tree>
    <p:extLst>
      <p:ext uri="{BB962C8B-B14F-4D97-AF65-F5344CB8AC3E}">
        <p14:creationId xmlns:p14="http://schemas.microsoft.com/office/powerpoint/2010/main" val="131922371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PhAnim="0" preserve="1" userDrawn="1">
  <p:cSld name="2-column_Callout_with Image">
    <p:bg>
      <p:bgRef idx="1001">
        <a:schemeClr val="bg1"/>
      </p:bgRef>
    </p:bg>
    <p:spTree>
      <p:nvGrpSpPr>
        <p:cNvPr id="1" name=""/>
        <p:cNvGrpSpPr/>
        <p:nvPr/>
      </p:nvGrpSpPr>
      <p:grpSpPr bwMode="auto">
        <a:xfrm>
          <a:off x="0" y="0"/>
          <a:ext cx="0" cy="0"/>
          <a:chOff x="0" y="0"/>
          <a:chExt cx="0" cy="0"/>
        </a:xfrm>
      </p:grpSpPr>
      <p:sp>
        <p:nvSpPr>
          <p:cNvPr id="667135503" name="Footer Placeholder 10"/>
          <p:cNvSpPr>
            <a:spLocks noGrp="1"/>
          </p:cNvSpPr>
          <p:nvPr>
            <p:ph type="ftr" sz="quarter" idx="3"/>
          </p:nvPr>
        </p:nvSpPr>
        <p:spPr bwMode="auto">
          <a:xfrm>
            <a:off x="40640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53257975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229270834" name="Picture Placeholder" descr="This photo is a 'placeholder' only. Drag or drop your photo here, or click and tap the center to insert a photo."/>
          <p:cNvSpPr>
            <a:spLocks noGrp="1"/>
          </p:cNvSpPr>
          <p:nvPr>
            <p:ph type="pic" sz="quarter" idx="20" hasCustomPrompt="1"/>
          </p:nvPr>
        </p:nvSpPr>
        <p:spPr bwMode="ltGray">
          <a:xfrm>
            <a:off x="4064000" y="1292233"/>
            <a:ext cx="7535862" cy="3279767"/>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266645823" name="Text Placeholder 11"/>
          <p:cNvSpPr>
            <a:spLocks noGrp="1"/>
          </p:cNvSpPr>
          <p:nvPr>
            <p:ph type="body" sz="quarter" idx="22"/>
          </p:nvPr>
        </p:nvSpPr>
        <p:spPr bwMode="auto">
          <a:xfrm>
            <a:off x="4064000" y="4830309"/>
            <a:ext cx="7535862"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124857417" name="Text Placeholder 3"/>
          <p:cNvSpPr>
            <a:spLocks noGrp="1"/>
          </p:cNvSpPr>
          <p:nvPr>
            <p:ph type="body" sz="quarter" idx="33"/>
          </p:nvPr>
        </p:nvSpPr>
        <p:spPr bwMode="auto">
          <a:xfrm>
            <a:off x="4073063" y="5231647"/>
            <a:ext cx="752680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575498370" name="Rectangle: Single Corner Rounded 4"/>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400">
              <a:gradFill>
                <a:gsLst>
                  <a:gs pos="0">
                    <a:srgbClr val="FFFFFF"/>
                  </a:gs>
                  <a:gs pos="100000">
                    <a:srgbClr val="FFFFFF"/>
                  </a:gs>
                </a:gsLst>
                <a:lin ang="5400000" scaled="0"/>
              </a:gradFill>
              <a:ea typeface="Segoe UI"/>
              <a:cs typeface="Segoe UI"/>
            </a:endParaRPr>
          </a:p>
        </p:txBody>
      </p:sp>
      <p:sp>
        <p:nvSpPr>
          <p:cNvPr id="167491578" name="Text Placeholder 11"/>
          <p:cNvSpPr>
            <a:spLocks noGrp="1"/>
          </p:cNvSpPr>
          <p:nvPr>
            <p:ph type="body" sz="quarter" idx="34"/>
          </p:nvPr>
        </p:nvSpPr>
        <p:spPr bwMode="auto">
          <a:xfrm>
            <a:off x="588262" y="2210101"/>
            <a:ext cx="2113253" cy="492443"/>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Tree>
    <p:extLst>
      <p:ext uri="{BB962C8B-B14F-4D97-AF65-F5344CB8AC3E}">
        <p14:creationId xmlns:p14="http://schemas.microsoft.com/office/powerpoint/2010/main" val="2916553156"/>
      </p:ext>
    </p:extLst>
  </p:cSld>
  <p:clrMapOvr>
    <a:overrideClrMapping bg1="lt1" tx1="dk1" bg2="lt2" tx2="dk2" accent1="accent1" accent2="accent2" accent3="accent3" accent4="accent4" accent5="accent5" accent6="accent6" hlink="hlink" folHlink="folHlink"/>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PhAnim="0" preserve="1" userDrawn="1">
  <p:cSld name="Learn Clickdown">
    <p:bg>
      <p:bgPr>
        <a:blipFill dpi="0" rotWithShape="1">
          <a:blip r:embed="rId2">
            <a:lum/>
          </a:blip>
          <a:srcRect/>
          <a:stretch>
            <a:fillRect/>
          </a:stretch>
        </a:blipFill>
        <a:effectLst/>
      </p:bgPr>
    </p:bg>
    <p:spTree>
      <p:nvGrpSpPr>
        <p:cNvPr id="1" name=""/>
        <p:cNvGrpSpPr/>
        <p:nvPr/>
      </p:nvGrpSpPr>
      <p:grpSpPr bwMode="auto">
        <a:xfrm>
          <a:off x="0" y="0"/>
          <a:ext cx="0" cy="0"/>
          <a:chOff x="0" y="0"/>
          <a:chExt cx="0" cy="0"/>
        </a:xfrm>
      </p:grpSpPr>
      <p:sp>
        <p:nvSpPr>
          <p:cNvPr id="1993304421" name="Rectangle 5"/>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400">
              <a:gradFill>
                <a:gsLst>
                  <a:gs pos="0">
                    <a:srgbClr val="FFFFFF"/>
                  </a:gs>
                  <a:gs pos="100000">
                    <a:srgbClr val="FFFFFF"/>
                  </a:gs>
                </a:gsLst>
                <a:lin ang="5400000" scaled="0"/>
              </a:gradFill>
              <a:ea typeface="Segoe UI"/>
              <a:cs typeface="Segoe UI"/>
            </a:endParaRPr>
          </a:p>
        </p:txBody>
      </p:sp>
      <p:sp>
        <p:nvSpPr>
          <p:cNvPr id="429668048" name="Rectangle: Top Corners Rounded 1"/>
          <p:cNvSpPr/>
          <p:nvPr userDrawn="1"/>
        </p:nvSpPr>
        <p:spPr bwMode="auto">
          <a:xfrm rot="16199998"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a:lnSpc>
                <a:spcPct val="100000"/>
              </a:lnSpc>
              <a:spcBef>
                <a:spcPts val="0"/>
              </a:spcBef>
              <a:spcAft>
                <a:spcPts val="0"/>
              </a:spcAft>
              <a:buClrTx/>
              <a:buSzTx/>
              <a:buFontTx/>
              <a:buNone/>
              <a:defRPr/>
            </a:pPr>
            <a:endParaRPr lang="en-US" sz="2000" b="0" i="0" u="none" strike="noStrike" cap="none" spc="0" baseline="30000">
              <a:ln>
                <a:noFill/>
              </a:ln>
              <a:solidFill>
                <a:srgbClr val="FFFFFF"/>
              </a:solidFill>
              <a:latin typeface="Segoe UI"/>
              <a:ea typeface="+mn-ea"/>
              <a:cs typeface="+mn-cs"/>
            </a:endParaRPr>
          </a:p>
        </p:txBody>
      </p:sp>
      <p:pic>
        <p:nvPicPr>
          <p:cNvPr id="1023293101" name="Picture 2"/>
          <p:cNvPicPr>
            <a:picLocks noChangeAspect="1"/>
          </p:cNvPicPr>
          <p:nvPr userDrawn="1"/>
        </p:nvPicPr>
        <p:blipFill rotWithShape="1">
          <a:blip r:embed="rId3"/>
          <a:srcRect l="15" r="15210"/>
          <a:stretch/>
        </p:blipFill>
        <p:spPr bwMode="auto">
          <a:xfrm>
            <a:off x="7458887" y="1759165"/>
            <a:ext cx="4737876" cy="3870680"/>
          </a:xfrm>
          <a:prstGeom prst="rect">
            <a:avLst/>
          </a:prstGeom>
          <a:noFill/>
          <a:ln w="38100">
            <a:noFill/>
          </a:ln>
          <a:effectLst/>
        </p:spPr>
      </p:pic>
      <p:sp>
        <p:nvSpPr>
          <p:cNvPr id="1904579847" name="Picture Placeholder" descr="This photo is a 'placeholder' only. Drag or drop your photo here, or click and tap the center to insert a photo."/>
          <p:cNvSpPr>
            <a:spLocks noGrp="1"/>
          </p:cNvSpPr>
          <p:nvPr>
            <p:ph type="pic" sz="quarter" idx="20" hasCustomPrompt="1"/>
          </p:nvPr>
        </p:nvSpPr>
        <p:spPr bwMode="ltGray">
          <a:xfrm>
            <a:off x="7724774"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website screenshot here or click or tap icon below to insert</a:t>
            </a:r>
            <a:endParaRPr/>
          </a:p>
          <a:p>
            <a:pPr>
              <a:defRPr/>
            </a:pPr>
            <a:endParaRPr lang="en-US"/>
          </a:p>
          <a:p>
            <a:pPr>
              <a:defRPr/>
            </a:pPr>
            <a:endParaRPr lang="en-US"/>
          </a:p>
        </p:txBody>
      </p:sp>
      <p:sp>
        <p:nvSpPr>
          <p:cNvPr id="1748860901" name="Title 1"/>
          <p:cNvSpPr>
            <a:spLocks noGrp="1"/>
          </p:cNvSpPr>
          <p:nvPr>
            <p:ph type="title"/>
          </p:nvPr>
        </p:nvSpPr>
        <p:spPr bwMode="auto">
          <a:xfrm>
            <a:off x="588262" y="585216"/>
            <a:ext cx="5652201"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770221452" name="Text Placeholder 11"/>
          <p:cNvSpPr>
            <a:spLocks noGrp="1"/>
          </p:cNvSpPr>
          <p:nvPr>
            <p:ph type="body" sz="quarter" idx="16"/>
          </p:nvPr>
        </p:nvSpPr>
        <p:spPr bwMode="auto">
          <a:xfrm>
            <a:off x="584199" y="1594155"/>
            <a:ext cx="5654573"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734654752" name="Text Placeholder 3"/>
          <p:cNvSpPr>
            <a:spLocks noGrp="1"/>
          </p:cNvSpPr>
          <p:nvPr>
            <p:ph type="body" sz="quarter" idx="15"/>
          </p:nvPr>
        </p:nvSpPr>
        <p:spPr bwMode="auto">
          <a:xfrm>
            <a:off x="586388" y="2085764"/>
            <a:ext cx="565220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38332021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79358192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
    <p:spTree>
      <p:nvGrpSpPr>
        <p:cNvPr id="1" name=""/>
        <p:cNvGrpSpPr/>
        <p:nvPr/>
      </p:nvGrpSpPr>
      <p:grpSpPr bwMode="auto">
        <a:xfrm>
          <a:off x="0" y="0"/>
          <a:ext cx="0" cy="0"/>
          <a:chOff x="0" y="0"/>
          <a:chExt cx="0" cy="0"/>
        </a:xfrm>
      </p:grpSpPr>
      <p:sp>
        <p:nvSpPr>
          <p:cNvPr id="180438894"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0485952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46351770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_Off-white">
    <p:bg>
      <p:bgPr>
        <a:solidFill>
          <a:srgbClr val="F4F3F5"/>
        </a:solidFill>
        <a:effectLst/>
      </p:bgPr>
    </p:bg>
    <p:spTree>
      <p:nvGrpSpPr>
        <p:cNvPr id="1" name=""/>
        <p:cNvGrpSpPr/>
        <p:nvPr/>
      </p:nvGrpSpPr>
      <p:grpSpPr bwMode="auto">
        <a:xfrm>
          <a:off x="0" y="0"/>
          <a:ext cx="0" cy="0"/>
          <a:chOff x="0" y="0"/>
          <a:chExt cx="0" cy="0"/>
        </a:xfrm>
      </p:grpSpPr>
      <p:sp>
        <p:nvSpPr>
          <p:cNvPr id="1810419054"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04755858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39595693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_WmGray">
    <p:bg>
      <p:bgPr>
        <a:solidFill>
          <a:srgbClr val="E8E6DF"/>
        </a:solidFill>
        <a:effectLst/>
      </p:bgPr>
    </p:bg>
    <p:spTree>
      <p:nvGrpSpPr>
        <p:cNvPr id="1" name=""/>
        <p:cNvGrpSpPr/>
        <p:nvPr/>
      </p:nvGrpSpPr>
      <p:grpSpPr bwMode="auto">
        <a:xfrm>
          <a:off x="0" y="0"/>
          <a:ext cx="0" cy="0"/>
          <a:chOff x="0" y="0"/>
          <a:chExt cx="0" cy="0"/>
        </a:xfrm>
      </p:grpSpPr>
      <p:sp>
        <p:nvSpPr>
          <p:cNvPr id="7423793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74332993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805511503"/>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PhAnim="0" preserve="1" userDrawn="1">
  <p:cSld name="1-column container">
    <p:spTree>
      <p:nvGrpSpPr>
        <p:cNvPr id="1" name=""/>
        <p:cNvGrpSpPr/>
        <p:nvPr/>
      </p:nvGrpSpPr>
      <p:grpSpPr bwMode="auto">
        <a:xfrm>
          <a:off x="0" y="0"/>
          <a:ext cx="0" cy="0"/>
          <a:chOff x="0" y="0"/>
          <a:chExt cx="0" cy="0"/>
        </a:xfrm>
      </p:grpSpPr>
      <p:sp>
        <p:nvSpPr>
          <p:cNvPr id="102444350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097242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293422261" name="Rounded Rectangle 3_1"/>
          <p:cNvSpPr/>
          <p:nvPr userDrawn="1"/>
        </p:nvSpPr>
        <p:spPr bwMode="auto">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ts val="0"/>
              </a:spcBef>
              <a:spcAft>
                <a:spcPts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144524941" name="Text Placeholder 11"/>
          <p:cNvSpPr>
            <a:spLocks noGrp="1"/>
          </p:cNvSpPr>
          <p:nvPr>
            <p:ph type="body" sz="quarter" idx="17"/>
          </p:nvPr>
        </p:nvSpPr>
        <p:spPr bwMode="auto">
          <a:xfrm>
            <a:off x="1235075" y="1771955"/>
            <a:ext cx="8778782"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402208118" name="Text Placeholder 3"/>
          <p:cNvSpPr>
            <a:spLocks noGrp="1"/>
          </p:cNvSpPr>
          <p:nvPr>
            <p:ph type="body" sz="quarter" idx="15"/>
          </p:nvPr>
        </p:nvSpPr>
        <p:spPr bwMode="auto">
          <a:xfrm>
            <a:off x="1237265" y="2263564"/>
            <a:ext cx="87750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Tree>
    <p:extLst>
      <p:ext uri="{BB962C8B-B14F-4D97-AF65-F5344CB8AC3E}">
        <p14:creationId xmlns:p14="http://schemas.microsoft.com/office/powerpoint/2010/main" val="63099660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PhAnim="0" preserve="1" userDrawn="1">
  <p:cSld name="Knowledge Check">
    <p:spTree>
      <p:nvGrpSpPr>
        <p:cNvPr id="1" name=""/>
        <p:cNvGrpSpPr/>
        <p:nvPr/>
      </p:nvGrpSpPr>
      <p:grpSpPr bwMode="auto">
        <a:xfrm>
          <a:off x="0" y="0"/>
          <a:ext cx="0" cy="0"/>
          <a:chOff x="0" y="0"/>
          <a:chExt cx="0" cy="0"/>
        </a:xfrm>
      </p:grpSpPr>
      <p:sp>
        <p:nvSpPr>
          <p:cNvPr id="28925425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65346822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523413710" name="Rounded Rectangle 3_1"/>
          <p:cNvSpPr/>
          <p:nvPr userDrawn="1"/>
        </p:nvSpPr>
        <p:spPr bwMode="auto">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ts val="0"/>
              </a:spcBef>
              <a:spcAft>
                <a:spcPts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1725863687" name="Text Placeholder 11"/>
          <p:cNvSpPr>
            <a:spLocks noGrp="1"/>
          </p:cNvSpPr>
          <p:nvPr>
            <p:ph type="body" sz="quarter" idx="17"/>
          </p:nvPr>
        </p:nvSpPr>
        <p:spPr bwMode="auto">
          <a:xfrm>
            <a:off x="1235075" y="1594151"/>
            <a:ext cx="8778782" cy="399973"/>
          </a:xfrm>
          <a:prstGeom prst="rect">
            <a:avLst/>
          </a:prstGeom>
        </p:spPr>
        <p:txBody>
          <a:bodyPr anchor="t"/>
          <a:lstStyle>
            <a:lvl1pPr marL="0" indent="0">
              <a:spcBef>
                <a:spcPts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15254104" name="Text Placeholder 3"/>
          <p:cNvSpPr>
            <a:spLocks noGrp="1"/>
          </p:cNvSpPr>
          <p:nvPr>
            <p:ph type="body" sz="quarter" idx="15"/>
          </p:nvPr>
        </p:nvSpPr>
        <p:spPr bwMode="auto">
          <a:xfrm>
            <a:off x="1237265" y="1994124"/>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grpSp>
        <p:nvGrpSpPr>
          <p:cNvPr id="1547630718" name="Group 6"/>
          <p:cNvGrpSpPr/>
          <p:nvPr userDrawn="1"/>
        </p:nvGrpSpPr>
        <p:grpSpPr bwMode="auto">
          <a:xfrm>
            <a:off x="10107938" y="893763"/>
            <a:ext cx="1110600" cy="1110600"/>
            <a:chOff x="5540700" y="2116300"/>
            <a:chExt cx="1110600" cy="1110600"/>
          </a:xfrm>
        </p:grpSpPr>
        <p:sp>
          <p:nvSpPr>
            <p:cNvPr id="8" name="Oval 7"/>
            <p:cNvSpPr/>
            <p:nvPr/>
          </p:nvSpPr>
          <p:spPr bwMode="auto">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a:lnSpc>
                  <a:spcPct val="100000"/>
                </a:lnSpc>
                <a:spcBef>
                  <a:spcPts val="0"/>
                </a:spcBef>
                <a:spcAft>
                  <a:spcPts val="0"/>
                </a:spcAft>
                <a:buClrTx/>
                <a:buSzTx/>
                <a:buFontTx/>
                <a:buNone/>
                <a:defRPr/>
              </a:pPr>
              <a:endParaRPr lang="en-US" sz="1800" b="0" i="0" u="none" strike="noStrike" cap="none" spc="0">
                <a:ln>
                  <a:noFill/>
                </a:ln>
                <a:solidFill>
                  <a:srgbClr val="FFFFFF"/>
                </a:solidFill>
                <a:latin typeface="Segoe UI"/>
                <a:ea typeface="+mn-ea"/>
                <a:cs typeface="+mn-cs"/>
              </a:endParaRPr>
            </a:p>
          </p:txBody>
        </p:sp>
        <p:pic>
          <p:nvPicPr>
            <p:cNvPr id="9" name="Picture 8"/>
            <p:cNvPicPr/>
            <p:nvPr/>
          </p:nvPicPr>
          <p:blipFill rotWithShape="1">
            <a:blip r:embed="rId2"/>
            <a:stretch/>
          </p:blipFill>
          <p:spPr bwMode="auto">
            <a:xfrm>
              <a:off x="5749602" y="2325202"/>
              <a:ext cx="692796" cy="692796"/>
            </a:xfrm>
            <a:prstGeom prst="rect">
              <a:avLst/>
            </a:prstGeom>
            <a:noFill/>
          </p:spPr>
        </p:pic>
      </p:grpSp>
      <p:sp>
        <p:nvSpPr>
          <p:cNvPr id="255989387" name="Text Placeholder 11"/>
          <p:cNvSpPr>
            <a:spLocks noGrp="1"/>
          </p:cNvSpPr>
          <p:nvPr>
            <p:ph type="body" sz="quarter" idx="20"/>
          </p:nvPr>
        </p:nvSpPr>
        <p:spPr bwMode="auto">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defRPr/>
            </a:pPr>
            <a:r>
              <a:rPr lang="en-US"/>
              <a:t>Click to edit Master text styles</a:t>
            </a:r>
            <a:endParaRPr/>
          </a:p>
        </p:txBody>
      </p:sp>
      <p:sp>
        <p:nvSpPr>
          <p:cNvPr id="1155526856" name="Text Placeholder 3"/>
          <p:cNvSpPr>
            <a:spLocks noGrp="1"/>
          </p:cNvSpPr>
          <p:nvPr>
            <p:ph type="body" sz="quarter" idx="21"/>
          </p:nvPr>
        </p:nvSpPr>
        <p:spPr bwMode="auto">
          <a:xfrm>
            <a:off x="1237265" y="4898755"/>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432978855" name="Text Placeholder 11"/>
          <p:cNvSpPr>
            <a:spLocks noGrp="1"/>
          </p:cNvSpPr>
          <p:nvPr>
            <p:ph type="body" sz="quarter" idx="22"/>
          </p:nvPr>
        </p:nvSpPr>
        <p:spPr bwMode="auto">
          <a:xfrm>
            <a:off x="1235075" y="3042690"/>
            <a:ext cx="8778782" cy="406323"/>
          </a:xfrm>
          <a:prstGeom prst="rect">
            <a:avLst/>
          </a:prstGeom>
        </p:spPr>
        <p:txBody>
          <a:bodyPr anchor="t"/>
          <a:lstStyle>
            <a:lvl1pPr marL="0" indent="0">
              <a:spcBef>
                <a:spcPts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513890576" name="Text Placeholder 3"/>
          <p:cNvSpPr>
            <a:spLocks noGrp="1"/>
          </p:cNvSpPr>
          <p:nvPr>
            <p:ph type="body" sz="quarter" idx="23"/>
          </p:nvPr>
        </p:nvSpPr>
        <p:spPr bwMode="auto">
          <a:xfrm>
            <a:off x="1237265" y="3449013"/>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279753541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PhAnim="0" preserve="1" userDrawn="1">
  <p:cSld name="LearningPath1_WmGray">
    <p:bg>
      <p:bgPr>
        <a:solidFill>
          <a:srgbClr val="E8E6DF"/>
        </a:solidFill>
        <a:effectLst/>
      </p:bgPr>
    </p:bg>
    <p:spTree>
      <p:nvGrpSpPr>
        <p:cNvPr id="1" name=""/>
        <p:cNvGrpSpPr/>
        <p:nvPr/>
      </p:nvGrpSpPr>
      <p:grpSpPr bwMode="auto">
        <a:xfrm>
          <a:off x="0" y="0"/>
          <a:ext cx="0" cy="0"/>
          <a:chOff x="0" y="0"/>
          <a:chExt cx="0" cy="0"/>
        </a:xfrm>
      </p:grpSpPr>
      <p:sp>
        <p:nvSpPr>
          <p:cNvPr id="1161062594"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249004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712398507" name="Graphic 5"/>
          <p:cNvPicPr>
            <a:picLocks noChangeAspect="1"/>
          </p:cNvPicPr>
          <p:nvPr userDrawn="1"/>
        </p:nvPicPr>
        <p:blipFill rotWithShape="1">
          <a:blip r:embed="rId2"/>
          <a:stretch/>
        </p:blipFill>
        <p:spPr bwMode="auto">
          <a:xfrm>
            <a:off x="-1" y="2827846"/>
            <a:ext cx="12192001" cy="3035200"/>
          </a:xfrm>
          <a:prstGeom prst="rect">
            <a:avLst/>
          </a:prstGeom>
        </p:spPr>
      </p:pic>
    </p:spTree>
    <p:extLst>
      <p:ext uri="{BB962C8B-B14F-4D97-AF65-F5344CB8AC3E}">
        <p14:creationId xmlns:p14="http://schemas.microsoft.com/office/powerpoint/2010/main" val="392301951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PhAnim="0" preserve="1" userDrawn="1">
  <p:cSld name="LearningPath3_OffWhite">
    <p:bg>
      <p:bgPr>
        <a:solidFill>
          <a:srgbClr val="F4F3F5"/>
        </a:solidFill>
        <a:effectLst/>
      </p:bgPr>
    </p:bg>
    <p:spTree>
      <p:nvGrpSpPr>
        <p:cNvPr id="1" name=""/>
        <p:cNvGrpSpPr/>
        <p:nvPr/>
      </p:nvGrpSpPr>
      <p:grpSpPr bwMode="auto">
        <a:xfrm>
          <a:off x="0" y="0"/>
          <a:ext cx="0" cy="0"/>
          <a:chOff x="0" y="0"/>
          <a:chExt cx="0" cy="0"/>
        </a:xfrm>
      </p:grpSpPr>
      <p:sp>
        <p:nvSpPr>
          <p:cNvPr id="125900435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66154386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304767647" name="Graphic 4"/>
          <p:cNvPicPr>
            <a:picLocks noChangeAspect="1"/>
          </p:cNvPicPr>
          <p:nvPr userDrawn="1"/>
        </p:nvPicPr>
        <p:blipFill rotWithShape="1">
          <a:blip r:embed="rId2"/>
          <a:stretch/>
        </p:blipFill>
        <p:spPr bwMode="auto">
          <a:xfrm>
            <a:off x="-1" y="3144660"/>
            <a:ext cx="12192001" cy="3035200"/>
          </a:xfrm>
          <a:prstGeom prst="rect">
            <a:avLst/>
          </a:prstGeom>
        </p:spPr>
      </p:pic>
    </p:spTree>
    <p:extLst>
      <p:ext uri="{BB962C8B-B14F-4D97-AF65-F5344CB8AC3E}">
        <p14:creationId xmlns:p14="http://schemas.microsoft.com/office/powerpoint/2010/main" val="255290744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PhAnim="0" preserve="1" userDrawn="1">
  <p:cSld name="Developer code full page">
    <p:bg>
      <p:bgPr>
        <a:solidFill>
          <a:srgbClr val="E8E6DF"/>
        </a:solidFill>
        <a:effectLst/>
      </p:bgPr>
    </p:bg>
    <p:spTree>
      <p:nvGrpSpPr>
        <p:cNvPr id="1" name=""/>
        <p:cNvGrpSpPr/>
        <p:nvPr/>
      </p:nvGrpSpPr>
      <p:grpSpPr bwMode="auto">
        <a:xfrm>
          <a:off x="0" y="0"/>
          <a:ext cx="0" cy="0"/>
          <a:chOff x="0" y="0"/>
          <a:chExt cx="0" cy="0"/>
        </a:xfrm>
      </p:grpSpPr>
      <p:sp>
        <p:nvSpPr>
          <p:cNvPr id="1278584440" name="Text Placeholder 14"/>
          <p:cNvSpPr>
            <a:spLocks noGrp="1"/>
          </p:cNvSpPr>
          <p:nvPr>
            <p:ph type="body" sz="quarter" idx="13" hasCustomPrompt="1"/>
          </p:nvPr>
        </p:nvSpPr>
        <p:spPr bwMode="auto">
          <a:xfrm>
            <a:off x="0" y="0"/>
            <a:ext cx="3788358" cy="446148"/>
          </a:xfrm>
          <a:prstGeom prst="rect">
            <a:avLst/>
          </a:prstGeom>
          <a:gradFill>
            <a:gsLst>
              <a:gs pos="0">
                <a:srgbClr val="000000"/>
              </a:gs>
              <a:gs pos="92000">
                <a:srgbClr val="000000"/>
              </a:gs>
              <a:gs pos="92000">
                <a:schemeClr val="accent3"/>
              </a:gs>
            </a:gsLst>
            <a:lin ang="16200000" scaled="1"/>
          </a:gradFill>
        </p:spPr>
        <p:txBody>
          <a:bodyPr vert="horz" wrap="square" lIns="585216" tIns="91440" rIns="0" bIns="45720" rtlCol="0">
            <a:spAutoFit/>
          </a:bodyPr>
          <a:lstStyle>
            <a:lvl1pPr marL="0" indent="0">
              <a:buNone/>
              <a:defRPr lang="en-US" sz="2000" b="0" i="0" u="none" strike="noStrike" cap="none">
                <a:ln>
                  <a:noFill/>
                </a:ln>
                <a:solidFill>
                  <a:srgbClr val="FFFFFF"/>
                </a:solidFill>
                <a:latin typeface="Segoe UI Semibold"/>
              </a:defRPr>
            </a:lvl1pPr>
          </a:lstStyle>
          <a:p>
            <a:pPr marL="228600" lvl="0" indent="-228600">
              <a:defRPr/>
            </a:pPr>
            <a:r>
              <a:rPr lang="en-US"/>
              <a:t>Click to enter title</a:t>
            </a:r>
            <a:endParaRPr/>
          </a:p>
        </p:txBody>
      </p:sp>
      <p:sp>
        <p:nvSpPr>
          <p:cNvPr id="2146423254" name="Footer Placeholder 10"/>
          <p:cNvSpPr>
            <a:spLocks noGrp="1"/>
          </p:cNvSpPr>
          <p:nvPr>
            <p:ph type="ftr" sz="quarter" idx="3"/>
          </p:nvPr>
        </p:nvSpPr>
        <p:spPr bwMode="auto">
          <a:xfrm>
            <a:off x="7448551" y="6421083"/>
            <a:ext cx="4151312" cy="197976"/>
          </a:xfrm>
          <a:prstGeom prst="rect">
            <a:avLst/>
          </a:prstGeom>
        </p:spPr>
        <p:txBody>
          <a:bodyPr vert="horz" lIns="0" tIns="0" rIns="0" bIns="0" rtlCol="0" anchor="ctr"/>
          <a:lstStyle>
            <a:lvl1pPr marL="0" algn="r"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577722635" name="Text Placeholder 3"/>
          <p:cNvSpPr txBox="1"/>
          <p:nvPr userDrawn="1"/>
        </p:nvSpPr>
        <p:spPr bwMode="auto">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a:lnSpc>
                <a:spcPct val="150000"/>
              </a:lnSpc>
              <a:spcBef>
                <a:spcPts val="0"/>
              </a:spcBef>
              <a:spcAft>
                <a:spcPts val="600"/>
              </a:spcAft>
              <a:buClr>
                <a:schemeClr val="bg1"/>
              </a:buClr>
              <a:buSzPct val="120000"/>
              <a:buFontTx/>
              <a:buNone/>
              <a:defRPr lang="en-US" sz="1400" b="0" i="0">
                <a:solidFill>
                  <a:schemeClr val="tx1"/>
                </a:solidFill>
                <a:latin typeface="Consolas"/>
                <a:ea typeface="Segoe UI Semibold"/>
                <a:cs typeface="Segoe UI Semibold"/>
              </a:defRPr>
            </a:lvl1pPr>
            <a:lvl2pPr marL="0" indent="0" algn="l" defTabSz="914132" rtl="0">
              <a:lnSpc>
                <a:spcPct val="110000"/>
              </a:lnSpc>
              <a:spcBef>
                <a:spcPts val="0"/>
              </a:spcBef>
              <a:spcAft>
                <a:spcPts val="600"/>
              </a:spcAft>
              <a:buClrTx/>
              <a:buSzPct val="110000"/>
              <a:buFont typeface="Arial"/>
              <a:buNone/>
              <a:defRPr lang="en-US" sz="2000" b="0" i="0">
                <a:solidFill>
                  <a:schemeClr val="tx1"/>
                </a:solidFill>
                <a:latin typeface="Segoe UI"/>
                <a:ea typeface="Segoe UI"/>
                <a:cs typeface="Segoe UI"/>
              </a:defRPr>
            </a:lvl2pPr>
            <a:lvl3pPr marL="288924" indent="-222250" algn="l" defTabSz="914132" rtl="0">
              <a:lnSpc>
                <a:spcPct val="110000"/>
              </a:lnSpc>
              <a:spcBef>
                <a:spcPts val="0"/>
              </a:spcBef>
              <a:spcAft>
                <a:spcPts val="600"/>
              </a:spcAft>
              <a:buClrTx/>
              <a:buSzPct val="120000"/>
              <a:buFont typeface="Arial"/>
              <a:buChar char="•"/>
              <a:defRPr lang="en-US" sz="2000" b="0" i="0">
                <a:solidFill>
                  <a:schemeClr val="tx1"/>
                </a:solidFill>
                <a:latin typeface="Segoe UI"/>
                <a:ea typeface="Segoe UI"/>
                <a:cs typeface="Segoe UI"/>
              </a:defRPr>
            </a:lvl3pPr>
            <a:lvl4pPr marL="631825" indent="-182880" algn="l" defTabSz="914132" rtl="0">
              <a:lnSpc>
                <a:spcPct val="110000"/>
              </a:lnSpc>
              <a:spcBef>
                <a:spcPts val="0"/>
              </a:spcBef>
              <a:spcAft>
                <a:spcPts val="600"/>
              </a:spcAft>
              <a:buClrTx/>
              <a:buFont typeface="Arial"/>
              <a:buChar char="•"/>
              <a:defRPr lang="en-US" sz="1800" b="0" i="0">
                <a:solidFill>
                  <a:schemeClr val="tx1"/>
                </a:solidFill>
                <a:latin typeface="Segoe UI"/>
                <a:ea typeface="Segoe UI"/>
                <a:cs typeface="Segoe UI"/>
              </a:defRPr>
            </a:lvl4pPr>
            <a:lvl5pPr marL="1162685" indent="-194310" algn="l" defTabSz="914132" rtl="0">
              <a:lnSpc>
                <a:spcPct val="110000"/>
              </a:lnSpc>
              <a:spcBef>
                <a:spcPts val="500"/>
              </a:spcBef>
              <a:buClr>
                <a:schemeClr val="tx1"/>
              </a:buClr>
              <a:buFont typeface="Arial"/>
              <a:buChar char="•"/>
              <a:defRPr lang="en-US" sz="1600" b="0" i="0">
                <a:solidFill>
                  <a:schemeClr val="tx1"/>
                </a:solidFill>
                <a:latin typeface="Segoe UI"/>
                <a:ea typeface="Segoe UI"/>
                <a:cs typeface="Segoe UI"/>
              </a:defRPr>
            </a:lvl5pPr>
            <a:lvl6pPr marL="1873781" indent="-228533" algn="l" defTabSz="914132" rtl="0">
              <a:lnSpc>
                <a:spcPct val="110000"/>
              </a:lnSpc>
              <a:spcBef>
                <a:spcPts val="500"/>
              </a:spcBef>
              <a:buFont typeface="Arial"/>
              <a:buChar char="•"/>
              <a:defRPr sz="1400">
                <a:solidFill>
                  <a:schemeClr val="tx1"/>
                </a:solidFill>
                <a:latin typeface="+mn-lt"/>
                <a:ea typeface="+mn-ea"/>
                <a:cs typeface="+mn-cs"/>
              </a:defRPr>
            </a:lvl6pPr>
            <a:lvl7pPr marL="2970926" indent="-228533" algn="l" defTabSz="914132" rtl="0">
              <a:lnSpc>
                <a:spcPct val="90000"/>
              </a:lnSpc>
              <a:spcBef>
                <a:spcPts val="500"/>
              </a:spcBef>
              <a:buFont typeface="Arial"/>
              <a:buChar char="•"/>
              <a:defRPr sz="1900">
                <a:solidFill>
                  <a:schemeClr val="tx1"/>
                </a:solidFill>
                <a:latin typeface="+mn-lt"/>
                <a:ea typeface="+mn-ea"/>
                <a:cs typeface="+mn-cs"/>
              </a:defRPr>
            </a:lvl7pPr>
            <a:lvl8pPr marL="3427992" indent="-228533" algn="l" defTabSz="914132" rtl="0">
              <a:lnSpc>
                <a:spcPct val="90000"/>
              </a:lnSpc>
              <a:spcBef>
                <a:spcPts val="500"/>
              </a:spcBef>
              <a:buFont typeface="Arial"/>
              <a:buChar char="•"/>
              <a:defRPr sz="1900">
                <a:solidFill>
                  <a:schemeClr val="tx1"/>
                </a:solidFill>
                <a:latin typeface="+mn-lt"/>
                <a:ea typeface="+mn-ea"/>
                <a:cs typeface="+mn-cs"/>
              </a:defRPr>
            </a:lvl8pPr>
            <a:lvl9pPr marL="3885057" indent="-228533" algn="l" defTabSz="914132" rtl="0">
              <a:lnSpc>
                <a:spcPct val="90000"/>
              </a:lnSpc>
              <a:spcBef>
                <a:spcPts val="500"/>
              </a:spcBef>
              <a:buFont typeface="Arial"/>
              <a:buChar char="•"/>
              <a:defRPr sz="1900">
                <a:solidFill>
                  <a:schemeClr val="tx1"/>
                </a:solidFill>
                <a:latin typeface="+mn-lt"/>
                <a:ea typeface="+mn-ea"/>
                <a:cs typeface="+mn-cs"/>
              </a:defRPr>
            </a:lvl9pPr>
          </a:lstStyle>
          <a:p>
            <a:pPr marL="0" marR="0" lvl="0" indent="0" algn="l" defTabSz="914132" rtl="0">
              <a:lnSpc>
                <a:spcPct val="150000"/>
              </a:lnSpc>
              <a:spcBef>
                <a:spcPts val="0"/>
              </a:spcBef>
              <a:spcAft>
                <a:spcPts val="600"/>
              </a:spcAft>
              <a:buClr>
                <a:srgbClr val="E9E9E9"/>
              </a:buClr>
              <a:buSzPct val="120000"/>
              <a:buFontTx/>
              <a:buNone/>
              <a:defRPr/>
            </a:pPr>
            <a:endParaRPr lang="en-US" sz="1400" b="0" i="0" u="none" strike="noStrike" cap="none" spc="0">
              <a:ln>
                <a:noFill/>
              </a:ln>
              <a:solidFill>
                <a:srgbClr val="000000"/>
              </a:solidFill>
              <a:latin typeface="Consolas"/>
              <a:cs typeface="Segoe UI Semibold"/>
            </a:endParaRPr>
          </a:p>
        </p:txBody>
      </p:sp>
      <p:sp>
        <p:nvSpPr>
          <p:cNvPr id="2057377911" name="Text Placeholder 4" descr="This layout should only be used for developer code. The font used is a monospace font which is ideal for showing code."/>
          <p:cNvSpPr>
            <a:spLocks noGrp="1"/>
          </p:cNvSpPr>
          <p:nvPr>
            <p:ph type="body" sz="quarter" idx="11" hasCustomPrompt="1"/>
          </p:nvPr>
        </p:nvSpPr>
        <p:spPr bwMode="auto">
          <a:xfrm>
            <a:off x="579438" y="1083733"/>
            <a:ext cx="11020424" cy="4885267"/>
          </a:xfrm>
        </p:spPr>
        <p:txBody>
          <a:bodyPr/>
          <a:lstStyle>
            <a:lvl1pPr marL="0" indent="0">
              <a:buNone/>
              <a:defRPr sz="1400">
                <a:solidFill>
                  <a:srgbClr val="2F2F2F"/>
                </a:solidFill>
                <a:latin typeface="Consolas"/>
                <a:cs typeface="Consolas"/>
              </a:defRPr>
            </a:lvl1pPr>
            <a:lvl2pPr marL="346448" indent="0">
              <a:buNone/>
              <a:defRPr sz="2400">
                <a:gradFill>
                  <a:gsLst>
                    <a:gs pos="43000">
                      <a:schemeClr val="tx1"/>
                    </a:gs>
                    <a:gs pos="61049">
                      <a:schemeClr val="tx1"/>
                    </a:gs>
                  </a:gsLst>
                  <a:lin ang="5400000" scaled="0"/>
                </a:gradFill>
                <a:latin typeface="Consolas"/>
                <a:cs typeface="Consolas"/>
              </a:defRPr>
            </a:lvl2pPr>
            <a:lvl3pPr marL="584432" indent="0">
              <a:buNone/>
              <a:defRPr sz="2000">
                <a:gradFill>
                  <a:gsLst>
                    <a:gs pos="43000">
                      <a:schemeClr val="tx1"/>
                    </a:gs>
                    <a:gs pos="61049">
                      <a:schemeClr val="tx1"/>
                    </a:gs>
                  </a:gsLst>
                  <a:lin ang="5400000" scaled="0"/>
                </a:gradFill>
                <a:latin typeface="Consolas"/>
                <a:cs typeface="Consolas"/>
              </a:defRPr>
            </a:lvl3pPr>
            <a:lvl4pPr marL="814319" indent="0">
              <a:buNone/>
              <a:defRPr sz="1800">
                <a:gradFill>
                  <a:gsLst>
                    <a:gs pos="43000">
                      <a:schemeClr val="tx1"/>
                    </a:gs>
                    <a:gs pos="61049">
                      <a:schemeClr val="tx1"/>
                    </a:gs>
                  </a:gsLst>
                  <a:lin ang="5400000" scaled="0"/>
                </a:gradFill>
                <a:latin typeface="Consolas"/>
                <a:cs typeface="Consolas"/>
              </a:defRPr>
            </a:lvl4pPr>
            <a:lvl5pPr marL="1050682" indent="0">
              <a:buNone/>
              <a:defRPr sz="1800">
                <a:gradFill>
                  <a:gsLst>
                    <a:gs pos="43000">
                      <a:schemeClr val="tx1"/>
                    </a:gs>
                    <a:gs pos="61049">
                      <a:schemeClr val="tx1"/>
                    </a:gs>
                  </a:gsLst>
                  <a:lin ang="5400000" scaled="0"/>
                </a:gradFill>
                <a:latin typeface="Consolas"/>
                <a:cs typeface="Consolas"/>
              </a:defRPr>
            </a:lvl5pPr>
          </a:lstStyle>
          <a:p>
            <a:pPr lvl="0">
              <a:defRPr/>
            </a:pPr>
            <a:r>
              <a:rPr lang="en-US"/>
              <a:t>Click to edit or paste code</a:t>
            </a:r>
            <a:endParaRPr/>
          </a:p>
        </p:txBody>
      </p:sp>
    </p:spTree>
    <p:extLst>
      <p:ext uri="{BB962C8B-B14F-4D97-AF65-F5344CB8AC3E}">
        <p14:creationId xmlns:p14="http://schemas.microsoft.com/office/powerpoint/2010/main" val="859395074"/>
      </p:ext>
    </p:extLst>
  </p:cSld>
  <p:clrMapOvr>
    <a:overrideClrMapping bg1="lt1" tx1="dk1" bg2="lt2" tx2="dk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PhAnim="0" preserve="1" userDrawn="1">
  <p:cSld name="Developer code right">
    <p:bg>
      <p:bgPr>
        <a:solidFill>
          <a:srgbClr val="E8E6DF"/>
        </a:solidFill>
        <a:effectLst/>
      </p:bgPr>
    </p:bg>
    <p:spTree>
      <p:nvGrpSpPr>
        <p:cNvPr id="1" name=""/>
        <p:cNvGrpSpPr/>
        <p:nvPr/>
      </p:nvGrpSpPr>
      <p:grpSpPr bwMode="auto">
        <a:xfrm>
          <a:off x="0" y="0"/>
          <a:ext cx="0" cy="0"/>
          <a:chOff x="0" y="0"/>
          <a:chExt cx="0" cy="0"/>
        </a:xfrm>
      </p:grpSpPr>
      <p:sp>
        <p:nvSpPr>
          <p:cNvPr id="1874077669" name="Rectangle 2"/>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000">
              <a:solidFill>
                <a:srgbClr val="FFFFFF"/>
              </a:solidFill>
              <a:ea typeface="Segoe UI"/>
              <a:cs typeface="Segoe UI"/>
            </a:endParaRPr>
          </a:p>
        </p:txBody>
      </p:sp>
      <p:sp>
        <p:nvSpPr>
          <p:cNvPr id="921895965" name="Title 1"/>
          <p:cNvSpPr>
            <a:spLocks noGrp="1"/>
          </p:cNvSpPr>
          <p:nvPr>
            <p:ph type="title"/>
          </p:nvPr>
        </p:nvSpPr>
        <p:spPr bwMode="auto">
          <a:xfrm>
            <a:off x="588262" y="585216"/>
            <a:ext cx="4042761"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251500431" name="Text Placeholder 3"/>
          <p:cNvSpPr>
            <a:spLocks noGrp="1"/>
          </p:cNvSpPr>
          <p:nvPr>
            <p:ph type="body" sz="quarter" idx="15"/>
          </p:nvPr>
        </p:nvSpPr>
        <p:spPr bwMode="auto">
          <a:xfrm>
            <a:off x="586388" y="1594155"/>
            <a:ext cx="4042761" cy="726353"/>
          </a:xfrm>
          <a:prstGeom prst="rect">
            <a:avLst/>
          </a:prstGeom>
        </p:spPr>
        <p:txBody>
          <a:bodyPr wrap="square">
            <a:spAutoFit/>
          </a:bodyPr>
          <a:lstStyle>
            <a:lvl1pPr marL="0" indent="0">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108536499" name="Text Placeholder 4" descr="This layout should only be used for developer code. The font used is a monospace font which is ideal for showing code."/>
          <p:cNvSpPr>
            <a:spLocks noGrp="1"/>
          </p:cNvSpPr>
          <p:nvPr>
            <p:ph type="body" sz="quarter" idx="11" hasCustomPrompt="1"/>
          </p:nvPr>
        </p:nvSpPr>
        <p:spPr bwMode="auto">
          <a:xfrm>
            <a:off x="5800725" y="582613"/>
            <a:ext cx="5799138" cy="5692775"/>
          </a:xfrm>
        </p:spPr>
        <p:txBody>
          <a:bodyPr/>
          <a:lstStyle>
            <a:lvl1pPr marL="0" indent="0">
              <a:buNone/>
              <a:defRPr sz="1400">
                <a:solidFill>
                  <a:srgbClr val="2F2F2F"/>
                </a:solidFill>
                <a:latin typeface="Consolas"/>
                <a:cs typeface="Consolas"/>
              </a:defRPr>
            </a:lvl1pPr>
            <a:lvl2pPr marL="346448" indent="0">
              <a:buNone/>
              <a:defRPr sz="2400">
                <a:gradFill>
                  <a:gsLst>
                    <a:gs pos="43000">
                      <a:schemeClr val="tx1"/>
                    </a:gs>
                    <a:gs pos="61049">
                      <a:schemeClr val="tx1"/>
                    </a:gs>
                  </a:gsLst>
                  <a:lin ang="5400000" scaled="0"/>
                </a:gradFill>
                <a:latin typeface="Consolas"/>
                <a:cs typeface="Consolas"/>
              </a:defRPr>
            </a:lvl2pPr>
            <a:lvl3pPr marL="584432" indent="0">
              <a:buNone/>
              <a:defRPr sz="2000">
                <a:gradFill>
                  <a:gsLst>
                    <a:gs pos="43000">
                      <a:schemeClr val="tx1"/>
                    </a:gs>
                    <a:gs pos="61049">
                      <a:schemeClr val="tx1"/>
                    </a:gs>
                  </a:gsLst>
                  <a:lin ang="5400000" scaled="0"/>
                </a:gradFill>
                <a:latin typeface="Consolas"/>
                <a:cs typeface="Consolas"/>
              </a:defRPr>
            </a:lvl3pPr>
            <a:lvl4pPr marL="814319" indent="0">
              <a:buNone/>
              <a:defRPr sz="1800">
                <a:gradFill>
                  <a:gsLst>
                    <a:gs pos="43000">
                      <a:schemeClr val="tx1"/>
                    </a:gs>
                    <a:gs pos="61049">
                      <a:schemeClr val="tx1"/>
                    </a:gs>
                  </a:gsLst>
                  <a:lin ang="5400000" scaled="0"/>
                </a:gradFill>
                <a:latin typeface="Consolas"/>
                <a:cs typeface="Consolas"/>
              </a:defRPr>
            </a:lvl4pPr>
            <a:lvl5pPr marL="1050682" indent="0">
              <a:buNone/>
              <a:defRPr sz="1800">
                <a:gradFill>
                  <a:gsLst>
                    <a:gs pos="43000">
                      <a:schemeClr val="tx1"/>
                    </a:gs>
                    <a:gs pos="61049">
                      <a:schemeClr val="tx1"/>
                    </a:gs>
                  </a:gsLst>
                  <a:lin ang="5400000" scaled="0"/>
                </a:gradFill>
                <a:latin typeface="Consolas"/>
                <a:cs typeface="Consolas"/>
              </a:defRPr>
            </a:lvl5pPr>
          </a:lstStyle>
          <a:p>
            <a:pPr lvl="0">
              <a:defRPr/>
            </a:pPr>
            <a:r>
              <a:rPr lang="en-US"/>
              <a:t>Click to edit or paste code</a:t>
            </a:r>
            <a:endParaRPr/>
          </a:p>
        </p:txBody>
      </p:sp>
    </p:spTree>
    <p:extLst>
      <p:ext uri="{BB962C8B-B14F-4D97-AF65-F5344CB8AC3E}">
        <p14:creationId xmlns:p14="http://schemas.microsoft.com/office/powerpoint/2010/main" val="2884197404"/>
      </p:ext>
    </p:extLst>
  </p:cSld>
  <p:clrMapOvr>
    <a:overrideClrMapping bg1="lt1" tx1="dk1" bg2="lt2" tx2="dk2" accent1="accent1" accent2="accent2" accent3="accent3" accent4="accent4" accent5="accent5" accent6="accent6" hlink="hlink" folHlink="folHlink"/>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PhAnim="0" preserve="1" userDrawn="1">
  <p:cSld name="Resources">
    <p:bg>
      <p:bgPr>
        <a:solidFill>
          <a:srgbClr val="E8E6DF"/>
        </a:solidFill>
        <a:effectLst/>
      </p:bgPr>
    </p:bg>
    <p:spTree>
      <p:nvGrpSpPr>
        <p:cNvPr id="1" name=""/>
        <p:cNvGrpSpPr/>
        <p:nvPr/>
      </p:nvGrpSpPr>
      <p:grpSpPr bwMode="auto">
        <a:xfrm>
          <a:off x="0" y="0"/>
          <a:ext cx="0" cy="0"/>
          <a:chOff x="0" y="0"/>
          <a:chExt cx="0" cy="0"/>
        </a:xfrm>
      </p:grpSpPr>
      <p:sp>
        <p:nvSpPr>
          <p:cNvPr id="183265992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694135024" name="Text Placeholder 3"/>
          <p:cNvSpPr>
            <a:spLocks noGrp="1"/>
          </p:cNvSpPr>
          <p:nvPr>
            <p:ph type="body" sz="quarter" idx="15"/>
          </p:nvPr>
        </p:nvSpPr>
        <p:spPr bwMode="auto">
          <a:xfrm>
            <a:off x="586388" y="1591056"/>
            <a:ext cx="8193024" cy="541687"/>
          </a:xfrm>
          <a:prstGeom prst="rect">
            <a:avLst/>
          </a:prstGeom>
        </p:spPr>
        <p:txBody>
          <a:bodyPr wrap="square">
            <a:spAutoFit/>
          </a:bodyPr>
          <a:lstStyle>
            <a:lvl1pPr marL="0" indent="0">
              <a:buFont typeface="Arial"/>
              <a:buNone/>
              <a:defRPr>
                <a:solidFill>
                  <a:schemeClr val="tx1"/>
                </a:solidFill>
                <a:latin typeface="+mj-lt"/>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p:txBody>
      </p:sp>
      <p:sp>
        <p:nvSpPr>
          <p:cNvPr id="1166614062" name="Text Placeholder 3"/>
          <p:cNvSpPr>
            <a:spLocks noGrp="1"/>
          </p:cNvSpPr>
          <p:nvPr>
            <p:ph type="body" sz="quarter" idx="19"/>
          </p:nvPr>
        </p:nvSpPr>
        <p:spPr bwMode="auto">
          <a:xfrm>
            <a:off x="586388" y="2081710"/>
            <a:ext cx="8193024" cy="1132618"/>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p:txBody>
      </p:sp>
      <p:sp>
        <p:nvSpPr>
          <p:cNvPr id="80504332" name="Text Placeholder 3"/>
          <p:cNvSpPr>
            <a:spLocks noGrp="1"/>
          </p:cNvSpPr>
          <p:nvPr>
            <p:ph type="body" sz="quarter" idx="20"/>
          </p:nvPr>
        </p:nvSpPr>
        <p:spPr bwMode="auto">
          <a:xfrm>
            <a:off x="586388" y="3587124"/>
            <a:ext cx="8193024" cy="541687"/>
          </a:xfrm>
          <a:prstGeom prst="rect">
            <a:avLst/>
          </a:prstGeom>
        </p:spPr>
        <p:txBody>
          <a:bodyPr wrap="square">
            <a:spAutoFit/>
          </a:bodyPr>
          <a:lstStyle>
            <a:lvl1pPr marL="0" indent="0">
              <a:buFont typeface="Arial"/>
              <a:buNone/>
              <a:defRPr>
                <a:solidFill>
                  <a:schemeClr val="tx1"/>
                </a:solidFill>
                <a:latin typeface="+mj-lt"/>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p:txBody>
      </p:sp>
      <p:sp>
        <p:nvSpPr>
          <p:cNvPr id="515015762" name="Text Placeholder 3"/>
          <p:cNvSpPr>
            <a:spLocks noGrp="1"/>
          </p:cNvSpPr>
          <p:nvPr>
            <p:ph type="body" sz="quarter" idx="21"/>
          </p:nvPr>
        </p:nvSpPr>
        <p:spPr bwMode="auto">
          <a:xfrm>
            <a:off x="586388" y="4077778"/>
            <a:ext cx="8193024" cy="1132618"/>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p:txBody>
      </p:sp>
      <p:sp>
        <p:nvSpPr>
          <p:cNvPr id="135641636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203554590"/>
      </p:ext>
    </p:extLst>
  </p:cSld>
  <p:clrMapOvr>
    <a:overrideClrMapping bg1="lt1" tx1="dk1" bg2="lt2" tx2="dk2" accent1="accent1" accent2="accent2" accent3="accent3" accent4="accent4" accent5="accent5" accent6="accent6" hlink="hlink" folHlink="folHlink"/>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PhAnim="0" preserve="1" userDrawn="1">
  <p:cSld name="Closing slide_with Logo">
    <p:bg>
      <p:bgPr>
        <a:solidFill>
          <a:srgbClr val="E8E6DF"/>
        </a:solidFill>
        <a:effectLst/>
      </p:bgPr>
    </p:bg>
    <p:spTree>
      <p:nvGrpSpPr>
        <p:cNvPr id="1" name=""/>
        <p:cNvGrpSpPr/>
        <p:nvPr/>
      </p:nvGrpSpPr>
      <p:grpSpPr bwMode="auto">
        <a:xfrm>
          <a:off x="0" y="0"/>
          <a:ext cx="0" cy="0"/>
          <a:chOff x="0" y="0"/>
          <a:chExt cx="0" cy="0"/>
        </a:xfrm>
      </p:grpSpPr>
      <p:pic>
        <p:nvPicPr>
          <p:cNvPr id="893392742" name="MS logo gray - EMF"/>
          <p:cNvPicPr>
            <a:picLocks noChangeAspect="1"/>
          </p:cNvPicPr>
          <p:nvPr userDrawn="1"/>
        </p:nvPicPr>
        <p:blipFill rotWithShape="1">
          <a:blip r:embed="rId2"/>
          <a:stretch/>
        </p:blipFill>
        <p:spPr bwMode="black">
          <a:xfrm>
            <a:off x="584200" y="585788"/>
            <a:ext cx="1366440" cy="292608"/>
          </a:xfrm>
          <a:prstGeom prst="rect">
            <a:avLst/>
          </a:prstGeom>
        </p:spPr>
      </p:pic>
      <p:sp>
        <p:nvSpPr>
          <p:cNvPr id="1040981898" name="Title 1"/>
          <p:cNvSpPr>
            <a:spLocks noGrp="1"/>
          </p:cNvSpPr>
          <p:nvPr>
            <p:ph type="title" hasCustomPrompt="1"/>
          </p:nvPr>
        </p:nvSpPr>
        <p:spPr bwMode="auto">
          <a:xfrm>
            <a:off x="588262" y="-612577"/>
            <a:ext cx="8193024" cy="307777"/>
          </a:xfrm>
        </p:spPr>
        <p:txBody>
          <a:bodyPr/>
          <a:lstStyle>
            <a:lvl1pPr>
              <a:defRPr sz="2000" b="0" i="0">
                <a:solidFill>
                  <a:srgbClr val="001F2D"/>
                </a:solidFill>
                <a:latin typeface="+mj-lt"/>
                <a:cs typeface="Segoe UI Semibold"/>
              </a:defRPr>
            </a:lvl1pPr>
          </a:lstStyle>
          <a:p>
            <a:pPr>
              <a:defRPr/>
            </a:pPr>
            <a:r>
              <a:rPr lang="en-US"/>
              <a:t>Final slide with logo</a:t>
            </a:r>
            <a:endParaRPr/>
          </a:p>
        </p:txBody>
      </p:sp>
      <p:sp>
        <p:nvSpPr>
          <p:cNvPr id="140720526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490456559"/>
      </p:ext>
    </p:extLst>
  </p:cSld>
  <p:clrMapOvr>
    <a:overrideClrMapping bg1="lt1" tx1="dk1" bg2="lt2" tx2="dk2" accent1="accent1" accent2="accent2" accent3="accent3" accent4="accent4" accent5="accent5" accent6="accent6" hlink="hlink" folHlink="folHlink"/>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PhAnim="0" preserve="1" userDrawn="1">
  <p:cSld name="2_Closing slide_with Logo">
    <p:bg>
      <p:bgPr>
        <a:solidFill>
          <a:srgbClr val="E8E6DF"/>
        </a:solidFill>
        <a:effectLst/>
      </p:bgPr>
    </p:bg>
    <p:spTree>
      <p:nvGrpSpPr>
        <p:cNvPr id="1" name=""/>
        <p:cNvGrpSpPr/>
        <p:nvPr/>
      </p:nvGrpSpPr>
      <p:grpSpPr bwMode="auto">
        <a:xfrm>
          <a:off x="0" y="0"/>
          <a:ext cx="0" cy="0"/>
          <a:chOff x="0" y="0"/>
          <a:chExt cx="0" cy="0"/>
        </a:xfrm>
      </p:grpSpPr>
      <p:pic>
        <p:nvPicPr>
          <p:cNvPr id="907317926" name="MS logo gray - EMF"/>
          <p:cNvPicPr>
            <a:picLocks noChangeAspect="1"/>
          </p:cNvPicPr>
          <p:nvPr userDrawn="1"/>
        </p:nvPicPr>
        <p:blipFill rotWithShape="1">
          <a:blip r:embed="rId2"/>
          <a:stretch/>
        </p:blipFill>
        <p:spPr bwMode="black">
          <a:xfrm>
            <a:off x="584200" y="585788"/>
            <a:ext cx="1366440" cy="292608"/>
          </a:xfrm>
          <a:prstGeom prst="rect">
            <a:avLst/>
          </a:prstGeom>
        </p:spPr>
      </p:pic>
      <p:sp>
        <p:nvSpPr>
          <p:cNvPr id="48471916" name="Title 1"/>
          <p:cNvSpPr>
            <a:spLocks noGrp="1"/>
          </p:cNvSpPr>
          <p:nvPr>
            <p:ph type="title" hasCustomPrompt="1"/>
          </p:nvPr>
        </p:nvSpPr>
        <p:spPr bwMode="auto">
          <a:xfrm>
            <a:off x="588262" y="-616043"/>
            <a:ext cx="8193024" cy="307777"/>
          </a:xfrm>
        </p:spPr>
        <p:txBody>
          <a:bodyPr/>
          <a:lstStyle>
            <a:lvl1pPr>
              <a:defRPr sz="2000" b="0" i="0">
                <a:solidFill>
                  <a:srgbClr val="001F2D"/>
                </a:solidFill>
                <a:latin typeface="+mj-lt"/>
                <a:cs typeface="Segoe UI Semibold"/>
              </a:defRPr>
            </a:lvl1pPr>
          </a:lstStyle>
          <a:p>
            <a:pPr>
              <a:defRPr/>
            </a:pPr>
            <a:r>
              <a:rPr lang="en-US"/>
              <a:t>Final slide with logo</a:t>
            </a:r>
            <a:endParaRPr/>
          </a:p>
        </p:txBody>
      </p:sp>
      <p:sp>
        <p:nvSpPr>
          <p:cNvPr id="322889949" name="Text Placeholder 4"/>
          <p:cNvSpPr>
            <a:spLocks noGrp="1"/>
          </p:cNvSpPr>
          <p:nvPr>
            <p:ph type="body" sz="quarter" idx="12" hasCustomPrompt="1"/>
          </p:nvPr>
        </p:nvSpPr>
        <p:spPr bwMode="auto">
          <a:xfrm>
            <a:off x="585216" y="2080227"/>
            <a:ext cx="3361943" cy="553998"/>
          </a:xfrm>
          <a:prstGeom prst="rect">
            <a:avLst/>
          </a:prstGeom>
          <a:noFill/>
        </p:spPr>
        <p:txBody>
          <a:bodyPr wrap="square" lIns="0" tIns="0" rIns="0" bIns="0">
            <a:spAutoFit/>
          </a:bodyPr>
          <a:lstStyle>
            <a:lvl1pPr marL="0" indent="0" algn="l" defTabSz="457200" rtl="0">
              <a:lnSpc>
                <a:spcPct val="100000"/>
              </a:lnSpc>
              <a:spcBef>
                <a:spcPts val="0"/>
              </a:spcBef>
              <a:spcAft>
                <a:spcPts val="0"/>
              </a:spcAft>
              <a:buFont typeface="Arial"/>
              <a:buNone/>
              <a:defRPr lang="en-US" sz="3600" b="0" cap="none" spc="-50">
                <a:ln w="3175">
                  <a:noFill/>
                </a:ln>
                <a:solidFill>
                  <a:schemeClr val="accent3"/>
                </a:solidFill>
                <a:latin typeface="+mj-lt"/>
                <a:ea typeface="+mn-ea"/>
                <a:cs typeface="Segoe UI"/>
              </a:defRPr>
            </a:lvl1pPr>
          </a:lstStyle>
          <a:p>
            <a:pPr lvl="0">
              <a:defRPr/>
            </a:pPr>
            <a:r>
              <a:rPr lang="en-US"/>
              <a:t>Thank you.</a:t>
            </a:r>
            <a:endParaRPr/>
          </a:p>
        </p:txBody>
      </p:sp>
      <p:sp>
        <p:nvSpPr>
          <p:cNvPr id="1573489423" name="Text Placeholder 8"/>
          <p:cNvSpPr>
            <a:spLocks noGrp="1"/>
          </p:cNvSpPr>
          <p:nvPr>
            <p:ph type="body" sz="quarter" idx="13"/>
          </p:nvPr>
        </p:nvSpPr>
        <p:spPr bwMode="auto">
          <a:xfrm>
            <a:off x="4485640" y="2276475"/>
            <a:ext cx="7114222" cy="1689098"/>
          </a:xfrm>
        </p:spPr>
        <p:txBody>
          <a:bodyPr/>
          <a:lstStyle>
            <a:lvl1pPr marL="0" indent="0" algn="l" defTabSz="457200" rtl="0">
              <a:lnSpc>
                <a:spcPct val="100000"/>
              </a:lnSpc>
              <a:spcBef>
                <a:spcPts val="0"/>
              </a:spcBef>
              <a:buNone/>
              <a:defRPr lang="en-US" sz="2000" b="0" cap="none" spc="-50">
                <a:ln w="3175">
                  <a:noFill/>
                </a:ln>
                <a:solidFill>
                  <a:schemeClr val="tx1"/>
                </a:solidFill>
                <a:latin typeface="+mn-lt"/>
                <a:ea typeface="+mn-ea"/>
                <a:cs typeface="Segoe UI"/>
              </a:defRPr>
            </a:lvl1pPr>
            <a:lvl2pPr marL="155448" indent="0">
              <a:buNone/>
              <a:defRPr lang="en-US" sz="2000" b="0" cap="none" spc="-50">
                <a:ln w="3175">
                  <a:noFill/>
                </a:ln>
                <a:solidFill>
                  <a:schemeClr val="bg1"/>
                </a:solidFill>
                <a:latin typeface="+mn-lt"/>
                <a:ea typeface="+mn-ea"/>
                <a:cs typeface="Segoe UI"/>
              </a:defRPr>
            </a:lvl2pPr>
            <a:lvl3pPr marL="265176" indent="0">
              <a:buNone/>
              <a:defRPr/>
            </a:lvl3pPr>
            <a:lvl4pPr marL="661988" indent="0">
              <a:buNone/>
              <a:defRPr/>
            </a:lvl4pPr>
            <a:lvl5pPr marL="855663" indent="0">
              <a:buNone/>
              <a:defRPr/>
            </a:lvl5pPr>
          </a:lstStyle>
          <a:p>
            <a:pPr lvl="0">
              <a:defRPr/>
            </a:pPr>
            <a:r>
              <a:rPr lang="en-US"/>
              <a:t>Click to edit Master text styles</a:t>
            </a:r>
            <a:endParaRPr/>
          </a:p>
        </p:txBody>
      </p:sp>
      <p:sp>
        <p:nvSpPr>
          <p:cNvPr id="140007157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152381178"/>
      </p:ext>
    </p:extLst>
  </p:cSld>
  <p:clrMapOvr>
    <a:overrideClrMapping bg1="lt1" tx1="dk1" bg2="lt2" tx2="dk2" accent1="accent1" accent2="accent2" accent3="accent3" accent4="accent4" accent5="accent5" accent6="accent6" hlink="hlink" folHlink="folHlink"/>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PhAnim="0" userDrawn="1">
  <p:cSld name="Title_Gradient_Dark Blue">
    <p:bg>
      <p:bgPr>
        <a:solidFill>
          <a:schemeClr val="bg2"/>
        </a:solidFill>
        <a:effectLst/>
      </p:bgPr>
    </p:bg>
    <p:spTree>
      <p:nvGrpSpPr>
        <p:cNvPr id="1" name=""/>
        <p:cNvGrpSpPr/>
        <p:nvPr/>
      </p:nvGrpSpPr>
      <p:grpSpPr bwMode="auto">
        <a:xfrm>
          <a:off x="0" y="0"/>
          <a:ext cx="0" cy="0"/>
          <a:chOff x="0" y="0"/>
          <a:chExt cx="0" cy="0"/>
        </a:xfrm>
      </p:grpSpPr>
      <p:pic>
        <p:nvPicPr>
          <p:cNvPr id="1744606346" name="Picture 6" descr="Background pattern&#10;&#10;Description automatically generated"/>
          <p:cNvPicPr>
            <a:picLocks noChangeAspect="1"/>
          </p:cNvPicPr>
          <p:nvPr userDrawn="1"/>
        </p:nvPicPr>
        <p:blipFill rotWithShape="1">
          <a:blip r:embed="rId2"/>
          <a:stretch/>
        </p:blipFill>
        <p:spPr bwMode="auto">
          <a:xfrm>
            <a:off x="0" y="0"/>
            <a:ext cx="12188952" cy="6856285"/>
          </a:xfrm>
          <a:prstGeom prst="rect">
            <a:avLst/>
          </a:prstGeom>
        </p:spPr>
      </p:pic>
      <p:pic>
        <p:nvPicPr>
          <p:cNvPr id="663625289" name="MS logo white - EMF"/>
          <p:cNvPicPr>
            <a:picLocks noChangeAspect="1"/>
          </p:cNvPicPr>
          <p:nvPr userDrawn="1"/>
        </p:nvPicPr>
        <p:blipFill rotWithShape="1">
          <a:blip r:embed="rId3"/>
          <a:stretch/>
        </p:blipFill>
        <p:spPr bwMode="white">
          <a:xfrm>
            <a:off x="584200" y="585788"/>
            <a:ext cx="1366245" cy="292608"/>
          </a:xfrm>
          <a:prstGeom prst="rect">
            <a:avLst/>
          </a:prstGeom>
        </p:spPr>
      </p:pic>
      <p:sp>
        <p:nvSpPr>
          <p:cNvPr id="513210345" name="Title 1"/>
          <p:cNvSpPr>
            <a:spLocks noGrp="1"/>
          </p:cNvSpPr>
          <p:nvPr>
            <p:ph type="title" hasCustomPrompt="1"/>
          </p:nvPr>
        </p:nvSpPr>
        <p:spPr bwMode="white">
          <a:xfrm>
            <a:off x="569911" y="2769057"/>
            <a:ext cx="8193024" cy="1231106"/>
          </a:xfrm>
          <a:prstGeom prst="rect">
            <a:avLst/>
          </a:prstGeom>
          <a:noFill/>
        </p:spPr>
        <p:txBody>
          <a:bodyPr wrap="square" lIns="0" tIns="0" rIns="0" bIns="0" anchor="b" anchorCtr="0">
            <a:spAutoFit/>
          </a:bodyPr>
          <a:lstStyle>
            <a:lvl1pPr>
              <a:defRPr sz="4000" b="0" i="0" spc="-50">
                <a:solidFill>
                  <a:schemeClr val="bg1"/>
                </a:solidFill>
                <a:latin typeface="+mn-lt"/>
                <a:cs typeface="Segoe UI"/>
              </a:defRPr>
            </a:lvl1pPr>
          </a:lstStyle>
          <a:p>
            <a:pPr>
              <a:defRPr/>
            </a:pPr>
            <a:r>
              <a:rPr lang="en-US"/>
              <a:t>Event name or </a:t>
            </a:r>
            <a:br>
              <a:rPr lang="en-US"/>
            </a:br>
            <a:r>
              <a:rPr lang="en-US"/>
              <a:t>presentation title</a:t>
            </a:r>
            <a:endParaRPr/>
          </a:p>
        </p:txBody>
      </p:sp>
      <p:sp>
        <p:nvSpPr>
          <p:cNvPr id="726133053" name="Text Placeholder 4"/>
          <p:cNvSpPr>
            <a:spLocks noGrp="1"/>
          </p:cNvSpPr>
          <p:nvPr>
            <p:ph type="body" sz="quarter" idx="12" hasCustomPrompt="1"/>
          </p:nvPr>
        </p:nvSpPr>
        <p:spPr bwMode="white">
          <a:xfrm>
            <a:off x="582042" y="4215827"/>
            <a:ext cx="8193024" cy="246221"/>
          </a:xfrm>
          <a:prstGeom prst="rect">
            <a:avLst/>
          </a:prstGeom>
          <a:noFill/>
        </p:spPr>
        <p:txBody>
          <a:bodyPr wrap="square" lIns="0" tIns="0" rIns="0" bIns="0">
            <a:spAutoFit/>
          </a:bodyPr>
          <a:lstStyle>
            <a:lvl1pPr marL="0" indent="0">
              <a:spcBef>
                <a:spcPts val="0"/>
              </a:spcBef>
              <a:buNone/>
              <a:defRPr sz="1600" spc="0">
                <a:solidFill>
                  <a:schemeClr val="bg1"/>
                </a:solidFill>
                <a:latin typeface="+mn-lt"/>
                <a:cs typeface="Segoe UI"/>
              </a:defRPr>
            </a:lvl1pPr>
          </a:lstStyle>
          <a:p>
            <a:pPr lvl="0">
              <a:defRPr/>
            </a:pPr>
            <a:r>
              <a:rPr lang="en-US"/>
              <a:t>Speaker name or subtitle</a:t>
            </a:r>
            <a:endParaRPr/>
          </a:p>
        </p:txBody>
      </p:sp>
      <p:sp>
        <p:nvSpPr>
          <p:cNvPr id="1729232131" name="Text Placeholder 4"/>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ts val="0"/>
              </a:spcBef>
              <a:buNone/>
              <a:defRPr sz="1000" spc="0">
                <a:solidFill>
                  <a:schemeClr val="bg1"/>
                </a:solidFill>
                <a:latin typeface="+mn-lt"/>
                <a:cs typeface="Segoe UI"/>
              </a:defRPr>
            </a:lvl1pPr>
          </a:lstStyle>
          <a:p>
            <a:pPr lvl="0">
              <a:defRPr/>
            </a:pPr>
            <a:r>
              <a:rPr lang="en-US"/>
              <a:t>Date</a:t>
            </a:r>
            <a:endParaRPr/>
          </a:p>
        </p:txBody>
      </p:sp>
      <p:sp>
        <p:nvSpPr>
          <p:cNvPr id="1089568079" name="Text Placeholder 4"/>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ts val="0"/>
              </a:spcBef>
              <a:buNone/>
              <a:defRPr sz="1000" spc="0">
                <a:solidFill>
                  <a:schemeClr val="bg1"/>
                </a:solidFill>
                <a:latin typeface="+mn-lt"/>
                <a:cs typeface="Segoe UI"/>
              </a:defRPr>
            </a:lvl1pPr>
          </a:lstStyle>
          <a:p>
            <a:pPr lvl="0">
              <a:defRPr/>
            </a:pPr>
            <a:r>
              <a:rPr lang="en-US"/>
              <a:t>Microsoft confidential</a:t>
            </a:r>
            <a:endParaRPr/>
          </a:p>
        </p:txBody>
      </p:sp>
    </p:spTree>
    <p:extLst>
      <p:ext uri="{BB962C8B-B14F-4D97-AF65-F5344CB8AC3E}">
        <p14:creationId xmlns:p14="http://schemas.microsoft.com/office/powerpoint/2010/main" val="126999757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PhAnim="0" userDrawn="1">
  <p:cSld name="Small title - half page">
    <p:spTree>
      <p:nvGrpSpPr>
        <p:cNvPr id="1" name=""/>
        <p:cNvGrpSpPr/>
        <p:nvPr/>
      </p:nvGrpSpPr>
      <p:grpSpPr bwMode="auto">
        <a:xfrm>
          <a:off x="0" y="0"/>
          <a:ext cx="0" cy="0"/>
          <a:chOff x="0" y="0"/>
          <a:chExt cx="0" cy="0"/>
        </a:xfrm>
      </p:grpSpPr>
      <p:sp>
        <p:nvSpPr>
          <p:cNvPr id="1658793446" name="Title 2"/>
          <p:cNvSpPr>
            <a:spLocks noGrp="1"/>
          </p:cNvSpPr>
          <p:nvPr>
            <p:ph type="title" hasCustomPrompt="1"/>
          </p:nvPr>
        </p:nvSpPr>
        <p:spPr bwMode="auto">
          <a:xfrm>
            <a:off x="584200" y="457200"/>
            <a:ext cx="5508419" cy="372410"/>
          </a:xfrm>
        </p:spPr>
        <p:txBody>
          <a:bodyPr tIns="64008"/>
          <a:lstStyle>
            <a:lvl1pPr>
              <a:defRPr sz="2000" spc="0">
                <a:latin typeface="+mj-lt"/>
                <a:cs typeface="Segoe UI"/>
              </a:defRPr>
            </a:lvl1pPr>
          </a:lstStyle>
          <a:p>
            <a:pPr>
              <a:defRPr/>
            </a:pPr>
            <a:r>
              <a:rPr lang="en-US"/>
              <a:t>Click to edit title style</a:t>
            </a:r>
            <a:endParaRPr/>
          </a:p>
        </p:txBody>
      </p:sp>
      <p:sp>
        <p:nvSpPr>
          <p:cNvPr id="193438698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454785568"/>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PhAnim="0" userDrawn="1">
  <p:cSld name="Blank">
    <p:spTree>
      <p:nvGrpSpPr>
        <p:cNvPr id="1" name=""/>
        <p:cNvGrpSpPr/>
        <p:nvPr/>
      </p:nvGrpSpPr>
      <p:grpSpPr bwMode="auto">
        <a:xfrm>
          <a:off x="0" y="0"/>
          <a:ext cx="0" cy="0"/>
          <a:chOff x="0" y="0"/>
          <a:chExt cx="0" cy="0"/>
        </a:xfrm>
      </p:grpSpPr>
      <p:sp>
        <p:nvSpPr>
          <p:cNvPr id="86396564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395134707"/>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PhAnim="0" userDrawn="1">
  <p:cSld name="LearningPath2_WmGray">
    <p:bg>
      <p:bgPr>
        <a:solidFill>
          <a:srgbClr val="E8E6DF"/>
        </a:solidFill>
        <a:effectLst/>
      </p:bgPr>
    </p:bg>
    <p:spTree>
      <p:nvGrpSpPr>
        <p:cNvPr id="1" name=""/>
        <p:cNvGrpSpPr/>
        <p:nvPr/>
      </p:nvGrpSpPr>
      <p:grpSpPr bwMode="auto">
        <a:xfrm>
          <a:off x="0" y="0"/>
          <a:ext cx="0" cy="0"/>
          <a:chOff x="0" y="0"/>
          <a:chExt cx="0" cy="0"/>
        </a:xfrm>
      </p:grpSpPr>
      <p:sp>
        <p:nvSpPr>
          <p:cNvPr id="2049318712"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4964105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188714891" name="Graphic 3"/>
          <p:cNvPicPr>
            <a:picLocks noChangeAspect="1"/>
          </p:cNvPicPr>
          <p:nvPr userDrawn="1"/>
        </p:nvPicPr>
        <p:blipFill rotWithShape="1">
          <a:blip r:embed="rId2"/>
          <a:stretch/>
        </p:blipFill>
        <p:spPr bwMode="auto">
          <a:xfrm>
            <a:off x="-1" y="3144660"/>
            <a:ext cx="12192001" cy="3035200"/>
          </a:xfrm>
          <a:prstGeom prst="rect">
            <a:avLst/>
          </a:prstGeom>
        </p:spPr>
      </p:pic>
    </p:spTree>
    <p:extLst>
      <p:ext uri="{BB962C8B-B14F-4D97-AF65-F5344CB8AC3E}">
        <p14:creationId xmlns:p14="http://schemas.microsoft.com/office/powerpoint/2010/main" val="56583515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PhAnim="0" userDrawn="1">
  <p:cSld name="Text option_3 rows">
    <p:spTree>
      <p:nvGrpSpPr>
        <p:cNvPr id="1" name=""/>
        <p:cNvGrpSpPr/>
        <p:nvPr/>
      </p:nvGrpSpPr>
      <p:grpSpPr bwMode="auto">
        <a:xfrm>
          <a:off x="0" y="0"/>
          <a:ext cx="0" cy="0"/>
          <a:chOff x="0" y="0"/>
          <a:chExt cx="0" cy="0"/>
        </a:xfrm>
      </p:grpSpPr>
      <p:sp>
        <p:nvSpPr>
          <p:cNvPr id="686081867" name="Text Placeholder 4"/>
          <p:cNvSpPr>
            <a:spLocks noGrp="1"/>
          </p:cNvSpPr>
          <p:nvPr>
            <p:ph type="body" sz="quarter" idx="11" hasCustomPrompt="1"/>
          </p:nvPr>
        </p:nvSpPr>
        <p:spPr bwMode="auto">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2021229987" name="Text Placeholder 4"/>
          <p:cNvSpPr>
            <a:spLocks noGrp="1"/>
          </p:cNvSpPr>
          <p:nvPr>
            <p:ph type="body" sz="quarter" idx="15" hasCustomPrompt="1"/>
          </p:nvPr>
        </p:nvSpPr>
        <p:spPr bwMode="auto">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776458571" name="Text Placeholder 4"/>
          <p:cNvSpPr>
            <a:spLocks noGrp="1"/>
          </p:cNvSpPr>
          <p:nvPr>
            <p:ph type="body" sz="quarter" idx="17" hasCustomPrompt="1"/>
          </p:nvPr>
        </p:nvSpPr>
        <p:spPr bwMode="auto">
          <a:xfrm>
            <a:off x="1389460" y="3545276"/>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99500069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642204665"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cxnSp>
        <p:nvCxnSpPr>
          <p:cNvPr id="1336128212" name="Straight Connector 6"/>
          <p:cNvCxnSpPr/>
          <p:nvPr userDrawn="1"/>
        </p:nvCxnSpPr>
        <p:spPr bwMode="auto">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65573589" name="Straight Connector 7"/>
          <p:cNvCxnSpPr/>
          <p:nvPr userDrawn="1"/>
        </p:nvCxnSpPr>
        <p:spPr bwMode="auto">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617082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PhAnim="0" userDrawn="1">
  <p:cSld name="Text option_4 rows">
    <p:spTree>
      <p:nvGrpSpPr>
        <p:cNvPr id="1" name=""/>
        <p:cNvGrpSpPr/>
        <p:nvPr/>
      </p:nvGrpSpPr>
      <p:grpSpPr bwMode="auto">
        <a:xfrm>
          <a:off x="0" y="0"/>
          <a:ext cx="0" cy="0"/>
          <a:chOff x="0" y="0"/>
          <a:chExt cx="0" cy="0"/>
        </a:xfrm>
      </p:grpSpPr>
      <p:sp>
        <p:nvSpPr>
          <p:cNvPr id="358401319" name="Text Placeholder 4"/>
          <p:cNvSpPr>
            <a:spLocks noGrp="1"/>
          </p:cNvSpPr>
          <p:nvPr>
            <p:ph type="body" sz="quarter" idx="11" hasCustomPrompt="1"/>
          </p:nvPr>
        </p:nvSpPr>
        <p:spPr bwMode="auto">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1245097181" name="Straight Connector 19"/>
          <p:cNvCxnSpPr/>
          <p:nvPr userDrawn="1"/>
        </p:nvCxnSpPr>
        <p:spPr bwMode="auto">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305467002" name="Text Placeholder 4"/>
          <p:cNvSpPr>
            <a:spLocks noGrp="1"/>
          </p:cNvSpPr>
          <p:nvPr>
            <p:ph type="body" sz="quarter" idx="15" hasCustomPrompt="1"/>
          </p:nvPr>
        </p:nvSpPr>
        <p:spPr bwMode="auto">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1495441219" name="Straight Connector 20"/>
          <p:cNvCxnSpPr/>
          <p:nvPr userDrawn="1"/>
        </p:nvCxnSpPr>
        <p:spPr bwMode="auto">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79249847" name="Text Placeholder 4"/>
          <p:cNvSpPr>
            <a:spLocks noGrp="1"/>
          </p:cNvSpPr>
          <p:nvPr>
            <p:ph type="body" sz="quarter" idx="17" hasCustomPrompt="1"/>
          </p:nvPr>
        </p:nvSpPr>
        <p:spPr bwMode="auto">
          <a:xfrm>
            <a:off x="1389460" y="3545276"/>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792212314" name="Straight Connector 21"/>
          <p:cNvCxnSpPr/>
          <p:nvPr userDrawn="1"/>
        </p:nvCxnSpPr>
        <p:spPr bwMode="auto">
          <a:xfrm>
            <a:off x="1389695" y="445894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2112555720" name="Text Placeholder 4"/>
          <p:cNvSpPr>
            <a:spLocks noGrp="1"/>
          </p:cNvSpPr>
          <p:nvPr>
            <p:ph type="body" sz="quarter" idx="19" hasCustomPrompt="1"/>
          </p:nvPr>
        </p:nvSpPr>
        <p:spPr bwMode="auto">
          <a:xfrm>
            <a:off x="1389460" y="4591438"/>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55146634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212281030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Tree>
    <p:extLst>
      <p:ext uri="{BB962C8B-B14F-4D97-AF65-F5344CB8AC3E}">
        <p14:creationId xmlns:p14="http://schemas.microsoft.com/office/powerpoint/2010/main" val="2368289475"/>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PhAnim="0" userDrawn="1">
  <p:cSld name="Text option_5 rows">
    <p:spTree>
      <p:nvGrpSpPr>
        <p:cNvPr id="1" name=""/>
        <p:cNvGrpSpPr/>
        <p:nvPr/>
      </p:nvGrpSpPr>
      <p:grpSpPr bwMode="auto">
        <a:xfrm>
          <a:off x="0" y="0"/>
          <a:ext cx="0" cy="0"/>
          <a:chOff x="0" y="0"/>
          <a:chExt cx="0" cy="0"/>
        </a:xfrm>
      </p:grpSpPr>
      <p:sp>
        <p:nvSpPr>
          <p:cNvPr id="378907390" name="Text Placeholder 4"/>
          <p:cNvSpPr>
            <a:spLocks noGrp="1"/>
          </p:cNvSpPr>
          <p:nvPr>
            <p:ph type="body" sz="quarter" idx="11" hasCustomPrompt="1"/>
          </p:nvPr>
        </p:nvSpPr>
        <p:spPr bwMode="auto">
          <a:xfrm>
            <a:off x="1389460" y="1456896"/>
            <a:ext cx="10210404" cy="64562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572128797" name="Straight Connector 14"/>
          <p:cNvCxnSpPr/>
          <p:nvPr userDrawn="1"/>
        </p:nvCxnSpPr>
        <p:spPr bwMode="auto">
          <a:xfrm>
            <a:off x="1389695" y="2205973"/>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549160522" name="Text Placeholder 4"/>
          <p:cNvSpPr>
            <a:spLocks noGrp="1"/>
          </p:cNvSpPr>
          <p:nvPr>
            <p:ph type="body" sz="quarter" idx="15" hasCustomPrompt="1"/>
          </p:nvPr>
        </p:nvSpPr>
        <p:spPr bwMode="auto">
          <a:xfrm>
            <a:off x="1389460" y="2309426"/>
            <a:ext cx="10210404" cy="64890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547411928" name="Straight Connector 16"/>
          <p:cNvCxnSpPr/>
          <p:nvPr userDrawn="1"/>
        </p:nvCxnSpPr>
        <p:spPr bwMode="auto">
          <a:xfrm>
            <a:off x="1389695" y="306177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43679492" name="Text Placeholder 4"/>
          <p:cNvSpPr>
            <a:spLocks noGrp="1"/>
          </p:cNvSpPr>
          <p:nvPr>
            <p:ph type="body" sz="quarter" idx="17" hasCustomPrompt="1"/>
          </p:nvPr>
        </p:nvSpPr>
        <p:spPr bwMode="auto">
          <a:xfrm>
            <a:off x="1389460" y="3165232"/>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330636426" name="Straight Connector 18"/>
          <p:cNvCxnSpPr/>
          <p:nvPr userDrawn="1"/>
        </p:nvCxnSpPr>
        <p:spPr bwMode="auto">
          <a:xfrm>
            <a:off x="1389695" y="391758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191000295" name="Text Placeholder 4"/>
          <p:cNvSpPr>
            <a:spLocks noGrp="1"/>
          </p:cNvSpPr>
          <p:nvPr>
            <p:ph type="body" sz="quarter" idx="19" hasCustomPrompt="1"/>
          </p:nvPr>
        </p:nvSpPr>
        <p:spPr bwMode="auto">
          <a:xfrm>
            <a:off x="1389460" y="4021038"/>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2008308010" name="Straight Connector 10"/>
          <p:cNvCxnSpPr/>
          <p:nvPr userDrawn="1"/>
        </p:nvCxnSpPr>
        <p:spPr bwMode="auto">
          <a:xfrm>
            <a:off x="1389695" y="4773391"/>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08893516" name="Text Placeholder 4"/>
          <p:cNvSpPr>
            <a:spLocks noGrp="1"/>
          </p:cNvSpPr>
          <p:nvPr>
            <p:ph type="body" sz="quarter" idx="21" hasCustomPrompt="1"/>
          </p:nvPr>
        </p:nvSpPr>
        <p:spPr bwMode="auto">
          <a:xfrm>
            <a:off x="1389460" y="4876845"/>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sp>
        <p:nvSpPr>
          <p:cNvPr id="87999401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227364032"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Tree>
    <p:extLst>
      <p:ext uri="{BB962C8B-B14F-4D97-AF65-F5344CB8AC3E}">
        <p14:creationId xmlns:p14="http://schemas.microsoft.com/office/powerpoint/2010/main" val="1650081624"/>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PhAnim="0" userDrawn="1">
  <p:cSld name="1_Knowledge Check">
    <p:spTree>
      <p:nvGrpSpPr>
        <p:cNvPr id="1" name=""/>
        <p:cNvGrpSpPr/>
        <p:nvPr/>
      </p:nvGrpSpPr>
      <p:grpSpPr bwMode="auto">
        <a:xfrm>
          <a:off x="0" y="0"/>
          <a:ext cx="0" cy="0"/>
          <a:chOff x="0" y="0"/>
          <a:chExt cx="0" cy="0"/>
        </a:xfrm>
      </p:grpSpPr>
      <p:sp>
        <p:nvSpPr>
          <p:cNvPr id="1133906321" name="Rounded Rectangle 3_1"/>
          <p:cNvSpPr/>
          <p:nvPr userDrawn="1"/>
        </p:nvSpPr>
        <p:spPr bwMode="auto">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ts val="0"/>
              </a:spcBef>
              <a:spcAft>
                <a:spcPts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423132257" name="Title 1"/>
          <p:cNvSpPr>
            <a:spLocks noGrp="1"/>
          </p:cNvSpPr>
          <p:nvPr>
            <p:ph type="title"/>
          </p:nvPr>
        </p:nvSpPr>
        <p:spPr bwMode="auto">
          <a:xfrm>
            <a:off x="588262" y="585216"/>
            <a:ext cx="8193024" cy="369332"/>
          </a:xfrm>
        </p:spPr>
        <p:txBody>
          <a:bodyPr/>
          <a:lstStyle>
            <a:lvl1pPr>
              <a:defRPr sz="2400" b="0" i="0">
                <a:solidFill>
                  <a:schemeClr val="tx1"/>
                </a:solidFill>
                <a:latin typeface="+mj-lt"/>
                <a:cs typeface="Segoe UI Semibold"/>
              </a:defRPr>
            </a:lvl1pPr>
          </a:lstStyle>
          <a:p>
            <a:pPr>
              <a:defRPr/>
            </a:pPr>
            <a:r>
              <a:rPr lang="en-US"/>
              <a:t>Click to edit Master title style</a:t>
            </a:r>
            <a:endParaRPr/>
          </a:p>
        </p:txBody>
      </p:sp>
      <p:sp>
        <p:nvSpPr>
          <p:cNvPr id="49065992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067249553" name="Text Placeholder 11"/>
          <p:cNvSpPr>
            <a:spLocks noGrp="1"/>
          </p:cNvSpPr>
          <p:nvPr>
            <p:ph type="body" sz="quarter" idx="17"/>
          </p:nvPr>
        </p:nvSpPr>
        <p:spPr bwMode="auto">
          <a:xfrm>
            <a:off x="1235075" y="1594151"/>
            <a:ext cx="8778782" cy="399973"/>
          </a:xfrm>
          <a:prstGeom prst="rect">
            <a:avLst/>
          </a:prstGeom>
        </p:spPr>
        <p:txBody>
          <a:bodyPr anchor="t"/>
          <a:lstStyle>
            <a:lvl1pPr marL="0" indent="0">
              <a:spcBef>
                <a:spcPts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782901624" name="Text Placeholder 3"/>
          <p:cNvSpPr>
            <a:spLocks noGrp="1"/>
          </p:cNvSpPr>
          <p:nvPr>
            <p:ph type="body" sz="quarter" idx="15"/>
          </p:nvPr>
        </p:nvSpPr>
        <p:spPr bwMode="auto">
          <a:xfrm>
            <a:off x="1237265" y="1994124"/>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grpSp>
        <p:nvGrpSpPr>
          <p:cNvPr id="1557068889" name="Group 6"/>
          <p:cNvGrpSpPr/>
          <p:nvPr userDrawn="1"/>
        </p:nvGrpSpPr>
        <p:grpSpPr bwMode="auto">
          <a:xfrm>
            <a:off x="10107938" y="893763"/>
            <a:ext cx="1110600" cy="1110600"/>
            <a:chOff x="5540700" y="2116300"/>
            <a:chExt cx="1110600" cy="1110600"/>
          </a:xfrm>
        </p:grpSpPr>
        <p:sp>
          <p:nvSpPr>
            <p:cNvPr id="8" name="Oval 7"/>
            <p:cNvSpPr/>
            <p:nvPr/>
          </p:nvSpPr>
          <p:spPr bwMode="auto">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a:lnSpc>
                  <a:spcPct val="100000"/>
                </a:lnSpc>
                <a:spcBef>
                  <a:spcPts val="0"/>
                </a:spcBef>
                <a:spcAft>
                  <a:spcPts val="0"/>
                </a:spcAft>
                <a:buClrTx/>
                <a:buSzTx/>
                <a:buFontTx/>
                <a:buNone/>
                <a:defRPr/>
              </a:pPr>
              <a:endParaRPr lang="en-US" sz="1800" b="0" i="0" u="none" strike="noStrike" cap="none" spc="0">
                <a:ln>
                  <a:noFill/>
                </a:ln>
                <a:solidFill>
                  <a:srgbClr val="FFFFFF"/>
                </a:solidFill>
                <a:latin typeface="Segoe UI"/>
                <a:ea typeface="+mn-ea"/>
                <a:cs typeface="+mn-cs"/>
              </a:endParaRPr>
            </a:p>
          </p:txBody>
        </p:sp>
        <p:pic>
          <p:nvPicPr>
            <p:cNvPr id="9" name="Picture 8"/>
            <p:cNvPicPr/>
            <p:nvPr/>
          </p:nvPicPr>
          <p:blipFill rotWithShape="1">
            <a:blip r:embed="rId2"/>
            <a:stretch/>
          </p:blipFill>
          <p:spPr bwMode="auto">
            <a:xfrm>
              <a:off x="5749602" y="2325202"/>
              <a:ext cx="692796" cy="692796"/>
            </a:xfrm>
            <a:prstGeom prst="rect">
              <a:avLst/>
            </a:prstGeom>
            <a:noFill/>
          </p:spPr>
        </p:pic>
      </p:grpSp>
      <p:sp>
        <p:nvSpPr>
          <p:cNvPr id="209254441" name="Text Placeholder 11"/>
          <p:cNvSpPr>
            <a:spLocks noGrp="1"/>
          </p:cNvSpPr>
          <p:nvPr>
            <p:ph type="body" sz="quarter" idx="20"/>
          </p:nvPr>
        </p:nvSpPr>
        <p:spPr bwMode="auto">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defRPr/>
            </a:pPr>
            <a:r>
              <a:rPr lang="en-US"/>
              <a:t>Click to edit Master text styles</a:t>
            </a:r>
            <a:endParaRPr/>
          </a:p>
        </p:txBody>
      </p:sp>
      <p:sp>
        <p:nvSpPr>
          <p:cNvPr id="2094262434" name="Text Placeholder 3"/>
          <p:cNvSpPr>
            <a:spLocks noGrp="1"/>
          </p:cNvSpPr>
          <p:nvPr>
            <p:ph type="body" sz="quarter" idx="21"/>
          </p:nvPr>
        </p:nvSpPr>
        <p:spPr bwMode="auto">
          <a:xfrm>
            <a:off x="1237265" y="4898755"/>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052317594" name="Text Placeholder 11"/>
          <p:cNvSpPr>
            <a:spLocks noGrp="1"/>
          </p:cNvSpPr>
          <p:nvPr>
            <p:ph type="body" sz="quarter" idx="22"/>
          </p:nvPr>
        </p:nvSpPr>
        <p:spPr bwMode="auto">
          <a:xfrm>
            <a:off x="1235075" y="3042690"/>
            <a:ext cx="8778782" cy="406323"/>
          </a:xfrm>
          <a:prstGeom prst="rect">
            <a:avLst/>
          </a:prstGeom>
        </p:spPr>
        <p:txBody>
          <a:bodyPr anchor="t"/>
          <a:lstStyle>
            <a:lvl1pPr marL="0" indent="0">
              <a:spcBef>
                <a:spcPts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506860831" name="Text Placeholder 3"/>
          <p:cNvSpPr>
            <a:spLocks noGrp="1"/>
          </p:cNvSpPr>
          <p:nvPr>
            <p:ph type="body" sz="quarter" idx="23"/>
          </p:nvPr>
        </p:nvSpPr>
        <p:spPr bwMode="auto">
          <a:xfrm>
            <a:off x="1237265" y="3449013"/>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3864874625"/>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PhAnim="0" preserve="1" userDrawn="1">
  <p:cSld name="Title Slide">
    <p:bg>
      <p:bgPr>
        <a:blipFill rotWithShape="1">
          <a:blip r:embed="rId2">
            <a:lum/>
          </a:blip>
          <a:stretch/>
        </a:blipFill>
        <a:effectLst/>
      </p:bgPr>
    </p:bg>
    <p:spTree>
      <p:nvGrpSpPr>
        <p:cNvPr id="1" name=""/>
        <p:cNvGrpSpPr/>
        <p:nvPr/>
      </p:nvGrpSpPr>
      <p:grpSpPr bwMode="auto">
        <a:xfrm>
          <a:off x="0" y="0"/>
          <a:ext cx="0" cy="0"/>
          <a:chOff x="0" y="0"/>
          <a:chExt cx="0" cy="0"/>
        </a:xfrm>
      </p:grpSpPr>
      <p:pic>
        <p:nvPicPr>
          <p:cNvPr id="1770097678" name="MS logo gray - EMF" descr="Microsoft logo, gray text version"/>
          <p:cNvPicPr>
            <a:picLocks noChangeAspect="1"/>
          </p:cNvPicPr>
          <p:nvPr userDrawn="1"/>
        </p:nvPicPr>
        <p:blipFill rotWithShape="1">
          <a:blip>
            <a:extLst>
              <a:ext uri="{96DAC541-7B7A-43D3-8B79-37D633B846F1}">
                <asvg:svgBlip xmlns:asvg="http://schemas.microsoft.com/office/drawing/2016/SVG/main" r:embed="rId3"/>
              </a:ext>
            </a:extLst>
          </a:blip>
          <a:stretch/>
        </p:blipFill>
        <p:spPr bwMode="black">
          <a:xfrm>
            <a:off x="584200" y="585789"/>
            <a:ext cx="1366440" cy="292608"/>
          </a:xfrm>
          <a:prstGeom prst="rect">
            <a:avLst/>
          </a:prstGeom>
        </p:spPr>
      </p:pic>
      <p:sp>
        <p:nvSpPr>
          <p:cNvPr id="1672753923" name="Title 1"/>
          <p:cNvSpPr>
            <a:spLocks noGrp="1"/>
          </p:cNvSpPr>
          <p:nvPr>
            <p:ph type="title" hasCustomPrompt="1"/>
          </p:nvPr>
        </p:nvSpPr>
        <p:spPr bwMode="auto">
          <a:xfrm>
            <a:off x="569913" y="3551986"/>
            <a:ext cx="5686955" cy="1108121"/>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Event name or </a:t>
            </a:r>
            <a:br>
              <a:rPr lang="en-US"/>
            </a:br>
            <a:r>
              <a:rPr lang="en-US"/>
              <a:t>presentation title </a:t>
            </a:r>
            <a:endParaRPr/>
          </a:p>
        </p:txBody>
      </p:sp>
    </p:spTree>
    <p:extLst>
      <p:ext uri="{BB962C8B-B14F-4D97-AF65-F5344CB8AC3E}">
        <p14:creationId xmlns:p14="http://schemas.microsoft.com/office/powerpoint/2010/main" val="537202415"/>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PhAnim="0" preserve="1" userDrawn="1">
  <p:cSld name="Section Divider">
    <p:bg>
      <p:bgPr>
        <a:blipFill rotWithShape="1">
          <a:blip r:embed="rId2">
            <a:lum/>
          </a:blip>
          <a:stretch/>
        </a:blipFill>
        <a:effectLst/>
      </p:bgPr>
    </p:bg>
    <p:spTree>
      <p:nvGrpSpPr>
        <p:cNvPr id="1" name=""/>
        <p:cNvGrpSpPr/>
        <p:nvPr/>
      </p:nvGrpSpPr>
      <p:grpSpPr bwMode="auto">
        <a:xfrm>
          <a:off x="0" y="0"/>
          <a:ext cx="0" cy="0"/>
          <a:chOff x="0" y="0"/>
          <a:chExt cx="0" cy="0"/>
        </a:xfrm>
      </p:grpSpPr>
      <p:sp>
        <p:nvSpPr>
          <p:cNvPr id="682284978" name="Rectangle 1"/>
          <p:cNvSpPr/>
          <p:nvPr userDrawn="1"/>
        </p:nvSpPr>
        <p:spPr bwMode="auto">
          <a:xfrm>
            <a:off x="0" y="2396507"/>
            <a:ext cx="12192000" cy="1708727"/>
          </a:xfrm>
          <a:prstGeom prst="rect">
            <a:avLst/>
          </a:prstGeom>
          <a:solidFill>
            <a:srgbClr val="FCF7F4">
              <a:alpha val="4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049667152" name="Title 1"/>
          <p:cNvSpPr>
            <a:spLocks noGrp="1"/>
          </p:cNvSpPr>
          <p:nvPr>
            <p:ph type="title" hasCustomPrompt="1"/>
          </p:nvPr>
        </p:nvSpPr>
        <p:spPr bwMode="auto">
          <a:xfrm>
            <a:off x="0" y="2396508"/>
            <a:ext cx="9906000" cy="1708726"/>
          </a:xfrm>
          <a:prstGeom prst="rect">
            <a:avLst/>
          </a:prstGeom>
          <a:noFill/>
        </p:spPr>
        <p:txBody>
          <a:bodyPr wrap="square" lIns="640080" tIns="0" rIns="0" bIns="0" anchor="ctr" anchorCtr="0">
            <a:noAutofit/>
          </a:bodyPr>
          <a:lstStyle>
            <a:lvl1pPr>
              <a:defRPr sz="4100" b="0" i="0" spc="-51">
                <a:solidFill>
                  <a:schemeClr val="tx1"/>
                </a:solidFill>
                <a:latin typeface="+mn-lt"/>
                <a:cs typeface="Segoe UI"/>
              </a:defRPr>
            </a:lvl1pPr>
          </a:lstStyle>
          <a:p>
            <a:pPr>
              <a:defRPr/>
            </a:pPr>
            <a:r>
              <a:rPr lang="en-US"/>
              <a:t>Section divider title</a:t>
            </a:r>
            <a:endParaRPr/>
          </a:p>
        </p:txBody>
      </p:sp>
    </p:spTree>
    <p:extLst>
      <p:ext uri="{BB962C8B-B14F-4D97-AF65-F5344CB8AC3E}">
        <p14:creationId xmlns:p14="http://schemas.microsoft.com/office/powerpoint/2010/main" val="3606693368"/>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PhAnim="0" preserve="1" userDrawn="1">
  <p:cSld name="Agenda">
    <p:bg>
      <p:bgPr>
        <a:solidFill>
          <a:srgbClr val="E8E6DF"/>
        </a:solidFill>
        <a:effectLst/>
      </p:bgPr>
    </p:bg>
    <p:spTree>
      <p:nvGrpSpPr>
        <p:cNvPr id="1" name=""/>
        <p:cNvGrpSpPr/>
        <p:nvPr/>
      </p:nvGrpSpPr>
      <p:grpSpPr bwMode="auto">
        <a:xfrm>
          <a:off x="0" y="0"/>
          <a:ext cx="0" cy="0"/>
          <a:chOff x="0" y="0"/>
          <a:chExt cx="0" cy="0"/>
        </a:xfrm>
      </p:grpSpPr>
      <p:sp>
        <p:nvSpPr>
          <p:cNvPr id="425611665" name="Title 1"/>
          <p:cNvSpPr>
            <a:spLocks noGrp="1"/>
          </p:cNvSpPr>
          <p:nvPr>
            <p:ph type="title" hasCustomPrompt="1"/>
          </p:nvPr>
        </p:nvSpPr>
        <p:spPr bwMode="auto"/>
        <p:txBody>
          <a:bodyPr/>
          <a:lstStyle>
            <a:lvl1pPr>
              <a:defRPr/>
            </a:lvl1pPr>
          </a:lstStyle>
          <a:p>
            <a:pPr>
              <a:defRPr/>
            </a:pPr>
            <a:r>
              <a:rPr lang="en-US"/>
              <a:t>Click to add text</a:t>
            </a:r>
            <a:endParaRPr/>
          </a:p>
        </p:txBody>
      </p:sp>
      <p:sp>
        <p:nvSpPr>
          <p:cNvPr id="279857185"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p:txBody>
      </p:sp>
      <p:cxnSp>
        <p:nvCxnSpPr>
          <p:cNvPr id="304762467" name="Straight Connector 2"/>
          <p:cNvCxnSpPr/>
          <p:nvPr userDrawn="1"/>
        </p:nvCxnSpPr>
        <p:spPr bwMode="auto">
          <a:xfrm>
            <a:off x="457200" y="1050761"/>
            <a:ext cx="11222038" cy="0"/>
          </a:xfrm>
          <a:prstGeom prst="line">
            <a:avLst/>
          </a:prstGeom>
          <a:ln w="76200" cap="rnd">
            <a:gradFill>
              <a:gsLst>
                <a:gs pos="0">
                  <a:schemeClr val="accent3"/>
                </a:gs>
                <a:gs pos="22000">
                  <a:srgbClr val="F4364C"/>
                </a:gs>
                <a:gs pos="48000">
                  <a:schemeClr val="accent2"/>
                </a:gs>
                <a:gs pos="97531">
                  <a:srgbClr val="8DC8E8"/>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182270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PhAnim="0" preserve="1" userDrawn="1">
  <p:cSld name="Learning objectives">
    <p:bg>
      <p:bgPr>
        <a:blipFill rotWithShape="1">
          <a:blip r:embed="rId2">
            <a:lum/>
          </a:blip>
          <a:stretch/>
        </a:blipFill>
        <a:effectLst/>
      </p:bgPr>
    </p:bg>
    <p:spTree>
      <p:nvGrpSpPr>
        <p:cNvPr id="1" name=""/>
        <p:cNvGrpSpPr/>
        <p:nvPr/>
      </p:nvGrpSpPr>
      <p:grpSpPr bwMode="auto">
        <a:xfrm>
          <a:off x="0" y="0"/>
          <a:ext cx="0" cy="0"/>
          <a:chOff x="0" y="0"/>
          <a:chExt cx="0" cy="0"/>
        </a:xfrm>
      </p:grpSpPr>
      <p:sp>
        <p:nvSpPr>
          <p:cNvPr id="232888663" name="Title 6"/>
          <p:cNvSpPr>
            <a:spLocks noGrp="1"/>
          </p:cNvSpPr>
          <p:nvPr>
            <p:ph type="title"/>
          </p:nvPr>
        </p:nvSpPr>
        <p:spPr bwMode="auto"/>
        <p:txBody>
          <a:bodyPr/>
          <a:lstStyle/>
          <a:p>
            <a:pPr>
              <a:defRPr/>
            </a:pPr>
            <a:r>
              <a:rPr lang="en-US"/>
              <a:t>Click to edit Master title style</a:t>
            </a:r>
            <a:endParaRPr/>
          </a:p>
        </p:txBody>
      </p:sp>
      <p:sp>
        <p:nvSpPr>
          <p:cNvPr id="2076561333"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extLst>
      <p:ext uri="{BB962C8B-B14F-4D97-AF65-F5344CB8AC3E}">
        <p14:creationId xmlns:p14="http://schemas.microsoft.com/office/powerpoint/2010/main" val="4148339189"/>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PhAnim="0" preserve="1" userDrawn="1">
  <p:cSld name="Title | Content">
    <p:spTree>
      <p:nvGrpSpPr>
        <p:cNvPr id="1" name=""/>
        <p:cNvGrpSpPr/>
        <p:nvPr/>
      </p:nvGrpSpPr>
      <p:grpSpPr bwMode="auto">
        <a:xfrm>
          <a:off x="0" y="0"/>
          <a:ext cx="0" cy="0"/>
          <a:chOff x="0" y="0"/>
          <a:chExt cx="0" cy="0"/>
        </a:xfrm>
      </p:grpSpPr>
      <p:sp>
        <p:nvSpPr>
          <p:cNvPr id="1094218337" name="Title 1"/>
          <p:cNvSpPr>
            <a:spLocks noGrp="1"/>
          </p:cNvSpPr>
          <p:nvPr>
            <p:ph type="title"/>
          </p:nvPr>
        </p:nvSpPr>
        <p:spPr bwMode="auto"/>
        <p:txBody>
          <a:bodyPr/>
          <a:lstStyle/>
          <a:p>
            <a:pPr>
              <a:defRPr/>
            </a:pPr>
            <a:r>
              <a:rPr lang="en-US"/>
              <a:t>Click to edit Master title style</a:t>
            </a:r>
            <a:endParaRPr/>
          </a:p>
        </p:txBody>
      </p:sp>
      <p:sp>
        <p:nvSpPr>
          <p:cNvPr id="374021283"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extLst>
      <p:ext uri="{BB962C8B-B14F-4D97-AF65-F5344CB8AC3E}">
        <p14:creationId xmlns:p14="http://schemas.microsoft.com/office/powerpoint/2010/main" val="245905653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PhAnim="0" preserve="1" userDrawn="1">
  <p:cSld name="Title | Subtitle">
    <p:spTree>
      <p:nvGrpSpPr>
        <p:cNvPr id="1" name=""/>
        <p:cNvGrpSpPr/>
        <p:nvPr/>
      </p:nvGrpSpPr>
      <p:grpSpPr bwMode="auto">
        <a:xfrm>
          <a:off x="0" y="0"/>
          <a:ext cx="0" cy="0"/>
          <a:chOff x="0" y="0"/>
          <a:chExt cx="0" cy="0"/>
        </a:xfrm>
      </p:grpSpPr>
      <p:sp>
        <p:nvSpPr>
          <p:cNvPr id="222240036" name="Title 1"/>
          <p:cNvSpPr>
            <a:spLocks noGrp="1"/>
          </p:cNvSpPr>
          <p:nvPr>
            <p:ph type="title"/>
          </p:nvPr>
        </p:nvSpPr>
        <p:spPr bwMode="auto"/>
        <p:txBody>
          <a:bodyPr/>
          <a:lstStyle/>
          <a:p>
            <a:pPr>
              <a:defRPr/>
            </a:pPr>
            <a:r>
              <a:rPr lang="en-US"/>
              <a:t>Click to edit Master title style</a:t>
            </a:r>
            <a:endParaRPr/>
          </a:p>
        </p:txBody>
      </p:sp>
      <p:sp>
        <p:nvSpPr>
          <p:cNvPr id="1382573823" name="Content Placeholder 5"/>
          <p:cNvSpPr>
            <a:spLocks noGrp="1"/>
          </p:cNvSpPr>
          <p:nvPr>
            <p:ph sz="quarter" idx="10"/>
          </p:nvPr>
        </p:nvSpPr>
        <p:spPr bwMode="auto">
          <a:xfrm>
            <a:off x="457200" y="1506084"/>
            <a:ext cx="11222038" cy="4524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2927172" name="Text Placeholder 7"/>
          <p:cNvSpPr>
            <a:spLocks noGrp="1"/>
          </p:cNvSpPr>
          <p:nvPr>
            <p:ph type="body" sz="quarter" idx="11"/>
          </p:nvPr>
        </p:nvSpPr>
        <p:spPr bwMode="auto">
          <a:xfrm>
            <a:off x="457200" y="998538"/>
            <a:ext cx="11222038" cy="425450"/>
          </a:xfrm>
        </p:spPr>
        <p:txBody>
          <a:bodyPr/>
          <a:lstStyle>
            <a:lvl1pPr marL="0" indent="0">
              <a:buNone/>
              <a:defRPr lang="en-US" sz="2250" spc="0">
                <a:solidFill>
                  <a:srgbClr val="003C6A"/>
                </a:solidFill>
                <a:latin typeface="Segoe UI Semibold"/>
                <a:ea typeface="+mn-ea"/>
                <a:cs typeface="Segoe UI Semibold"/>
              </a:defRPr>
            </a:lvl1pPr>
          </a:lstStyle>
          <a:p>
            <a:pPr lvl="0">
              <a:defRPr/>
            </a:pPr>
            <a:r>
              <a:rPr lang="en-US"/>
              <a:t>Click to edit Master text styles</a:t>
            </a:r>
            <a:endParaRPr/>
          </a:p>
        </p:txBody>
      </p:sp>
    </p:spTree>
    <p:extLst>
      <p:ext uri="{BB962C8B-B14F-4D97-AF65-F5344CB8AC3E}">
        <p14:creationId xmlns:p14="http://schemas.microsoft.com/office/powerpoint/2010/main" val="3359844199"/>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PhAnim="0" preserve="1" userDrawn="1">
  <p:cSld name="Lab | Exercise">
    <p:spTree>
      <p:nvGrpSpPr>
        <p:cNvPr id="1" name=""/>
        <p:cNvGrpSpPr/>
        <p:nvPr/>
      </p:nvGrpSpPr>
      <p:grpSpPr bwMode="auto">
        <a:xfrm>
          <a:off x="0" y="0"/>
          <a:ext cx="0" cy="0"/>
          <a:chOff x="0" y="0"/>
          <a:chExt cx="0" cy="0"/>
        </a:xfrm>
      </p:grpSpPr>
      <p:sp>
        <p:nvSpPr>
          <p:cNvPr id="49816266" name="Title 1"/>
          <p:cNvSpPr>
            <a:spLocks noGrp="1"/>
          </p:cNvSpPr>
          <p:nvPr>
            <p:ph type="title" hasCustomPrompt="1"/>
          </p:nvPr>
        </p:nvSpPr>
        <p:spPr bwMode="auto"/>
        <p:txBody>
          <a:bodyPr/>
          <a:lstStyle>
            <a:lvl1pPr>
              <a:defRPr/>
            </a:lvl1pPr>
          </a:lstStyle>
          <a:p>
            <a:pPr>
              <a:defRPr/>
            </a:pPr>
            <a:r>
              <a:rPr lang="en-US"/>
              <a:t>Click to lab/exercise title</a:t>
            </a:r>
            <a:endParaRPr/>
          </a:p>
        </p:txBody>
      </p:sp>
      <p:sp>
        <p:nvSpPr>
          <p:cNvPr id="97134373" name="Rectangle: Rounded Corners 3"/>
          <p:cNvSpPr/>
          <p:nvPr userDrawn="1"/>
        </p:nvSpPr>
        <p:spPr bwMode="auto">
          <a:xfrm>
            <a:off x="395187" y="1555423"/>
            <a:ext cx="5816337" cy="4383464"/>
          </a:xfrm>
          <a:prstGeom prst="roundRect">
            <a:avLst>
              <a:gd name="adj" fmla="val 5914"/>
            </a:avLst>
          </a:prstGeom>
          <a:solidFill>
            <a:srgbClr val="F4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73040872" name="Content Placeholder 4"/>
          <p:cNvSpPr>
            <a:spLocks noGrp="1"/>
          </p:cNvSpPr>
          <p:nvPr>
            <p:ph sz="quarter" idx="12"/>
          </p:nvPr>
        </p:nvSpPr>
        <p:spPr bwMode="auto">
          <a:xfrm>
            <a:off x="702393"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893701101" name="Content Placeholder 4"/>
          <p:cNvSpPr>
            <a:spLocks noGrp="1"/>
          </p:cNvSpPr>
          <p:nvPr>
            <p:ph sz="quarter" idx="13"/>
          </p:nvPr>
        </p:nvSpPr>
        <p:spPr bwMode="auto">
          <a:xfrm>
            <a:off x="6469932"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extLst>
      <p:ext uri="{BB962C8B-B14F-4D97-AF65-F5344CB8AC3E}">
        <p14:creationId xmlns:p14="http://schemas.microsoft.com/office/powerpoint/2010/main" val="2501654963"/>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PhAnim="0" preserve="1" userDrawn="1">
  <p:cSld name="Summary | KC">
    <p:spTree>
      <p:nvGrpSpPr>
        <p:cNvPr id="1" name=""/>
        <p:cNvGrpSpPr/>
        <p:nvPr/>
      </p:nvGrpSpPr>
      <p:grpSpPr bwMode="auto">
        <a:xfrm>
          <a:off x="0" y="0"/>
          <a:ext cx="0" cy="0"/>
          <a:chOff x="0" y="0"/>
          <a:chExt cx="0" cy="0"/>
        </a:xfrm>
      </p:grpSpPr>
      <p:sp>
        <p:nvSpPr>
          <p:cNvPr id="390519832" name="Title 1"/>
          <p:cNvSpPr>
            <a:spLocks noGrp="1"/>
          </p:cNvSpPr>
          <p:nvPr>
            <p:ph type="title" hasCustomPrompt="1"/>
          </p:nvPr>
        </p:nvSpPr>
        <p:spPr bwMode="auto"/>
        <p:txBody>
          <a:bodyPr/>
          <a:lstStyle>
            <a:lvl1pPr>
              <a:defRPr/>
            </a:lvl1pPr>
          </a:lstStyle>
          <a:p>
            <a:pPr>
              <a:defRPr/>
            </a:pPr>
            <a:r>
              <a:rPr lang="en-US"/>
              <a:t>Click to add summary</a:t>
            </a:r>
            <a:endParaRPr/>
          </a:p>
        </p:txBody>
      </p:sp>
      <p:sp>
        <p:nvSpPr>
          <p:cNvPr id="608295794" name="Rectangle: Rounded Corners 3"/>
          <p:cNvSpPr/>
          <p:nvPr userDrawn="1"/>
        </p:nvSpPr>
        <p:spPr bwMode="auto">
          <a:xfrm>
            <a:off x="5863473" y="1555423"/>
            <a:ext cx="5816337" cy="4383464"/>
          </a:xfrm>
          <a:prstGeom prst="roundRect">
            <a:avLst>
              <a:gd name="adj" fmla="val 5914"/>
            </a:avLst>
          </a:prstGeom>
          <a:solidFill>
            <a:srgbClr val="F4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40020797" name="Content Placeholder 4"/>
          <p:cNvSpPr>
            <a:spLocks noGrp="1"/>
          </p:cNvSpPr>
          <p:nvPr>
            <p:ph sz="quarter" idx="12"/>
          </p:nvPr>
        </p:nvSpPr>
        <p:spPr bwMode="auto">
          <a:xfrm>
            <a:off x="426610"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extLst>
      <p:ext uri="{BB962C8B-B14F-4D97-AF65-F5344CB8AC3E}">
        <p14:creationId xmlns:p14="http://schemas.microsoft.com/office/powerpoint/2010/main" val="1642912057"/>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PhAnim="0" preserve="1" userDrawn="1">
  <p:cSld name="1_Summary | KC">
    <p:spTree>
      <p:nvGrpSpPr>
        <p:cNvPr id="1" name=""/>
        <p:cNvGrpSpPr/>
        <p:nvPr/>
      </p:nvGrpSpPr>
      <p:grpSpPr bwMode="auto">
        <a:xfrm>
          <a:off x="0" y="0"/>
          <a:ext cx="0" cy="0"/>
          <a:chOff x="0" y="0"/>
          <a:chExt cx="0" cy="0"/>
        </a:xfrm>
      </p:grpSpPr>
      <p:sp>
        <p:nvSpPr>
          <p:cNvPr id="2063942265" name="Title 1"/>
          <p:cNvSpPr>
            <a:spLocks noGrp="1"/>
          </p:cNvSpPr>
          <p:nvPr>
            <p:ph type="title" hasCustomPrompt="1"/>
          </p:nvPr>
        </p:nvSpPr>
        <p:spPr bwMode="auto"/>
        <p:txBody>
          <a:bodyPr/>
          <a:lstStyle>
            <a:lvl1pPr>
              <a:defRPr/>
            </a:lvl1pPr>
          </a:lstStyle>
          <a:p>
            <a:pPr>
              <a:defRPr/>
            </a:pPr>
            <a:r>
              <a:rPr lang="en-US"/>
              <a:t>Click to add summary</a:t>
            </a:r>
            <a:endParaRPr/>
          </a:p>
        </p:txBody>
      </p:sp>
      <p:sp>
        <p:nvSpPr>
          <p:cNvPr id="1514606875" name="Rectangle: Rounded Corners 3"/>
          <p:cNvSpPr/>
          <p:nvPr userDrawn="1"/>
        </p:nvSpPr>
        <p:spPr bwMode="auto">
          <a:xfrm>
            <a:off x="457201" y="1555423"/>
            <a:ext cx="11222610" cy="4383464"/>
          </a:xfrm>
          <a:prstGeom prst="roundRect">
            <a:avLst>
              <a:gd name="adj" fmla="val 5914"/>
            </a:avLst>
          </a:prstGeom>
          <a:solidFill>
            <a:srgbClr val="F4F3F5"/>
          </a:solidFill>
          <a:ln>
            <a:solidFill>
              <a:schemeClr val="accent5">
                <a:lumMod val="60000"/>
                <a:lumOff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extLst>
      <p:ext uri="{BB962C8B-B14F-4D97-AF65-F5344CB8AC3E}">
        <p14:creationId xmlns:p14="http://schemas.microsoft.com/office/powerpoint/2010/main" val="1983222052"/>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PhAnim="0" userDrawn="1">
  <p:cSld name="Summary">
    <p:spTree>
      <p:nvGrpSpPr>
        <p:cNvPr id="1" name=""/>
        <p:cNvGrpSpPr/>
        <p:nvPr/>
      </p:nvGrpSpPr>
      <p:grpSpPr bwMode="auto">
        <a:xfrm>
          <a:off x="0" y="0"/>
          <a:ext cx="0" cy="0"/>
          <a:chOff x="0" y="0"/>
          <a:chExt cx="0" cy="0"/>
        </a:xfrm>
      </p:grpSpPr>
      <p:sp>
        <p:nvSpPr>
          <p:cNvPr id="1178321140" name="Title 1"/>
          <p:cNvSpPr>
            <a:spLocks noGrp="1"/>
          </p:cNvSpPr>
          <p:nvPr>
            <p:ph type="title"/>
          </p:nvPr>
        </p:nvSpPr>
        <p:spPr bwMode="auto">
          <a:xfrm>
            <a:off x="588262" y="585216"/>
            <a:ext cx="8193024" cy="492443"/>
          </a:xfrm>
        </p:spPr>
        <p:txBody>
          <a:bodyPr/>
          <a:lstStyle>
            <a:lvl1pPr>
              <a:defRPr sz="3200" b="0" i="0">
                <a:solidFill>
                  <a:schemeClr val="tx1"/>
                </a:solidFill>
                <a:latin typeface="+mj-lt"/>
                <a:cs typeface="Segoe UI Semibold"/>
              </a:defRPr>
            </a:lvl1pPr>
          </a:lstStyle>
          <a:p>
            <a:pPr>
              <a:defRPr/>
            </a:pPr>
            <a:r>
              <a:rPr lang="en-US"/>
              <a:t>Click to edit Master title style</a:t>
            </a:r>
            <a:endParaRPr/>
          </a:p>
        </p:txBody>
      </p:sp>
      <p:sp>
        <p:nvSpPr>
          <p:cNvPr id="692605568" name="Footer Placeholder 10"/>
          <p:cNvSpPr>
            <a:spLocks noGrp="1"/>
          </p:cNvSpPr>
          <p:nvPr>
            <p:ph type="ftr" sz="quarter" idx="3"/>
          </p:nvPr>
        </p:nvSpPr>
        <p:spPr bwMode="auto">
          <a:xfrm>
            <a:off x="43561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496480302" name="Text Placeholder 11"/>
          <p:cNvSpPr>
            <a:spLocks noGrp="1"/>
          </p:cNvSpPr>
          <p:nvPr>
            <p:ph type="body" sz="quarter" idx="17"/>
          </p:nvPr>
        </p:nvSpPr>
        <p:spPr bwMode="auto">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360188170" name="Text Placeholder 3"/>
          <p:cNvSpPr>
            <a:spLocks noGrp="1"/>
          </p:cNvSpPr>
          <p:nvPr>
            <p:ph type="body" sz="quarter" idx="35"/>
          </p:nvPr>
        </p:nvSpPr>
        <p:spPr bwMode="auto">
          <a:xfrm>
            <a:off x="4358229" y="2578100"/>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442774203" name="Text Placeholder 11"/>
          <p:cNvSpPr>
            <a:spLocks noGrp="1"/>
          </p:cNvSpPr>
          <p:nvPr>
            <p:ph type="body" sz="quarter" idx="34"/>
          </p:nvPr>
        </p:nvSpPr>
        <p:spPr bwMode="auto">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Tree>
    <p:extLst>
      <p:ext uri="{BB962C8B-B14F-4D97-AF65-F5344CB8AC3E}">
        <p14:creationId xmlns:p14="http://schemas.microsoft.com/office/powerpoint/2010/main" val="727585098"/>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PhAnim="0" userDrawn="1">
  <p:cSld name="LearningPath1_WmGray">
    <p:bg>
      <p:bgPr>
        <a:solidFill>
          <a:srgbClr val="E8E6DF"/>
        </a:solidFill>
        <a:effectLst/>
      </p:bgPr>
    </p:bg>
    <p:spTree>
      <p:nvGrpSpPr>
        <p:cNvPr id="1" name=""/>
        <p:cNvGrpSpPr/>
        <p:nvPr/>
      </p:nvGrpSpPr>
      <p:grpSpPr bwMode="auto">
        <a:xfrm>
          <a:off x="0" y="0"/>
          <a:ext cx="0" cy="0"/>
          <a:chOff x="0" y="0"/>
          <a:chExt cx="0" cy="0"/>
        </a:xfrm>
      </p:grpSpPr>
      <p:sp>
        <p:nvSpPr>
          <p:cNvPr id="1005378728" name="Title 1"/>
          <p:cNvSpPr>
            <a:spLocks noGrp="1"/>
          </p:cNvSpPr>
          <p:nvPr>
            <p:ph type="title"/>
          </p:nvPr>
        </p:nvSpPr>
        <p:spPr bwMode="auto">
          <a:xfrm>
            <a:off x="588262" y="585216"/>
            <a:ext cx="8193024" cy="492443"/>
          </a:xfrm>
        </p:spPr>
        <p:txBody>
          <a:bodyPr/>
          <a:lstStyle>
            <a:lvl1pPr>
              <a:defRPr sz="3200" b="0" i="0">
                <a:solidFill>
                  <a:schemeClr val="tx1"/>
                </a:solidFill>
                <a:latin typeface="+mj-lt"/>
                <a:cs typeface="Segoe UI Semibold"/>
              </a:defRPr>
            </a:lvl1pPr>
          </a:lstStyle>
          <a:p>
            <a:pPr>
              <a:defRPr/>
            </a:pPr>
            <a:r>
              <a:rPr lang="en-US"/>
              <a:t>Click to edit Master title style</a:t>
            </a:r>
            <a:endParaRPr/>
          </a:p>
        </p:txBody>
      </p:sp>
      <p:sp>
        <p:nvSpPr>
          <p:cNvPr id="179173778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518803656" name="Graphic 5"/>
          <p:cNvPicPr>
            <a:picLocks noChangeAspect="1"/>
          </p:cNvPicPr>
          <p:nvPr userDrawn="1"/>
        </p:nvPicPr>
        <p:blipFill rotWithShape="1">
          <a:blip r:embed="rId2"/>
          <a:stretch/>
        </p:blipFill>
        <p:spPr bwMode="auto">
          <a:xfrm>
            <a:off x="-1" y="2827846"/>
            <a:ext cx="12192001" cy="3035200"/>
          </a:xfrm>
          <a:prstGeom prst="rect">
            <a:avLst/>
          </a:prstGeom>
        </p:spPr>
      </p:pic>
    </p:spTree>
    <p:extLst>
      <p:ext uri="{BB962C8B-B14F-4D97-AF65-F5344CB8AC3E}">
        <p14:creationId xmlns:p14="http://schemas.microsoft.com/office/powerpoint/2010/main" val="3395746408"/>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PhAnim="0" preserve="1" userDrawn="1">
  <p:cSld name="Walk-in">
    <p:bg bwMode="gray">
      <p:bgPr>
        <a:solidFill>
          <a:schemeClr val="tx2"/>
        </a:solidFill>
        <a:effectLst/>
      </p:bgPr>
    </p:bg>
    <p:spTree>
      <p:nvGrpSpPr>
        <p:cNvPr id="1" name=""/>
        <p:cNvGrpSpPr/>
        <p:nvPr/>
      </p:nvGrpSpPr>
      <p:grpSpPr bwMode="auto">
        <a:xfrm>
          <a:off x="0" y="0"/>
          <a:ext cx="0" cy="0"/>
          <a:chOff x="0" y="0"/>
          <a:chExt cx="0" cy="0"/>
        </a:xfrm>
      </p:grpSpPr>
      <p:pic>
        <p:nvPicPr>
          <p:cNvPr id="2145221676" name="MS logo white - EMF" descr="Microsoft logo white text version"/>
          <p:cNvPicPr>
            <a:picLocks noChangeAspect="1"/>
          </p:cNvPicPr>
          <p:nvPr userDrawn="1"/>
        </p:nvPicPr>
        <p:blipFill rotWithShape="1">
          <a:blip>
            <a:extLst>
              <a:ext uri="{96DAC541-7B7A-43D3-8B79-37D633B846F1}">
                <asvg:svgBlip xmlns:asvg="http://schemas.microsoft.com/office/drawing/2016/SVG/main" r:embed="rId2"/>
              </a:ext>
            </a:extLst>
          </a:blip>
          <a:stretch/>
        </p:blipFill>
        <p:spPr bwMode="black">
          <a:xfrm>
            <a:off x="584200" y="585788"/>
            <a:ext cx="1366245" cy="292608"/>
          </a:xfrm>
          <a:prstGeom prst="rect">
            <a:avLst/>
          </a:prstGeom>
        </p:spPr>
      </p:pic>
      <p:pic>
        <p:nvPicPr>
          <p:cNvPr id="2112483694" name="Picture 3" descr="Microsoft Learn&#10;Spark possibility"/>
          <p:cNvPicPr>
            <a:picLocks noGrp="1" noRot="1" noMove="1" noResize="1" noEditPoints="1" noAdjustHandles="1" noChangeArrowheads="1" noChangeShapeType="1" noCrop="1"/>
          </p:cNvPicPr>
          <p:nvPr userDrawn="1"/>
        </p:nvPicPr>
        <p:blipFill rotWithShape="1">
          <a:blip r:embed="rId3"/>
          <a:stretch/>
        </p:blipFill>
        <p:spPr bwMode="auto">
          <a:xfrm>
            <a:off x="223228" y="2573202"/>
            <a:ext cx="5344642" cy="1681958"/>
          </a:xfrm>
          <a:prstGeom prst="rect">
            <a:avLst/>
          </a:prstGeom>
        </p:spPr>
      </p:pic>
      <p:sp>
        <p:nvSpPr>
          <p:cNvPr id="35574361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bg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t>© Copyright Microsoft Corporation. All rights reserved.</a:t>
            </a:r>
            <a:endParaRPr/>
          </a:p>
        </p:txBody>
      </p:sp>
    </p:spTree>
    <p:extLst>
      <p:ext uri="{BB962C8B-B14F-4D97-AF65-F5344CB8AC3E}">
        <p14:creationId xmlns:p14="http://schemas.microsoft.com/office/powerpoint/2010/main" val="2418464048"/>
      </p:ext>
    </p:extLst>
  </p:cSld>
  <p:clrMapOvr>
    <a:overrideClrMapping bg1="lt1" tx1="dk1" bg2="lt2" tx2="dk2" accent1="accent1" accent2="accent2" accent3="accent3" accent4="accent4" accent5="accent5" accent6="accent6" hlink="hlink" folHlink="folHlink"/>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PhAnim="0" preserve="1" userDrawn="1">
  <p:cSld name="Title Slide">
    <p:bg>
      <p:bgPr>
        <a:solidFill>
          <a:srgbClr val="E8E6DF"/>
        </a:solidFill>
        <a:effectLst/>
      </p:bgPr>
    </p:bg>
    <p:spTree>
      <p:nvGrpSpPr>
        <p:cNvPr id="1" name=""/>
        <p:cNvGrpSpPr/>
        <p:nvPr/>
      </p:nvGrpSpPr>
      <p:grpSpPr bwMode="auto">
        <a:xfrm>
          <a:off x="0" y="0"/>
          <a:ext cx="0" cy="0"/>
          <a:chOff x="0" y="0"/>
          <a:chExt cx="0" cy="0"/>
        </a:xfrm>
      </p:grpSpPr>
      <p:pic>
        <p:nvPicPr>
          <p:cNvPr id="879765343" name="Picture 9"/>
          <p:cNvPicPr>
            <a:picLocks noChangeAspect="1"/>
          </p:cNvPicPr>
          <p:nvPr userDrawn="1"/>
        </p:nvPicPr>
        <p:blipFill rotWithShape="1">
          <a:blip r:embed="rId2"/>
          <a:stretch/>
        </p:blipFill>
        <p:spPr bwMode="auto">
          <a:xfrm>
            <a:off x="0" y="0"/>
            <a:ext cx="12192000" cy="6858000"/>
          </a:xfrm>
          <a:prstGeom prst="rect">
            <a:avLst/>
          </a:prstGeom>
        </p:spPr>
      </p:pic>
      <p:pic>
        <p:nvPicPr>
          <p:cNvPr id="1162241826" name="MS logo gray - EMF" descr="Microsoft logo, gray text version"/>
          <p:cNvPicPr>
            <a:picLocks noChangeAspect="1"/>
          </p:cNvPicPr>
          <p:nvPr userDrawn="1"/>
        </p:nvPicPr>
        <p:blipFill rotWithShape="1">
          <a:blip r:embed="rId3"/>
          <a:stretch/>
        </p:blipFill>
        <p:spPr bwMode="black">
          <a:xfrm>
            <a:off x="584200" y="585788"/>
            <a:ext cx="1366440" cy="292608"/>
          </a:xfrm>
          <a:prstGeom prst="rect">
            <a:avLst/>
          </a:prstGeom>
        </p:spPr>
      </p:pic>
      <p:sp>
        <p:nvSpPr>
          <p:cNvPr id="922256023" name="Title 1"/>
          <p:cNvSpPr>
            <a:spLocks noGrp="1"/>
          </p:cNvSpPr>
          <p:nvPr>
            <p:ph type="title" hasCustomPrompt="1"/>
          </p:nvPr>
        </p:nvSpPr>
        <p:spPr bwMode="auto">
          <a:xfrm>
            <a:off x="569912" y="3429000"/>
            <a:ext cx="5686955" cy="1231106"/>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Event name or </a:t>
            </a:r>
            <a:br>
              <a:rPr lang="en-US"/>
            </a:br>
            <a:r>
              <a:rPr lang="en-US"/>
              <a:t>presentation title </a:t>
            </a:r>
            <a:endParaRPr/>
          </a:p>
        </p:txBody>
      </p:sp>
      <p:sp>
        <p:nvSpPr>
          <p:cNvPr id="1459384331" name="Text Placeholder 4"/>
          <p:cNvSpPr>
            <a:spLocks noGrp="1"/>
          </p:cNvSpPr>
          <p:nvPr>
            <p:ph type="body" sz="quarter" idx="13" hasCustomPrompt="1"/>
          </p:nvPr>
        </p:nvSpPr>
        <p:spPr bwMode="auto">
          <a:xfrm>
            <a:off x="4756150" y="6446520"/>
            <a:ext cx="1645920" cy="153888"/>
          </a:xfrm>
          <a:prstGeom prst="rect">
            <a:avLst/>
          </a:prstGeom>
          <a:noFill/>
        </p:spPr>
        <p:txBody>
          <a:bodyPr wrap="square" lIns="0" tIns="0" rIns="0" bIns="0">
            <a:spAutoFit/>
          </a:bodyPr>
          <a:lstStyle>
            <a:lvl1pPr marL="0" indent="0">
              <a:spcBef>
                <a:spcPts val="0"/>
              </a:spcBef>
              <a:buNone/>
              <a:defRPr sz="1000" spc="0">
                <a:solidFill>
                  <a:schemeClr val="tx1"/>
                </a:solidFill>
                <a:latin typeface="+mn-lt"/>
                <a:cs typeface="Segoe UI"/>
              </a:defRPr>
            </a:lvl1pPr>
          </a:lstStyle>
          <a:p>
            <a:pPr lvl="0">
              <a:defRPr/>
            </a:pPr>
            <a:r>
              <a:rPr lang="en-US"/>
              <a:t>Date</a:t>
            </a:r>
            <a:endParaRPr/>
          </a:p>
        </p:txBody>
      </p:sp>
      <p:sp>
        <p:nvSpPr>
          <p:cNvPr id="41265965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66308370"/>
      </p:ext>
    </p:extLst>
  </p:cSld>
  <p:clrMapOvr>
    <a:overrideClrMapping bg1="lt1" tx1="dk1" bg2="lt2" tx2="dk2" accent1="accent1" accent2="accent2" accent3="accent3" accent4="accent4" accent5="accent5" accent6="accent6" hlink="hlink" folHlink="folHlink"/>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PhAnim="0" preserve="1" userDrawn="1">
  <p:cSld name="Section slide">
    <p:bg>
      <p:bgPr>
        <a:solidFill>
          <a:srgbClr val="E8E6DF"/>
        </a:solidFill>
        <a:effectLst/>
      </p:bgPr>
    </p:bg>
    <p:spTree>
      <p:nvGrpSpPr>
        <p:cNvPr id="1" name=""/>
        <p:cNvGrpSpPr/>
        <p:nvPr/>
      </p:nvGrpSpPr>
      <p:grpSpPr bwMode="auto">
        <a:xfrm>
          <a:off x="0" y="0"/>
          <a:ext cx="0" cy="0"/>
          <a:chOff x="0" y="0"/>
          <a:chExt cx="0" cy="0"/>
        </a:xfrm>
      </p:grpSpPr>
      <p:pic>
        <p:nvPicPr>
          <p:cNvPr id="1290185115" name="Picture 1"/>
          <p:cNvPicPr>
            <a:picLocks noChangeAspect="1"/>
          </p:cNvPicPr>
          <p:nvPr userDrawn="1"/>
        </p:nvPicPr>
        <p:blipFill rotWithShape="1">
          <a:blip r:embed="rId2"/>
          <a:srcRect r="19823"/>
          <a:stretch/>
        </p:blipFill>
        <p:spPr bwMode="auto">
          <a:xfrm>
            <a:off x="2417010" y="0"/>
            <a:ext cx="9774990" cy="6858000"/>
          </a:xfrm>
          <a:prstGeom prst="rect">
            <a:avLst/>
          </a:prstGeom>
        </p:spPr>
      </p:pic>
      <p:sp>
        <p:nvSpPr>
          <p:cNvPr id="1066314408" name="Title 1"/>
          <p:cNvSpPr>
            <a:spLocks noGrp="1"/>
          </p:cNvSpPr>
          <p:nvPr>
            <p:ph type="title" hasCustomPrompt="1"/>
          </p:nvPr>
        </p:nvSpPr>
        <p:spPr bwMode="auto">
          <a:xfrm>
            <a:off x="569911" y="3384610"/>
            <a:ext cx="6345239" cy="615553"/>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Section divider title</a:t>
            </a:r>
            <a:endParaRPr/>
          </a:p>
        </p:txBody>
      </p:sp>
      <p:sp>
        <p:nvSpPr>
          <p:cNvPr id="196166923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586837608"/>
      </p:ext>
    </p:extLst>
  </p:cSld>
  <p:clrMapOvr>
    <a:overrideClrMapping bg1="lt1" tx1="dk1" bg2="lt2" tx2="dk2" accent1="accent1" accent2="accent2" accent3="accent3" accent4="accent4" accent5="accent5" accent6="accent6" hlink="hlink" folHlink="folHlink"/>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PhAnim="0" preserve="1" userDrawn="1">
  <p:cSld name="Agenda_1-column">
    <p:bg>
      <p:bgPr>
        <a:solidFill>
          <a:srgbClr val="E8E6DF"/>
        </a:solidFill>
        <a:effectLst/>
      </p:bgPr>
    </p:bg>
    <p:spTree>
      <p:nvGrpSpPr>
        <p:cNvPr id="1" name=""/>
        <p:cNvGrpSpPr/>
        <p:nvPr/>
      </p:nvGrpSpPr>
      <p:grpSpPr bwMode="auto">
        <a:xfrm>
          <a:off x="0" y="0"/>
          <a:ext cx="0" cy="0"/>
          <a:chOff x="0" y="0"/>
          <a:chExt cx="0" cy="0"/>
        </a:xfrm>
      </p:grpSpPr>
      <p:sp>
        <p:nvSpPr>
          <p:cNvPr id="70470671" name="Title 1"/>
          <p:cNvSpPr>
            <a:spLocks noGrp="1"/>
          </p:cNvSpPr>
          <p:nvPr>
            <p:ph type="title" hasCustomPrompt="1"/>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Agenda</a:t>
            </a:r>
            <a:endParaRPr/>
          </a:p>
        </p:txBody>
      </p:sp>
      <p:cxnSp>
        <p:nvCxnSpPr>
          <p:cNvPr id="891862648" name="Straight Connector 3"/>
          <p:cNvCxnSpPr/>
          <p:nvPr userDrawn="1"/>
        </p:nvCxnSpPr>
        <p:spPr bwMode="auto">
          <a:xfrm>
            <a:off x="585216" y="1289050"/>
            <a:ext cx="3182112" cy="0"/>
          </a:xfrm>
          <a:prstGeom prst="line">
            <a:avLst/>
          </a:prstGeom>
          <a:ln w="76200" cap="rnd">
            <a:gradFill>
              <a:gsLst>
                <a:gs pos="0">
                  <a:schemeClr val="accent3"/>
                </a:gs>
                <a:gs pos="22000">
                  <a:srgbClr val="F4364C"/>
                </a:gs>
                <a:gs pos="48000">
                  <a:schemeClr val="accent2"/>
                </a:gs>
                <a:gs pos="97531">
                  <a:srgbClr val="8DC8E8"/>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848172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185022977" name="Text Placeholder 3"/>
          <p:cNvSpPr>
            <a:spLocks noGrp="1"/>
          </p:cNvSpPr>
          <p:nvPr>
            <p:ph type="body" sz="quarter" idx="15"/>
          </p:nvPr>
        </p:nvSpPr>
        <p:spPr bwMode="auto">
          <a:xfrm>
            <a:off x="586388" y="1818177"/>
            <a:ext cx="5033361" cy="280782"/>
          </a:xfrm>
          <a:prstGeom prst="rect">
            <a:avLst/>
          </a:prstGeom>
        </p:spPr>
        <p:txBody>
          <a:bodyPr wrap="square">
            <a:spAutoFit/>
          </a:bodyPr>
          <a:lstStyle>
            <a:lvl1pPr marL="137160" indent="-137160">
              <a:lnSpc>
                <a:spcPct val="110000"/>
              </a:lnSpc>
              <a:spcBef>
                <a:spcPts val="0"/>
              </a:spcBef>
              <a:spcAft>
                <a:spcPts val="1200"/>
              </a:spcAft>
              <a:buFont typeface="Arial"/>
              <a:buChar char="•"/>
              <a:defRPr sz="1800">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325697822"/>
      </p:ext>
    </p:extLst>
  </p:cSld>
  <p:clrMapOvr>
    <a:overrideClrMapping bg1="lt1" tx1="dk1" bg2="lt2" tx2="dk2" accent1="accent1" accent2="accent2" accent3="accent3" accent4="accent4" accent5="accent5" accent6="accent6" hlink="hlink" folHlink="folHlink"/>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PhAnim="0" preserve="1" userDrawn="1">
  <p:cSld name="3_Agenda_2-column">
    <p:bg>
      <p:bgPr>
        <a:solidFill>
          <a:srgbClr val="E8E6DF"/>
        </a:solidFill>
        <a:effectLst/>
      </p:bgPr>
    </p:bg>
    <p:spTree>
      <p:nvGrpSpPr>
        <p:cNvPr id="1" name=""/>
        <p:cNvGrpSpPr/>
        <p:nvPr/>
      </p:nvGrpSpPr>
      <p:grpSpPr bwMode="auto">
        <a:xfrm>
          <a:off x="0" y="0"/>
          <a:ext cx="0" cy="0"/>
          <a:chOff x="0" y="0"/>
          <a:chExt cx="0" cy="0"/>
        </a:xfrm>
      </p:grpSpPr>
      <p:sp>
        <p:nvSpPr>
          <p:cNvPr id="59647009" name="Title 1"/>
          <p:cNvSpPr>
            <a:spLocks noGrp="1"/>
          </p:cNvSpPr>
          <p:nvPr>
            <p:ph type="title" hasCustomPrompt="1"/>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Agenda</a:t>
            </a:r>
            <a:endParaRPr/>
          </a:p>
        </p:txBody>
      </p:sp>
      <p:cxnSp>
        <p:nvCxnSpPr>
          <p:cNvPr id="257858815" name="Straight Connector 3"/>
          <p:cNvCxnSpPr/>
          <p:nvPr userDrawn="1"/>
        </p:nvCxnSpPr>
        <p:spPr bwMode="auto">
          <a:xfrm>
            <a:off x="585216" y="1289050"/>
            <a:ext cx="3182112" cy="0"/>
          </a:xfrm>
          <a:prstGeom prst="line">
            <a:avLst/>
          </a:prstGeom>
          <a:ln w="76200" cap="rnd">
            <a:gradFill>
              <a:gsLst>
                <a:gs pos="0">
                  <a:schemeClr val="accent3"/>
                </a:gs>
                <a:gs pos="22000">
                  <a:srgbClr val="F4364C"/>
                </a:gs>
                <a:gs pos="48000">
                  <a:schemeClr val="accent2"/>
                </a:gs>
                <a:gs pos="97531">
                  <a:srgbClr val="8DC8E8"/>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69339546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911212958" name="Text Placeholder 3"/>
          <p:cNvSpPr>
            <a:spLocks noGrp="1"/>
          </p:cNvSpPr>
          <p:nvPr>
            <p:ph type="body" sz="quarter" idx="17"/>
          </p:nvPr>
        </p:nvSpPr>
        <p:spPr bwMode="auto">
          <a:xfrm>
            <a:off x="586388"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4342081" name="Text Placeholder 3"/>
          <p:cNvSpPr>
            <a:spLocks noGrp="1"/>
          </p:cNvSpPr>
          <p:nvPr>
            <p:ph type="body" sz="quarter" idx="18"/>
          </p:nvPr>
        </p:nvSpPr>
        <p:spPr bwMode="auto">
          <a:xfrm>
            <a:off x="6891338"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1738101601"/>
      </p:ext>
    </p:extLst>
  </p:cSld>
  <p:clrMapOvr>
    <a:overrideClrMapping bg1="lt1" tx1="dk1" bg2="lt2" tx2="dk2" accent1="accent1" accent2="accent2" accent3="accent3" accent4="accent4" accent5="accent5" accent6="accent6" hlink="hlink" folHlink="folHlink"/>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PhAnim="0" preserve="1" userDrawn="1">
  <p:cSld name="Presenter-BIo">
    <p:bg>
      <p:bgPr>
        <a:solidFill>
          <a:srgbClr val="E8E6DF"/>
        </a:solidFill>
        <a:effectLst/>
      </p:bgPr>
    </p:bg>
    <p:spTree>
      <p:nvGrpSpPr>
        <p:cNvPr id="1" name=""/>
        <p:cNvGrpSpPr/>
        <p:nvPr/>
      </p:nvGrpSpPr>
      <p:grpSpPr bwMode="auto">
        <a:xfrm>
          <a:off x="0" y="0"/>
          <a:ext cx="0" cy="0"/>
          <a:chOff x="0" y="0"/>
          <a:chExt cx="0" cy="0"/>
        </a:xfrm>
      </p:grpSpPr>
      <p:sp>
        <p:nvSpPr>
          <p:cNvPr id="1256180370" name="Rectangle 18"/>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a:lnSpc>
                <a:spcPct val="100000"/>
              </a:lnSpc>
              <a:spcBef>
                <a:spcPts val="0"/>
              </a:spcBef>
              <a:spcAft>
                <a:spcPts val="0"/>
              </a:spcAft>
              <a:buClrTx/>
              <a:buSzTx/>
              <a:buFontTx/>
              <a:buNone/>
              <a:defRPr/>
            </a:pPr>
            <a:endParaRPr lang="en-US" sz="2000" b="0" i="0" u="none" strike="noStrike" cap="none" spc="0">
              <a:ln>
                <a:noFill/>
              </a:ln>
              <a:solidFill>
                <a:srgbClr val="FFFFFF"/>
              </a:solidFill>
              <a:latin typeface="Segoe UI"/>
              <a:ea typeface="Segoe UI"/>
              <a:cs typeface="Segoe UI"/>
            </a:endParaRPr>
          </a:p>
        </p:txBody>
      </p:sp>
      <p:sp>
        <p:nvSpPr>
          <p:cNvPr id="1853760036" name="Title 1"/>
          <p:cNvSpPr>
            <a:spLocks noGrp="1"/>
          </p:cNvSpPr>
          <p:nvPr>
            <p:ph type="title"/>
          </p:nvPr>
        </p:nvSpPr>
        <p:spPr bwMode="auto">
          <a:xfrm>
            <a:off x="588262" y="585216"/>
            <a:ext cx="5749038"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935947671" name="Picture Placeholder" descr="This photo is a 'placeholder' only. Drag or drop your photo here, or click and tap the center to insert a photo."/>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27048668" name="Picture Placeholder" descr="This photo is a 'placeholder' only. Drag or drop your photo here, or click and tap the center to insert a photo."/>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842404286" name="Picture Placeholder" descr="This photo is a 'placeholder' only. Drag or drop your photo here, or click and tap the center to insert a photo."/>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354891751" name="Picture Placeholder" descr="This photo is a 'placeholder' only. Drag or drop your photo here, or click and tap the center to insert a photo."/>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1622182690" name="Picture Placeholder" descr="This photo is a 'placeholder' only. Drag or drop your photo here, or click and tap the center to insert a photo."/>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153235" name="Picture Placeholder" descr="This photo is a 'placeholder' only. Drag or drop your photo here, or click and tap the center to insert a photo."/>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1784533518" name="Picture Placeholder" descr="This photo is a 'placeholder' only. Drag or drop your photo here, or click and tap the center to insert a photo."/>
          <p:cNvSpPr>
            <a:spLocks noGrp="1"/>
          </p:cNvSpPr>
          <p:nvPr>
            <p:ph type="pic" sz="quarter" idx="14" hasCustomPrompt="1"/>
          </p:nvPr>
        </p:nvSpPr>
        <p:spPr bwMode="ltGray">
          <a:xfrm>
            <a:off x="8165231" y="457200"/>
            <a:ext cx="2849035" cy="2874212"/>
          </a:xfrm>
          <a:prstGeom prst="roundRect">
            <a:avLst>
              <a:gd name="adj" fmla="val 21738"/>
            </a:avLst>
          </a:prstGeom>
          <a:blipFill rotWithShape="1">
            <a:blip r:embed="rId2"/>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50" b="1">
                <a:solidFill>
                  <a:srgbClr val="000000"/>
                </a:solidFill>
                <a:latin typeface="+mn-lt"/>
                <a:cs typeface="Segoe UI"/>
              </a:defRPr>
            </a:lvl1pPr>
          </a:lstStyle>
          <a:p>
            <a:pPr>
              <a:defRPr/>
            </a:pPr>
            <a:r>
              <a:rPr lang="en-US"/>
              <a:t>Click icon to </a:t>
            </a:r>
            <a:br>
              <a:rPr lang="en-US"/>
            </a:br>
            <a:r>
              <a:rPr lang="en-US"/>
              <a:t>add your picture here</a:t>
            </a:r>
            <a:endParaRPr/>
          </a:p>
        </p:txBody>
      </p:sp>
      <p:sp>
        <p:nvSpPr>
          <p:cNvPr id="71824867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335468838"/>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PhAnim="0" preserve="1" userDrawn="1">
  <p:cSld name="Summary page_Big headline_Learn">
    <p:bg>
      <p:bgPr>
        <a:solidFill>
          <a:srgbClr val="E8E6DF"/>
        </a:solidFill>
        <a:effectLst/>
      </p:bgPr>
    </p:bg>
    <p:spTree>
      <p:nvGrpSpPr>
        <p:cNvPr id="1" name=""/>
        <p:cNvGrpSpPr/>
        <p:nvPr/>
      </p:nvGrpSpPr>
      <p:grpSpPr bwMode="auto">
        <a:xfrm>
          <a:off x="0" y="0"/>
          <a:ext cx="0" cy="0"/>
          <a:chOff x="0" y="0"/>
          <a:chExt cx="0" cy="0"/>
        </a:xfrm>
      </p:grpSpPr>
      <p:pic>
        <p:nvPicPr>
          <p:cNvPr id="1491750760" name="Picture 2"/>
          <p:cNvPicPr>
            <a:picLocks noChangeAspect="1"/>
          </p:cNvPicPr>
          <p:nvPr userDrawn="1"/>
        </p:nvPicPr>
        <p:blipFill rotWithShape="1">
          <a:blip r:embed="rId2"/>
          <a:stretch/>
        </p:blipFill>
        <p:spPr bwMode="auto">
          <a:xfrm>
            <a:off x="0" y="0"/>
            <a:ext cx="12192000" cy="6858000"/>
          </a:xfrm>
          <a:prstGeom prst="rect">
            <a:avLst/>
          </a:prstGeom>
        </p:spPr>
      </p:pic>
      <p:sp>
        <p:nvSpPr>
          <p:cNvPr id="1730543623" name="Title 4"/>
          <p:cNvSpPr>
            <a:spLocks noGrp="1"/>
          </p:cNvSpPr>
          <p:nvPr>
            <p:ph type="title" hasCustomPrompt="1"/>
          </p:nvPr>
        </p:nvSpPr>
        <p:spPr bwMode="auto">
          <a:xfrm>
            <a:off x="525081" y="2448062"/>
            <a:ext cx="10430257" cy="1015663"/>
          </a:xfrm>
        </p:spPr>
        <p:txBody>
          <a:bodyPr anchor="b" anchorCtr="0"/>
          <a:lstStyle>
            <a:lvl1pPr>
              <a:defRPr sz="6600" spc="-100">
                <a:latin typeface="+mn-lt"/>
              </a:defRPr>
            </a:lvl1pPr>
          </a:lstStyle>
          <a:p>
            <a:pPr>
              <a:defRPr/>
            </a:pPr>
            <a:r>
              <a:rPr lang="en-US"/>
              <a:t>Big headline</a:t>
            </a:r>
            <a:endParaRPr/>
          </a:p>
        </p:txBody>
      </p:sp>
      <p:sp>
        <p:nvSpPr>
          <p:cNvPr id="401372357" name="Text Placeholder 3"/>
          <p:cNvSpPr>
            <a:spLocks noGrp="1"/>
          </p:cNvSpPr>
          <p:nvPr>
            <p:ph type="body" sz="quarter" idx="15"/>
          </p:nvPr>
        </p:nvSpPr>
        <p:spPr bwMode="auto">
          <a:xfrm>
            <a:off x="586390" y="4278313"/>
            <a:ext cx="4712686"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65176" indent="-128016">
              <a:spcAft>
                <a:spcPts val="0"/>
              </a:spcAft>
              <a:buFont typeface="Arial"/>
              <a:buChar char="•"/>
              <a:defRPr>
                <a:solidFill>
                  <a:schemeClr val="tx1"/>
                </a:solidFill>
              </a:defRPr>
            </a:lvl2pPr>
            <a:lvl3pPr marL="384048" indent="-118872">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836475072" name="Text Placeholder 3"/>
          <p:cNvSpPr>
            <a:spLocks noGrp="1"/>
          </p:cNvSpPr>
          <p:nvPr>
            <p:ph type="body" sz="quarter" idx="16"/>
          </p:nvPr>
        </p:nvSpPr>
        <p:spPr bwMode="auto">
          <a:xfrm>
            <a:off x="6246410" y="4278313"/>
            <a:ext cx="3765954"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65176" indent="-128016">
              <a:spcAft>
                <a:spcPts val="0"/>
              </a:spcAft>
              <a:buFont typeface="Arial"/>
              <a:buChar char="•"/>
              <a:defRPr>
                <a:solidFill>
                  <a:schemeClr val="tx1"/>
                </a:solidFill>
              </a:defRPr>
            </a:lvl2pPr>
            <a:lvl3pPr marL="384048" indent="-118872">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78422650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937374915"/>
      </p:ext>
    </p:extLst>
  </p:cSld>
  <p:clrMapOvr>
    <a:overrideClrMapping bg1="lt1" tx1="dk1" bg2="lt2" tx2="dk2" accent1="accent1" accent2="accent2" accent3="accent3" accent4="accent4" accent5="accent5" accent6="accent6" hlink="hlink" folHlink="folHlink"/>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PhAnim="0" preserve="1" userDrawn="1">
  <p:cSld name="1-column_Text">
    <p:bg>
      <p:bgRef idx="1001">
        <a:schemeClr val="bg1"/>
      </p:bgRef>
    </p:bg>
    <p:spTree>
      <p:nvGrpSpPr>
        <p:cNvPr id="1" name=""/>
        <p:cNvGrpSpPr/>
        <p:nvPr/>
      </p:nvGrpSpPr>
      <p:grpSpPr bwMode="auto">
        <a:xfrm>
          <a:off x="0" y="0"/>
          <a:ext cx="0" cy="0"/>
          <a:chOff x="0" y="0"/>
          <a:chExt cx="0" cy="0"/>
        </a:xfrm>
      </p:grpSpPr>
      <p:sp>
        <p:nvSpPr>
          <p:cNvPr id="775188949" name="Title 1"/>
          <p:cNvSpPr>
            <a:spLocks noGrp="1"/>
          </p:cNvSpPr>
          <p:nvPr>
            <p:ph type="title"/>
          </p:nvPr>
        </p:nvSpPr>
        <p:spPr bwMode="auto">
          <a:xfrm>
            <a:off x="588262" y="585216"/>
            <a:ext cx="11013473"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327714709" name="Text Placeholder 3"/>
          <p:cNvSpPr>
            <a:spLocks noGrp="1"/>
          </p:cNvSpPr>
          <p:nvPr>
            <p:ph type="body" sz="quarter" idx="15"/>
          </p:nvPr>
        </p:nvSpPr>
        <p:spPr bwMode="auto">
          <a:xfrm>
            <a:off x="586388" y="1591056"/>
            <a:ext cx="110134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49459075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443970412"/>
      </p:ext>
    </p:extLst>
  </p:cSld>
  <p:clrMapOvr>
    <a:overrideClrMapping bg1="lt1" tx1="dk1" bg2="lt2" tx2="dk2" accent1="accent1" accent2="accent2" accent3="accent3" accent4="accent4" accent5="accent5" accent6="accent6" hlink="hlink" folHlink="folHlink"/>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PhAnim="0" preserve="1" userDrawn="1">
  <p:cSld name="Title and subheading">
    <p:spTree>
      <p:nvGrpSpPr>
        <p:cNvPr id="1" name=""/>
        <p:cNvGrpSpPr/>
        <p:nvPr/>
      </p:nvGrpSpPr>
      <p:grpSpPr bwMode="auto">
        <a:xfrm>
          <a:off x="0" y="0"/>
          <a:ext cx="0" cy="0"/>
          <a:chOff x="0" y="0"/>
          <a:chExt cx="0" cy="0"/>
        </a:xfrm>
      </p:grpSpPr>
      <p:sp>
        <p:nvSpPr>
          <p:cNvPr id="353087884" name="Title 1"/>
          <p:cNvSpPr>
            <a:spLocks noGrp="1"/>
          </p:cNvSpPr>
          <p:nvPr>
            <p:ph type="title"/>
          </p:nvPr>
        </p:nvSpPr>
        <p:spPr bwMode="auto">
          <a:xfrm>
            <a:off x="588261" y="585216"/>
            <a:ext cx="11011601" cy="707281"/>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10396679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992599258" name="Text Placeholder 11"/>
          <p:cNvSpPr>
            <a:spLocks noGrp="1"/>
          </p:cNvSpPr>
          <p:nvPr>
            <p:ph type="body" sz="quarter" idx="17"/>
          </p:nvPr>
        </p:nvSpPr>
        <p:spPr bwMode="auto">
          <a:xfrm>
            <a:off x="584199" y="1386766"/>
            <a:ext cx="1101160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Tree>
    <p:extLst>
      <p:ext uri="{BB962C8B-B14F-4D97-AF65-F5344CB8AC3E}">
        <p14:creationId xmlns:p14="http://schemas.microsoft.com/office/powerpoint/2010/main" val="2393588873"/>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PhAnim="0" preserve="1" userDrawn="1">
  <p:cSld name="1_1-column_Text">
    <p:bg>
      <p:bgRef idx="1001">
        <a:schemeClr val="bg1"/>
      </p:bgRef>
    </p:bg>
    <p:spTree>
      <p:nvGrpSpPr>
        <p:cNvPr id="1" name=""/>
        <p:cNvGrpSpPr/>
        <p:nvPr/>
      </p:nvGrpSpPr>
      <p:grpSpPr bwMode="auto">
        <a:xfrm>
          <a:off x="0" y="0"/>
          <a:ext cx="0" cy="0"/>
          <a:chOff x="0" y="0"/>
          <a:chExt cx="0" cy="0"/>
        </a:xfrm>
      </p:grpSpPr>
      <p:sp>
        <p:nvSpPr>
          <p:cNvPr id="2067553513" name="Title 1"/>
          <p:cNvSpPr>
            <a:spLocks noGrp="1"/>
          </p:cNvSpPr>
          <p:nvPr>
            <p:ph type="title"/>
          </p:nvPr>
        </p:nvSpPr>
        <p:spPr bwMode="auto">
          <a:xfrm>
            <a:off x="588261" y="585216"/>
            <a:ext cx="8189027"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89052335" name="Text Placeholder 11"/>
          <p:cNvSpPr>
            <a:spLocks noGrp="1"/>
          </p:cNvSpPr>
          <p:nvPr>
            <p:ph type="body" sz="quarter" idx="17"/>
          </p:nvPr>
        </p:nvSpPr>
        <p:spPr bwMode="auto">
          <a:xfrm>
            <a:off x="584200" y="1594155"/>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833861676" name="Text Placeholder 3"/>
          <p:cNvSpPr>
            <a:spLocks noGrp="1"/>
          </p:cNvSpPr>
          <p:nvPr>
            <p:ph type="body" sz="quarter" idx="15"/>
          </p:nvPr>
        </p:nvSpPr>
        <p:spPr bwMode="auto">
          <a:xfrm>
            <a:off x="586390" y="2085764"/>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52498077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287741262"/>
      </p:ext>
    </p:extLst>
  </p:cSld>
  <p:clrMapOvr>
    <a:overrideClrMapping bg1="lt1" tx1="dk1" bg2="lt2" tx2="dk2" accent1="accent1" accent2="accent2" accent3="accent3" accent4="accent4" accent5="accent5" accent6="accent6" hlink="hlink" folHlink="folHlink"/>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PhAnim="0" preserve="1" userDrawn="1">
  <p:cSld name="2-column_Text">
    <p:bg>
      <p:bgRef idx="1001">
        <a:schemeClr val="bg1"/>
      </p:bgRef>
    </p:bg>
    <p:spTree>
      <p:nvGrpSpPr>
        <p:cNvPr id="1" name=""/>
        <p:cNvGrpSpPr/>
        <p:nvPr/>
      </p:nvGrpSpPr>
      <p:grpSpPr bwMode="auto">
        <a:xfrm>
          <a:off x="0" y="0"/>
          <a:ext cx="0" cy="0"/>
          <a:chOff x="0" y="0"/>
          <a:chExt cx="0" cy="0"/>
        </a:xfrm>
      </p:grpSpPr>
      <p:sp>
        <p:nvSpPr>
          <p:cNvPr id="108363926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094912591" name="Text Placeholder 3"/>
          <p:cNvSpPr>
            <a:spLocks noGrp="1"/>
          </p:cNvSpPr>
          <p:nvPr>
            <p:ph type="body" sz="quarter" idx="15"/>
          </p:nvPr>
        </p:nvSpPr>
        <p:spPr bwMode="auto">
          <a:xfrm>
            <a:off x="586390" y="1591056"/>
            <a:ext cx="5217510"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116071442" name="Text Placeholder 3"/>
          <p:cNvSpPr>
            <a:spLocks noGrp="1"/>
          </p:cNvSpPr>
          <p:nvPr>
            <p:ph type="body" sz="quarter" idx="20"/>
          </p:nvPr>
        </p:nvSpPr>
        <p:spPr bwMode="auto">
          <a:xfrm>
            <a:off x="6253664" y="1591056"/>
            <a:ext cx="5187106"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97231403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618163012"/>
      </p:ext>
    </p:extLst>
  </p:cSld>
  <p:clrMapOvr>
    <a:overrideClrMapping bg1="lt1" tx1="dk1" bg2="lt2" tx2="dk2" accent1="accent1" accent2="accent2" accent3="accent3" accent4="accent4" accent5="accent5" accent6="accent6" hlink="hlink" folHlink="folHlink"/>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PhAnim="0" preserve="1" userDrawn="1">
  <p:cSld name="2-column_Text_with Subheads">
    <p:bg>
      <p:bgRef idx="1001">
        <a:schemeClr val="bg1"/>
      </p:bgRef>
    </p:bg>
    <p:spTree>
      <p:nvGrpSpPr>
        <p:cNvPr id="1" name=""/>
        <p:cNvGrpSpPr/>
        <p:nvPr/>
      </p:nvGrpSpPr>
      <p:grpSpPr bwMode="auto">
        <a:xfrm>
          <a:off x="0" y="0"/>
          <a:ext cx="0" cy="0"/>
          <a:chOff x="0" y="0"/>
          <a:chExt cx="0" cy="0"/>
        </a:xfrm>
      </p:grpSpPr>
      <p:sp>
        <p:nvSpPr>
          <p:cNvPr id="2033591202"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24201900" name="Text Placeholder 11"/>
          <p:cNvSpPr>
            <a:spLocks noGrp="1"/>
          </p:cNvSpPr>
          <p:nvPr>
            <p:ph type="body" sz="quarter" idx="16"/>
          </p:nvPr>
        </p:nvSpPr>
        <p:spPr bwMode="auto">
          <a:xfrm>
            <a:off x="58420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334437431" name="Text Placeholder 3"/>
          <p:cNvSpPr>
            <a:spLocks noGrp="1"/>
          </p:cNvSpPr>
          <p:nvPr>
            <p:ph type="body" sz="quarter" idx="15"/>
          </p:nvPr>
        </p:nvSpPr>
        <p:spPr bwMode="auto">
          <a:xfrm>
            <a:off x="586390" y="2085764"/>
            <a:ext cx="5217510"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697682986" name="Text Placeholder 11"/>
          <p:cNvSpPr>
            <a:spLocks noGrp="1"/>
          </p:cNvSpPr>
          <p:nvPr>
            <p:ph type="body" sz="quarter" idx="19"/>
          </p:nvPr>
        </p:nvSpPr>
        <p:spPr bwMode="auto">
          <a:xfrm>
            <a:off x="624422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461881333" name="Text Placeholder 3"/>
          <p:cNvSpPr>
            <a:spLocks noGrp="1"/>
          </p:cNvSpPr>
          <p:nvPr>
            <p:ph type="body" sz="quarter" idx="20"/>
          </p:nvPr>
        </p:nvSpPr>
        <p:spPr bwMode="auto">
          <a:xfrm>
            <a:off x="6253664" y="2085764"/>
            <a:ext cx="5187106"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97256093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400946962"/>
      </p:ext>
    </p:extLst>
  </p:cSld>
  <p:clrMapOvr>
    <a:overrideClrMapping bg1="lt1" tx1="dk1" bg2="lt2" tx2="dk2" accent1="accent1" accent2="accent2" accent3="accent3" accent4="accent4" accent5="accent5" accent6="accent6" hlink="hlink" folHlink="folHlink"/>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PhAnim="0" preserve="1" userDrawn="1">
  <p:cSld name="3-column_Text">
    <p:bg>
      <p:bgRef idx="1001">
        <a:schemeClr val="bg1"/>
      </p:bgRef>
    </p:bg>
    <p:spTree>
      <p:nvGrpSpPr>
        <p:cNvPr id="1" name=""/>
        <p:cNvGrpSpPr/>
        <p:nvPr/>
      </p:nvGrpSpPr>
      <p:grpSpPr bwMode="auto">
        <a:xfrm>
          <a:off x="0" y="0"/>
          <a:ext cx="0" cy="0"/>
          <a:chOff x="0" y="0"/>
          <a:chExt cx="0" cy="0"/>
        </a:xfrm>
      </p:grpSpPr>
      <p:sp>
        <p:nvSpPr>
          <p:cNvPr id="16679435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894134789" name="Text Placeholder 3"/>
          <p:cNvSpPr>
            <a:spLocks noGrp="1"/>
          </p:cNvSpPr>
          <p:nvPr>
            <p:ph type="body" sz="quarter" idx="15"/>
          </p:nvPr>
        </p:nvSpPr>
        <p:spPr bwMode="auto">
          <a:xfrm>
            <a:off x="586390"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502001410" name="Text Placeholder 3"/>
          <p:cNvSpPr>
            <a:spLocks noGrp="1"/>
          </p:cNvSpPr>
          <p:nvPr>
            <p:ph type="body" sz="quarter" idx="16"/>
          </p:nvPr>
        </p:nvSpPr>
        <p:spPr bwMode="auto">
          <a:xfrm>
            <a:off x="4362862"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103301173" name="Text Placeholder 3"/>
          <p:cNvSpPr>
            <a:spLocks noGrp="1"/>
          </p:cNvSpPr>
          <p:nvPr>
            <p:ph type="body" sz="quarter" idx="17"/>
          </p:nvPr>
        </p:nvSpPr>
        <p:spPr bwMode="auto">
          <a:xfrm>
            <a:off x="8130190"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97561859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80742719"/>
      </p:ext>
    </p:extLst>
  </p:cSld>
  <p:clrMapOvr>
    <a:overrideClrMapping bg1="lt1" tx1="dk1" bg2="lt2" tx2="dk2" accent1="accent1" accent2="accent2" accent3="accent3" accent4="accent4" accent5="accent5" accent6="accent6" hlink="hlink" folHlink="folHlink"/>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PhAnim="0" preserve="1" userDrawn="1">
  <p:cSld name="3-column_Text_with Subheads">
    <p:bg>
      <p:bgRef idx="1001">
        <a:schemeClr val="bg1"/>
      </p:bgRef>
    </p:bg>
    <p:spTree>
      <p:nvGrpSpPr>
        <p:cNvPr id="1" name=""/>
        <p:cNvGrpSpPr/>
        <p:nvPr/>
      </p:nvGrpSpPr>
      <p:grpSpPr bwMode="auto">
        <a:xfrm>
          <a:off x="0" y="0"/>
          <a:ext cx="0" cy="0"/>
          <a:chOff x="0" y="0"/>
          <a:chExt cx="0" cy="0"/>
        </a:xfrm>
      </p:grpSpPr>
      <p:sp>
        <p:nvSpPr>
          <p:cNvPr id="1736133107"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086440736" name="Text Placeholder 11"/>
          <p:cNvSpPr>
            <a:spLocks noGrp="1"/>
          </p:cNvSpPr>
          <p:nvPr>
            <p:ph type="body" sz="quarter" idx="16"/>
          </p:nvPr>
        </p:nvSpPr>
        <p:spPr bwMode="auto">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669020942" name="Text Placeholder 3"/>
          <p:cNvSpPr>
            <a:spLocks noGrp="1"/>
          </p:cNvSpPr>
          <p:nvPr>
            <p:ph type="body" sz="quarter" idx="15"/>
          </p:nvPr>
        </p:nvSpPr>
        <p:spPr bwMode="auto">
          <a:xfrm>
            <a:off x="586390"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89851278" name="Text Placeholder 11"/>
          <p:cNvSpPr>
            <a:spLocks noGrp="1"/>
          </p:cNvSpPr>
          <p:nvPr>
            <p:ph type="body" sz="quarter" idx="22"/>
          </p:nvPr>
        </p:nvSpPr>
        <p:spPr bwMode="auto">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2033072954" name="Text Placeholder 3"/>
          <p:cNvSpPr>
            <a:spLocks noGrp="1"/>
          </p:cNvSpPr>
          <p:nvPr>
            <p:ph type="body" sz="quarter" idx="23"/>
          </p:nvPr>
        </p:nvSpPr>
        <p:spPr bwMode="auto">
          <a:xfrm>
            <a:off x="4359737"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579621718" name="Text Placeholder 11"/>
          <p:cNvSpPr>
            <a:spLocks noGrp="1"/>
          </p:cNvSpPr>
          <p:nvPr>
            <p:ph type="body" sz="quarter" idx="24"/>
          </p:nvPr>
        </p:nvSpPr>
        <p:spPr bwMode="auto">
          <a:xfrm>
            <a:off x="8130894"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2057454623" name="Text Placeholder 3"/>
          <p:cNvSpPr>
            <a:spLocks noGrp="1"/>
          </p:cNvSpPr>
          <p:nvPr>
            <p:ph type="body" sz="quarter" idx="25"/>
          </p:nvPr>
        </p:nvSpPr>
        <p:spPr bwMode="auto">
          <a:xfrm>
            <a:off x="8133084"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4328204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428091750"/>
      </p:ext>
    </p:extLst>
  </p:cSld>
  <p:clrMapOvr>
    <a:overrideClrMapping bg1="lt1" tx1="dk1" bg2="lt2" tx2="dk2" accent1="accent1" accent2="accent2" accent3="accent3" accent4="accent4" accent5="accent5" accent6="accent6" hlink="hlink" folHlink="folHlink"/>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PhAnim="0" preserve="1" userDrawn="1">
  <p:cSld name="3-column_Text_with Subheads-Icons">
    <p:bg>
      <p:bgRef idx="1001">
        <a:schemeClr val="bg1"/>
      </p:bgRef>
    </p:bg>
    <p:spTree>
      <p:nvGrpSpPr>
        <p:cNvPr id="1" name=""/>
        <p:cNvGrpSpPr/>
        <p:nvPr/>
      </p:nvGrpSpPr>
      <p:grpSpPr bwMode="auto">
        <a:xfrm>
          <a:off x="0" y="0"/>
          <a:ext cx="0" cy="0"/>
          <a:chOff x="0" y="0"/>
          <a:chExt cx="0" cy="0"/>
        </a:xfrm>
      </p:grpSpPr>
      <p:sp>
        <p:nvSpPr>
          <p:cNvPr id="685092631"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75165821" name="Text Placeholder 11"/>
          <p:cNvSpPr>
            <a:spLocks noGrp="1"/>
          </p:cNvSpPr>
          <p:nvPr>
            <p:ph type="body" sz="quarter" idx="16"/>
          </p:nvPr>
        </p:nvSpPr>
        <p:spPr bwMode="auto">
          <a:xfrm>
            <a:off x="584200"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760532304" name="Text Placeholder 3"/>
          <p:cNvSpPr>
            <a:spLocks noGrp="1"/>
          </p:cNvSpPr>
          <p:nvPr>
            <p:ph type="body" sz="quarter" idx="15"/>
          </p:nvPr>
        </p:nvSpPr>
        <p:spPr bwMode="auto">
          <a:xfrm>
            <a:off x="586390"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733267189" name="Text Placeholder 11"/>
          <p:cNvSpPr>
            <a:spLocks noGrp="1"/>
          </p:cNvSpPr>
          <p:nvPr>
            <p:ph type="body" sz="quarter" idx="22"/>
          </p:nvPr>
        </p:nvSpPr>
        <p:spPr bwMode="auto">
          <a:xfrm>
            <a:off x="4357547"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452732749" name="Text Placeholder 3"/>
          <p:cNvSpPr>
            <a:spLocks noGrp="1"/>
          </p:cNvSpPr>
          <p:nvPr>
            <p:ph type="body" sz="quarter" idx="23"/>
          </p:nvPr>
        </p:nvSpPr>
        <p:spPr bwMode="auto">
          <a:xfrm>
            <a:off x="4359737"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891270783" name="Text Placeholder 11"/>
          <p:cNvSpPr>
            <a:spLocks noGrp="1"/>
          </p:cNvSpPr>
          <p:nvPr>
            <p:ph type="body" sz="quarter" idx="24"/>
          </p:nvPr>
        </p:nvSpPr>
        <p:spPr bwMode="auto">
          <a:xfrm>
            <a:off x="8130894"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22585276" name="Text Placeholder 3"/>
          <p:cNvSpPr>
            <a:spLocks noGrp="1"/>
          </p:cNvSpPr>
          <p:nvPr>
            <p:ph type="body" sz="quarter" idx="25"/>
          </p:nvPr>
        </p:nvSpPr>
        <p:spPr bwMode="auto">
          <a:xfrm>
            <a:off x="8133084"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76878084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740164708"/>
      </p:ext>
    </p:extLst>
  </p:cSld>
  <p:clrMapOvr>
    <a:overrideClrMapping bg1="lt1" tx1="dk1" bg2="lt2" tx2="dk2" accent1="accent1" accent2="accent2" accent3="accent3" accent4="accent4" accent5="accent5" accent6="accent6" hlink="hlink" folHlink="folHlink"/>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PhAnim="0" preserve="1" userDrawn="1">
  <p:cSld name="2_3-column_Text_with Subheads-Icons">
    <p:bg>
      <p:bgRef idx="1001">
        <a:schemeClr val="bg1"/>
      </p:bgRef>
    </p:bg>
    <p:spTree>
      <p:nvGrpSpPr>
        <p:cNvPr id="1" name=""/>
        <p:cNvGrpSpPr/>
        <p:nvPr/>
      </p:nvGrpSpPr>
      <p:grpSpPr bwMode="auto">
        <a:xfrm>
          <a:off x="0" y="0"/>
          <a:ext cx="0" cy="0"/>
          <a:chOff x="0" y="0"/>
          <a:chExt cx="0" cy="0"/>
        </a:xfrm>
      </p:grpSpPr>
      <p:cxnSp>
        <p:nvCxnSpPr>
          <p:cNvPr id="682740821"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160073853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051849931"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236903040"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313247783"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585104502"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8925535"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457281210"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84419845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368455424"/>
      </p:ext>
    </p:extLst>
  </p:cSld>
  <p:clrMapOvr>
    <a:overrideClrMapping bg1="lt1" tx1="dk1" bg2="lt2" tx2="dk2" accent1="accent1" accent2="accent2" accent3="accent3" accent4="accent4" accent5="accent5" accent6="accent6" hlink="hlink" folHlink="folHlink"/>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PhAnim="0" preserve="1" userDrawn="1">
  <p:cSld name="4_3-column_Text_with Subheads-Icons">
    <p:bg>
      <p:bgRef idx="1001">
        <a:schemeClr val="bg1"/>
      </p:bgRef>
    </p:bg>
    <p:spTree>
      <p:nvGrpSpPr>
        <p:cNvPr id="1" name=""/>
        <p:cNvGrpSpPr/>
        <p:nvPr/>
      </p:nvGrpSpPr>
      <p:grpSpPr bwMode="auto">
        <a:xfrm>
          <a:off x="0" y="0"/>
          <a:ext cx="0" cy="0"/>
          <a:chOff x="0" y="0"/>
          <a:chExt cx="0" cy="0"/>
        </a:xfrm>
      </p:grpSpPr>
      <p:cxnSp>
        <p:nvCxnSpPr>
          <p:cNvPr id="383553544"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156272063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121932138"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2129926748"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322813558"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038380382"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77534593"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021634843"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84200486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045823988"/>
      </p:ext>
    </p:extLst>
  </p:cSld>
  <p:clrMapOvr>
    <a:overrideClrMapping bg1="lt1" tx1="dk1" bg2="lt2" tx2="dk2" accent1="accent1" accent2="accent2" accent3="accent3" accent4="accent4" accent5="accent5" accent6="accent6" hlink="hlink" folHlink="folHlink"/>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PhAnim="0" preserve="1" userDrawn="1">
  <p:cSld name="3_3-column_Text_with Subheads-Icons">
    <p:bg>
      <p:bgRef idx="1001">
        <a:schemeClr val="bg1"/>
      </p:bgRef>
    </p:bg>
    <p:spTree>
      <p:nvGrpSpPr>
        <p:cNvPr id="1" name=""/>
        <p:cNvGrpSpPr/>
        <p:nvPr/>
      </p:nvGrpSpPr>
      <p:grpSpPr bwMode="auto">
        <a:xfrm>
          <a:off x="0" y="0"/>
          <a:ext cx="0" cy="0"/>
          <a:chOff x="0" y="0"/>
          <a:chExt cx="0" cy="0"/>
        </a:xfrm>
      </p:grpSpPr>
      <p:cxnSp>
        <p:nvCxnSpPr>
          <p:cNvPr id="424623930"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73022149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512065203"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2108471074"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506957726"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5043740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874271162"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586949769"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326536221"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314751753"/>
      </p:ext>
    </p:extLst>
  </p:cSld>
  <p:clrMapOvr>
    <a:overrideClrMapping bg1="lt1" tx1="dk1" bg2="lt2" tx2="dk2" accent1="accent1" accent2="accent2" accent3="accent3" accent4="accent4" accent5="accent5" accent6="accent6" hlink="hlink" folHlink="folHlink"/>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and title">
    <p:spTree>
      <p:nvGrpSpPr>
        <p:cNvPr id="1" name=""/>
        <p:cNvGrpSpPr/>
        <p:nvPr/>
      </p:nvGrpSpPr>
      <p:grpSpPr bwMode="auto">
        <a:xfrm>
          <a:off x="0" y="0"/>
          <a:ext cx="0" cy="0"/>
          <a:chOff x="0" y="0"/>
          <a:chExt cx="0" cy="0"/>
        </a:xfrm>
      </p:grpSpPr>
      <p:sp>
        <p:nvSpPr>
          <p:cNvPr id="620698419" name="Text Placeholder 3"/>
          <p:cNvSpPr>
            <a:spLocks noGrp="1"/>
          </p:cNvSpPr>
          <p:nvPr>
            <p:ph type="body" sz="quarter" idx="15"/>
          </p:nvPr>
        </p:nvSpPr>
        <p:spPr bwMode="auto">
          <a:xfrm>
            <a:off x="586390" y="4978880"/>
            <a:ext cx="5217510"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997217232" name="Text Placeholder 3"/>
          <p:cNvSpPr>
            <a:spLocks noGrp="1"/>
          </p:cNvSpPr>
          <p:nvPr>
            <p:ph type="body" sz="quarter" idx="20"/>
          </p:nvPr>
        </p:nvSpPr>
        <p:spPr bwMode="auto">
          <a:xfrm>
            <a:off x="6253664" y="4978880"/>
            <a:ext cx="5187106"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1209050" name="Picture Placeholder" descr="This photo is a 'placeholder' only. Drag or drop your photo here, or click and tap the center to insert a photo."/>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38201331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47855854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459025745"/>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p:spTree>
      <p:nvGrpSpPr>
        <p:cNvPr id="1" name=""/>
        <p:cNvGrpSpPr/>
        <p:nvPr/>
      </p:nvGrpSpPr>
      <p:grpSpPr bwMode="auto">
        <a:xfrm>
          <a:off x="0" y="0"/>
          <a:ext cx="0" cy="0"/>
          <a:chOff x="0" y="0"/>
          <a:chExt cx="0" cy="0"/>
        </a:xfrm>
      </p:grpSpPr>
      <p:sp>
        <p:nvSpPr>
          <p:cNvPr id="324573981" name="Text Placeholder 3"/>
          <p:cNvSpPr>
            <a:spLocks noGrp="1"/>
          </p:cNvSpPr>
          <p:nvPr>
            <p:ph type="body" sz="quarter" idx="15"/>
          </p:nvPr>
        </p:nvSpPr>
        <p:spPr bwMode="auto">
          <a:xfrm>
            <a:off x="586390" y="4978880"/>
            <a:ext cx="5217510"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78284374" name="Text Placeholder 3"/>
          <p:cNvSpPr>
            <a:spLocks noGrp="1"/>
          </p:cNvSpPr>
          <p:nvPr>
            <p:ph type="body" sz="quarter" idx="20"/>
          </p:nvPr>
        </p:nvSpPr>
        <p:spPr bwMode="auto">
          <a:xfrm>
            <a:off x="6253664" y="4978880"/>
            <a:ext cx="5187106"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977713788" name="Picture Placeholder" descr="This photo is a 'placeholder' only. Drag or drop your photo here, or click and tap the center to insert a photo."/>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23990192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607169306"/>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subheads, and title">
    <p:spTree>
      <p:nvGrpSpPr>
        <p:cNvPr id="1" name=""/>
        <p:cNvGrpSpPr/>
        <p:nvPr/>
      </p:nvGrpSpPr>
      <p:grpSpPr bwMode="auto">
        <a:xfrm>
          <a:off x="0" y="0"/>
          <a:ext cx="0" cy="0"/>
          <a:chOff x="0" y="0"/>
          <a:chExt cx="0" cy="0"/>
        </a:xfrm>
      </p:grpSpPr>
      <p:sp>
        <p:nvSpPr>
          <p:cNvPr id="1195282941" name="Text Placeholder 11"/>
          <p:cNvSpPr>
            <a:spLocks noGrp="1"/>
          </p:cNvSpPr>
          <p:nvPr>
            <p:ph type="body" sz="quarter" idx="16"/>
          </p:nvPr>
        </p:nvSpPr>
        <p:spPr bwMode="auto">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71209042" name="Text Placeholder 3"/>
          <p:cNvSpPr>
            <a:spLocks noGrp="1"/>
          </p:cNvSpPr>
          <p:nvPr>
            <p:ph type="body" sz="quarter" idx="15"/>
          </p:nvPr>
        </p:nvSpPr>
        <p:spPr bwMode="auto">
          <a:xfrm>
            <a:off x="586390" y="5357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676823550" name="Text Placeholder 11"/>
          <p:cNvSpPr>
            <a:spLocks noGrp="1"/>
          </p:cNvSpPr>
          <p:nvPr>
            <p:ph type="body" sz="quarter" idx="22"/>
          </p:nvPr>
        </p:nvSpPr>
        <p:spPr bwMode="auto">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2132340020" name="Text Placeholder 3"/>
          <p:cNvSpPr>
            <a:spLocks noGrp="1"/>
          </p:cNvSpPr>
          <p:nvPr>
            <p:ph type="body" sz="quarter" idx="33"/>
          </p:nvPr>
        </p:nvSpPr>
        <p:spPr bwMode="auto">
          <a:xfrm>
            <a:off x="6252435" y="5357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73849071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110599751" name="Picture Placeholder" descr="This photo is a 'placeholder' only. Drag or drop your photo here, or click and tap the center to insert a photo."/>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210916011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961565568"/>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and subheads">
    <p:spTree>
      <p:nvGrpSpPr>
        <p:cNvPr id="1" name=""/>
        <p:cNvGrpSpPr/>
        <p:nvPr/>
      </p:nvGrpSpPr>
      <p:grpSpPr bwMode="auto">
        <a:xfrm>
          <a:off x="0" y="0"/>
          <a:ext cx="0" cy="0"/>
          <a:chOff x="0" y="0"/>
          <a:chExt cx="0" cy="0"/>
        </a:xfrm>
      </p:grpSpPr>
      <p:sp>
        <p:nvSpPr>
          <p:cNvPr id="2098721981" name="Rectangle 10"/>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400">
              <a:gradFill>
                <a:gsLst>
                  <a:gs pos="0">
                    <a:srgbClr val="FFFFFF"/>
                  </a:gs>
                  <a:gs pos="100000">
                    <a:srgbClr val="FFFFFF"/>
                  </a:gs>
                </a:gsLst>
                <a:lin ang="5400000" scaled="0"/>
              </a:gradFill>
              <a:ea typeface="Segoe UI"/>
              <a:cs typeface="Segoe UI"/>
            </a:endParaRPr>
          </a:p>
        </p:txBody>
      </p:sp>
      <p:sp>
        <p:nvSpPr>
          <p:cNvPr id="1800004169" name="Text Placeholder 11"/>
          <p:cNvSpPr>
            <a:spLocks noGrp="1"/>
          </p:cNvSpPr>
          <p:nvPr>
            <p:ph type="body" sz="quarter" idx="16"/>
          </p:nvPr>
        </p:nvSpPr>
        <p:spPr bwMode="auto">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222581817" name="Text Placeholder 3"/>
          <p:cNvSpPr>
            <a:spLocks noGrp="1"/>
          </p:cNvSpPr>
          <p:nvPr>
            <p:ph type="body" sz="quarter" idx="15"/>
          </p:nvPr>
        </p:nvSpPr>
        <p:spPr bwMode="auto">
          <a:xfrm>
            <a:off x="586390" y="5357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612993648" name="Text Placeholder 11"/>
          <p:cNvSpPr>
            <a:spLocks noGrp="1"/>
          </p:cNvSpPr>
          <p:nvPr>
            <p:ph type="body" sz="quarter" idx="22"/>
          </p:nvPr>
        </p:nvSpPr>
        <p:spPr bwMode="auto">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42077122" name="Text Placeholder 3"/>
          <p:cNvSpPr>
            <a:spLocks noGrp="1"/>
          </p:cNvSpPr>
          <p:nvPr>
            <p:ph type="body" sz="quarter" idx="33"/>
          </p:nvPr>
        </p:nvSpPr>
        <p:spPr bwMode="auto">
          <a:xfrm>
            <a:off x="6252435" y="5357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59460780" name="Picture Placeholder" descr="This photo is a 'placeholder' only. Drag or drop your photo here, or click and tap the center to insert a photo."/>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10035554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521679614"/>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PhAnim="0" userDrawn="1">
  <p:cSld name="1-column_Callout_with Image">
    <p:bg>
      <p:bgRef idx="1001">
        <a:schemeClr val="bg1"/>
      </p:bgRef>
    </p:bg>
    <p:spTree>
      <p:nvGrpSpPr>
        <p:cNvPr id="1" name=""/>
        <p:cNvGrpSpPr/>
        <p:nvPr/>
      </p:nvGrpSpPr>
      <p:grpSpPr bwMode="auto">
        <a:xfrm>
          <a:off x="0" y="0"/>
          <a:ext cx="0" cy="0"/>
          <a:chOff x="0" y="0"/>
          <a:chExt cx="0" cy="0"/>
        </a:xfrm>
      </p:grpSpPr>
      <p:sp>
        <p:nvSpPr>
          <p:cNvPr id="1270063682" name="Footer Placeholder 10"/>
          <p:cNvSpPr>
            <a:spLocks noGrp="1"/>
          </p:cNvSpPr>
          <p:nvPr>
            <p:ph type="ftr" sz="quarter" idx="3"/>
          </p:nvPr>
        </p:nvSpPr>
        <p:spPr bwMode="auto">
          <a:xfrm>
            <a:off x="40640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96509321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707917757" name="Picture Placeholder" descr="This photo is a 'placeholder' only. Drag or drop your photo here, or click and tap the center to insert a photo."/>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651547741" name="Text Placeholder 11"/>
          <p:cNvSpPr>
            <a:spLocks noGrp="1"/>
          </p:cNvSpPr>
          <p:nvPr>
            <p:ph type="body" sz="quarter" idx="16"/>
          </p:nvPr>
        </p:nvSpPr>
        <p:spPr bwMode="auto">
          <a:xfrm>
            <a:off x="584200" y="1594155"/>
            <a:ext cx="3174143"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85632604" name="Text Placeholder 3"/>
          <p:cNvSpPr>
            <a:spLocks noGrp="1"/>
          </p:cNvSpPr>
          <p:nvPr>
            <p:ph type="body" sz="quarter" idx="15"/>
          </p:nvPr>
        </p:nvSpPr>
        <p:spPr bwMode="auto">
          <a:xfrm>
            <a:off x="586388" y="2085764"/>
            <a:ext cx="3172810"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65176" indent="-128016">
              <a:spcAft>
                <a:spcPts val="0"/>
              </a:spcAft>
              <a:buFont typeface="Arial"/>
              <a:buChar char="•"/>
              <a:defRPr>
                <a:solidFill>
                  <a:schemeClr val="tx1"/>
                </a:solidFill>
              </a:defRPr>
            </a:lvl2pPr>
            <a:lvl3pPr marL="384048" indent="-118872">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Tree>
    <p:extLst>
      <p:ext uri="{BB962C8B-B14F-4D97-AF65-F5344CB8AC3E}">
        <p14:creationId xmlns:p14="http://schemas.microsoft.com/office/powerpoint/2010/main" val="1008105670"/>
      </p:ext>
    </p:extLst>
  </p:cSld>
  <p:clrMapOvr>
    <a:overrideClrMapping bg1="lt1" tx1="dk1" bg2="lt2" tx2="dk2" accent1="accent1" accent2="accent2" accent3="accent3" accent4="accent4" accent5="accent5" accent6="accent6" hlink="hlink" folHlink="folHlink"/>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PhAnim="0" preserve="1" userDrawn="1">
  <p:cSld name="1-column_Text_with Image">
    <p:bg>
      <p:bgRef idx="1001">
        <a:schemeClr val="bg1"/>
      </p:bgRef>
    </p:bg>
    <p:spTree>
      <p:nvGrpSpPr>
        <p:cNvPr id="1" name=""/>
        <p:cNvGrpSpPr/>
        <p:nvPr/>
      </p:nvGrpSpPr>
      <p:grpSpPr bwMode="auto">
        <a:xfrm>
          <a:off x="0" y="0"/>
          <a:ext cx="0" cy="0"/>
          <a:chOff x="0" y="0"/>
          <a:chExt cx="0" cy="0"/>
        </a:xfrm>
      </p:grpSpPr>
      <p:sp>
        <p:nvSpPr>
          <p:cNvPr id="899416805" name="Title 1"/>
          <p:cNvSpPr>
            <a:spLocks noGrp="1"/>
          </p:cNvSpPr>
          <p:nvPr>
            <p:ph type="title"/>
          </p:nvPr>
        </p:nvSpPr>
        <p:spPr bwMode="auto">
          <a:xfrm>
            <a:off x="588261" y="585216"/>
            <a:ext cx="4710689"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23660549" name="Text Placeholder 11"/>
          <p:cNvSpPr>
            <a:spLocks noGrp="1"/>
          </p:cNvSpPr>
          <p:nvPr>
            <p:ph type="body" sz="quarter" idx="16"/>
          </p:nvPr>
        </p:nvSpPr>
        <p:spPr bwMode="auto">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570746772" name="Text Placeholder 3"/>
          <p:cNvSpPr>
            <a:spLocks noGrp="1"/>
          </p:cNvSpPr>
          <p:nvPr>
            <p:ph type="body" sz="quarter" idx="15"/>
          </p:nvPr>
        </p:nvSpPr>
        <p:spPr bwMode="auto">
          <a:xfrm>
            <a:off x="586388" y="2085764"/>
            <a:ext cx="4712685"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65176" indent="-128016">
              <a:spcAft>
                <a:spcPts val="0"/>
              </a:spcAft>
              <a:buFont typeface="Arial"/>
              <a:buChar char="•"/>
              <a:defRPr>
                <a:solidFill>
                  <a:schemeClr val="tx1"/>
                </a:solidFill>
              </a:defRPr>
            </a:lvl2pPr>
            <a:lvl3pPr marL="384048" indent="-118872">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510499747" name="Picture Placeholder" descr="This photo is a 'placeholder' only. Drag or drop your photo here, or click and tap the center to insert a photo."/>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a:defRPr>
            </a:lvl1pPr>
          </a:lstStyle>
          <a:p>
            <a:pPr>
              <a:defRPr/>
            </a:pPr>
            <a:r>
              <a:rPr lang="en-US"/>
              <a:t>Drag &amp; drop your photo here </a:t>
            </a:r>
            <a:br>
              <a:rPr lang="en-US"/>
            </a:br>
            <a:r>
              <a:rPr lang="en-US"/>
              <a:t>or click or tap icon below </a:t>
            </a:r>
            <a:br>
              <a:rPr lang="en-US"/>
            </a:br>
            <a:r>
              <a:rPr lang="en-US"/>
              <a:t>to insert</a:t>
            </a:r>
            <a:endParaRPr/>
          </a:p>
          <a:p>
            <a:pPr>
              <a:defRPr/>
            </a:pPr>
            <a:endParaRPr lang="en-US"/>
          </a:p>
          <a:p>
            <a:pPr>
              <a:defRPr/>
            </a:pPr>
            <a:endParaRPr lang="en-US"/>
          </a:p>
        </p:txBody>
      </p:sp>
      <p:sp>
        <p:nvSpPr>
          <p:cNvPr id="117457199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690013243"/>
      </p:ext>
    </p:extLst>
  </p:cSld>
  <p:clrMapOvr>
    <a:overrideClrMapping bg1="lt1" tx1="dk1" bg2="lt2" tx2="dk2" accent1="accent1" accent2="accent2" accent3="accent3" accent4="accent4" accent5="accent5" accent6="accent6" hlink="hlink" folHlink="folHlink"/>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PhAnim="0" preserve="1" userDrawn="1">
  <p:cSld name="2-column_Text_with Image">
    <p:bg>
      <p:bgRef idx="1001">
        <a:schemeClr val="bg1"/>
      </p:bgRef>
    </p:bg>
    <p:spTree>
      <p:nvGrpSpPr>
        <p:cNvPr id="1" name=""/>
        <p:cNvGrpSpPr/>
        <p:nvPr/>
      </p:nvGrpSpPr>
      <p:grpSpPr bwMode="auto">
        <a:xfrm>
          <a:off x="0" y="0"/>
          <a:ext cx="0" cy="0"/>
          <a:chOff x="0" y="0"/>
          <a:chExt cx="0" cy="0"/>
        </a:xfrm>
      </p:grpSpPr>
      <p:sp>
        <p:nvSpPr>
          <p:cNvPr id="1274706079" name="Title 1"/>
          <p:cNvSpPr>
            <a:spLocks noGrp="1"/>
          </p:cNvSpPr>
          <p:nvPr>
            <p:ph type="title"/>
          </p:nvPr>
        </p:nvSpPr>
        <p:spPr bwMode="auto">
          <a:xfrm>
            <a:off x="588262" y="585216"/>
            <a:ext cx="7248356" cy="307777"/>
          </a:xfrm>
        </p:spPr>
        <p:txBody>
          <a:bodyPr/>
          <a:lstStyle>
            <a:lvl1pPr>
              <a:defRPr sz="2000" b="0" i="0">
                <a:solidFill>
                  <a:srgbClr val="001F2D"/>
                </a:solidFill>
                <a:latin typeface="+mj-lt"/>
                <a:cs typeface="Segoe UI Semibold"/>
              </a:defRPr>
            </a:lvl1pPr>
          </a:lstStyle>
          <a:p>
            <a:pPr>
              <a:defRPr/>
            </a:pPr>
            <a:r>
              <a:rPr lang="en-US"/>
              <a:t>Click to edit Master title style</a:t>
            </a:r>
            <a:endParaRPr/>
          </a:p>
        </p:txBody>
      </p:sp>
      <p:sp>
        <p:nvSpPr>
          <p:cNvPr id="826697375" name="Text Placeholder 11"/>
          <p:cNvSpPr>
            <a:spLocks noGrp="1"/>
          </p:cNvSpPr>
          <p:nvPr>
            <p:ph type="body" sz="quarter" idx="16"/>
          </p:nvPr>
        </p:nvSpPr>
        <p:spPr bwMode="auto">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2099747986" name="Text Placeholder 3"/>
          <p:cNvSpPr>
            <a:spLocks noGrp="1"/>
          </p:cNvSpPr>
          <p:nvPr>
            <p:ph type="body" sz="quarter" idx="15"/>
          </p:nvPr>
        </p:nvSpPr>
        <p:spPr bwMode="auto">
          <a:xfrm>
            <a:off x="586390" y="2085764"/>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054421229" name="Text Placeholder 11"/>
          <p:cNvSpPr>
            <a:spLocks noGrp="1"/>
          </p:cNvSpPr>
          <p:nvPr>
            <p:ph type="body" sz="quarter" idx="22"/>
          </p:nvPr>
        </p:nvSpPr>
        <p:spPr bwMode="auto">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23513073" name="Text Placeholder 3"/>
          <p:cNvSpPr>
            <a:spLocks noGrp="1"/>
          </p:cNvSpPr>
          <p:nvPr>
            <p:ph type="body" sz="quarter" idx="23"/>
          </p:nvPr>
        </p:nvSpPr>
        <p:spPr bwMode="auto">
          <a:xfrm>
            <a:off x="4359737" y="2085764"/>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800003396" name="Picture Placeholder" descr="This photo is a 'placeholder' only. Drag or drop your photo here, or click and tap the center to insert a photo."/>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a:defRPr>
            </a:lvl1pPr>
          </a:lstStyle>
          <a:p>
            <a:pPr>
              <a:defRPr/>
            </a:pPr>
            <a:r>
              <a:rPr lang="en-US"/>
              <a:t>Drag &amp; drop your photo here </a:t>
            </a:r>
            <a:br>
              <a:rPr lang="en-US"/>
            </a:br>
            <a:r>
              <a:rPr lang="en-US"/>
              <a:t>or click or tap icon below </a:t>
            </a:r>
            <a:br>
              <a:rPr lang="en-US"/>
            </a:br>
            <a:r>
              <a:rPr lang="en-US"/>
              <a:t>to insert</a:t>
            </a:r>
            <a:endParaRPr/>
          </a:p>
          <a:p>
            <a:pPr>
              <a:defRPr/>
            </a:pPr>
            <a:endParaRPr lang="en-US"/>
          </a:p>
          <a:p>
            <a:pPr>
              <a:defRPr/>
            </a:pPr>
            <a:endParaRPr lang="en-US"/>
          </a:p>
        </p:txBody>
      </p:sp>
      <p:sp>
        <p:nvSpPr>
          <p:cNvPr id="97553587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800167023"/>
      </p:ext>
    </p:extLst>
  </p:cSld>
  <p:clrMapOvr>
    <a:overrideClrMapping bg1="lt1" tx1="dk1" bg2="lt2" tx2="dk2" accent1="accent1" accent2="accent2" accent3="accent3" accent4="accent4" accent5="accent5" accent6="accent6" hlink="hlink" folHlink="folHlink"/>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PhAnim="0" userDrawn="1">
  <p:cSld name="1_Two photos_with Captions">
    <p:bg>
      <p:bgRef idx="1001">
        <a:schemeClr val="bg1"/>
      </p:bgRef>
    </p:bg>
    <p:spTree>
      <p:nvGrpSpPr>
        <p:cNvPr id="1" name=""/>
        <p:cNvGrpSpPr/>
        <p:nvPr/>
      </p:nvGrpSpPr>
      <p:grpSpPr bwMode="auto">
        <a:xfrm>
          <a:off x="0" y="0"/>
          <a:ext cx="0" cy="0"/>
          <a:chOff x="0" y="0"/>
          <a:chExt cx="0" cy="0"/>
        </a:xfrm>
      </p:grpSpPr>
      <p:sp>
        <p:nvSpPr>
          <p:cNvPr id="754404462"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413555437" name="Picture Placeholder" descr="This photo is a 'placeholder' only. Drag or drop your photo here, or click and tap the center to insert a photo."/>
          <p:cNvSpPr>
            <a:spLocks noGrp="1"/>
          </p:cNvSpPr>
          <p:nvPr>
            <p:ph type="pic" sz="quarter" idx="19" hasCustomPrompt="1"/>
          </p:nvPr>
        </p:nvSpPr>
        <p:spPr bwMode="ltGray">
          <a:xfrm>
            <a:off x="584200" y="1591310"/>
            <a:ext cx="5365752"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47667702" name="Text Placeholder 11"/>
          <p:cNvSpPr>
            <a:spLocks noGrp="1"/>
          </p:cNvSpPr>
          <p:nvPr>
            <p:ph type="body" sz="quarter" idx="16"/>
          </p:nvPr>
        </p:nvSpPr>
        <p:spPr bwMode="auto">
          <a:xfrm>
            <a:off x="584199" y="4575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493053249" name="Text Placeholder 3"/>
          <p:cNvSpPr>
            <a:spLocks noGrp="1"/>
          </p:cNvSpPr>
          <p:nvPr>
            <p:ph type="body" sz="quarter" idx="15"/>
          </p:nvPr>
        </p:nvSpPr>
        <p:spPr bwMode="auto">
          <a:xfrm>
            <a:off x="586390" y="4976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705298688" name="Picture Placeholder" descr="This photo is a 'placeholder' only. Drag or drop your photo here, or click and tap the center to insert a photo."/>
          <p:cNvSpPr>
            <a:spLocks noGrp="1"/>
          </p:cNvSpPr>
          <p:nvPr>
            <p:ph type="pic" sz="quarter" idx="20" hasCustomPrompt="1"/>
          </p:nvPr>
        </p:nvSpPr>
        <p:spPr bwMode="ltGray">
          <a:xfrm>
            <a:off x="6242049" y="1591310"/>
            <a:ext cx="5357813"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850171149" name="Text Placeholder 11"/>
          <p:cNvSpPr>
            <a:spLocks noGrp="1"/>
          </p:cNvSpPr>
          <p:nvPr>
            <p:ph type="body" sz="quarter" idx="22"/>
          </p:nvPr>
        </p:nvSpPr>
        <p:spPr bwMode="auto">
          <a:xfrm>
            <a:off x="6243372" y="4575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990255391" name="Text Placeholder 3"/>
          <p:cNvSpPr>
            <a:spLocks noGrp="1"/>
          </p:cNvSpPr>
          <p:nvPr>
            <p:ph type="body" sz="quarter" idx="33"/>
          </p:nvPr>
        </p:nvSpPr>
        <p:spPr bwMode="auto">
          <a:xfrm>
            <a:off x="6252435" y="4976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34045654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374190708"/>
      </p:ext>
    </p:extLst>
  </p:cSld>
  <p:clrMapOvr>
    <a:overrideClrMapping bg1="lt1" tx1="dk1" bg2="lt2" tx2="dk2" accent1="accent1" accent2="accent2" accent3="accent3" accent4="accent4" accent5="accent5" accent6="accent6" hlink="hlink" folHlink="folHlink"/>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PhAnim="0" userDrawn="1">
  <p:cSld name="1_Three photos_with Captions">
    <p:bg>
      <p:bgRef idx="1001">
        <a:schemeClr val="bg1"/>
      </p:bgRef>
    </p:bg>
    <p:spTree>
      <p:nvGrpSpPr>
        <p:cNvPr id="1" name=""/>
        <p:cNvGrpSpPr/>
        <p:nvPr/>
      </p:nvGrpSpPr>
      <p:grpSpPr bwMode="auto">
        <a:xfrm>
          <a:off x="0" y="0"/>
          <a:ext cx="0" cy="0"/>
          <a:chOff x="0" y="0"/>
          <a:chExt cx="0" cy="0"/>
        </a:xfrm>
      </p:grpSpPr>
      <p:sp>
        <p:nvSpPr>
          <p:cNvPr id="481256102"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597166989" name="Picture Placeholder" descr="This photo is a 'placeholder' only. Drag or drop your photo here, or click and tap the center to insert a photo."/>
          <p:cNvSpPr>
            <a:spLocks noGrp="1"/>
          </p:cNvSpPr>
          <p:nvPr>
            <p:ph type="pic" sz="quarter" idx="19" hasCustomPrompt="1"/>
          </p:nvPr>
        </p:nvSpPr>
        <p:spPr bwMode="ltGray">
          <a:xfrm>
            <a:off x="58420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688720375" name="Text Placeholder 11"/>
          <p:cNvSpPr>
            <a:spLocks noGrp="1"/>
          </p:cNvSpPr>
          <p:nvPr>
            <p:ph type="body" sz="quarter" idx="16"/>
          </p:nvPr>
        </p:nvSpPr>
        <p:spPr bwMode="auto">
          <a:xfrm>
            <a:off x="584200" y="4575104"/>
            <a:ext cx="3479070"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210634" name="Text Placeholder 3"/>
          <p:cNvSpPr>
            <a:spLocks noGrp="1"/>
          </p:cNvSpPr>
          <p:nvPr>
            <p:ph type="body" sz="quarter" idx="15"/>
          </p:nvPr>
        </p:nvSpPr>
        <p:spPr bwMode="auto">
          <a:xfrm>
            <a:off x="586390" y="4976443"/>
            <a:ext cx="347761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368349604" name="Picture Placeholder" descr="This photo is a 'placeholder' only. Drag or drop your photo here, or click and tap the center to insert a photo."/>
          <p:cNvSpPr>
            <a:spLocks noGrp="1"/>
          </p:cNvSpPr>
          <p:nvPr>
            <p:ph type="pic" sz="quarter" idx="20" hasCustomPrompt="1"/>
          </p:nvPr>
        </p:nvSpPr>
        <p:spPr bwMode="ltGray">
          <a:xfrm>
            <a:off x="435356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829648018" name="Text Placeholder 11"/>
          <p:cNvSpPr>
            <a:spLocks noGrp="1"/>
          </p:cNvSpPr>
          <p:nvPr>
            <p:ph type="body" sz="quarter" idx="22"/>
          </p:nvPr>
        </p:nvSpPr>
        <p:spPr bwMode="auto">
          <a:xfrm>
            <a:off x="4374792" y="4575104"/>
            <a:ext cx="3476891"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69161301" name="Text Placeholder 3"/>
          <p:cNvSpPr>
            <a:spLocks noGrp="1"/>
          </p:cNvSpPr>
          <p:nvPr>
            <p:ph type="body" sz="quarter" idx="33"/>
          </p:nvPr>
        </p:nvSpPr>
        <p:spPr bwMode="auto">
          <a:xfrm>
            <a:off x="4383855" y="4976442"/>
            <a:ext cx="347761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916439606" name="Picture Placeholder" descr="This photo is a 'placeholder' only. Drag or drop your photo here, or click and tap the center to insert a photo."/>
          <p:cNvSpPr>
            <a:spLocks noGrp="1"/>
          </p:cNvSpPr>
          <p:nvPr>
            <p:ph type="pic" sz="quarter" idx="21" hasCustomPrompt="1"/>
          </p:nvPr>
        </p:nvSpPr>
        <p:spPr bwMode="ltGray">
          <a:xfrm>
            <a:off x="8128000" y="1591309"/>
            <a:ext cx="3486092" cy="2684159"/>
          </a:xfrm>
          <a:prstGeom prst="rect">
            <a:avLst/>
          </a:prstGeom>
          <a:solidFill>
            <a:srgbClr val="F4F4F7"/>
          </a:solidFill>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129659748" name="Text Placeholder 11"/>
          <p:cNvSpPr>
            <a:spLocks noGrp="1"/>
          </p:cNvSpPr>
          <p:nvPr>
            <p:ph type="body" sz="quarter" idx="24"/>
          </p:nvPr>
        </p:nvSpPr>
        <p:spPr bwMode="auto">
          <a:xfrm>
            <a:off x="8133626" y="4571913"/>
            <a:ext cx="3485370" cy="187857"/>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10650155" name="Text Placeholder 3"/>
          <p:cNvSpPr>
            <a:spLocks noGrp="1"/>
          </p:cNvSpPr>
          <p:nvPr>
            <p:ph type="body" sz="quarter" idx="34"/>
          </p:nvPr>
        </p:nvSpPr>
        <p:spPr bwMode="auto">
          <a:xfrm>
            <a:off x="8128000" y="4973784"/>
            <a:ext cx="3486092" cy="156547"/>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46727382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855452080"/>
      </p:ext>
    </p:extLst>
  </p:cSld>
  <p:clrMapOvr>
    <a:overrideClrMapping bg1="lt1" tx1="dk1" bg2="lt2" tx2="dk2" accent1="accent1" accent2="accent2" accent3="accent3" accent4="accent4" accent5="accent5" accent6="accent6" hlink="hlink" folHlink="folHlink"/>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PhAnim="0" userDrawn="1">
  <p:cSld name="1_Four photos_with Captions">
    <p:bg>
      <p:bgRef idx="1001">
        <a:schemeClr val="bg1"/>
      </p:bgRef>
    </p:bg>
    <p:spTree>
      <p:nvGrpSpPr>
        <p:cNvPr id="1" name=""/>
        <p:cNvGrpSpPr/>
        <p:nvPr/>
      </p:nvGrpSpPr>
      <p:grpSpPr bwMode="auto">
        <a:xfrm>
          <a:off x="0" y="0"/>
          <a:ext cx="0" cy="0"/>
          <a:chOff x="0" y="0"/>
          <a:chExt cx="0" cy="0"/>
        </a:xfrm>
      </p:grpSpPr>
      <p:sp>
        <p:nvSpPr>
          <p:cNvPr id="95867853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78103051" name="Picture Placeholder" descr="This photo is a 'placeholder' only. Drag or drop your photo here, or click and tap the center to insert a photo."/>
          <p:cNvSpPr>
            <a:spLocks noGrp="1"/>
          </p:cNvSpPr>
          <p:nvPr>
            <p:ph type="pic" sz="quarter" idx="19"/>
          </p:nvPr>
        </p:nvSpPr>
        <p:spPr bwMode="ltGray">
          <a:xfrm>
            <a:off x="5842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155843595" name="Text Placeholder 11"/>
          <p:cNvSpPr>
            <a:spLocks noGrp="1"/>
          </p:cNvSpPr>
          <p:nvPr>
            <p:ph type="body" sz="quarter" idx="16"/>
          </p:nvPr>
        </p:nvSpPr>
        <p:spPr bwMode="auto">
          <a:xfrm>
            <a:off x="584200" y="4575104"/>
            <a:ext cx="2535699"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381703910" name="Text Placeholder 3"/>
          <p:cNvSpPr>
            <a:spLocks noGrp="1"/>
          </p:cNvSpPr>
          <p:nvPr>
            <p:ph type="body" sz="quarter" idx="15"/>
          </p:nvPr>
        </p:nvSpPr>
        <p:spPr bwMode="auto">
          <a:xfrm>
            <a:off x="586390"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700841138" name="Picture Placeholder" descr="This photo is a 'placeholder' only. Drag or drop your photo here, or click and tap the center to insert a photo."/>
          <p:cNvSpPr>
            <a:spLocks noGrp="1"/>
          </p:cNvSpPr>
          <p:nvPr>
            <p:ph type="pic" sz="quarter" idx="29"/>
          </p:nvPr>
        </p:nvSpPr>
        <p:spPr bwMode="ltGray">
          <a:xfrm>
            <a:off x="34290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1530263561" name="Text Placeholder 11"/>
          <p:cNvSpPr>
            <a:spLocks noGrp="1"/>
          </p:cNvSpPr>
          <p:nvPr>
            <p:ph type="body" sz="quarter" idx="22"/>
          </p:nvPr>
        </p:nvSpPr>
        <p:spPr bwMode="auto">
          <a:xfrm>
            <a:off x="3413125"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887247100" name="Text Placeholder 3"/>
          <p:cNvSpPr>
            <a:spLocks noGrp="1"/>
          </p:cNvSpPr>
          <p:nvPr>
            <p:ph type="body" sz="quarter" idx="33"/>
          </p:nvPr>
        </p:nvSpPr>
        <p:spPr bwMode="auto">
          <a:xfrm>
            <a:off x="3422188"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088321317" name="Picture Placeholder" descr="This photo is a 'placeholder' only. Drag or drop your photo here, or click and tap the center to insert a photo."/>
          <p:cNvSpPr>
            <a:spLocks noGrp="1"/>
          </p:cNvSpPr>
          <p:nvPr>
            <p:ph type="pic" sz="quarter" idx="30"/>
          </p:nvPr>
        </p:nvSpPr>
        <p:spPr bwMode="ltGray">
          <a:xfrm>
            <a:off x="62484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426476559" name="Text Placeholder 11"/>
          <p:cNvSpPr>
            <a:spLocks noGrp="1"/>
          </p:cNvSpPr>
          <p:nvPr>
            <p:ph type="body" sz="quarter" idx="24"/>
          </p:nvPr>
        </p:nvSpPr>
        <p:spPr bwMode="auto">
          <a:xfrm>
            <a:off x="6240462"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645203670" name="Text Placeholder 3"/>
          <p:cNvSpPr>
            <a:spLocks noGrp="1"/>
          </p:cNvSpPr>
          <p:nvPr>
            <p:ph type="body" sz="quarter" idx="34"/>
          </p:nvPr>
        </p:nvSpPr>
        <p:spPr bwMode="auto">
          <a:xfrm>
            <a:off x="6234836"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606499808" name="Picture Placeholder" descr="This photo is a 'placeholder' only. Drag or drop your photo here, or click and tap the center to insert a photo."/>
          <p:cNvSpPr>
            <a:spLocks noGrp="1"/>
          </p:cNvSpPr>
          <p:nvPr>
            <p:ph type="pic" sz="quarter" idx="31"/>
          </p:nvPr>
        </p:nvSpPr>
        <p:spPr bwMode="ltGray">
          <a:xfrm>
            <a:off x="90678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1975867779" name="Text Placeholder 11"/>
          <p:cNvSpPr>
            <a:spLocks noGrp="1"/>
          </p:cNvSpPr>
          <p:nvPr>
            <p:ph type="body" sz="quarter" idx="26"/>
          </p:nvPr>
        </p:nvSpPr>
        <p:spPr bwMode="auto">
          <a:xfrm>
            <a:off x="9076259"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3087656" name="Text Placeholder 3"/>
          <p:cNvSpPr>
            <a:spLocks noGrp="1"/>
          </p:cNvSpPr>
          <p:nvPr>
            <p:ph type="body" sz="quarter" idx="35"/>
          </p:nvPr>
        </p:nvSpPr>
        <p:spPr bwMode="auto">
          <a:xfrm>
            <a:off x="9082208"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55954754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44484279"/>
      </p:ext>
    </p:extLst>
  </p:cSld>
  <p:clrMapOvr>
    <a:overrideClrMapping bg1="lt1" tx1="dk1" bg2="lt2" tx2="dk2" accent1="accent1" accent2="accent2" accent3="accent3" accent4="accent4" accent5="accent5" accent6="accent6" hlink="hlink" folHlink="folHlink"/>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PhAnim="0" preserve="1" userDrawn="1">
  <p:cSld name="Summary">
    <p:spTree>
      <p:nvGrpSpPr>
        <p:cNvPr id="1" name=""/>
        <p:cNvGrpSpPr/>
        <p:nvPr/>
      </p:nvGrpSpPr>
      <p:grpSpPr bwMode="auto">
        <a:xfrm>
          <a:off x="0" y="0"/>
          <a:ext cx="0" cy="0"/>
          <a:chOff x="0" y="0"/>
          <a:chExt cx="0" cy="0"/>
        </a:xfrm>
      </p:grpSpPr>
      <p:sp>
        <p:nvSpPr>
          <p:cNvPr id="39966653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097598250" name="Footer Placeholder 10"/>
          <p:cNvSpPr>
            <a:spLocks noGrp="1"/>
          </p:cNvSpPr>
          <p:nvPr>
            <p:ph type="ftr" sz="quarter" idx="3"/>
          </p:nvPr>
        </p:nvSpPr>
        <p:spPr bwMode="auto">
          <a:xfrm>
            <a:off x="43561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911928312" name="Rectangle: Single Corner Rounded 5"/>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400">
              <a:gradFill>
                <a:gsLst>
                  <a:gs pos="0">
                    <a:srgbClr val="FFFFFF"/>
                  </a:gs>
                  <a:gs pos="100000">
                    <a:srgbClr val="FFFFFF"/>
                  </a:gs>
                </a:gsLst>
                <a:lin ang="5400000" scaled="0"/>
              </a:gradFill>
              <a:ea typeface="Segoe UI"/>
              <a:cs typeface="Segoe UI"/>
            </a:endParaRPr>
          </a:p>
        </p:txBody>
      </p:sp>
      <p:sp>
        <p:nvSpPr>
          <p:cNvPr id="417912996" name="Text Placeholder 11"/>
          <p:cNvSpPr>
            <a:spLocks noGrp="1"/>
          </p:cNvSpPr>
          <p:nvPr>
            <p:ph type="body" sz="quarter" idx="17"/>
          </p:nvPr>
        </p:nvSpPr>
        <p:spPr bwMode="auto">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2133212661" name="Text Placeholder 3"/>
          <p:cNvSpPr>
            <a:spLocks noGrp="1"/>
          </p:cNvSpPr>
          <p:nvPr>
            <p:ph type="body" sz="quarter" idx="35"/>
          </p:nvPr>
        </p:nvSpPr>
        <p:spPr bwMode="auto">
          <a:xfrm>
            <a:off x="4358229" y="2578100"/>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740831736" name="Text Placeholder 11"/>
          <p:cNvSpPr>
            <a:spLocks noGrp="1"/>
          </p:cNvSpPr>
          <p:nvPr>
            <p:ph type="body" sz="quarter" idx="34"/>
          </p:nvPr>
        </p:nvSpPr>
        <p:spPr bwMode="auto">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Tree>
    <p:extLst>
      <p:ext uri="{BB962C8B-B14F-4D97-AF65-F5344CB8AC3E}">
        <p14:creationId xmlns:p14="http://schemas.microsoft.com/office/powerpoint/2010/main" val="3332640251"/>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PhAnim="0" preserve="1" userDrawn="1">
  <p:cSld name="2-column_Callout_with Image">
    <p:bg>
      <p:bgRef idx="1001">
        <a:schemeClr val="bg1"/>
      </p:bgRef>
    </p:bg>
    <p:spTree>
      <p:nvGrpSpPr>
        <p:cNvPr id="1" name=""/>
        <p:cNvGrpSpPr/>
        <p:nvPr/>
      </p:nvGrpSpPr>
      <p:grpSpPr bwMode="auto">
        <a:xfrm>
          <a:off x="0" y="0"/>
          <a:ext cx="0" cy="0"/>
          <a:chOff x="0" y="0"/>
          <a:chExt cx="0" cy="0"/>
        </a:xfrm>
      </p:grpSpPr>
      <p:sp>
        <p:nvSpPr>
          <p:cNvPr id="1017958111" name="Footer Placeholder 10"/>
          <p:cNvSpPr>
            <a:spLocks noGrp="1"/>
          </p:cNvSpPr>
          <p:nvPr>
            <p:ph type="ftr" sz="quarter" idx="3"/>
          </p:nvPr>
        </p:nvSpPr>
        <p:spPr bwMode="auto">
          <a:xfrm>
            <a:off x="40640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8715267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878804666" name="Picture Placeholder" descr="This photo is a 'placeholder' only. Drag or drop your photo here, or click and tap the center to insert a photo."/>
          <p:cNvSpPr>
            <a:spLocks noGrp="1"/>
          </p:cNvSpPr>
          <p:nvPr>
            <p:ph type="pic" sz="quarter" idx="20" hasCustomPrompt="1"/>
          </p:nvPr>
        </p:nvSpPr>
        <p:spPr bwMode="ltGray">
          <a:xfrm>
            <a:off x="4064000" y="1292233"/>
            <a:ext cx="7535862" cy="3279767"/>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593177725" name="Text Placeholder 11"/>
          <p:cNvSpPr>
            <a:spLocks noGrp="1"/>
          </p:cNvSpPr>
          <p:nvPr>
            <p:ph type="body" sz="quarter" idx="22"/>
          </p:nvPr>
        </p:nvSpPr>
        <p:spPr bwMode="auto">
          <a:xfrm>
            <a:off x="4064000" y="4830309"/>
            <a:ext cx="7535862"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305999563" name="Text Placeholder 3"/>
          <p:cNvSpPr>
            <a:spLocks noGrp="1"/>
          </p:cNvSpPr>
          <p:nvPr>
            <p:ph type="body" sz="quarter" idx="33"/>
          </p:nvPr>
        </p:nvSpPr>
        <p:spPr bwMode="auto">
          <a:xfrm>
            <a:off x="4073063" y="5231647"/>
            <a:ext cx="752680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16813841" name="Rectangle: Single Corner Rounded 4"/>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400">
              <a:gradFill>
                <a:gsLst>
                  <a:gs pos="0">
                    <a:srgbClr val="FFFFFF"/>
                  </a:gs>
                  <a:gs pos="100000">
                    <a:srgbClr val="FFFFFF"/>
                  </a:gs>
                </a:gsLst>
                <a:lin ang="5400000" scaled="0"/>
              </a:gradFill>
              <a:ea typeface="Segoe UI"/>
              <a:cs typeface="Segoe UI"/>
            </a:endParaRPr>
          </a:p>
        </p:txBody>
      </p:sp>
      <p:sp>
        <p:nvSpPr>
          <p:cNvPr id="184769574" name="Text Placeholder 11"/>
          <p:cNvSpPr>
            <a:spLocks noGrp="1"/>
          </p:cNvSpPr>
          <p:nvPr>
            <p:ph type="body" sz="quarter" idx="34"/>
          </p:nvPr>
        </p:nvSpPr>
        <p:spPr bwMode="auto">
          <a:xfrm>
            <a:off x="588262" y="2210101"/>
            <a:ext cx="2113253" cy="492443"/>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Tree>
    <p:extLst>
      <p:ext uri="{BB962C8B-B14F-4D97-AF65-F5344CB8AC3E}">
        <p14:creationId xmlns:p14="http://schemas.microsoft.com/office/powerpoint/2010/main" val="2182543345"/>
      </p:ext>
    </p:extLst>
  </p:cSld>
  <p:clrMapOvr>
    <a:overrideClrMapping bg1="lt1" tx1="dk1" bg2="lt2" tx2="dk2" accent1="accent1" accent2="accent2" accent3="accent3" accent4="accent4" accent5="accent5" accent6="accent6" hlink="hlink" folHlink="folHlink"/>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PhAnim="0" preserve="1" userDrawn="1">
  <p:cSld name="Learn Clickdown">
    <p:bg>
      <p:bgPr>
        <a:solidFill>
          <a:srgbClr val="E8E6DF"/>
        </a:solidFill>
        <a:effectLst/>
      </p:bgPr>
    </p:bg>
    <p:spTree>
      <p:nvGrpSpPr>
        <p:cNvPr id="1" name=""/>
        <p:cNvGrpSpPr/>
        <p:nvPr/>
      </p:nvGrpSpPr>
      <p:grpSpPr bwMode="auto">
        <a:xfrm>
          <a:off x="0" y="0"/>
          <a:ext cx="0" cy="0"/>
          <a:chOff x="0" y="0"/>
          <a:chExt cx="0" cy="0"/>
        </a:xfrm>
      </p:grpSpPr>
      <p:sp>
        <p:nvSpPr>
          <p:cNvPr id="1186066558" name="Rectangle 5"/>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400">
              <a:gradFill>
                <a:gsLst>
                  <a:gs pos="0">
                    <a:srgbClr val="FFFFFF"/>
                  </a:gs>
                  <a:gs pos="100000">
                    <a:srgbClr val="FFFFFF"/>
                  </a:gs>
                </a:gsLst>
                <a:lin ang="5400000" scaled="0"/>
              </a:gradFill>
              <a:ea typeface="Segoe UI"/>
              <a:cs typeface="Segoe UI"/>
            </a:endParaRPr>
          </a:p>
        </p:txBody>
      </p:sp>
      <p:sp>
        <p:nvSpPr>
          <p:cNvPr id="392478379" name="Rectangle: Top Corners Rounded 1"/>
          <p:cNvSpPr/>
          <p:nvPr userDrawn="1"/>
        </p:nvSpPr>
        <p:spPr bwMode="auto">
          <a:xfrm rot="16199998"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a:lnSpc>
                <a:spcPct val="100000"/>
              </a:lnSpc>
              <a:spcBef>
                <a:spcPts val="0"/>
              </a:spcBef>
              <a:spcAft>
                <a:spcPts val="0"/>
              </a:spcAft>
              <a:buClrTx/>
              <a:buSzTx/>
              <a:buFontTx/>
              <a:buNone/>
              <a:defRPr/>
            </a:pPr>
            <a:endParaRPr lang="en-US" sz="2000" b="0" i="0" u="none" strike="noStrike" cap="none" spc="0" baseline="30000">
              <a:ln>
                <a:noFill/>
              </a:ln>
              <a:solidFill>
                <a:srgbClr val="FFFFFF"/>
              </a:solidFill>
              <a:latin typeface="Segoe UI"/>
              <a:ea typeface="+mn-ea"/>
              <a:cs typeface="+mn-cs"/>
            </a:endParaRPr>
          </a:p>
        </p:txBody>
      </p:sp>
      <p:pic>
        <p:nvPicPr>
          <p:cNvPr id="902483516" name="Picture 2"/>
          <p:cNvPicPr>
            <a:picLocks noChangeAspect="1"/>
          </p:cNvPicPr>
          <p:nvPr userDrawn="1"/>
        </p:nvPicPr>
        <p:blipFill rotWithShape="1">
          <a:blip r:embed="rId2"/>
          <a:srcRect l="15" r="15210"/>
          <a:stretch/>
        </p:blipFill>
        <p:spPr bwMode="auto">
          <a:xfrm>
            <a:off x="7458887" y="1759165"/>
            <a:ext cx="4737876" cy="3870680"/>
          </a:xfrm>
          <a:prstGeom prst="rect">
            <a:avLst/>
          </a:prstGeom>
          <a:noFill/>
          <a:ln w="38100">
            <a:noFill/>
          </a:ln>
          <a:effectLst/>
        </p:spPr>
      </p:pic>
      <p:sp>
        <p:nvSpPr>
          <p:cNvPr id="62304655" name="Picture Placeholder" descr="This photo is a 'placeholder' only. Drag or drop your photo here, or click and tap the center to insert a photo."/>
          <p:cNvSpPr>
            <a:spLocks noGrp="1"/>
          </p:cNvSpPr>
          <p:nvPr>
            <p:ph type="pic" sz="quarter" idx="20" hasCustomPrompt="1"/>
          </p:nvPr>
        </p:nvSpPr>
        <p:spPr bwMode="ltGray">
          <a:xfrm>
            <a:off x="7724774"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website screenshot here or click or tap icon below to insert</a:t>
            </a:r>
            <a:endParaRPr/>
          </a:p>
          <a:p>
            <a:pPr>
              <a:defRPr/>
            </a:pPr>
            <a:endParaRPr lang="en-US"/>
          </a:p>
          <a:p>
            <a:pPr>
              <a:defRPr/>
            </a:pPr>
            <a:endParaRPr lang="en-US"/>
          </a:p>
        </p:txBody>
      </p:sp>
      <p:sp>
        <p:nvSpPr>
          <p:cNvPr id="436401726" name="Title 1"/>
          <p:cNvSpPr>
            <a:spLocks noGrp="1"/>
          </p:cNvSpPr>
          <p:nvPr>
            <p:ph type="title"/>
          </p:nvPr>
        </p:nvSpPr>
        <p:spPr bwMode="auto">
          <a:xfrm>
            <a:off x="588262" y="585216"/>
            <a:ext cx="5652201"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66011371" name="Text Placeholder 11"/>
          <p:cNvSpPr>
            <a:spLocks noGrp="1"/>
          </p:cNvSpPr>
          <p:nvPr>
            <p:ph type="body" sz="quarter" idx="16"/>
          </p:nvPr>
        </p:nvSpPr>
        <p:spPr bwMode="auto">
          <a:xfrm>
            <a:off x="584199" y="1594155"/>
            <a:ext cx="5654573"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07781053" name="Text Placeholder 3"/>
          <p:cNvSpPr>
            <a:spLocks noGrp="1"/>
          </p:cNvSpPr>
          <p:nvPr>
            <p:ph type="body" sz="quarter" idx="15"/>
          </p:nvPr>
        </p:nvSpPr>
        <p:spPr bwMode="auto">
          <a:xfrm>
            <a:off x="586388" y="2085764"/>
            <a:ext cx="565220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8468576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925904664"/>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
    <p:spTree>
      <p:nvGrpSpPr>
        <p:cNvPr id="1" name=""/>
        <p:cNvGrpSpPr/>
        <p:nvPr/>
      </p:nvGrpSpPr>
      <p:grpSpPr bwMode="auto">
        <a:xfrm>
          <a:off x="0" y="0"/>
          <a:ext cx="0" cy="0"/>
          <a:chOff x="0" y="0"/>
          <a:chExt cx="0" cy="0"/>
        </a:xfrm>
      </p:grpSpPr>
      <p:sp>
        <p:nvSpPr>
          <p:cNvPr id="144435701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62068630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503999033"/>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_Off-white">
    <p:bg>
      <p:bgPr>
        <a:solidFill>
          <a:srgbClr val="F4F3F5"/>
        </a:solidFill>
        <a:effectLst/>
      </p:bgPr>
    </p:bg>
    <p:spTree>
      <p:nvGrpSpPr>
        <p:cNvPr id="1" name=""/>
        <p:cNvGrpSpPr/>
        <p:nvPr/>
      </p:nvGrpSpPr>
      <p:grpSpPr bwMode="auto">
        <a:xfrm>
          <a:off x="0" y="0"/>
          <a:ext cx="0" cy="0"/>
          <a:chOff x="0" y="0"/>
          <a:chExt cx="0" cy="0"/>
        </a:xfrm>
      </p:grpSpPr>
      <p:sp>
        <p:nvSpPr>
          <p:cNvPr id="164425867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03416118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290629662"/>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_WmGray">
    <p:bg>
      <p:bgPr>
        <a:solidFill>
          <a:srgbClr val="E8E6DF"/>
        </a:solidFill>
        <a:effectLst/>
      </p:bgPr>
    </p:bg>
    <p:spTree>
      <p:nvGrpSpPr>
        <p:cNvPr id="1" name=""/>
        <p:cNvGrpSpPr/>
        <p:nvPr/>
      </p:nvGrpSpPr>
      <p:grpSpPr bwMode="auto">
        <a:xfrm>
          <a:off x="0" y="0"/>
          <a:ext cx="0" cy="0"/>
          <a:chOff x="0" y="0"/>
          <a:chExt cx="0" cy="0"/>
        </a:xfrm>
      </p:grpSpPr>
      <p:sp>
        <p:nvSpPr>
          <p:cNvPr id="42664962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90578331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525944819"/>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PhAnim="0" preserve="1" userDrawn="1">
  <p:cSld name="1-column container">
    <p:spTree>
      <p:nvGrpSpPr>
        <p:cNvPr id="1" name=""/>
        <p:cNvGrpSpPr/>
        <p:nvPr/>
      </p:nvGrpSpPr>
      <p:grpSpPr bwMode="auto">
        <a:xfrm>
          <a:off x="0" y="0"/>
          <a:ext cx="0" cy="0"/>
          <a:chOff x="0" y="0"/>
          <a:chExt cx="0" cy="0"/>
        </a:xfrm>
      </p:grpSpPr>
      <p:sp>
        <p:nvSpPr>
          <p:cNvPr id="157326006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32204739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2000536404" name="Rounded Rectangle 3_1"/>
          <p:cNvSpPr/>
          <p:nvPr userDrawn="1"/>
        </p:nvSpPr>
        <p:spPr bwMode="auto">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ts val="0"/>
              </a:spcBef>
              <a:spcAft>
                <a:spcPts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30472017" name="Text Placeholder 11"/>
          <p:cNvSpPr>
            <a:spLocks noGrp="1"/>
          </p:cNvSpPr>
          <p:nvPr>
            <p:ph type="body" sz="quarter" idx="17"/>
          </p:nvPr>
        </p:nvSpPr>
        <p:spPr bwMode="auto">
          <a:xfrm>
            <a:off x="1235075" y="1771955"/>
            <a:ext cx="8778782"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775179600" name="Text Placeholder 3"/>
          <p:cNvSpPr>
            <a:spLocks noGrp="1"/>
          </p:cNvSpPr>
          <p:nvPr>
            <p:ph type="body" sz="quarter" idx="15"/>
          </p:nvPr>
        </p:nvSpPr>
        <p:spPr bwMode="auto">
          <a:xfrm>
            <a:off x="1237265" y="2263564"/>
            <a:ext cx="87750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Tree>
    <p:extLst>
      <p:ext uri="{BB962C8B-B14F-4D97-AF65-F5344CB8AC3E}">
        <p14:creationId xmlns:p14="http://schemas.microsoft.com/office/powerpoint/2010/main" val="4290524208"/>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PhAnim="0" preserve="1" userDrawn="1">
  <p:cSld name="Knowledge Check">
    <p:spTree>
      <p:nvGrpSpPr>
        <p:cNvPr id="1" name=""/>
        <p:cNvGrpSpPr/>
        <p:nvPr/>
      </p:nvGrpSpPr>
      <p:grpSpPr bwMode="auto">
        <a:xfrm>
          <a:off x="0" y="0"/>
          <a:ext cx="0" cy="0"/>
          <a:chOff x="0" y="0"/>
          <a:chExt cx="0" cy="0"/>
        </a:xfrm>
      </p:grpSpPr>
      <p:sp>
        <p:nvSpPr>
          <p:cNvPr id="147005291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61948100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43474880" name="Rounded Rectangle 3_1"/>
          <p:cNvSpPr/>
          <p:nvPr userDrawn="1"/>
        </p:nvSpPr>
        <p:spPr bwMode="auto">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ts val="0"/>
              </a:spcBef>
              <a:spcAft>
                <a:spcPts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1391337753" name="Text Placeholder 11"/>
          <p:cNvSpPr>
            <a:spLocks noGrp="1"/>
          </p:cNvSpPr>
          <p:nvPr>
            <p:ph type="body" sz="quarter" idx="17"/>
          </p:nvPr>
        </p:nvSpPr>
        <p:spPr bwMode="auto">
          <a:xfrm>
            <a:off x="1235075" y="1594151"/>
            <a:ext cx="8778782" cy="399973"/>
          </a:xfrm>
          <a:prstGeom prst="rect">
            <a:avLst/>
          </a:prstGeom>
        </p:spPr>
        <p:txBody>
          <a:bodyPr anchor="t"/>
          <a:lstStyle>
            <a:lvl1pPr marL="0" indent="0">
              <a:spcBef>
                <a:spcPts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1494742963" name="Text Placeholder 3"/>
          <p:cNvSpPr>
            <a:spLocks noGrp="1"/>
          </p:cNvSpPr>
          <p:nvPr>
            <p:ph type="body" sz="quarter" idx="15"/>
          </p:nvPr>
        </p:nvSpPr>
        <p:spPr bwMode="auto">
          <a:xfrm>
            <a:off x="1237265" y="1994124"/>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grpSp>
        <p:nvGrpSpPr>
          <p:cNvPr id="508592600" name="Group 6"/>
          <p:cNvGrpSpPr/>
          <p:nvPr userDrawn="1"/>
        </p:nvGrpSpPr>
        <p:grpSpPr bwMode="auto">
          <a:xfrm>
            <a:off x="10107938" y="893763"/>
            <a:ext cx="1110600" cy="1110600"/>
            <a:chOff x="5540700" y="2116300"/>
            <a:chExt cx="1110600" cy="1110600"/>
          </a:xfrm>
        </p:grpSpPr>
        <p:sp>
          <p:nvSpPr>
            <p:cNvPr id="8" name="Oval 7"/>
            <p:cNvSpPr/>
            <p:nvPr/>
          </p:nvSpPr>
          <p:spPr bwMode="auto">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a:lnSpc>
                  <a:spcPct val="100000"/>
                </a:lnSpc>
                <a:spcBef>
                  <a:spcPts val="0"/>
                </a:spcBef>
                <a:spcAft>
                  <a:spcPts val="0"/>
                </a:spcAft>
                <a:buClrTx/>
                <a:buSzTx/>
                <a:buFontTx/>
                <a:buNone/>
                <a:defRPr/>
              </a:pPr>
              <a:endParaRPr lang="en-US" sz="1800" b="0" i="0" u="none" strike="noStrike" cap="none" spc="0">
                <a:ln>
                  <a:noFill/>
                </a:ln>
                <a:solidFill>
                  <a:srgbClr val="FFFFFF"/>
                </a:solidFill>
                <a:latin typeface="Segoe UI"/>
                <a:ea typeface="+mn-ea"/>
                <a:cs typeface="+mn-cs"/>
              </a:endParaRPr>
            </a:p>
          </p:txBody>
        </p:sp>
        <p:pic>
          <p:nvPicPr>
            <p:cNvPr id="9" name="Picture 8"/>
            <p:cNvPicPr/>
            <p:nvPr/>
          </p:nvPicPr>
          <p:blipFill rotWithShape="1">
            <a:blip r:embed="rId2"/>
            <a:stretch/>
          </p:blipFill>
          <p:spPr bwMode="auto">
            <a:xfrm>
              <a:off x="5749602" y="2325202"/>
              <a:ext cx="692796" cy="692796"/>
            </a:xfrm>
            <a:prstGeom prst="rect">
              <a:avLst/>
            </a:prstGeom>
            <a:noFill/>
          </p:spPr>
        </p:pic>
      </p:grpSp>
      <p:sp>
        <p:nvSpPr>
          <p:cNvPr id="1051489479" name="Text Placeholder 11"/>
          <p:cNvSpPr>
            <a:spLocks noGrp="1"/>
          </p:cNvSpPr>
          <p:nvPr>
            <p:ph type="body" sz="quarter" idx="20"/>
          </p:nvPr>
        </p:nvSpPr>
        <p:spPr bwMode="auto">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defRPr/>
            </a:pPr>
            <a:r>
              <a:rPr lang="en-US"/>
              <a:t>Click to edit Master text styles</a:t>
            </a:r>
            <a:endParaRPr/>
          </a:p>
        </p:txBody>
      </p:sp>
      <p:sp>
        <p:nvSpPr>
          <p:cNvPr id="1703008404" name="Text Placeholder 3"/>
          <p:cNvSpPr>
            <a:spLocks noGrp="1"/>
          </p:cNvSpPr>
          <p:nvPr>
            <p:ph type="body" sz="quarter" idx="21"/>
          </p:nvPr>
        </p:nvSpPr>
        <p:spPr bwMode="auto">
          <a:xfrm>
            <a:off x="1237265" y="4898755"/>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544450442" name="Text Placeholder 11"/>
          <p:cNvSpPr>
            <a:spLocks noGrp="1"/>
          </p:cNvSpPr>
          <p:nvPr>
            <p:ph type="body" sz="quarter" idx="22"/>
          </p:nvPr>
        </p:nvSpPr>
        <p:spPr bwMode="auto">
          <a:xfrm>
            <a:off x="1235075" y="3042690"/>
            <a:ext cx="8778782" cy="406323"/>
          </a:xfrm>
          <a:prstGeom prst="rect">
            <a:avLst/>
          </a:prstGeom>
        </p:spPr>
        <p:txBody>
          <a:bodyPr anchor="t"/>
          <a:lstStyle>
            <a:lvl1pPr marL="0" indent="0">
              <a:spcBef>
                <a:spcPts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491081429" name="Text Placeholder 3"/>
          <p:cNvSpPr>
            <a:spLocks noGrp="1"/>
          </p:cNvSpPr>
          <p:nvPr>
            <p:ph type="body" sz="quarter" idx="23"/>
          </p:nvPr>
        </p:nvSpPr>
        <p:spPr bwMode="auto">
          <a:xfrm>
            <a:off x="1237265" y="3449013"/>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2891929424"/>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PhAnim="0" preserve="1" userDrawn="1">
  <p:cSld name="LearningPath1_WmGray">
    <p:bg>
      <p:bgPr>
        <a:solidFill>
          <a:srgbClr val="E8E6DF"/>
        </a:solidFill>
        <a:effectLst/>
      </p:bgPr>
    </p:bg>
    <p:spTree>
      <p:nvGrpSpPr>
        <p:cNvPr id="1" name=""/>
        <p:cNvGrpSpPr/>
        <p:nvPr/>
      </p:nvGrpSpPr>
      <p:grpSpPr bwMode="auto">
        <a:xfrm>
          <a:off x="0" y="0"/>
          <a:ext cx="0" cy="0"/>
          <a:chOff x="0" y="0"/>
          <a:chExt cx="0" cy="0"/>
        </a:xfrm>
      </p:grpSpPr>
      <p:sp>
        <p:nvSpPr>
          <p:cNvPr id="114715976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10694190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269768413" name="Graphic 5"/>
          <p:cNvPicPr>
            <a:picLocks noChangeAspect="1"/>
          </p:cNvPicPr>
          <p:nvPr userDrawn="1"/>
        </p:nvPicPr>
        <p:blipFill rotWithShape="1">
          <a:blip r:embed="rId2"/>
          <a:stretch/>
        </p:blipFill>
        <p:spPr bwMode="auto">
          <a:xfrm>
            <a:off x="-1" y="2827846"/>
            <a:ext cx="12192001" cy="3035200"/>
          </a:xfrm>
          <a:prstGeom prst="rect">
            <a:avLst/>
          </a:prstGeom>
        </p:spPr>
      </p:pic>
    </p:spTree>
    <p:extLst>
      <p:ext uri="{BB962C8B-B14F-4D97-AF65-F5344CB8AC3E}">
        <p14:creationId xmlns:p14="http://schemas.microsoft.com/office/powerpoint/2010/main" val="2513967909"/>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PhAnim="0" preserve="1" userDrawn="1">
  <p:cSld name="LearningPath3_OffWhite">
    <p:bg>
      <p:bgPr>
        <a:solidFill>
          <a:srgbClr val="F4F3F5"/>
        </a:solidFill>
        <a:effectLst/>
      </p:bgPr>
    </p:bg>
    <p:spTree>
      <p:nvGrpSpPr>
        <p:cNvPr id="1" name=""/>
        <p:cNvGrpSpPr/>
        <p:nvPr/>
      </p:nvGrpSpPr>
      <p:grpSpPr bwMode="auto">
        <a:xfrm>
          <a:off x="0" y="0"/>
          <a:ext cx="0" cy="0"/>
          <a:chOff x="0" y="0"/>
          <a:chExt cx="0" cy="0"/>
        </a:xfrm>
      </p:grpSpPr>
      <p:sp>
        <p:nvSpPr>
          <p:cNvPr id="49796192"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06797182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2072372162" name="Graphic 4"/>
          <p:cNvPicPr>
            <a:picLocks noChangeAspect="1"/>
          </p:cNvPicPr>
          <p:nvPr userDrawn="1"/>
        </p:nvPicPr>
        <p:blipFill rotWithShape="1">
          <a:blip r:embed="rId2"/>
          <a:stretch/>
        </p:blipFill>
        <p:spPr bwMode="auto">
          <a:xfrm>
            <a:off x="-1" y="3144660"/>
            <a:ext cx="12192001" cy="3035200"/>
          </a:xfrm>
          <a:prstGeom prst="rect">
            <a:avLst/>
          </a:prstGeom>
        </p:spPr>
      </p:pic>
    </p:spTree>
    <p:extLst>
      <p:ext uri="{BB962C8B-B14F-4D97-AF65-F5344CB8AC3E}">
        <p14:creationId xmlns:p14="http://schemas.microsoft.com/office/powerpoint/2010/main" val="3360195076"/>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PhAnim="0" preserve="1" userDrawn="1">
  <p:cSld name="Developer code full page">
    <p:bg>
      <p:bgPr>
        <a:solidFill>
          <a:srgbClr val="E8E6DF"/>
        </a:solidFill>
        <a:effectLst/>
      </p:bgPr>
    </p:bg>
    <p:spTree>
      <p:nvGrpSpPr>
        <p:cNvPr id="1" name=""/>
        <p:cNvGrpSpPr/>
        <p:nvPr/>
      </p:nvGrpSpPr>
      <p:grpSpPr bwMode="auto">
        <a:xfrm>
          <a:off x="0" y="0"/>
          <a:ext cx="0" cy="0"/>
          <a:chOff x="0" y="0"/>
          <a:chExt cx="0" cy="0"/>
        </a:xfrm>
      </p:grpSpPr>
      <p:sp>
        <p:nvSpPr>
          <p:cNvPr id="479024527" name="Text Placeholder 14"/>
          <p:cNvSpPr>
            <a:spLocks noGrp="1"/>
          </p:cNvSpPr>
          <p:nvPr>
            <p:ph type="body" sz="quarter" idx="13" hasCustomPrompt="1"/>
          </p:nvPr>
        </p:nvSpPr>
        <p:spPr bwMode="auto">
          <a:xfrm>
            <a:off x="0" y="0"/>
            <a:ext cx="3788358" cy="446148"/>
          </a:xfrm>
          <a:prstGeom prst="rect">
            <a:avLst/>
          </a:prstGeom>
          <a:gradFill>
            <a:gsLst>
              <a:gs pos="0">
                <a:srgbClr val="000000"/>
              </a:gs>
              <a:gs pos="92000">
                <a:srgbClr val="000000"/>
              </a:gs>
              <a:gs pos="92000">
                <a:schemeClr val="accent3"/>
              </a:gs>
            </a:gsLst>
            <a:lin ang="16200000" scaled="1"/>
          </a:gradFill>
        </p:spPr>
        <p:txBody>
          <a:bodyPr vert="horz" wrap="square" lIns="585216" tIns="91440" rIns="0" bIns="45720" rtlCol="0">
            <a:spAutoFit/>
          </a:bodyPr>
          <a:lstStyle>
            <a:lvl1pPr marL="0" indent="0">
              <a:buNone/>
              <a:defRPr lang="en-US" sz="2000" b="0" i="0" u="none" strike="noStrike" cap="none">
                <a:ln>
                  <a:noFill/>
                </a:ln>
                <a:solidFill>
                  <a:srgbClr val="FFFFFF"/>
                </a:solidFill>
                <a:latin typeface="Segoe UI Semibold"/>
              </a:defRPr>
            </a:lvl1pPr>
          </a:lstStyle>
          <a:p>
            <a:pPr marL="228600" lvl="0" indent="-228600">
              <a:defRPr/>
            </a:pPr>
            <a:r>
              <a:rPr lang="en-US"/>
              <a:t>Click to enter title</a:t>
            </a:r>
            <a:endParaRPr/>
          </a:p>
        </p:txBody>
      </p:sp>
      <p:sp>
        <p:nvSpPr>
          <p:cNvPr id="457940166" name="Footer Placeholder 10"/>
          <p:cNvSpPr>
            <a:spLocks noGrp="1"/>
          </p:cNvSpPr>
          <p:nvPr>
            <p:ph type="ftr" sz="quarter" idx="3"/>
          </p:nvPr>
        </p:nvSpPr>
        <p:spPr bwMode="auto">
          <a:xfrm>
            <a:off x="7448551" y="6421083"/>
            <a:ext cx="4151312" cy="197976"/>
          </a:xfrm>
          <a:prstGeom prst="rect">
            <a:avLst/>
          </a:prstGeom>
        </p:spPr>
        <p:txBody>
          <a:bodyPr vert="horz" lIns="0" tIns="0" rIns="0" bIns="0" rtlCol="0" anchor="ctr"/>
          <a:lstStyle>
            <a:lvl1pPr marL="0" algn="r"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370996412" name="Text Placeholder 3"/>
          <p:cNvSpPr txBox="1"/>
          <p:nvPr userDrawn="1"/>
        </p:nvSpPr>
        <p:spPr bwMode="auto">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a:lnSpc>
                <a:spcPct val="150000"/>
              </a:lnSpc>
              <a:spcBef>
                <a:spcPts val="0"/>
              </a:spcBef>
              <a:spcAft>
                <a:spcPts val="600"/>
              </a:spcAft>
              <a:buClr>
                <a:schemeClr val="bg1"/>
              </a:buClr>
              <a:buSzPct val="120000"/>
              <a:buFontTx/>
              <a:buNone/>
              <a:defRPr lang="en-US" sz="1400" b="0" i="0">
                <a:solidFill>
                  <a:schemeClr val="tx1"/>
                </a:solidFill>
                <a:latin typeface="Consolas"/>
                <a:ea typeface="Segoe UI Semibold"/>
                <a:cs typeface="Segoe UI Semibold"/>
              </a:defRPr>
            </a:lvl1pPr>
            <a:lvl2pPr marL="0" indent="0" algn="l" defTabSz="914132" rtl="0">
              <a:lnSpc>
                <a:spcPct val="110000"/>
              </a:lnSpc>
              <a:spcBef>
                <a:spcPts val="0"/>
              </a:spcBef>
              <a:spcAft>
                <a:spcPts val="600"/>
              </a:spcAft>
              <a:buClrTx/>
              <a:buSzPct val="110000"/>
              <a:buFont typeface="Arial"/>
              <a:buNone/>
              <a:defRPr lang="en-US" sz="2000" b="0" i="0">
                <a:solidFill>
                  <a:schemeClr val="tx1"/>
                </a:solidFill>
                <a:latin typeface="Segoe UI"/>
                <a:ea typeface="Segoe UI"/>
                <a:cs typeface="Segoe UI"/>
              </a:defRPr>
            </a:lvl2pPr>
            <a:lvl3pPr marL="288924" indent="-222250" algn="l" defTabSz="914132" rtl="0">
              <a:lnSpc>
                <a:spcPct val="110000"/>
              </a:lnSpc>
              <a:spcBef>
                <a:spcPts val="0"/>
              </a:spcBef>
              <a:spcAft>
                <a:spcPts val="600"/>
              </a:spcAft>
              <a:buClrTx/>
              <a:buSzPct val="120000"/>
              <a:buFont typeface="Arial"/>
              <a:buChar char="•"/>
              <a:defRPr lang="en-US" sz="2000" b="0" i="0">
                <a:solidFill>
                  <a:schemeClr val="tx1"/>
                </a:solidFill>
                <a:latin typeface="Segoe UI"/>
                <a:ea typeface="Segoe UI"/>
                <a:cs typeface="Segoe UI"/>
              </a:defRPr>
            </a:lvl3pPr>
            <a:lvl4pPr marL="631825" indent="-182880" algn="l" defTabSz="914132" rtl="0">
              <a:lnSpc>
                <a:spcPct val="110000"/>
              </a:lnSpc>
              <a:spcBef>
                <a:spcPts val="0"/>
              </a:spcBef>
              <a:spcAft>
                <a:spcPts val="600"/>
              </a:spcAft>
              <a:buClrTx/>
              <a:buFont typeface="Arial"/>
              <a:buChar char="•"/>
              <a:defRPr lang="en-US" sz="1800" b="0" i="0">
                <a:solidFill>
                  <a:schemeClr val="tx1"/>
                </a:solidFill>
                <a:latin typeface="Segoe UI"/>
                <a:ea typeface="Segoe UI"/>
                <a:cs typeface="Segoe UI"/>
              </a:defRPr>
            </a:lvl4pPr>
            <a:lvl5pPr marL="1162685" indent="-194310" algn="l" defTabSz="914132" rtl="0">
              <a:lnSpc>
                <a:spcPct val="110000"/>
              </a:lnSpc>
              <a:spcBef>
                <a:spcPts val="500"/>
              </a:spcBef>
              <a:buClr>
                <a:schemeClr val="tx1"/>
              </a:buClr>
              <a:buFont typeface="Arial"/>
              <a:buChar char="•"/>
              <a:defRPr lang="en-US" sz="1600" b="0" i="0">
                <a:solidFill>
                  <a:schemeClr val="tx1"/>
                </a:solidFill>
                <a:latin typeface="Segoe UI"/>
                <a:ea typeface="Segoe UI"/>
                <a:cs typeface="Segoe UI"/>
              </a:defRPr>
            </a:lvl5pPr>
            <a:lvl6pPr marL="1873781" indent="-228533" algn="l" defTabSz="914132" rtl="0">
              <a:lnSpc>
                <a:spcPct val="110000"/>
              </a:lnSpc>
              <a:spcBef>
                <a:spcPts val="500"/>
              </a:spcBef>
              <a:buFont typeface="Arial"/>
              <a:buChar char="•"/>
              <a:defRPr sz="1400">
                <a:solidFill>
                  <a:schemeClr val="tx1"/>
                </a:solidFill>
                <a:latin typeface="+mn-lt"/>
                <a:ea typeface="+mn-ea"/>
                <a:cs typeface="+mn-cs"/>
              </a:defRPr>
            </a:lvl6pPr>
            <a:lvl7pPr marL="2970926" indent="-228533" algn="l" defTabSz="914132" rtl="0">
              <a:lnSpc>
                <a:spcPct val="90000"/>
              </a:lnSpc>
              <a:spcBef>
                <a:spcPts val="500"/>
              </a:spcBef>
              <a:buFont typeface="Arial"/>
              <a:buChar char="•"/>
              <a:defRPr sz="1900">
                <a:solidFill>
                  <a:schemeClr val="tx1"/>
                </a:solidFill>
                <a:latin typeface="+mn-lt"/>
                <a:ea typeface="+mn-ea"/>
                <a:cs typeface="+mn-cs"/>
              </a:defRPr>
            </a:lvl7pPr>
            <a:lvl8pPr marL="3427992" indent="-228533" algn="l" defTabSz="914132" rtl="0">
              <a:lnSpc>
                <a:spcPct val="90000"/>
              </a:lnSpc>
              <a:spcBef>
                <a:spcPts val="500"/>
              </a:spcBef>
              <a:buFont typeface="Arial"/>
              <a:buChar char="•"/>
              <a:defRPr sz="1900">
                <a:solidFill>
                  <a:schemeClr val="tx1"/>
                </a:solidFill>
                <a:latin typeface="+mn-lt"/>
                <a:ea typeface="+mn-ea"/>
                <a:cs typeface="+mn-cs"/>
              </a:defRPr>
            </a:lvl8pPr>
            <a:lvl9pPr marL="3885057" indent="-228533" algn="l" defTabSz="914132" rtl="0">
              <a:lnSpc>
                <a:spcPct val="90000"/>
              </a:lnSpc>
              <a:spcBef>
                <a:spcPts val="500"/>
              </a:spcBef>
              <a:buFont typeface="Arial"/>
              <a:buChar char="•"/>
              <a:defRPr sz="1900">
                <a:solidFill>
                  <a:schemeClr val="tx1"/>
                </a:solidFill>
                <a:latin typeface="+mn-lt"/>
                <a:ea typeface="+mn-ea"/>
                <a:cs typeface="+mn-cs"/>
              </a:defRPr>
            </a:lvl9pPr>
          </a:lstStyle>
          <a:p>
            <a:pPr marL="0" marR="0" lvl="0" indent="0" algn="l" defTabSz="914132" rtl="0">
              <a:lnSpc>
                <a:spcPct val="150000"/>
              </a:lnSpc>
              <a:spcBef>
                <a:spcPts val="0"/>
              </a:spcBef>
              <a:spcAft>
                <a:spcPts val="600"/>
              </a:spcAft>
              <a:buClr>
                <a:srgbClr val="E9E9E9"/>
              </a:buClr>
              <a:buSzPct val="120000"/>
              <a:buFontTx/>
              <a:buNone/>
              <a:defRPr/>
            </a:pPr>
            <a:endParaRPr lang="en-US" sz="1400" b="0" i="0" u="none" strike="noStrike" cap="none" spc="0">
              <a:ln>
                <a:noFill/>
              </a:ln>
              <a:solidFill>
                <a:srgbClr val="000000"/>
              </a:solidFill>
              <a:latin typeface="Consolas"/>
              <a:cs typeface="Segoe UI Semibold"/>
            </a:endParaRPr>
          </a:p>
        </p:txBody>
      </p:sp>
      <p:sp>
        <p:nvSpPr>
          <p:cNvPr id="1048767122" name="Text Placeholder 4" descr="This layout should only be used for developer code. The font used is a monospace font which is ideal for showing code."/>
          <p:cNvSpPr>
            <a:spLocks noGrp="1"/>
          </p:cNvSpPr>
          <p:nvPr>
            <p:ph type="body" sz="quarter" idx="11" hasCustomPrompt="1"/>
          </p:nvPr>
        </p:nvSpPr>
        <p:spPr bwMode="auto">
          <a:xfrm>
            <a:off x="579438" y="1083733"/>
            <a:ext cx="11020424" cy="4885267"/>
          </a:xfrm>
        </p:spPr>
        <p:txBody>
          <a:bodyPr/>
          <a:lstStyle>
            <a:lvl1pPr marL="0" indent="0">
              <a:buNone/>
              <a:defRPr sz="1400">
                <a:solidFill>
                  <a:srgbClr val="2F2F2F"/>
                </a:solidFill>
                <a:latin typeface="Consolas"/>
                <a:cs typeface="Consolas"/>
              </a:defRPr>
            </a:lvl1pPr>
            <a:lvl2pPr marL="346448" indent="0">
              <a:buNone/>
              <a:defRPr sz="2400">
                <a:gradFill>
                  <a:gsLst>
                    <a:gs pos="43000">
                      <a:schemeClr val="tx1"/>
                    </a:gs>
                    <a:gs pos="61049">
                      <a:schemeClr val="tx1"/>
                    </a:gs>
                  </a:gsLst>
                  <a:lin ang="5400000" scaled="0"/>
                </a:gradFill>
                <a:latin typeface="Consolas"/>
                <a:cs typeface="Consolas"/>
              </a:defRPr>
            </a:lvl2pPr>
            <a:lvl3pPr marL="584432" indent="0">
              <a:buNone/>
              <a:defRPr sz="2000">
                <a:gradFill>
                  <a:gsLst>
                    <a:gs pos="43000">
                      <a:schemeClr val="tx1"/>
                    </a:gs>
                    <a:gs pos="61049">
                      <a:schemeClr val="tx1"/>
                    </a:gs>
                  </a:gsLst>
                  <a:lin ang="5400000" scaled="0"/>
                </a:gradFill>
                <a:latin typeface="Consolas"/>
                <a:cs typeface="Consolas"/>
              </a:defRPr>
            </a:lvl3pPr>
            <a:lvl4pPr marL="814319" indent="0">
              <a:buNone/>
              <a:defRPr sz="1800">
                <a:gradFill>
                  <a:gsLst>
                    <a:gs pos="43000">
                      <a:schemeClr val="tx1"/>
                    </a:gs>
                    <a:gs pos="61049">
                      <a:schemeClr val="tx1"/>
                    </a:gs>
                  </a:gsLst>
                  <a:lin ang="5400000" scaled="0"/>
                </a:gradFill>
                <a:latin typeface="Consolas"/>
                <a:cs typeface="Consolas"/>
              </a:defRPr>
            </a:lvl4pPr>
            <a:lvl5pPr marL="1050682" indent="0">
              <a:buNone/>
              <a:defRPr sz="1800">
                <a:gradFill>
                  <a:gsLst>
                    <a:gs pos="43000">
                      <a:schemeClr val="tx1"/>
                    </a:gs>
                    <a:gs pos="61049">
                      <a:schemeClr val="tx1"/>
                    </a:gs>
                  </a:gsLst>
                  <a:lin ang="5400000" scaled="0"/>
                </a:gradFill>
                <a:latin typeface="Consolas"/>
                <a:cs typeface="Consolas"/>
              </a:defRPr>
            </a:lvl5pPr>
          </a:lstStyle>
          <a:p>
            <a:pPr lvl="0">
              <a:defRPr/>
            </a:pPr>
            <a:r>
              <a:rPr lang="en-US"/>
              <a:t>Click to edit or paste code</a:t>
            </a:r>
            <a:endParaRPr/>
          </a:p>
        </p:txBody>
      </p:sp>
    </p:spTree>
    <p:extLst>
      <p:ext uri="{BB962C8B-B14F-4D97-AF65-F5344CB8AC3E}">
        <p14:creationId xmlns:p14="http://schemas.microsoft.com/office/powerpoint/2010/main" val="2797296907"/>
      </p:ext>
    </p:extLst>
  </p:cSld>
  <p:clrMapOvr>
    <a:overrideClrMapping bg1="lt1" tx1="dk1" bg2="lt2" tx2="dk2" accent1="accent1" accent2="accent2" accent3="accent3" accent4="accent4" accent5="accent5" accent6="accent6" hlink="hlink" folHlink="folHlink"/>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PhAnim="0" preserve="1" userDrawn="1">
  <p:cSld name="Developer code right">
    <p:bg>
      <p:bgPr>
        <a:solidFill>
          <a:srgbClr val="E8E6DF"/>
        </a:solidFill>
        <a:effectLst/>
      </p:bgPr>
    </p:bg>
    <p:spTree>
      <p:nvGrpSpPr>
        <p:cNvPr id="1" name=""/>
        <p:cNvGrpSpPr/>
        <p:nvPr/>
      </p:nvGrpSpPr>
      <p:grpSpPr bwMode="auto">
        <a:xfrm>
          <a:off x="0" y="0"/>
          <a:ext cx="0" cy="0"/>
          <a:chOff x="0" y="0"/>
          <a:chExt cx="0" cy="0"/>
        </a:xfrm>
      </p:grpSpPr>
      <p:sp>
        <p:nvSpPr>
          <p:cNvPr id="1980420528" name="Rectangle 2"/>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000">
              <a:solidFill>
                <a:srgbClr val="FFFFFF"/>
              </a:solidFill>
              <a:ea typeface="Segoe UI"/>
              <a:cs typeface="Segoe UI"/>
            </a:endParaRPr>
          </a:p>
        </p:txBody>
      </p:sp>
      <p:sp>
        <p:nvSpPr>
          <p:cNvPr id="1390530979" name="Title 1"/>
          <p:cNvSpPr>
            <a:spLocks noGrp="1"/>
          </p:cNvSpPr>
          <p:nvPr>
            <p:ph type="title"/>
          </p:nvPr>
        </p:nvSpPr>
        <p:spPr bwMode="auto">
          <a:xfrm>
            <a:off x="588262" y="585216"/>
            <a:ext cx="4042761"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117387958" name="Text Placeholder 3"/>
          <p:cNvSpPr>
            <a:spLocks noGrp="1"/>
          </p:cNvSpPr>
          <p:nvPr>
            <p:ph type="body" sz="quarter" idx="15"/>
          </p:nvPr>
        </p:nvSpPr>
        <p:spPr bwMode="auto">
          <a:xfrm>
            <a:off x="586388" y="1594155"/>
            <a:ext cx="4042761" cy="726353"/>
          </a:xfrm>
          <a:prstGeom prst="rect">
            <a:avLst/>
          </a:prstGeom>
        </p:spPr>
        <p:txBody>
          <a:bodyPr wrap="square">
            <a:spAutoFit/>
          </a:bodyPr>
          <a:lstStyle>
            <a:lvl1pPr marL="0" indent="0">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775078949" name="Text Placeholder 4" descr="This layout should only be used for developer code. The font used is a monospace font which is ideal for showing code."/>
          <p:cNvSpPr>
            <a:spLocks noGrp="1"/>
          </p:cNvSpPr>
          <p:nvPr>
            <p:ph type="body" sz="quarter" idx="11" hasCustomPrompt="1"/>
          </p:nvPr>
        </p:nvSpPr>
        <p:spPr bwMode="auto">
          <a:xfrm>
            <a:off x="5800725" y="582613"/>
            <a:ext cx="5799138" cy="5692775"/>
          </a:xfrm>
        </p:spPr>
        <p:txBody>
          <a:bodyPr/>
          <a:lstStyle>
            <a:lvl1pPr marL="0" indent="0">
              <a:buNone/>
              <a:defRPr sz="1400">
                <a:solidFill>
                  <a:srgbClr val="2F2F2F"/>
                </a:solidFill>
                <a:latin typeface="Consolas"/>
                <a:cs typeface="Consolas"/>
              </a:defRPr>
            </a:lvl1pPr>
            <a:lvl2pPr marL="346448" indent="0">
              <a:buNone/>
              <a:defRPr sz="2400">
                <a:gradFill>
                  <a:gsLst>
                    <a:gs pos="43000">
                      <a:schemeClr val="tx1"/>
                    </a:gs>
                    <a:gs pos="61049">
                      <a:schemeClr val="tx1"/>
                    </a:gs>
                  </a:gsLst>
                  <a:lin ang="5400000" scaled="0"/>
                </a:gradFill>
                <a:latin typeface="Consolas"/>
                <a:cs typeface="Consolas"/>
              </a:defRPr>
            </a:lvl2pPr>
            <a:lvl3pPr marL="584432" indent="0">
              <a:buNone/>
              <a:defRPr sz="2000">
                <a:gradFill>
                  <a:gsLst>
                    <a:gs pos="43000">
                      <a:schemeClr val="tx1"/>
                    </a:gs>
                    <a:gs pos="61049">
                      <a:schemeClr val="tx1"/>
                    </a:gs>
                  </a:gsLst>
                  <a:lin ang="5400000" scaled="0"/>
                </a:gradFill>
                <a:latin typeface="Consolas"/>
                <a:cs typeface="Consolas"/>
              </a:defRPr>
            </a:lvl3pPr>
            <a:lvl4pPr marL="814319" indent="0">
              <a:buNone/>
              <a:defRPr sz="1800">
                <a:gradFill>
                  <a:gsLst>
                    <a:gs pos="43000">
                      <a:schemeClr val="tx1"/>
                    </a:gs>
                    <a:gs pos="61049">
                      <a:schemeClr val="tx1"/>
                    </a:gs>
                  </a:gsLst>
                  <a:lin ang="5400000" scaled="0"/>
                </a:gradFill>
                <a:latin typeface="Consolas"/>
                <a:cs typeface="Consolas"/>
              </a:defRPr>
            </a:lvl4pPr>
            <a:lvl5pPr marL="1050682" indent="0">
              <a:buNone/>
              <a:defRPr sz="1800">
                <a:gradFill>
                  <a:gsLst>
                    <a:gs pos="43000">
                      <a:schemeClr val="tx1"/>
                    </a:gs>
                    <a:gs pos="61049">
                      <a:schemeClr val="tx1"/>
                    </a:gs>
                  </a:gsLst>
                  <a:lin ang="5400000" scaled="0"/>
                </a:gradFill>
                <a:latin typeface="Consolas"/>
                <a:cs typeface="Consolas"/>
              </a:defRPr>
            </a:lvl5pPr>
          </a:lstStyle>
          <a:p>
            <a:pPr lvl="0">
              <a:defRPr/>
            </a:pPr>
            <a:r>
              <a:rPr lang="en-US"/>
              <a:t>Click to edit or paste code</a:t>
            </a:r>
            <a:endParaRPr/>
          </a:p>
        </p:txBody>
      </p:sp>
    </p:spTree>
    <p:extLst>
      <p:ext uri="{BB962C8B-B14F-4D97-AF65-F5344CB8AC3E}">
        <p14:creationId xmlns:p14="http://schemas.microsoft.com/office/powerpoint/2010/main" val="854952256"/>
      </p:ext>
    </p:extLst>
  </p:cSld>
  <p:clrMapOvr>
    <a:overrideClrMapping bg1="lt1" tx1="dk1" bg2="lt2" tx2="dk2" accent1="accent1" accent2="accent2" accent3="accent3" accent4="accent4" accent5="accent5" accent6="accent6" hlink="hlink" folHlink="folHlink"/>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PhAnim="0" preserve="1" userDrawn="1">
  <p:cSld name="Resources">
    <p:bg>
      <p:bgPr>
        <a:solidFill>
          <a:srgbClr val="E8E6DF"/>
        </a:solidFill>
        <a:effectLst/>
      </p:bgPr>
    </p:bg>
    <p:spTree>
      <p:nvGrpSpPr>
        <p:cNvPr id="1" name=""/>
        <p:cNvGrpSpPr/>
        <p:nvPr/>
      </p:nvGrpSpPr>
      <p:grpSpPr bwMode="auto">
        <a:xfrm>
          <a:off x="0" y="0"/>
          <a:ext cx="0" cy="0"/>
          <a:chOff x="0" y="0"/>
          <a:chExt cx="0" cy="0"/>
        </a:xfrm>
      </p:grpSpPr>
      <p:sp>
        <p:nvSpPr>
          <p:cNvPr id="1632473762"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466503315" name="Text Placeholder 3"/>
          <p:cNvSpPr>
            <a:spLocks noGrp="1"/>
          </p:cNvSpPr>
          <p:nvPr>
            <p:ph type="body" sz="quarter" idx="15"/>
          </p:nvPr>
        </p:nvSpPr>
        <p:spPr bwMode="auto">
          <a:xfrm>
            <a:off x="586388" y="1591056"/>
            <a:ext cx="8193024" cy="541687"/>
          </a:xfrm>
          <a:prstGeom prst="rect">
            <a:avLst/>
          </a:prstGeom>
        </p:spPr>
        <p:txBody>
          <a:bodyPr wrap="square">
            <a:spAutoFit/>
          </a:bodyPr>
          <a:lstStyle>
            <a:lvl1pPr marL="0" indent="0">
              <a:buFont typeface="Arial"/>
              <a:buNone/>
              <a:defRPr>
                <a:solidFill>
                  <a:schemeClr val="tx1"/>
                </a:solidFill>
                <a:latin typeface="+mj-lt"/>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p:txBody>
      </p:sp>
      <p:sp>
        <p:nvSpPr>
          <p:cNvPr id="748371912" name="Text Placeholder 3"/>
          <p:cNvSpPr>
            <a:spLocks noGrp="1"/>
          </p:cNvSpPr>
          <p:nvPr>
            <p:ph type="body" sz="quarter" idx="19"/>
          </p:nvPr>
        </p:nvSpPr>
        <p:spPr bwMode="auto">
          <a:xfrm>
            <a:off x="586388" y="2081710"/>
            <a:ext cx="8193024" cy="1132618"/>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p:txBody>
      </p:sp>
      <p:sp>
        <p:nvSpPr>
          <p:cNvPr id="1387029045" name="Text Placeholder 3"/>
          <p:cNvSpPr>
            <a:spLocks noGrp="1"/>
          </p:cNvSpPr>
          <p:nvPr>
            <p:ph type="body" sz="quarter" idx="20"/>
          </p:nvPr>
        </p:nvSpPr>
        <p:spPr bwMode="auto">
          <a:xfrm>
            <a:off x="586388" y="3587124"/>
            <a:ext cx="8193024" cy="541687"/>
          </a:xfrm>
          <a:prstGeom prst="rect">
            <a:avLst/>
          </a:prstGeom>
        </p:spPr>
        <p:txBody>
          <a:bodyPr wrap="square">
            <a:spAutoFit/>
          </a:bodyPr>
          <a:lstStyle>
            <a:lvl1pPr marL="0" indent="0">
              <a:buFont typeface="Arial"/>
              <a:buNone/>
              <a:defRPr>
                <a:solidFill>
                  <a:schemeClr val="tx1"/>
                </a:solidFill>
                <a:latin typeface="+mj-lt"/>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p:txBody>
      </p:sp>
      <p:sp>
        <p:nvSpPr>
          <p:cNvPr id="94143648" name="Text Placeholder 3"/>
          <p:cNvSpPr>
            <a:spLocks noGrp="1"/>
          </p:cNvSpPr>
          <p:nvPr>
            <p:ph type="body" sz="quarter" idx="21"/>
          </p:nvPr>
        </p:nvSpPr>
        <p:spPr bwMode="auto">
          <a:xfrm>
            <a:off x="586388" y="4077778"/>
            <a:ext cx="8193024" cy="1132618"/>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p:txBody>
      </p:sp>
      <p:sp>
        <p:nvSpPr>
          <p:cNvPr id="165909392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975810623"/>
      </p:ext>
    </p:extLst>
  </p:cSld>
  <p:clrMapOvr>
    <a:overrideClrMapping bg1="lt1" tx1="dk1" bg2="lt2" tx2="dk2" accent1="accent1" accent2="accent2" accent3="accent3" accent4="accent4" accent5="accent5" accent6="accent6" hlink="hlink" folHlink="folHlink"/>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PhAnim="0" preserve="1" userDrawn="1">
  <p:cSld name="Closing slide_with Logo">
    <p:bg>
      <p:bgPr>
        <a:solidFill>
          <a:srgbClr val="E8E6DF"/>
        </a:solidFill>
        <a:effectLst/>
      </p:bgPr>
    </p:bg>
    <p:spTree>
      <p:nvGrpSpPr>
        <p:cNvPr id="1" name=""/>
        <p:cNvGrpSpPr/>
        <p:nvPr/>
      </p:nvGrpSpPr>
      <p:grpSpPr bwMode="auto">
        <a:xfrm>
          <a:off x="0" y="0"/>
          <a:ext cx="0" cy="0"/>
          <a:chOff x="0" y="0"/>
          <a:chExt cx="0" cy="0"/>
        </a:xfrm>
      </p:grpSpPr>
      <p:pic>
        <p:nvPicPr>
          <p:cNvPr id="1869292904" name="MS logo gray - EMF"/>
          <p:cNvPicPr>
            <a:picLocks noChangeAspect="1"/>
          </p:cNvPicPr>
          <p:nvPr userDrawn="1"/>
        </p:nvPicPr>
        <p:blipFill rotWithShape="1">
          <a:blip r:embed="rId2"/>
          <a:stretch/>
        </p:blipFill>
        <p:spPr bwMode="black">
          <a:xfrm>
            <a:off x="584200" y="585788"/>
            <a:ext cx="1366440" cy="292608"/>
          </a:xfrm>
          <a:prstGeom prst="rect">
            <a:avLst/>
          </a:prstGeom>
        </p:spPr>
      </p:pic>
      <p:sp>
        <p:nvSpPr>
          <p:cNvPr id="517725602" name="Title 1"/>
          <p:cNvSpPr>
            <a:spLocks noGrp="1"/>
          </p:cNvSpPr>
          <p:nvPr>
            <p:ph type="title" hasCustomPrompt="1"/>
          </p:nvPr>
        </p:nvSpPr>
        <p:spPr bwMode="auto">
          <a:xfrm>
            <a:off x="588262" y="-612577"/>
            <a:ext cx="8193024" cy="307777"/>
          </a:xfrm>
        </p:spPr>
        <p:txBody>
          <a:bodyPr/>
          <a:lstStyle>
            <a:lvl1pPr>
              <a:defRPr sz="2000" b="0" i="0">
                <a:solidFill>
                  <a:srgbClr val="001F2D"/>
                </a:solidFill>
                <a:latin typeface="+mj-lt"/>
                <a:cs typeface="Segoe UI Semibold"/>
              </a:defRPr>
            </a:lvl1pPr>
          </a:lstStyle>
          <a:p>
            <a:pPr>
              <a:defRPr/>
            </a:pPr>
            <a:r>
              <a:rPr lang="en-US"/>
              <a:t>Final slide with logo</a:t>
            </a:r>
            <a:endParaRPr/>
          </a:p>
        </p:txBody>
      </p:sp>
      <p:sp>
        <p:nvSpPr>
          <p:cNvPr id="116812145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42585593"/>
      </p:ext>
    </p:extLst>
  </p:cSld>
  <p:clrMapOvr>
    <a:overrideClrMapping bg1="lt1" tx1="dk1" bg2="lt2" tx2="dk2" accent1="accent1" accent2="accent2" accent3="accent3" accent4="accent4" accent5="accent5" accent6="accent6" hlink="hlink" folHlink="folHlink"/>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PhAnim="0" preserve="1" userDrawn="1">
  <p:cSld name="2_Closing slide_with Logo">
    <p:bg>
      <p:bgPr>
        <a:solidFill>
          <a:srgbClr val="E8E6DF"/>
        </a:solidFill>
        <a:effectLst/>
      </p:bgPr>
    </p:bg>
    <p:spTree>
      <p:nvGrpSpPr>
        <p:cNvPr id="1" name=""/>
        <p:cNvGrpSpPr/>
        <p:nvPr/>
      </p:nvGrpSpPr>
      <p:grpSpPr bwMode="auto">
        <a:xfrm>
          <a:off x="0" y="0"/>
          <a:ext cx="0" cy="0"/>
          <a:chOff x="0" y="0"/>
          <a:chExt cx="0" cy="0"/>
        </a:xfrm>
      </p:grpSpPr>
      <p:pic>
        <p:nvPicPr>
          <p:cNvPr id="334723431" name="MS logo gray - EMF"/>
          <p:cNvPicPr>
            <a:picLocks noChangeAspect="1"/>
          </p:cNvPicPr>
          <p:nvPr userDrawn="1"/>
        </p:nvPicPr>
        <p:blipFill rotWithShape="1">
          <a:blip r:embed="rId2"/>
          <a:stretch/>
        </p:blipFill>
        <p:spPr bwMode="black">
          <a:xfrm>
            <a:off x="584200" y="585788"/>
            <a:ext cx="1366440" cy="292608"/>
          </a:xfrm>
          <a:prstGeom prst="rect">
            <a:avLst/>
          </a:prstGeom>
        </p:spPr>
      </p:pic>
      <p:sp>
        <p:nvSpPr>
          <p:cNvPr id="2073378857" name="Title 1"/>
          <p:cNvSpPr>
            <a:spLocks noGrp="1"/>
          </p:cNvSpPr>
          <p:nvPr>
            <p:ph type="title" hasCustomPrompt="1"/>
          </p:nvPr>
        </p:nvSpPr>
        <p:spPr bwMode="auto">
          <a:xfrm>
            <a:off x="588262" y="-616043"/>
            <a:ext cx="8193024" cy="307777"/>
          </a:xfrm>
        </p:spPr>
        <p:txBody>
          <a:bodyPr/>
          <a:lstStyle>
            <a:lvl1pPr>
              <a:defRPr sz="2000" b="0" i="0">
                <a:solidFill>
                  <a:srgbClr val="001F2D"/>
                </a:solidFill>
                <a:latin typeface="+mj-lt"/>
                <a:cs typeface="Segoe UI Semibold"/>
              </a:defRPr>
            </a:lvl1pPr>
          </a:lstStyle>
          <a:p>
            <a:pPr>
              <a:defRPr/>
            </a:pPr>
            <a:r>
              <a:rPr lang="en-US"/>
              <a:t>Final slide with logo</a:t>
            </a:r>
            <a:endParaRPr/>
          </a:p>
        </p:txBody>
      </p:sp>
      <p:sp>
        <p:nvSpPr>
          <p:cNvPr id="1514569051" name="Text Placeholder 4"/>
          <p:cNvSpPr>
            <a:spLocks noGrp="1"/>
          </p:cNvSpPr>
          <p:nvPr>
            <p:ph type="body" sz="quarter" idx="12" hasCustomPrompt="1"/>
          </p:nvPr>
        </p:nvSpPr>
        <p:spPr bwMode="auto">
          <a:xfrm>
            <a:off x="585216" y="2080227"/>
            <a:ext cx="3361943" cy="553998"/>
          </a:xfrm>
          <a:prstGeom prst="rect">
            <a:avLst/>
          </a:prstGeom>
          <a:noFill/>
        </p:spPr>
        <p:txBody>
          <a:bodyPr wrap="square" lIns="0" tIns="0" rIns="0" bIns="0">
            <a:spAutoFit/>
          </a:bodyPr>
          <a:lstStyle>
            <a:lvl1pPr marL="0" indent="0" algn="l" defTabSz="457200" rtl="0">
              <a:lnSpc>
                <a:spcPct val="100000"/>
              </a:lnSpc>
              <a:spcBef>
                <a:spcPts val="0"/>
              </a:spcBef>
              <a:spcAft>
                <a:spcPts val="0"/>
              </a:spcAft>
              <a:buFont typeface="Arial"/>
              <a:buNone/>
              <a:defRPr lang="en-US" sz="3600" b="0" cap="none" spc="-50">
                <a:ln w="3175">
                  <a:noFill/>
                </a:ln>
                <a:solidFill>
                  <a:schemeClr val="accent3"/>
                </a:solidFill>
                <a:latin typeface="+mj-lt"/>
                <a:ea typeface="+mn-ea"/>
                <a:cs typeface="Segoe UI"/>
              </a:defRPr>
            </a:lvl1pPr>
          </a:lstStyle>
          <a:p>
            <a:pPr lvl="0">
              <a:defRPr/>
            </a:pPr>
            <a:r>
              <a:rPr lang="en-US"/>
              <a:t>Thank you.</a:t>
            </a:r>
            <a:endParaRPr/>
          </a:p>
        </p:txBody>
      </p:sp>
      <p:sp>
        <p:nvSpPr>
          <p:cNvPr id="915843118" name="Text Placeholder 8"/>
          <p:cNvSpPr>
            <a:spLocks noGrp="1"/>
          </p:cNvSpPr>
          <p:nvPr>
            <p:ph type="body" sz="quarter" idx="13"/>
          </p:nvPr>
        </p:nvSpPr>
        <p:spPr bwMode="auto">
          <a:xfrm>
            <a:off x="4485640" y="2276475"/>
            <a:ext cx="7114222" cy="1689098"/>
          </a:xfrm>
        </p:spPr>
        <p:txBody>
          <a:bodyPr/>
          <a:lstStyle>
            <a:lvl1pPr marL="0" indent="0" algn="l" defTabSz="457200" rtl="0">
              <a:lnSpc>
                <a:spcPct val="100000"/>
              </a:lnSpc>
              <a:spcBef>
                <a:spcPts val="0"/>
              </a:spcBef>
              <a:buNone/>
              <a:defRPr lang="en-US" sz="2000" b="0" cap="none" spc="-50">
                <a:ln w="3175">
                  <a:noFill/>
                </a:ln>
                <a:solidFill>
                  <a:schemeClr val="tx1"/>
                </a:solidFill>
                <a:latin typeface="+mn-lt"/>
                <a:ea typeface="+mn-ea"/>
                <a:cs typeface="Segoe UI"/>
              </a:defRPr>
            </a:lvl1pPr>
            <a:lvl2pPr marL="155448" indent="0">
              <a:buNone/>
              <a:defRPr lang="en-US" sz="2000" b="0" cap="none" spc="-50">
                <a:ln w="3175">
                  <a:noFill/>
                </a:ln>
                <a:solidFill>
                  <a:schemeClr val="bg1"/>
                </a:solidFill>
                <a:latin typeface="+mn-lt"/>
                <a:ea typeface="+mn-ea"/>
                <a:cs typeface="Segoe UI"/>
              </a:defRPr>
            </a:lvl2pPr>
            <a:lvl3pPr marL="265176" indent="0">
              <a:buNone/>
              <a:defRPr/>
            </a:lvl3pPr>
            <a:lvl4pPr marL="661988" indent="0">
              <a:buNone/>
              <a:defRPr/>
            </a:lvl4pPr>
            <a:lvl5pPr marL="855663" indent="0">
              <a:buNone/>
              <a:defRPr/>
            </a:lvl5pPr>
          </a:lstStyle>
          <a:p>
            <a:pPr lvl="0">
              <a:defRPr/>
            </a:pPr>
            <a:r>
              <a:rPr lang="en-US"/>
              <a:t>Click to edit Master text styles</a:t>
            </a:r>
            <a:endParaRPr/>
          </a:p>
        </p:txBody>
      </p:sp>
      <p:sp>
        <p:nvSpPr>
          <p:cNvPr id="34543296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436981934"/>
      </p:ext>
    </p:extLst>
  </p:cSld>
  <p:clrMapOvr>
    <a:overrideClrMapping bg1="lt1" tx1="dk1" bg2="lt2" tx2="dk2" accent1="accent1" accent2="accent2" accent3="accent3" accent4="accent4" accent5="accent5" accent6="accent6" hlink="hlink" folHlink="folHlink"/>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PhAnim="0" userDrawn="1">
  <p:cSld name="Title_Gradient_Dark Blue">
    <p:bg>
      <p:bgPr>
        <a:solidFill>
          <a:schemeClr val="bg2"/>
        </a:solidFill>
        <a:effectLst/>
      </p:bgPr>
    </p:bg>
    <p:spTree>
      <p:nvGrpSpPr>
        <p:cNvPr id="1" name=""/>
        <p:cNvGrpSpPr/>
        <p:nvPr/>
      </p:nvGrpSpPr>
      <p:grpSpPr bwMode="auto">
        <a:xfrm>
          <a:off x="0" y="0"/>
          <a:ext cx="0" cy="0"/>
          <a:chOff x="0" y="0"/>
          <a:chExt cx="0" cy="0"/>
        </a:xfrm>
      </p:grpSpPr>
      <p:pic>
        <p:nvPicPr>
          <p:cNvPr id="273992028" name="Picture 6" descr="Background pattern&#10;&#10;Description automatically generated"/>
          <p:cNvPicPr>
            <a:picLocks noChangeAspect="1"/>
          </p:cNvPicPr>
          <p:nvPr userDrawn="1"/>
        </p:nvPicPr>
        <p:blipFill rotWithShape="1">
          <a:blip r:embed="rId2"/>
          <a:stretch/>
        </p:blipFill>
        <p:spPr bwMode="auto">
          <a:xfrm>
            <a:off x="0" y="0"/>
            <a:ext cx="12188952" cy="6856285"/>
          </a:xfrm>
          <a:prstGeom prst="rect">
            <a:avLst/>
          </a:prstGeom>
        </p:spPr>
      </p:pic>
      <p:pic>
        <p:nvPicPr>
          <p:cNvPr id="1763360502" name="MS logo white - EMF"/>
          <p:cNvPicPr>
            <a:picLocks noChangeAspect="1"/>
          </p:cNvPicPr>
          <p:nvPr userDrawn="1"/>
        </p:nvPicPr>
        <p:blipFill rotWithShape="1">
          <a:blip r:embed="rId3"/>
          <a:stretch/>
        </p:blipFill>
        <p:spPr bwMode="white">
          <a:xfrm>
            <a:off x="584200" y="585788"/>
            <a:ext cx="1366245" cy="292608"/>
          </a:xfrm>
          <a:prstGeom prst="rect">
            <a:avLst/>
          </a:prstGeom>
        </p:spPr>
      </p:pic>
      <p:sp>
        <p:nvSpPr>
          <p:cNvPr id="107776147" name="Title 1"/>
          <p:cNvSpPr>
            <a:spLocks noGrp="1"/>
          </p:cNvSpPr>
          <p:nvPr>
            <p:ph type="title" hasCustomPrompt="1"/>
          </p:nvPr>
        </p:nvSpPr>
        <p:spPr bwMode="white">
          <a:xfrm>
            <a:off x="569911" y="2769057"/>
            <a:ext cx="8193024" cy="1231106"/>
          </a:xfrm>
          <a:prstGeom prst="rect">
            <a:avLst/>
          </a:prstGeom>
          <a:noFill/>
        </p:spPr>
        <p:txBody>
          <a:bodyPr wrap="square" lIns="0" tIns="0" rIns="0" bIns="0" anchor="b" anchorCtr="0">
            <a:spAutoFit/>
          </a:bodyPr>
          <a:lstStyle>
            <a:lvl1pPr>
              <a:defRPr sz="4000" b="0" i="0" spc="-50">
                <a:solidFill>
                  <a:schemeClr val="bg1"/>
                </a:solidFill>
                <a:latin typeface="+mn-lt"/>
                <a:cs typeface="Segoe UI"/>
              </a:defRPr>
            </a:lvl1pPr>
          </a:lstStyle>
          <a:p>
            <a:pPr>
              <a:defRPr/>
            </a:pPr>
            <a:r>
              <a:rPr lang="en-US"/>
              <a:t>Event name or </a:t>
            </a:r>
            <a:br>
              <a:rPr lang="en-US"/>
            </a:br>
            <a:r>
              <a:rPr lang="en-US"/>
              <a:t>presentation title</a:t>
            </a:r>
            <a:endParaRPr/>
          </a:p>
        </p:txBody>
      </p:sp>
      <p:sp>
        <p:nvSpPr>
          <p:cNvPr id="126852188" name="Text Placeholder 4"/>
          <p:cNvSpPr>
            <a:spLocks noGrp="1"/>
          </p:cNvSpPr>
          <p:nvPr>
            <p:ph type="body" sz="quarter" idx="12" hasCustomPrompt="1"/>
          </p:nvPr>
        </p:nvSpPr>
        <p:spPr bwMode="white">
          <a:xfrm>
            <a:off x="582042" y="4215827"/>
            <a:ext cx="8193024" cy="246221"/>
          </a:xfrm>
          <a:prstGeom prst="rect">
            <a:avLst/>
          </a:prstGeom>
          <a:noFill/>
        </p:spPr>
        <p:txBody>
          <a:bodyPr wrap="square" lIns="0" tIns="0" rIns="0" bIns="0">
            <a:spAutoFit/>
          </a:bodyPr>
          <a:lstStyle>
            <a:lvl1pPr marL="0" indent="0">
              <a:spcBef>
                <a:spcPts val="0"/>
              </a:spcBef>
              <a:buNone/>
              <a:defRPr sz="1600" spc="0">
                <a:solidFill>
                  <a:schemeClr val="bg1"/>
                </a:solidFill>
                <a:latin typeface="+mn-lt"/>
                <a:cs typeface="Segoe UI"/>
              </a:defRPr>
            </a:lvl1pPr>
          </a:lstStyle>
          <a:p>
            <a:pPr lvl="0">
              <a:defRPr/>
            </a:pPr>
            <a:r>
              <a:rPr lang="en-US"/>
              <a:t>Speaker name or subtitle</a:t>
            </a:r>
            <a:endParaRPr/>
          </a:p>
        </p:txBody>
      </p:sp>
      <p:sp>
        <p:nvSpPr>
          <p:cNvPr id="303191328" name="Text Placeholder 4"/>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ts val="0"/>
              </a:spcBef>
              <a:buNone/>
              <a:defRPr sz="1000" spc="0">
                <a:solidFill>
                  <a:schemeClr val="bg1"/>
                </a:solidFill>
                <a:latin typeface="+mn-lt"/>
                <a:cs typeface="Segoe UI"/>
              </a:defRPr>
            </a:lvl1pPr>
          </a:lstStyle>
          <a:p>
            <a:pPr lvl="0">
              <a:defRPr/>
            </a:pPr>
            <a:r>
              <a:rPr lang="en-US"/>
              <a:t>Date</a:t>
            </a:r>
            <a:endParaRPr/>
          </a:p>
        </p:txBody>
      </p:sp>
      <p:sp>
        <p:nvSpPr>
          <p:cNvPr id="256853882" name="Text Placeholder 4"/>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ts val="0"/>
              </a:spcBef>
              <a:buNone/>
              <a:defRPr sz="1000" spc="0">
                <a:solidFill>
                  <a:schemeClr val="bg1"/>
                </a:solidFill>
                <a:latin typeface="+mn-lt"/>
                <a:cs typeface="Segoe UI"/>
              </a:defRPr>
            </a:lvl1pPr>
          </a:lstStyle>
          <a:p>
            <a:pPr lvl="0">
              <a:defRPr/>
            </a:pPr>
            <a:r>
              <a:rPr lang="en-US"/>
              <a:t>Microsoft confidential</a:t>
            </a:r>
            <a:endParaRPr/>
          </a:p>
        </p:txBody>
      </p:sp>
    </p:spTree>
    <p:extLst>
      <p:ext uri="{BB962C8B-B14F-4D97-AF65-F5344CB8AC3E}">
        <p14:creationId xmlns:p14="http://schemas.microsoft.com/office/powerpoint/2010/main" val="3749982954"/>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PhAnim="0" userDrawn="1">
  <p:cSld name="Small title - half page">
    <p:spTree>
      <p:nvGrpSpPr>
        <p:cNvPr id="1" name=""/>
        <p:cNvGrpSpPr/>
        <p:nvPr/>
      </p:nvGrpSpPr>
      <p:grpSpPr bwMode="auto">
        <a:xfrm>
          <a:off x="0" y="0"/>
          <a:ext cx="0" cy="0"/>
          <a:chOff x="0" y="0"/>
          <a:chExt cx="0" cy="0"/>
        </a:xfrm>
      </p:grpSpPr>
      <p:sp>
        <p:nvSpPr>
          <p:cNvPr id="1823150899" name="Title 2"/>
          <p:cNvSpPr>
            <a:spLocks noGrp="1"/>
          </p:cNvSpPr>
          <p:nvPr>
            <p:ph type="title" hasCustomPrompt="1"/>
          </p:nvPr>
        </p:nvSpPr>
        <p:spPr bwMode="auto">
          <a:xfrm>
            <a:off x="584200" y="457200"/>
            <a:ext cx="5508419" cy="372410"/>
          </a:xfrm>
        </p:spPr>
        <p:txBody>
          <a:bodyPr tIns="64008"/>
          <a:lstStyle>
            <a:lvl1pPr>
              <a:defRPr sz="2000" spc="0">
                <a:latin typeface="+mj-lt"/>
                <a:cs typeface="Segoe UI"/>
              </a:defRPr>
            </a:lvl1pPr>
          </a:lstStyle>
          <a:p>
            <a:pPr>
              <a:defRPr/>
            </a:pPr>
            <a:r>
              <a:rPr lang="en-US"/>
              <a:t>Click to edit title style</a:t>
            </a:r>
            <a:endParaRPr/>
          </a:p>
        </p:txBody>
      </p:sp>
      <p:sp>
        <p:nvSpPr>
          <p:cNvPr id="112367110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4184502614"/>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PhAnim="0" userDrawn="1">
  <p:cSld name="Blank">
    <p:spTree>
      <p:nvGrpSpPr>
        <p:cNvPr id="1" name=""/>
        <p:cNvGrpSpPr/>
        <p:nvPr/>
      </p:nvGrpSpPr>
      <p:grpSpPr bwMode="auto">
        <a:xfrm>
          <a:off x="0" y="0"/>
          <a:ext cx="0" cy="0"/>
          <a:chOff x="0" y="0"/>
          <a:chExt cx="0" cy="0"/>
        </a:xfrm>
      </p:grpSpPr>
      <p:sp>
        <p:nvSpPr>
          <p:cNvPr id="176471970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899097591"/>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PhAnim="0" userDrawn="1">
  <p:cSld name="LearningPath2_WmGray">
    <p:bg>
      <p:bgPr>
        <a:blipFill rotWithShape="1">
          <a:blip r:embed="rId2">
            <a:lum/>
          </a:blip>
          <a:stretch/>
        </a:blipFill>
        <a:effectLst/>
      </p:bgPr>
    </p:bg>
    <p:spTree>
      <p:nvGrpSpPr>
        <p:cNvPr id="1" name=""/>
        <p:cNvGrpSpPr/>
        <p:nvPr/>
      </p:nvGrpSpPr>
      <p:grpSpPr bwMode="auto">
        <a:xfrm>
          <a:off x="0" y="0"/>
          <a:ext cx="0" cy="0"/>
          <a:chOff x="0" y="0"/>
          <a:chExt cx="0" cy="0"/>
        </a:xfrm>
      </p:grpSpPr>
      <p:sp>
        <p:nvSpPr>
          <p:cNvPr id="212098313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06267628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820180243"/>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PhAnim="0" userDrawn="1">
  <p:cSld name="Text option_3 rows">
    <p:spTree>
      <p:nvGrpSpPr>
        <p:cNvPr id="1" name=""/>
        <p:cNvGrpSpPr/>
        <p:nvPr/>
      </p:nvGrpSpPr>
      <p:grpSpPr bwMode="auto">
        <a:xfrm>
          <a:off x="0" y="0"/>
          <a:ext cx="0" cy="0"/>
          <a:chOff x="0" y="0"/>
          <a:chExt cx="0" cy="0"/>
        </a:xfrm>
      </p:grpSpPr>
      <p:sp>
        <p:nvSpPr>
          <p:cNvPr id="1541212089" name="Text Placeholder 4"/>
          <p:cNvSpPr>
            <a:spLocks noGrp="1"/>
          </p:cNvSpPr>
          <p:nvPr>
            <p:ph type="body" sz="quarter" idx="11" hasCustomPrompt="1"/>
          </p:nvPr>
        </p:nvSpPr>
        <p:spPr bwMode="auto">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1167466778" name="Text Placeholder 4"/>
          <p:cNvSpPr>
            <a:spLocks noGrp="1"/>
          </p:cNvSpPr>
          <p:nvPr>
            <p:ph type="body" sz="quarter" idx="15" hasCustomPrompt="1"/>
          </p:nvPr>
        </p:nvSpPr>
        <p:spPr bwMode="auto">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845979841" name="Text Placeholder 4"/>
          <p:cNvSpPr>
            <a:spLocks noGrp="1"/>
          </p:cNvSpPr>
          <p:nvPr>
            <p:ph type="body" sz="quarter" idx="17" hasCustomPrompt="1"/>
          </p:nvPr>
        </p:nvSpPr>
        <p:spPr bwMode="auto">
          <a:xfrm>
            <a:off x="1389460" y="3545276"/>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22908280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31329396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cxnSp>
        <p:nvCxnSpPr>
          <p:cNvPr id="1500091655" name="Straight Connector 6"/>
          <p:cNvCxnSpPr/>
          <p:nvPr userDrawn="1"/>
        </p:nvCxnSpPr>
        <p:spPr bwMode="auto">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1025872665" name="Straight Connector 7"/>
          <p:cNvCxnSpPr/>
          <p:nvPr userDrawn="1"/>
        </p:nvCxnSpPr>
        <p:spPr bwMode="auto">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9873128"/>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PhAnim="0" userDrawn="1">
  <p:cSld name="Text option_4 rows">
    <p:spTree>
      <p:nvGrpSpPr>
        <p:cNvPr id="1" name=""/>
        <p:cNvGrpSpPr/>
        <p:nvPr/>
      </p:nvGrpSpPr>
      <p:grpSpPr bwMode="auto">
        <a:xfrm>
          <a:off x="0" y="0"/>
          <a:ext cx="0" cy="0"/>
          <a:chOff x="0" y="0"/>
          <a:chExt cx="0" cy="0"/>
        </a:xfrm>
      </p:grpSpPr>
      <p:sp>
        <p:nvSpPr>
          <p:cNvPr id="2058693074" name="Text Placeholder 4"/>
          <p:cNvSpPr>
            <a:spLocks noGrp="1"/>
          </p:cNvSpPr>
          <p:nvPr>
            <p:ph type="body" sz="quarter" idx="11" hasCustomPrompt="1"/>
          </p:nvPr>
        </p:nvSpPr>
        <p:spPr bwMode="auto">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459177033" name="Straight Connector 19"/>
          <p:cNvCxnSpPr/>
          <p:nvPr userDrawn="1"/>
        </p:nvCxnSpPr>
        <p:spPr bwMode="auto">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503276385" name="Text Placeholder 4"/>
          <p:cNvSpPr>
            <a:spLocks noGrp="1"/>
          </p:cNvSpPr>
          <p:nvPr>
            <p:ph type="body" sz="quarter" idx="15" hasCustomPrompt="1"/>
          </p:nvPr>
        </p:nvSpPr>
        <p:spPr bwMode="auto">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997744096" name="Straight Connector 20"/>
          <p:cNvCxnSpPr/>
          <p:nvPr userDrawn="1"/>
        </p:nvCxnSpPr>
        <p:spPr bwMode="auto">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326167116" name="Text Placeholder 4"/>
          <p:cNvSpPr>
            <a:spLocks noGrp="1"/>
          </p:cNvSpPr>
          <p:nvPr>
            <p:ph type="body" sz="quarter" idx="17" hasCustomPrompt="1"/>
          </p:nvPr>
        </p:nvSpPr>
        <p:spPr bwMode="auto">
          <a:xfrm>
            <a:off x="1389460" y="3545276"/>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1875771219" name="Straight Connector 21"/>
          <p:cNvCxnSpPr/>
          <p:nvPr userDrawn="1"/>
        </p:nvCxnSpPr>
        <p:spPr bwMode="auto">
          <a:xfrm>
            <a:off x="1389695" y="445894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005182956" name="Text Placeholder 4"/>
          <p:cNvSpPr>
            <a:spLocks noGrp="1"/>
          </p:cNvSpPr>
          <p:nvPr>
            <p:ph type="body" sz="quarter" idx="19" hasCustomPrompt="1"/>
          </p:nvPr>
        </p:nvSpPr>
        <p:spPr bwMode="auto">
          <a:xfrm>
            <a:off x="1389460" y="4591438"/>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80390593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68912345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Tree>
    <p:extLst>
      <p:ext uri="{BB962C8B-B14F-4D97-AF65-F5344CB8AC3E}">
        <p14:creationId xmlns:p14="http://schemas.microsoft.com/office/powerpoint/2010/main" val="3014400615"/>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PhAnim="0" userDrawn="1">
  <p:cSld name="Text option_5 rows">
    <p:spTree>
      <p:nvGrpSpPr>
        <p:cNvPr id="1" name=""/>
        <p:cNvGrpSpPr/>
        <p:nvPr/>
      </p:nvGrpSpPr>
      <p:grpSpPr bwMode="auto">
        <a:xfrm>
          <a:off x="0" y="0"/>
          <a:ext cx="0" cy="0"/>
          <a:chOff x="0" y="0"/>
          <a:chExt cx="0" cy="0"/>
        </a:xfrm>
      </p:grpSpPr>
      <p:sp>
        <p:nvSpPr>
          <p:cNvPr id="1678741516" name="Text Placeholder 4"/>
          <p:cNvSpPr>
            <a:spLocks noGrp="1"/>
          </p:cNvSpPr>
          <p:nvPr>
            <p:ph type="body" sz="quarter" idx="11" hasCustomPrompt="1"/>
          </p:nvPr>
        </p:nvSpPr>
        <p:spPr bwMode="auto">
          <a:xfrm>
            <a:off x="1389460" y="1456896"/>
            <a:ext cx="10210404" cy="64562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1945836715" name="Straight Connector 14"/>
          <p:cNvCxnSpPr/>
          <p:nvPr userDrawn="1"/>
        </p:nvCxnSpPr>
        <p:spPr bwMode="auto">
          <a:xfrm>
            <a:off x="1389695" y="2205973"/>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669115389" name="Text Placeholder 4"/>
          <p:cNvSpPr>
            <a:spLocks noGrp="1"/>
          </p:cNvSpPr>
          <p:nvPr>
            <p:ph type="body" sz="quarter" idx="15" hasCustomPrompt="1"/>
          </p:nvPr>
        </p:nvSpPr>
        <p:spPr bwMode="auto">
          <a:xfrm>
            <a:off x="1389460" y="2309426"/>
            <a:ext cx="10210404" cy="64890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453172157" name="Straight Connector 16"/>
          <p:cNvCxnSpPr/>
          <p:nvPr userDrawn="1"/>
        </p:nvCxnSpPr>
        <p:spPr bwMode="auto">
          <a:xfrm>
            <a:off x="1389695" y="306177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643275160" name="Text Placeholder 4"/>
          <p:cNvSpPr>
            <a:spLocks noGrp="1"/>
          </p:cNvSpPr>
          <p:nvPr>
            <p:ph type="body" sz="quarter" idx="17" hasCustomPrompt="1"/>
          </p:nvPr>
        </p:nvSpPr>
        <p:spPr bwMode="auto">
          <a:xfrm>
            <a:off x="1389460" y="3165232"/>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2138551535" name="Straight Connector 18"/>
          <p:cNvCxnSpPr/>
          <p:nvPr userDrawn="1"/>
        </p:nvCxnSpPr>
        <p:spPr bwMode="auto">
          <a:xfrm>
            <a:off x="1389695" y="391758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118880813" name="Text Placeholder 4"/>
          <p:cNvSpPr>
            <a:spLocks noGrp="1"/>
          </p:cNvSpPr>
          <p:nvPr>
            <p:ph type="body" sz="quarter" idx="19" hasCustomPrompt="1"/>
          </p:nvPr>
        </p:nvSpPr>
        <p:spPr bwMode="auto">
          <a:xfrm>
            <a:off x="1389460" y="4021038"/>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1114827893" name="Straight Connector 10"/>
          <p:cNvCxnSpPr/>
          <p:nvPr userDrawn="1"/>
        </p:nvCxnSpPr>
        <p:spPr bwMode="auto">
          <a:xfrm>
            <a:off x="1389695" y="4773391"/>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142141012" name="Text Placeholder 4"/>
          <p:cNvSpPr>
            <a:spLocks noGrp="1"/>
          </p:cNvSpPr>
          <p:nvPr>
            <p:ph type="body" sz="quarter" idx="21" hasCustomPrompt="1"/>
          </p:nvPr>
        </p:nvSpPr>
        <p:spPr bwMode="auto">
          <a:xfrm>
            <a:off x="1389460" y="4876845"/>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sp>
        <p:nvSpPr>
          <p:cNvPr id="65159038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69305329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Tree>
    <p:extLst>
      <p:ext uri="{BB962C8B-B14F-4D97-AF65-F5344CB8AC3E}">
        <p14:creationId xmlns:p14="http://schemas.microsoft.com/office/powerpoint/2010/main" val="1950142337"/>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PhAnim="0" userDrawn="1">
  <p:cSld name="1_Knowledge Check">
    <p:spTree>
      <p:nvGrpSpPr>
        <p:cNvPr id="1" name=""/>
        <p:cNvGrpSpPr/>
        <p:nvPr/>
      </p:nvGrpSpPr>
      <p:grpSpPr bwMode="auto">
        <a:xfrm>
          <a:off x="0" y="0"/>
          <a:ext cx="0" cy="0"/>
          <a:chOff x="0" y="0"/>
          <a:chExt cx="0" cy="0"/>
        </a:xfrm>
      </p:grpSpPr>
      <p:sp>
        <p:nvSpPr>
          <p:cNvPr id="1281030553" name="Rounded Rectangle 3_1"/>
          <p:cNvSpPr/>
          <p:nvPr userDrawn="1"/>
        </p:nvSpPr>
        <p:spPr bwMode="auto">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ts val="0"/>
              </a:spcBef>
              <a:spcAft>
                <a:spcPts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1860279000" name="Title 1"/>
          <p:cNvSpPr>
            <a:spLocks noGrp="1"/>
          </p:cNvSpPr>
          <p:nvPr>
            <p:ph type="title"/>
          </p:nvPr>
        </p:nvSpPr>
        <p:spPr bwMode="auto">
          <a:xfrm>
            <a:off x="588262" y="585216"/>
            <a:ext cx="8193024" cy="369332"/>
          </a:xfrm>
        </p:spPr>
        <p:txBody>
          <a:bodyPr/>
          <a:lstStyle>
            <a:lvl1pPr>
              <a:defRPr sz="2400" b="0" i="0">
                <a:solidFill>
                  <a:schemeClr val="tx1"/>
                </a:solidFill>
                <a:latin typeface="+mj-lt"/>
                <a:cs typeface="Segoe UI Semibold"/>
              </a:defRPr>
            </a:lvl1pPr>
          </a:lstStyle>
          <a:p>
            <a:pPr>
              <a:defRPr/>
            </a:pPr>
            <a:r>
              <a:rPr lang="en-US"/>
              <a:t>Click to edit Master title style</a:t>
            </a:r>
            <a:endParaRPr/>
          </a:p>
        </p:txBody>
      </p:sp>
      <p:sp>
        <p:nvSpPr>
          <p:cNvPr id="56682642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693769429" name="Text Placeholder 11"/>
          <p:cNvSpPr>
            <a:spLocks noGrp="1"/>
          </p:cNvSpPr>
          <p:nvPr>
            <p:ph type="body" sz="quarter" idx="17"/>
          </p:nvPr>
        </p:nvSpPr>
        <p:spPr bwMode="auto">
          <a:xfrm>
            <a:off x="1235075" y="1594151"/>
            <a:ext cx="8778782" cy="399973"/>
          </a:xfrm>
          <a:prstGeom prst="rect">
            <a:avLst/>
          </a:prstGeom>
        </p:spPr>
        <p:txBody>
          <a:bodyPr anchor="t"/>
          <a:lstStyle>
            <a:lvl1pPr marL="0" indent="0">
              <a:spcBef>
                <a:spcPts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670345022" name="Text Placeholder 3"/>
          <p:cNvSpPr>
            <a:spLocks noGrp="1"/>
          </p:cNvSpPr>
          <p:nvPr>
            <p:ph type="body" sz="quarter" idx="15"/>
          </p:nvPr>
        </p:nvSpPr>
        <p:spPr bwMode="auto">
          <a:xfrm>
            <a:off x="1237265" y="1994124"/>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grpSp>
        <p:nvGrpSpPr>
          <p:cNvPr id="1573312647" name="Group 6"/>
          <p:cNvGrpSpPr/>
          <p:nvPr userDrawn="1"/>
        </p:nvGrpSpPr>
        <p:grpSpPr bwMode="auto">
          <a:xfrm>
            <a:off x="10107938" y="893763"/>
            <a:ext cx="1110600" cy="1110600"/>
            <a:chOff x="5540700" y="2116300"/>
            <a:chExt cx="1110600" cy="1110600"/>
          </a:xfrm>
        </p:grpSpPr>
        <p:sp>
          <p:nvSpPr>
            <p:cNvPr id="8" name="Oval 7"/>
            <p:cNvSpPr/>
            <p:nvPr/>
          </p:nvSpPr>
          <p:spPr bwMode="auto">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a:lnSpc>
                  <a:spcPct val="100000"/>
                </a:lnSpc>
                <a:spcBef>
                  <a:spcPts val="0"/>
                </a:spcBef>
                <a:spcAft>
                  <a:spcPts val="0"/>
                </a:spcAft>
                <a:buClrTx/>
                <a:buSzTx/>
                <a:buFontTx/>
                <a:buNone/>
                <a:defRPr/>
              </a:pPr>
              <a:endParaRPr lang="en-US" sz="1800" b="0" i="0" u="none" strike="noStrike" cap="none" spc="0">
                <a:ln>
                  <a:noFill/>
                </a:ln>
                <a:solidFill>
                  <a:srgbClr val="FFFFFF"/>
                </a:solidFill>
                <a:latin typeface="Segoe UI"/>
                <a:ea typeface="+mn-ea"/>
                <a:cs typeface="+mn-cs"/>
              </a:endParaRPr>
            </a:p>
          </p:txBody>
        </p:sp>
        <p:pic>
          <p:nvPicPr>
            <p:cNvPr id="9" name="Picture 8"/>
            <p:cNvPicPr/>
            <p:nvPr/>
          </p:nvPicPr>
          <p:blipFill rotWithShape="1">
            <a:blip r:embed="rId2"/>
            <a:stretch/>
          </p:blipFill>
          <p:spPr bwMode="auto">
            <a:xfrm>
              <a:off x="5749602" y="2325202"/>
              <a:ext cx="692796" cy="692796"/>
            </a:xfrm>
            <a:prstGeom prst="rect">
              <a:avLst/>
            </a:prstGeom>
            <a:noFill/>
          </p:spPr>
        </p:pic>
      </p:grpSp>
      <p:sp>
        <p:nvSpPr>
          <p:cNvPr id="974953949" name="Text Placeholder 11"/>
          <p:cNvSpPr>
            <a:spLocks noGrp="1"/>
          </p:cNvSpPr>
          <p:nvPr>
            <p:ph type="body" sz="quarter" idx="20"/>
          </p:nvPr>
        </p:nvSpPr>
        <p:spPr bwMode="auto">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defRPr/>
            </a:pPr>
            <a:r>
              <a:rPr lang="en-US"/>
              <a:t>Click to edit Master text styles</a:t>
            </a:r>
            <a:endParaRPr/>
          </a:p>
        </p:txBody>
      </p:sp>
      <p:sp>
        <p:nvSpPr>
          <p:cNvPr id="1188315536" name="Text Placeholder 3"/>
          <p:cNvSpPr>
            <a:spLocks noGrp="1"/>
          </p:cNvSpPr>
          <p:nvPr>
            <p:ph type="body" sz="quarter" idx="21"/>
          </p:nvPr>
        </p:nvSpPr>
        <p:spPr bwMode="auto">
          <a:xfrm>
            <a:off x="1237265" y="4898755"/>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007912358" name="Text Placeholder 11"/>
          <p:cNvSpPr>
            <a:spLocks noGrp="1"/>
          </p:cNvSpPr>
          <p:nvPr>
            <p:ph type="body" sz="quarter" idx="22"/>
          </p:nvPr>
        </p:nvSpPr>
        <p:spPr bwMode="auto">
          <a:xfrm>
            <a:off x="1235075" y="3042690"/>
            <a:ext cx="8778782" cy="406323"/>
          </a:xfrm>
          <a:prstGeom prst="rect">
            <a:avLst/>
          </a:prstGeom>
        </p:spPr>
        <p:txBody>
          <a:bodyPr anchor="t"/>
          <a:lstStyle>
            <a:lvl1pPr marL="0" indent="0">
              <a:spcBef>
                <a:spcPts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698741830" name="Text Placeholder 3"/>
          <p:cNvSpPr>
            <a:spLocks noGrp="1"/>
          </p:cNvSpPr>
          <p:nvPr>
            <p:ph type="body" sz="quarter" idx="23"/>
          </p:nvPr>
        </p:nvSpPr>
        <p:spPr bwMode="auto">
          <a:xfrm>
            <a:off x="1237265" y="3449013"/>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341602083"/>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PhAnim="0" preserve="1" userDrawn="1">
  <p:cSld name="Title Slide">
    <p:bg>
      <p:bgPr>
        <a:blipFill dpi="0" rotWithShape="1">
          <a:blip r:embed="rId2">
            <a:lum/>
          </a:blip>
          <a:srcRect/>
          <a:stretch>
            <a:fillRect/>
          </a:stretch>
        </a:blipFill>
        <a:effectLst/>
      </p:bgPr>
    </p:bg>
    <p:spTree>
      <p:nvGrpSpPr>
        <p:cNvPr id="1" name=""/>
        <p:cNvGrpSpPr/>
        <p:nvPr/>
      </p:nvGrpSpPr>
      <p:grpSpPr bwMode="auto">
        <a:xfrm>
          <a:off x="0" y="0"/>
          <a:ext cx="0" cy="0"/>
          <a:chOff x="0" y="0"/>
          <a:chExt cx="0" cy="0"/>
        </a:xfrm>
      </p:grpSpPr>
      <p:pic>
        <p:nvPicPr>
          <p:cNvPr id="1147296373" name="MS logo gray - EMF" descr="Microsoft logo, gray text version"/>
          <p:cNvPicPr>
            <a:picLocks noChangeAspect="1"/>
          </p:cNvPicPr>
          <p:nvPr userDrawn="1"/>
        </p:nvPicPr>
        <p:blipFill rotWithShape="1">
          <a:blip>
            <a:extLst>
              <a:ext uri="{96DAC541-7B7A-43D3-8B79-37D633B846F1}">
                <asvg:svgBlip xmlns:asvg="http://schemas.microsoft.com/office/drawing/2016/SVG/main" r:embed="rId3"/>
              </a:ext>
            </a:extLst>
          </a:blip>
          <a:stretch/>
        </p:blipFill>
        <p:spPr bwMode="black">
          <a:xfrm>
            <a:off x="584200" y="585789"/>
            <a:ext cx="1366440" cy="292608"/>
          </a:xfrm>
          <a:prstGeom prst="rect">
            <a:avLst/>
          </a:prstGeom>
        </p:spPr>
      </p:pic>
      <p:sp>
        <p:nvSpPr>
          <p:cNvPr id="595996400" name="Title 1"/>
          <p:cNvSpPr>
            <a:spLocks noGrp="1"/>
          </p:cNvSpPr>
          <p:nvPr>
            <p:ph type="title" hasCustomPrompt="1"/>
          </p:nvPr>
        </p:nvSpPr>
        <p:spPr bwMode="auto">
          <a:xfrm>
            <a:off x="569913" y="3551986"/>
            <a:ext cx="5686955" cy="1108121"/>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Event name or </a:t>
            </a:r>
            <a:br>
              <a:rPr lang="en-US"/>
            </a:br>
            <a:r>
              <a:rPr lang="en-US"/>
              <a:t>presentation title </a:t>
            </a:r>
            <a:endParaRPr/>
          </a:p>
        </p:txBody>
      </p:sp>
    </p:spTree>
    <p:extLst>
      <p:ext uri="{BB962C8B-B14F-4D97-AF65-F5344CB8AC3E}">
        <p14:creationId xmlns:p14="http://schemas.microsoft.com/office/powerpoint/2010/main" val="1881506577"/>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PhAnim="0" preserve="1" userDrawn="1">
  <p:cSld name="Section Divider">
    <p:bg>
      <p:bgPr>
        <a:blipFill dpi="0" rotWithShape="1">
          <a:blip r:embed="rId2">
            <a:lum/>
          </a:blip>
          <a:srcRect/>
          <a:stretch>
            <a:fillRect/>
          </a:stretch>
        </a:blipFill>
        <a:effectLst/>
      </p:bgPr>
    </p:bg>
    <p:spTree>
      <p:nvGrpSpPr>
        <p:cNvPr id="1" name=""/>
        <p:cNvGrpSpPr/>
        <p:nvPr/>
      </p:nvGrpSpPr>
      <p:grpSpPr bwMode="auto">
        <a:xfrm>
          <a:off x="0" y="0"/>
          <a:ext cx="0" cy="0"/>
          <a:chOff x="0" y="0"/>
          <a:chExt cx="0" cy="0"/>
        </a:xfrm>
      </p:grpSpPr>
      <p:sp>
        <p:nvSpPr>
          <p:cNvPr id="2" name="Rectangle 1">
            <a:extLst>
              <a:ext uri="{FF2B5EF4-FFF2-40B4-BE49-F238E27FC236}">
                <a16:creationId xmlns:a16="http://schemas.microsoft.com/office/drawing/2014/main" id="{348FD6F9-F6F3-B543-5D28-658CBD7DED2F}"/>
              </a:ext>
            </a:extLst>
          </p:cNvPr>
          <p:cNvSpPr/>
          <p:nvPr userDrawn="1"/>
        </p:nvSpPr>
        <p:spPr bwMode="auto">
          <a:xfrm>
            <a:off x="0" y="2396507"/>
            <a:ext cx="12192000" cy="1708727"/>
          </a:xfrm>
          <a:prstGeom prst="rect">
            <a:avLst/>
          </a:prstGeom>
          <a:solidFill>
            <a:srgbClr val="FCF7F4">
              <a:alpha val="4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DB270E1E-8354-6902-7943-03F0F978305A}"/>
              </a:ext>
            </a:extLst>
          </p:cNvPr>
          <p:cNvSpPr>
            <a:spLocks noGrp="1"/>
          </p:cNvSpPr>
          <p:nvPr>
            <p:ph type="title" hasCustomPrompt="1"/>
          </p:nvPr>
        </p:nvSpPr>
        <p:spPr bwMode="auto">
          <a:xfrm>
            <a:off x="0" y="2396508"/>
            <a:ext cx="9906000" cy="1708726"/>
          </a:xfrm>
          <a:prstGeom prst="rect">
            <a:avLst/>
          </a:prstGeom>
          <a:noFill/>
        </p:spPr>
        <p:txBody>
          <a:bodyPr wrap="square" lIns="640080" tIns="0" rIns="0" bIns="0" anchor="ctr" anchorCtr="0">
            <a:noAutofit/>
          </a:bodyPr>
          <a:lstStyle>
            <a:lvl1pPr>
              <a:defRPr sz="4100" b="0" i="0" spc="-51">
                <a:solidFill>
                  <a:schemeClr val="tx1"/>
                </a:solidFill>
                <a:latin typeface="+mn-lt"/>
                <a:cs typeface="Segoe UI"/>
              </a:defRPr>
            </a:lvl1pPr>
          </a:lstStyle>
          <a:p>
            <a:pPr>
              <a:defRPr/>
            </a:pPr>
            <a:r>
              <a:rPr lang="en-US" dirty="0"/>
              <a:t>Section divider title</a:t>
            </a:r>
            <a:endParaRPr dirty="0"/>
          </a:p>
        </p:txBody>
      </p:sp>
    </p:spTree>
    <p:extLst>
      <p:ext uri="{BB962C8B-B14F-4D97-AF65-F5344CB8AC3E}">
        <p14:creationId xmlns:p14="http://schemas.microsoft.com/office/powerpoint/2010/main" val="2837648815"/>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PhAnim="0" type="blank" preserve="1" userDrawn="1">
  <p:cSld name="Closing / CTA">
    <p:bg>
      <p:bgPr>
        <a:blipFill dpi="0" rotWithShape="1">
          <a:blip r:embed="rId2">
            <a:lum/>
          </a:blip>
          <a:srcRect/>
          <a:stretch>
            <a:fillRect/>
          </a:stretch>
        </a:blipFill>
        <a:effectLst/>
      </p:bgPr>
    </p:bg>
    <p:spTree>
      <p:nvGrpSpPr>
        <p:cNvPr id="1" name=""/>
        <p:cNvGrpSpPr/>
        <p:nvPr/>
      </p:nvGrpSpPr>
      <p:grpSpPr bwMode="auto">
        <a:xfrm>
          <a:off x="0" y="0"/>
          <a:ext cx="0" cy="0"/>
          <a:chOff x="0" y="0"/>
          <a:chExt cx="0" cy="0"/>
        </a:xfrm>
      </p:grpSpPr>
      <p:pic>
        <p:nvPicPr>
          <p:cNvPr id="1467336314" name="Graphic 5"/>
          <p:cNvPicPr/>
          <p:nvPr/>
        </p:nvPicPr>
        <p:blipFill rotWithShape="1">
          <a:blip r:embed="rId3"/>
          <a:stretch/>
        </p:blipFill>
        <p:spPr bwMode="auto">
          <a:xfrm rot="5400000">
            <a:off x="9510120" y="2743200"/>
            <a:ext cx="6857640" cy="1371240"/>
          </a:xfrm>
          <a:prstGeom prst="rect">
            <a:avLst/>
          </a:prstGeom>
          <a:noFill/>
          <a:ln w="0">
            <a:noFill/>
          </a:ln>
        </p:spPr>
      </p:pic>
      <p:sp>
        <p:nvSpPr>
          <p:cNvPr id="1075550588" name="TextBox 2"/>
          <p:cNvSpPr/>
          <p:nvPr/>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699685933"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1108274440"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1821955844" name="Straight Connector 33"/>
          <p:cNvCxnSpPr/>
          <p:nvPr/>
        </p:nvCxnSpPr>
        <p:spPr bwMode="auto">
          <a:xfrm>
            <a:off x="-89640" y="5670360"/>
            <a:ext cx="360" cy="1178280"/>
          </a:xfrm>
          <a:prstGeom prst="straightConnector1">
            <a:avLst/>
          </a:prstGeom>
          <a:ln w="9525" cap="sq">
            <a:solidFill>
              <a:srgbClr val="FF0000"/>
            </a:solidFill>
            <a:miter/>
          </a:ln>
        </p:spPr>
      </p:cxnSp>
      <p:sp>
        <p:nvSpPr>
          <p:cNvPr id="781035155" name="PlaceHolder 1"/>
          <p:cNvSpPr>
            <a:spLocks noGrp="1"/>
          </p:cNvSpPr>
          <p:nvPr>
            <p:ph type="title"/>
          </p:nvPr>
        </p:nvSpPr>
        <p:spPr bwMode="auto">
          <a:xfrm>
            <a:off x="588240" y="1590480"/>
            <a:ext cx="5653440" cy="430560"/>
          </a:xfrm>
          <a:prstGeom prst="rect">
            <a:avLst/>
          </a:prstGeom>
          <a:noFill/>
          <a:ln w="0">
            <a:noFill/>
          </a:ln>
        </p:spPr>
        <p:txBody>
          <a:bodyPr lIns="0" tIns="0" rIns="0" bIns="0" anchor="t">
            <a:noAutofit/>
          </a:bodyPr>
          <a:lstStyle>
            <a:lvl1pPr indent="0" algn="l" defTabSz="932760">
              <a:lnSpc>
                <a:spcPct val="100000"/>
              </a:lnSpc>
              <a:buNone/>
              <a:defRPr lang="en-US" sz="2800" b="0" u="none" strike="noStrike">
                <a:solidFill>
                  <a:schemeClr val="dk1"/>
                </a:solidFill>
                <a:latin typeface="Segoe UI Semibold"/>
              </a:defRPr>
            </a:lvl1pPr>
          </a:lstStyle>
          <a:p>
            <a:pPr indent="0" algn="l" defTabSz="932760">
              <a:lnSpc>
                <a:spcPct val="100000"/>
              </a:lnSpc>
              <a:buNone/>
              <a:defRPr/>
            </a:pPr>
            <a:r>
              <a:rPr lang="en-US" sz="2800" b="0" u="none" strike="noStrike">
                <a:solidFill>
                  <a:schemeClr val="dk1"/>
                </a:solidFill>
                <a:latin typeface="Segoe UI Semibold"/>
              </a:rPr>
              <a:t>Click to edit Master title style</a:t>
            </a:r>
          </a:p>
        </p:txBody>
      </p:sp>
    </p:spTree>
    <p:extLst>
      <p:ext uri="{BB962C8B-B14F-4D97-AF65-F5344CB8AC3E}">
        <p14:creationId xmlns:p14="http://schemas.microsoft.com/office/powerpoint/2010/main" val="2438059574"/>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PhAnim="0" preserve="1" userDrawn="1">
  <p:cSld name="Agenda">
    <p:bg>
      <p:bgPr>
        <a:blipFill dpi="0" rotWithShape="1">
          <a:blip r:embed="rId2">
            <a:lum/>
          </a:blip>
          <a:srcRect/>
          <a:stretch>
            <a:fillRect/>
          </a:stretch>
        </a:blipFill>
        <a:effectLst/>
      </p:bgPr>
    </p:bg>
    <p:spTree>
      <p:nvGrpSpPr>
        <p:cNvPr id="1" name=""/>
        <p:cNvGrpSpPr/>
        <p:nvPr/>
      </p:nvGrpSpPr>
      <p:grpSpPr bwMode="auto">
        <a:xfrm>
          <a:off x="0" y="0"/>
          <a:ext cx="0" cy="0"/>
          <a:chOff x="0" y="0"/>
          <a:chExt cx="0" cy="0"/>
        </a:xfrm>
      </p:grpSpPr>
      <p:sp>
        <p:nvSpPr>
          <p:cNvPr id="469240768" name="Title 1"/>
          <p:cNvSpPr>
            <a:spLocks noGrp="1"/>
          </p:cNvSpPr>
          <p:nvPr>
            <p:ph type="title" hasCustomPrompt="1"/>
          </p:nvPr>
        </p:nvSpPr>
        <p:spPr bwMode="auto"/>
        <p:txBody>
          <a:bodyPr/>
          <a:lstStyle>
            <a:lvl1pPr>
              <a:defRPr/>
            </a:lvl1pPr>
          </a:lstStyle>
          <a:p>
            <a:pPr>
              <a:defRPr/>
            </a:pPr>
            <a:r>
              <a:rPr lang="en-US"/>
              <a:t>Click to add text</a:t>
            </a:r>
            <a:endParaRPr/>
          </a:p>
        </p:txBody>
      </p:sp>
      <p:sp>
        <p:nvSpPr>
          <p:cNvPr id="1625865753"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p:txBody>
      </p:sp>
    </p:spTree>
    <p:extLst>
      <p:ext uri="{BB962C8B-B14F-4D97-AF65-F5344CB8AC3E}">
        <p14:creationId xmlns:p14="http://schemas.microsoft.com/office/powerpoint/2010/main" val="887465957"/>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PhAnim="0" preserve="1" userDrawn="1">
  <p:cSld name="Learning objectives">
    <p:bg>
      <p:bgPr>
        <a:blipFill dpi="0" rotWithShape="1">
          <a:blip r:embed="rId2">
            <a:lum/>
          </a:blip>
          <a:srcRect/>
          <a:stretch>
            <a:fillRect/>
          </a:stretch>
        </a:blipFill>
        <a:effectLst/>
      </p:bgPr>
    </p:bg>
    <p:spTree>
      <p:nvGrpSpPr>
        <p:cNvPr id="1" name=""/>
        <p:cNvGrpSpPr/>
        <p:nvPr/>
      </p:nvGrpSpPr>
      <p:grpSpPr bwMode="auto">
        <a:xfrm>
          <a:off x="0" y="0"/>
          <a:ext cx="0" cy="0"/>
          <a:chOff x="0" y="0"/>
          <a:chExt cx="0" cy="0"/>
        </a:xfrm>
      </p:grpSpPr>
      <p:sp>
        <p:nvSpPr>
          <p:cNvPr id="1193153605" name="Title 6"/>
          <p:cNvSpPr>
            <a:spLocks noGrp="1"/>
          </p:cNvSpPr>
          <p:nvPr>
            <p:ph type="title"/>
          </p:nvPr>
        </p:nvSpPr>
        <p:spPr bwMode="auto"/>
        <p:txBody>
          <a:bodyPr/>
          <a:lstStyle/>
          <a:p>
            <a:pPr>
              <a:defRPr/>
            </a:pPr>
            <a:r>
              <a:rPr lang="en-US"/>
              <a:t>Click to edit Master title style</a:t>
            </a:r>
            <a:endParaRPr/>
          </a:p>
        </p:txBody>
      </p:sp>
      <p:sp>
        <p:nvSpPr>
          <p:cNvPr id="1126244014"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extLst>
      <p:ext uri="{BB962C8B-B14F-4D97-AF65-F5344CB8AC3E}">
        <p14:creationId xmlns:p14="http://schemas.microsoft.com/office/powerpoint/2010/main" val="347400134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PhAnim="0" preserve="1" userDrawn="1">
  <p:cSld name="Title | Content">
    <p:spTree>
      <p:nvGrpSpPr>
        <p:cNvPr id="1" name=""/>
        <p:cNvGrpSpPr/>
        <p:nvPr/>
      </p:nvGrpSpPr>
      <p:grpSpPr bwMode="auto">
        <a:xfrm>
          <a:off x="0" y="0"/>
          <a:ext cx="0" cy="0"/>
          <a:chOff x="0" y="0"/>
          <a:chExt cx="0" cy="0"/>
        </a:xfrm>
      </p:grpSpPr>
      <p:sp>
        <p:nvSpPr>
          <p:cNvPr id="1053143039" name="Title 1"/>
          <p:cNvSpPr>
            <a:spLocks noGrp="1"/>
          </p:cNvSpPr>
          <p:nvPr>
            <p:ph type="title"/>
          </p:nvPr>
        </p:nvSpPr>
        <p:spPr bwMode="auto"/>
        <p:txBody>
          <a:bodyPr/>
          <a:lstStyle/>
          <a:p>
            <a:pPr>
              <a:defRPr/>
            </a:pPr>
            <a:r>
              <a:rPr lang="en-US"/>
              <a:t>Click to edit Master title style</a:t>
            </a:r>
            <a:endParaRPr/>
          </a:p>
        </p:txBody>
      </p:sp>
      <p:sp>
        <p:nvSpPr>
          <p:cNvPr id="407082187"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extLst>
      <p:ext uri="{BB962C8B-B14F-4D97-AF65-F5344CB8AC3E}">
        <p14:creationId xmlns:p14="http://schemas.microsoft.com/office/powerpoint/2010/main" val="3028292526"/>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PhAnim="0" preserve="1" userDrawn="1">
  <p:cSld name="Title | Subtitle">
    <p:spTree>
      <p:nvGrpSpPr>
        <p:cNvPr id="1" name=""/>
        <p:cNvGrpSpPr/>
        <p:nvPr/>
      </p:nvGrpSpPr>
      <p:grpSpPr bwMode="auto">
        <a:xfrm>
          <a:off x="0" y="0"/>
          <a:ext cx="0" cy="0"/>
          <a:chOff x="0" y="0"/>
          <a:chExt cx="0" cy="0"/>
        </a:xfrm>
      </p:grpSpPr>
      <p:sp>
        <p:nvSpPr>
          <p:cNvPr id="2066755428" name="Title 1"/>
          <p:cNvSpPr>
            <a:spLocks noGrp="1"/>
          </p:cNvSpPr>
          <p:nvPr>
            <p:ph type="title"/>
          </p:nvPr>
        </p:nvSpPr>
        <p:spPr bwMode="auto"/>
        <p:txBody>
          <a:bodyPr/>
          <a:lstStyle/>
          <a:p>
            <a:pPr>
              <a:defRPr/>
            </a:pPr>
            <a:r>
              <a:rPr lang="en-US"/>
              <a:t>Click to edit Master title style</a:t>
            </a:r>
            <a:endParaRPr/>
          </a:p>
        </p:txBody>
      </p:sp>
      <p:sp>
        <p:nvSpPr>
          <p:cNvPr id="1988416355" name="Content Placeholder 5"/>
          <p:cNvSpPr>
            <a:spLocks noGrp="1"/>
          </p:cNvSpPr>
          <p:nvPr>
            <p:ph sz="quarter" idx="10"/>
          </p:nvPr>
        </p:nvSpPr>
        <p:spPr bwMode="auto">
          <a:xfrm>
            <a:off x="457200" y="1506084"/>
            <a:ext cx="11222038" cy="4524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043307592" name="Text Placeholder 7"/>
          <p:cNvSpPr>
            <a:spLocks noGrp="1"/>
          </p:cNvSpPr>
          <p:nvPr>
            <p:ph type="body" sz="quarter" idx="11"/>
          </p:nvPr>
        </p:nvSpPr>
        <p:spPr bwMode="auto">
          <a:xfrm>
            <a:off x="457200" y="998538"/>
            <a:ext cx="11222038" cy="425450"/>
          </a:xfrm>
        </p:spPr>
        <p:txBody>
          <a:bodyPr/>
          <a:lstStyle>
            <a:lvl1pPr marL="0" indent="0">
              <a:buNone/>
              <a:defRPr lang="en-US" sz="2250" spc="0">
                <a:solidFill>
                  <a:srgbClr val="003C6A"/>
                </a:solidFill>
                <a:latin typeface="Segoe UI Semibold"/>
                <a:ea typeface="+mn-ea"/>
                <a:cs typeface="Segoe UI Semibold"/>
              </a:defRPr>
            </a:lvl1pPr>
          </a:lstStyle>
          <a:p>
            <a:pPr lvl="0">
              <a:defRPr/>
            </a:pPr>
            <a:r>
              <a:rPr lang="en-US"/>
              <a:t>Click to edit Master text styles</a:t>
            </a:r>
            <a:endParaRPr/>
          </a:p>
        </p:txBody>
      </p:sp>
    </p:spTree>
    <p:extLst>
      <p:ext uri="{BB962C8B-B14F-4D97-AF65-F5344CB8AC3E}">
        <p14:creationId xmlns:p14="http://schemas.microsoft.com/office/powerpoint/2010/main" val="2565714833"/>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PhAnim="0" preserve="1" userDrawn="1">
  <p:cSld name="Lab | Exercise">
    <p:spTree>
      <p:nvGrpSpPr>
        <p:cNvPr id="1" name=""/>
        <p:cNvGrpSpPr/>
        <p:nvPr/>
      </p:nvGrpSpPr>
      <p:grpSpPr bwMode="auto">
        <a:xfrm>
          <a:off x="0" y="0"/>
          <a:ext cx="0" cy="0"/>
          <a:chOff x="0" y="0"/>
          <a:chExt cx="0" cy="0"/>
        </a:xfrm>
      </p:grpSpPr>
      <p:sp>
        <p:nvSpPr>
          <p:cNvPr id="957174265" name="Title 1"/>
          <p:cNvSpPr>
            <a:spLocks noGrp="1"/>
          </p:cNvSpPr>
          <p:nvPr>
            <p:ph type="title" hasCustomPrompt="1"/>
          </p:nvPr>
        </p:nvSpPr>
        <p:spPr bwMode="auto"/>
        <p:txBody>
          <a:bodyPr/>
          <a:lstStyle>
            <a:lvl1pPr>
              <a:defRPr/>
            </a:lvl1pPr>
          </a:lstStyle>
          <a:p>
            <a:pPr>
              <a:defRPr/>
            </a:pPr>
            <a:r>
              <a:rPr lang="en-US"/>
              <a:t>Click to lab/exercise title</a:t>
            </a:r>
            <a:endParaRPr/>
          </a:p>
        </p:txBody>
      </p:sp>
      <p:sp>
        <p:nvSpPr>
          <p:cNvPr id="406585277" name="Rectangle: Rounded Corners 3"/>
          <p:cNvSpPr/>
          <p:nvPr userDrawn="1"/>
        </p:nvSpPr>
        <p:spPr bwMode="auto">
          <a:xfrm>
            <a:off x="395187" y="1555423"/>
            <a:ext cx="5816337" cy="4383464"/>
          </a:xfrm>
          <a:prstGeom prst="roundRect">
            <a:avLst>
              <a:gd name="adj" fmla="val 5914"/>
            </a:avLst>
          </a:prstGeom>
          <a:solidFill>
            <a:srgbClr val="F4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899913297" name="Content Placeholder 4"/>
          <p:cNvSpPr>
            <a:spLocks noGrp="1"/>
          </p:cNvSpPr>
          <p:nvPr>
            <p:ph sz="quarter" idx="12"/>
          </p:nvPr>
        </p:nvSpPr>
        <p:spPr bwMode="auto">
          <a:xfrm>
            <a:off x="702393"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834245755" name="Content Placeholder 4"/>
          <p:cNvSpPr>
            <a:spLocks noGrp="1"/>
          </p:cNvSpPr>
          <p:nvPr>
            <p:ph sz="quarter" idx="13"/>
          </p:nvPr>
        </p:nvSpPr>
        <p:spPr bwMode="auto">
          <a:xfrm>
            <a:off x="6469932"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extLst>
      <p:ext uri="{BB962C8B-B14F-4D97-AF65-F5344CB8AC3E}">
        <p14:creationId xmlns:p14="http://schemas.microsoft.com/office/powerpoint/2010/main" val="1062933927"/>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PhAnim="0" preserve="1" userDrawn="1">
  <p:cSld name="Summary | KC">
    <p:spTree>
      <p:nvGrpSpPr>
        <p:cNvPr id="1" name=""/>
        <p:cNvGrpSpPr/>
        <p:nvPr/>
      </p:nvGrpSpPr>
      <p:grpSpPr bwMode="auto">
        <a:xfrm>
          <a:off x="0" y="0"/>
          <a:ext cx="0" cy="0"/>
          <a:chOff x="0" y="0"/>
          <a:chExt cx="0" cy="0"/>
        </a:xfrm>
      </p:grpSpPr>
      <p:sp>
        <p:nvSpPr>
          <p:cNvPr id="89300041" name="Title 1"/>
          <p:cNvSpPr>
            <a:spLocks noGrp="1"/>
          </p:cNvSpPr>
          <p:nvPr>
            <p:ph type="title" hasCustomPrompt="1"/>
          </p:nvPr>
        </p:nvSpPr>
        <p:spPr bwMode="auto"/>
        <p:txBody>
          <a:bodyPr/>
          <a:lstStyle>
            <a:lvl1pPr>
              <a:defRPr/>
            </a:lvl1pPr>
          </a:lstStyle>
          <a:p>
            <a:pPr>
              <a:defRPr/>
            </a:pPr>
            <a:r>
              <a:rPr lang="en-US"/>
              <a:t>Click to add summary</a:t>
            </a:r>
            <a:endParaRPr/>
          </a:p>
        </p:txBody>
      </p:sp>
      <p:sp>
        <p:nvSpPr>
          <p:cNvPr id="1318391616" name="Rectangle: Rounded Corners 3"/>
          <p:cNvSpPr/>
          <p:nvPr userDrawn="1"/>
        </p:nvSpPr>
        <p:spPr bwMode="auto">
          <a:xfrm>
            <a:off x="5863473" y="1555423"/>
            <a:ext cx="5816337" cy="4383464"/>
          </a:xfrm>
          <a:prstGeom prst="roundRect">
            <a:avLst>
              <a:gd name="adj" fmla="val 5914"/>
            </a:avLst>
          </a:prstGeom>
          <a:solidFill>
            <a:srgbClr val="F4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39969537" name="Content Placeholder 4"/>
          <p:cNvSpPr>
            <a:spLocks noGrp="1"/>
          </p:cNvSpPr>
          <p:nvPr>
            <p:ph sz="quarter" idx="12"/>
          </p:nvPr>
        </p:nvSpPr>
        <p:spPr bwMode="auto">
          <a:xfrm>
            <a:off x="426610"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extLst>
      <p:ext uri="{BB962C8B-B14F-4D97-AF65-F5344CB8AC3E}">
        <p14:creationId xmlns:p14="http://schemas.microsoft.com/office/powerpoint/2010/main" val="1781195830"/>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PhAnim="0" preserve="1" userDrawn="1">
  <p:cSld name="1_Summary | KC">
    <p:spTree>
      <p:nvGrpSpPr>
        <p:cNvPr id="1" name=""/>
        <p:cNvGrpSpPr/>
        <p:nvPr/>
      </p:nvGrpSpPr>
      <p:grpSpPr bwMode="auto">
        <a:xfrm>
          <a:off x="0" y="0"/>
          <a:ext cx="0" cy="0"/>
          <a:chOff x="0" y="0"/>
          <a:chExt cx="0" cy="0"/>
        </a:xfrm>
      </p:grpSpPr>
      <p:sp>
        <p:nvSpPr>
          <p:cNvPr id="2011721186" name="Title 1"/>
          <p:cNvSpPr>
            <a:spLocks noGrp="1"/>
          </p:cNvSpPr>
          <p:nvPr>
            <p:ph type="title" hasCustomPrompt="1"/>
          </p:nvPr>
        </p:nvSpPr>
        <p:spPr bwMode="auto"/>
        <p:txBody>
          <a:bodyPr/>
          <a:lstStyle>
            <a:lvl1pPr>
              <a:defRPr/>
            </a:lvl1pPr>
          </a:lstStyle>
          <a:p>
            <a:pPr>
              <a:defRPr/>
            </a:pPr>
            <a:r>
              <a:rPr lang="en-US"/>
              <a:t>Click to add summary</a:t>
            </a:r>
            <a:endParaRPr/>
          </a:p>
        </p:txBody>
      </p:sp>
      <p:sp>
        <p:nvSpPr>
          <p:cNvPr id="3" name="Rectangle: Rounded Corners 3">
            <a:extLst>
              <a:ext uri="{FF2B5EF4-FFF2-40B4-BE49-F238E27FC236}">
                <a16:creationId xmlns:a16="http://schemas.microsoft.com/office/drawing/2014/main" id="{8DC275E8-1F8E-C4CD-C4FB-3BD97F04CABA}"/>
              </a:ext>
            </a:extLst>
          </p:cNvPr>
          <p:cNvSpPr/>
          <p:nvPr userDrawn="1"/>
        </p:nvSpPr>
        <p:spPr bwMode="auto">
          <a:xfrm>
            <a:off x="457201" y="1555423"/>
            <a:ext cx="11222610" cy="4383464"/>
          </a:xfrm>
          <a:prstGeom prst="roundRect">
            <a:avLst>
              <a:gd name="adj" fmla="val 5914"/>
            </a:avLst>
          </a:prstGeom>
          <a:solidFill>
            <a:srgbClr val="F4F3F5"/>
          </a:solidFill>
          <a:ln>
            <a:solidFill>
              <a:schemeClr val="accent5">
                <a:lumMod val="60000"/>
                <a:lumOff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extLst>
      <p:ext uri="{BB962C8B-B14F-4D97-AF65-F5344CB8AC3E}">
        <p14:creationId xmlns:p14="http://schemas.microsoft.com/office/powerpoint/2010/main" val="2879345702"/>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PhAnim="0" userDrawn="1">
  <p:cSld name="Summary">
    <p:spTree>
      <p:nvGrpSpPr>
        <p:cNvPr id="1" name=""/>
        <p:cNvGrpSpPr/>
        <p:nvPr/>
      </p:nvGrpSpPr>
      <p:grpSpPr bwMode="auto">
        <a:xfrm>
          <a:off x="0" y="0"/>
          <a:ext cx="0" cy="0"/>
          <a:chOff x="0" y="0"/>
          <a:chExt cx="0" cy="0"/>
        </a:xfrm>
      </p:grpSpPr>
      <p:sp>
        <p:nvSpPr>
          <p:cNvPr id="1650185325" name="Title 1"/>
          <p:cNvSpPr>
            <a:spLocks noGrp="1"/>
          </p:cNvSpPr>
          <p:nvPr>
            <p:ph type="title"/>
          </p:nvPr>
        </p:nvSpPr>
        <p:spPr bwMode="auto">
          <a:xfrm>
            <a:off x="588262" y="585216"/>
            <a:ext cx="8193024" cy="492443"/>
          </a:xfrm>
        </p:spPr>
        <p:txBody>
          <a:bodyPr/>
          <a:lstStyle>
            <a:lvl1pPr>
              <a:defRPr sz="3200" b="0" i="0">
                <a:solidFill>
                  <a:schemeClr val="tx1"/>
                </a:solidFill>
                <a:latin typeface="+mj-lt"/>
                <a:cs typeface="Segoe UI Semibold"/>
              </a:defRPr>
            </a:lvl1pPr>
          </a:lstStyle>
          <a:p>
            <a:pPr>
              <a:defRPr/>
            </a:pPr>
            <a:r>
              <a:rPr lang="en-US"/>
              <a:t>Click to edit Master title style</a:t>
            </a:r>
            <a:endParaRPr/>
          </a:p>
        </p:txBody>
      </p:sp>
      <p:sp>
        <p:nvSpPr>
          <p:cNvPr id="1825305684" name="Footer Placeholder 10"/>
          <p:cNvSpPr>
            <a:spLocks noGrp="1"/>
          </p:cNvSpPr>
          <p:nvPr>
            <p:ph type="ftr" sz="quarter" idx="3"/>
          </p:nvPr>
        </p:nvSpPr>
        <p:spPr bwMode="auto">
          <a:xfrm>
            <a:off x="43561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947981239" name="Text Placeholder 11"/>
          <p:cNvSpPr>
            <a:spLocks noGrp="1"/>
          </p:cNvSpPr>
          <p:nvPr>
            <p:ph type="body" sz="quarter" idx="17"/>
          </p:nvPr>
        </p:nvSpPr>
        <p:spPr bwMode="auto">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510427040" name="Text Placeholder 3"/>
          <p:cNvSpPr>
            <a:spLocks noGrp="1"/>
          </p:cNvSpPr>
          <p:nvPr>
            <p:ph type="body" sz="quarter" idx="35"/>
          </p:nvPr>
        </p:nvSpPr>
        <p:spPr bwMode="auto">
          <a:xfrm>
            <a:off x="4358229" y="2578100"/>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13863510" name="Text Placeholder 11"/>
          <p:cNvSpPr>
            <a:spLocks noGrp="1"/>
          </p:cNvSpPr>
          <p:nvPr>
            <p:ph type="body" sz="quarter" idx="34"/>
          </p:nvPr>
        </p:nvSpPr>
        <p:spPr bwMode="auto">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Tree>
    <p:extLst>
      <p:ext uri="{BB962C8B-B14F-4D97-AF65-F5344CB8AC3E}">
        <p14:creationId xmlns:p14="http://schemas.microsoft.com/office/powerpoint/2010/main" val="574115533"/>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PhAnim="0" userDrawn="1">
  <p:cSld name="LearningPath1_WmGray">
    <p:bg>
      <p:bgPr>
        <a:solidFill>
          <a:srgbClr val="E8E6DF"/>
        </a:solidFill>
        <a:effectLst/>
      </p:bgPr>
    </p:bg>
    <p:spTree>
      <p:nvGrpSpPr>
        <p:cNvPr id="1" name=""/>
        <p:cNvGrpSpPr/>
        <p:nvPr/>
      </p:nvGrpSpPr>
      <p:grpSpPr bwMode="auto">
        <a:xfrm>
          <a:off x="0" y="0"/>
          <a:ext cx="0" cy="0"/>
          <a:chOff x="0" y="0"/>
          <a:chExt cx="0" cy="0"/>
        </a:xfrm>
      </p:grpSpPr>
      <p:sp>
        <p:nvSpPr>
          <p:cNvPr id="666116332" name="Title 1"/>
          <p:cNvSpPr>
            <a:spLocks noGrp="1"/>
          </p:cNvSpPr>
          <p:nvPr>
            <p:ph type="title"/>
          </p:nvPr>
        </p:nvSpPr>
        <p:spPr bwMode="auto">
          <a:xfrm>
            <a:off x="588262" y="585216"/>
            <a:ext cx="8193024" cy="492443"/>
          </a:xfrm>
        </p:spPr>
        <p:txBody>
          <a:bodyPr/>
          <a:lstStyle>
            <a:lvl1pPr>
              <a:defRPr sz="3200" b="0" i="0">
                <a:solidFill>
                  <a:schemeClr val="tx1"/>
                </a:solidFill>
                <a:latin typeface="+mj-lt"/>
                <a:cs typeface="Segoe UI Semibold"/>
              </a:defRPr>
            </a:lvl1pPr>
          </a:lstStyle>
          <a:p>
            <a:pPr>
              <a:defRPr/>
            </a:pPr>
            <a:r>
              <a:rPr lang="en-US"/>
              <a:t>Click to edit Master title style</a:t>
            </a:r>
            <a:endParaRPr/>
          </a:p>
        </p:txBody>
      </p:sp>
      <p:sp>
        <p:nvSpPr>
          <p:cNvPr id="88245713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425346990" name="Graphic 5"/>
          <p:cNvPicPr>
            <a:picLocks noChangeAspect="1"/>
          </p:cNvPicPr>
          <p:nvPr userDrawn="1"/>
        </p:nvPicPr>
        <p:blipFill rotWithShape="1">
          <a:blip r:embed="rId2"/>
          <a:stretch/>
        </p:blipFill>
        <p:spPr bwMode="auto">
          <a:xfrm>
            <a:off x="-1" y="2827846"/>
            <a:ext cx="12192001" cy="3035200"/>
          </a:xfrm>
          <a:prstGeom prst="rect">
            <a:avLst/>
          </a:prstGeom>
        </p:spPr>
      </p:pic>
    </p:spTree>
    <p:extLst>
      <p:ext uri="{BB962C8B-B14F-4D97-AF65-F5344CB8AC3E}">
        <p14:creationId xmlns:p14="http://schemas.microsoft.com/office/powerpoint/2010/main" val="126233478"/>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PhAnim="0" preserve="1" userDrawn="1">
  <p:cSld name="Walk-in">
    <p:bg bwMode="gray">
      <p:bgPr>
        <a:solidFill>
          <a:schemeClr val="tx2"/>
        </a:solidFill>
        <a:effectLst/>
      </p:bgPr>
    </p:bg>
    <p:spTree>
      <p:nvGrpSpPr>
        <p:cNvPr id="1" name=""/>
        <p:cNvGrpSpPr/>
        <p:nvPr/>
      </p:nvGrpSpPr>
      <p:grpSpPr bwMode="auto">
        <a:xfrm>
          <a:off x="0" y="0"/>
          <a:ext cx="0" cy="0"/>
          <a:chOff x="0" y="0"/>
          <a:chExt cx="0" cy="0"/>
        </a:xfrm>
      </p:grpSpPr>
      <p:pic>
        <p:nvPicPr>
          <p:cNvPr id="1452810850" name="MS logo white - EMF" descr="Microsoft logo white text version"/>
          <p:cNvPicPr>
            <a:picLocks noChangeAspect="1"/>
          </p:cNvPicPr>
          <p:nvPr userDrawn="1"/>
        </p:nvPicPr>
        <p:blipFill rotWithShape="1">
          <a:blip>
            <a:extLst>
              <a:ext uri="{96DAC541-7B7A-43D3-8B79-37D633B846F1}">
                <asvg:svgBlip xmlns:asvg="http://schemas.microsoft.com/office/drawing/2016/SVG/main" r:embed="rId2"/>
              </a:ext>
            </a:extLst>
          </a:blip>
          <a:stretch/>
        </p:blipFill>
        <p:spPr bwMode="black">
          <a:xfrm>
            <a:off x="584200" y="585788"/>
            <a:ext cx="1366245" cy="292608"/>
          </a:xfrm>
          <a:prstGeom prst="rect">
            <a:avLst/>
          </a:prstGeom>
        </p:spPr>
      </p:pic>
      <p:pic>
        <p:nvPicPr>
          <p:cNvPr id="725937475" name="Picture 3" descr="Microsoft Learn&#10;Spark possibility"/>
          <p:cNvPicPr>
            <a:picLocks noGrp="1" noRot="1" noMove="1" noResize="1" noEditPoints="1" noAdjustHandles="1" noChangeArrowheads="1" noChangeShapeType="1" noCrop="1"/>
          </p:cNvPicPr>
          <p:nvPr userDrawn="1"/>
        </p:nvPicPr>
        <p:blipFill rotWithShape="1">
          <a:blip r:embed="rId3"/>
          <a:stretch/>
        </p:blipFill>
        <p:spPr bwMode="auto">
          <a:xfrm>
            <a:off x="223228" y="2573202"/>
            <a:ext cx="5344642" cy="1681958"/>
          </a:xfrm>
          <a:prstGeom prst="rect">
            <a:avLst/>
          </a:prstGeom>
        </p:spPr>
      </p:pic>
      <p:sp>
        <p:nvSpPr>
          <p:cNvPr id="88540407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bg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t>© Copyright Microsoft Corporation. All rights reserved.</a:t>
            </a:r>
            <a:endParaRPr/>
          </a:p>
        </p:txBody>
      </p:sp>
    </p:spTree>
    <p:extLst>
      <p:ext uri="{BB962C8B-B14F-4D97-AF65-F5344CB8AC3E}">
        <p14:creationId xmlns:p14="http://schemas.microsoft.com/office/powerpoint/2010/main" val="1837167912"/>
      </p:ext>
    </p:extLst>
  </p:cSld>
  <p:clrMapOvr>
    <a:overrideClrMapping bg1="lt1" tx1="dk1" bg2="lt2" tx2="dk2" accent1="accent1" accent2="accent2" accent3="accent3" accent4="accent4" accent5="accent5" accent6="accent6" hlink="hlink" folHlink="folHlink"/>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PhAnim="0" preserve="1" userDrawn="1">
  <p:cSld name="Title Slide">
    <p:bg>
      <p:bgPr>
        <a:solidFill>
          <a:srgbClr val="E8E6DF"/>
        </a:solidFill>
        <a:effectLst/>
      </p:bgPr>
    </p:bg>
    <p:spTree>
      <p:nvGrpSpPr>
        <p:cNvPr id="1" name=""/>
        <p:cNvGrpSpPr/>
        <p:nvPr/>
      </p:nvGrpSpPr>
      <p:grpSpPr bwMode="auto">
        <a:xfrm>
          <a:off x="0" y="0"/>
          <a:ext cx="0" cy="0"/>
          <a:chOff x="0" y="0"/>
          <a:chExt cx="0" cy="0"/>
        </a:xfrm>
      </p:grpSpPr>
      <p:pic>
        <p:nvPicPr>
          <p:cNvPr id="422758834" name="Picture 9"/>
          <p:cNvPicPr>
            <a:picLocks noChangeAspect="1"/>
          </p:cNvPicPr>
          <p:nvPr userDrawn="1"/>
        </p:nvPicPr>
        <p:blipFill rotWithShape="1">
          <a:blip r:embed="rId2"/>
          <a:stretch/>
        </p:blipFill>
        <p:spPr bwMode="auto">
          <a:xfrm>
            <a:off x="0" y="0"/>
            <a:ext cx="12192000" cy="6858000"/>
          </a:xfrm>
          <a:prstGeom prst="rect">
            <a:avLst/>
          </a:prstGeom>
        </p:spPr>
      </p:pic>
      <p:pic>
        <p:nvPicPr>
          <p:cNvPr id="1232773064" name="MS logo gray - EMF" descr="Microsoft logo, gray text version"/>
          <p:cNvPicPr>
            <a:picLocks noChangeAspect="1"/>
          </p:cNvPicPr>
          <p:nvPr userDrawn="1"/>
        </p:nvPicPr>
        <p:blipFill rotWithShape="1">
          <a:blip r:embed="rId3"/>
          <a:stretch/>
        </p:blipFill>
        <p:spPr bwMode="black">
          <a:xfrm>
            <a:off x="584200" y="585788"/>
            <a:ext cx="1366440" cy="292608"/>
          </a:xfrm>
          <a:prstGeom prst="rect">
            <a:avLst/>
          </a:prstGeom>
        </p:spPr>
      </p:pic>
      <p:sp>
        <p:nvSpPr>
          <p:cNvPr id="522937659" name="Title 1"/>
          <p:cNvSpPr>
            <a:spLocks noGrp="1"/>
          </p:cNvSpPr>
          <p:nvPr>
            <p:ph type="title" hasCustomPrompt="1"/>
          </p:nvPr>
        </p:nvSpPr>
        <p:spPr bwMode="auto">
          <a:xfrm>
            <a:off x="569912" y="3429000"/>
            <a:ext cx="5686955" cy="1231106"/>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Event name or </a:t>
            </a:r>
            <a:br>
              <a:rPr lang="en-US"/>
            </a:br>
            <a:r>
              <a:rPr lang="en-US"/>
              <a:t>presentation title </a:t>
            </a:r>
            <a:endParaRPr/>
          </a:p>
        </p:txBody>
      </p:sp>
      <p:sp>
        <p:nvSpPr>
          <p:cNvPr id="611564217" name="Text Placeholder 4"/>
          <p:cNvSpPr>
            <a:spLocks noGrp="1"/>
          </p:cNvSpPr>
          <p:nvPr>
            <p:ph type="body" sz="quarter" idx="13" hasCustomPrompt="1"/>
          </p:nvPr>
        </p:nvSpPr>
        <p:spPr bwMode="auto">
          <a:xfrm>
            <a:off x="4756150" y="6446520"/>
            <a:ext cx="1645920" cy="153888"/>
          </a:xfrm>
          <a:prstGeom prst="rect">
            <a:avLst/>
          </a:prstGeom>
          <a:noFill/>
        </p:spPr>
        <p:txBody>
          <a:bodyPr wrap="square" lIns="0" tIns="0" rIns="0" bIns="0">
            <a:spAutoFit/>
          </a:bodyPr>
          <a:lstStyle>
            <a:lvl1pPr marL="0" indent="0">
              <a:spcBef>
                <a:spcPts val="0"/>
              </a:spcBef>
              <a:buNone/>
              <a:defRPr sz="1000" spc="0">
                <a:solidFill>
                  <a:schemeClr val="tx1"/>
                </a:solidFill>
                <a:latin typeface="+mn-lt"/>
                <a:cs typeface="Segoe UI"/>
              </a:defRPr>
            </a:lvl1pPr>
          </a:lstStyle>
          <a:p>
            <a:pPr lvl="0">
              <a:defRPr/>
            </a:pPr>
            <a:r>
              <a:rPr lang="en-US"/>
              <a:t>Date</a:t>
            </a:r>
            <a:endParaRPr/>
          </a:p>
        </p:txBody>
      </p:sp>
      <p:sp>
        <p:nvSpPr>
          <p:cNvPr id="28625473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499491429"/>
      </p:ext>
    </p:extLst>
  </p:cSld>
  <p:clrMapOvr>
    <a:overrideClrMapping bg1="lt1" tx1="dk1" bg2="lt2" tx2="dk2" accent1="accent1" accent2="accent2" accent3="accent3" accent4="accent4" accent5="accent5" accent6="accent6" hlink="hlink" folHlink="folHlink"/>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PhAnim="0" preserve="1" userDrawn="1">
  <p:cSld name="Section slide">
    <p:bg>
      <p:bgPr>
        <a:solidFill>
          <a:srgbClr val="E8E6DF"/>
        </a:solidFill>
        <a:effectLst/>
      </p:bgPr>
    </p:bg>
    <p:spTree>
      <p:nvGrpSpPr>
        <p:cNvPr id="1" name=""/>
        <p:cNvGrpSpPr/>
        <p:nvPr/>
      </p:nvGrpSpPr>
      <p:grpSpPr bwMode="auto">
        <a:xfrm>
          <a:off x="0" y="0"/>
          <a:ext cx="0" cy="0"/>
          <a:chOff x="0" y="0"/>
          <a:chExt cx="0" cy="0"/>
        </a:xfrm>
      </p:grpSpPr>
      <p:pic>
        <p:nvPicPr>
          <p:cNvPr id="1732984374" name="Picture 1"/>
          <p:cNvPicPr>
            <a:picLocks noChangeAspect="1"/>
          </p:cNvPicPr>
          <p:nvPr userDrawn="1"/>
        </p:nvPicPr>
        <p:blipFill rotWithShape="1">
          <a:blip r:embed="rId2"/>
          <a:srcRect r="19823"/>
          <a:stretch/>
        </p:blipFill>
        <p:spPr bwMode="auto">
          <a:xfrm>
            <a:off x="2417010" y="0"/>
            <a:ext cx="9774990" cy="6858000"/>
          </a:xfrm>
          <a:prstGeom prst="rect">
            <a:avLst/>
          </a:prstGeom>
        </p:spPr>
      </p:pic>
      <p:sp>
        <p:nvSpPr>
          <p:cNvPr id="940890622" name="Title 1"/>
          <p:cNvSpPr>
            <a:spLocks noGrp="1"/>
          </p:cNvSpPr>
          <p:nvPr>
            <p:ph type="title" hasCustomPrompt="1"/>
          </p:nvPr>
        </p:nvSpPr>
        <p:spPr bwMode="auto">
          <a:xfrm>
            <a:off x="569911" y="3384610"/>
            <a:ext cx="6345239" cy="615553"/>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Section divider title</a:t>
            </a:r>
            <a:endParaRPr/>
          </a:p>
        </p:txBody>
      </p:sp>
      <p:sp>
        <p:nvSpPr>
          <p:cNvPr id="47066903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428612646"/>
      </p:ext>
    </p:extLst>
  </p:cSld>
  <p:clrMapOvr>
    <a:overrideClrMapping bg1="lt1" tx1="dk1" bg2="lt2" tx2="dk2" accent1="accent1" accent2="accent2" accent3="accent3" accent4="accent4" accent5="accent5" accent6="accent6" hlink="hlink" folHlink="folHlink"/>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PhAnim="0" preserve="1" userDrawn="1">
  <p:cSld name="Agenda_1-column">
    <p:bg>
      <p:bgPr>
        <a:solidFill>
          <a:srgbClr val="E8E6DF"/>
        </a:solidFill>
        <a:effectLst/>
      </p:bgPr>
    </p:bg>
    <p:spTree>
      <p:nvGrpSpPr>
        <p:cNvPr id="1" name=""/>
        <p:cNvGrpSpPr/>
        <p:nvPr/>
      </p:nvGrpSpPr>
      <p:grpSpPr bwMode="auto">
        <a:xfrm>
          <a:off x="0" y="0"/>
          <a:ext cx="0" cy="0"/>
          <a:chOff x="0" y="0"/>
          <a:chExt cx="0" cy="0"/>
        </a:xfrm>
      </p:grpSpPr>
      <p:sp>
        <p:nvSpPr>
          <p:cNvPr id="1931564381" name="Title 1"/>
          <p:cNvSpPr>
            <a:spLocks noGrp="1"/>
          </p:cNvSpPr>
          <p:nvPr>
            <p:ph type="title" hasCustomPrompt="1"/>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Agenda</a:t>
            </a:r>
            <a:endParaRPr/>
          </a:p>
        </p:txBody>
      </p:sp>
      <p:cxnSp>
        <p:nvCxnSpPr>
          <p:cNvPr id="391294779" name="Straight Connector 3"/>
          <p:cNvCxnSpPr/>
          <p:nvPr userDrawn="1"/>
        </p:nvCxnSpPr>
        <p:spPr bwMode="auto">
          <a:xfrm>
            <a:off x="585216" y="1289050"/>
            <a:ext cx="3182112" cy="0"/>
          </a:xfrm>
          <a:prstGeom prst="line">
            <a:avLst/>
          </a:prstGeom>
          <a:ln w="76200" cap="rnd">
            <a:gradFill>
              <a:gsLst>
                <a:gs pos="0">
                  <a:schemeClr val="accent3"/>
                </a:gs>
                <a:gs pos="22000">
                  <a:srgbClr val="F4364C"/>
                </a:gs>
                <a:gs pos="48000">
                  <a:schemeClr val="accent2"/>
                </a:gs>
                <a:gs pos="97531">
                  <a:srgbClr val="8DC8E8"/>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61570289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527032526" name="Text Placeholder 3"/>
          <p:cNvSpPr>
            <a:spLocks noGrp="1"/>
          </p:cNvSpPr>
          <p:nvPr>
            <p:ph type="body" sz="quarter" idx="15"/>
          </p:nvPr>
        </p:nvSpPr>
        <p:spPr bwMode="auto">
          <a:xfrm>
            <a:off x="586388" y="1818177"/>
            <a:ext cx="5033361" cy="280782"/>
          </a:xfrm>
          <a:prstGeom prst="rect">
            <a:avLst/>
          </a:prstGeom>
        </p:spPr>
        <p:txBody>
          <a:bodyPr wrap="square">
            <a:spAutoFit/>
          </a:bodyPr>
          <a:lstStyle>
            <a:lvl1pPr marL="137160" indent="-137160">
              <a:lnSpc>
                <a:spcPct val="110000"/>
              </a:lnSpc>
              <a:spcBef>
                <a:spcPts val="0"/>
              </a:spcBef>
              <a:spcAft>
                <a:spcPts val="1200"/>
              </a:spcAft>
              <a:buFont typeface="Arial"/>
              <a:buChar char="•"/>
              <a:defRPr sz="1800">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1431622830"/>
      </p:ext>
    </p:extLst>
  </p:cSld>
  <p:clrMapOvr>
    <a:overrideClrMapping bg1="lt1" tx1="dk1" bg2="lt2" tx2="dk2" accent1="accent1" accent2="accent2" accent3="accent3" accent4="accent4" accent5="accent5" accent6="accent6" hlink="hlink" folHlink="folHlink"/>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PhAnim="0" preserve="1" userDrawn="1">
  <p:cSld name="3_Agenda_2-column">
    <p:bg>
      <p:bgPr>
        <a:solidFill>
          <a:srgbClr val="E8E6DF"/>
        </a:solidFill>
        <a:effectLst/>
      </p:bgPr>
    </p:bg>
    <p:spTree>
      <p:nvGrpSpPr>
        <p:cNvPr id="1" name=""/>
        <p:cNvGrpSpPr/>
        <p:nvPr/>
      </p:nvGrpSpPr>
      <p:grpSpPr bwMode="auto">
        <a:xfrm>
          <a:off x="0" y="0"/>
          <a:ext cx="0" cy="0"/>
          <a:chOff x="0" y="0"/>
          <a:chExt cx="0" cy="0"/>
        </a:xfrm>
      </p:grpSpPr>
      <p:sp>
        <p:nvSpPr>
          <p:cNvPr id="462886562" name="Title 1"/>
          <p:cNvSpPr>
            <a:spLocks noGrp="1"/>
          </p:cNvSpPr>
          <p:nvPr>
            <p:ph type="title" hasCustomPrompt="1"/>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Agenda</a:t>
            </a:r>
            <a:endParaRPr/>
          </a:p>
        </p:txBody>
      </p:sp>
      <p:cxnSp>
        <p:nvCxnSpPr>
          <p:cNvPr id="345596045" name="Straight Connector 3"/>
          <p:cNvCxnSpPr/>
          <p:nvPr userDrawn="1"/>
        </p:nvCxnSpPr>
        <p:spPr bwMode="auto">
          <a:xfrm>
            <a:off x="585216" y="1289050"/>
            <a:ext cx="3182112" cy="0"/>
          </a:xfrm>
          <a:prstGeom prst="line">
            <a:avLst/>
          </a:prstGeom>
          <a:ln w="76200" cap="rnd">
            <a:gradFill>
              <a:gsLst>
                <a:gs pos="0">
                  <a:schemeClr val="accent3"/>
                </a:gs>
                <a:gs pos="22000">
                  <a:srgbClr val="F4364C"/>
                </a:gs>
                <a:gs pos="48000">
                  <a:schemeClr val="accent2"/>
                </a:gs>
                <a:gs pos="97531">
                  <a:srgbClr val="8DC8E8"/>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60072747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975842934" name="Text Placeholder 3"/>
          <p:cNvSpPr>
            <a:spLocks noGrp="1"/>
          </p:cNvSpPr>
          <p:nvPr>
            <p:ph type="body" sz="quarter" idx="17"/>
          </p:nvPr>
        </p:nvSpPr>
        <p:spPr bwMode="auto">
          <a:xfrm>
            <a:off x="586388"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004817860" name="Text Placeholder 3"/>
          <p:cNvSpPr>
            <a:spLocks noGrp="1"/>
          </p:cNvSpPr>
          <p:nvPr>
            <p:ph type="body" sz="quarter" idx="18"/>
          </p:nvPr>
        </p:nvSpPr>
        <p:spPr bwMode="auto">
          <a:xfrm>
            <a:off x="6891338"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1017047904"/>
      </p:ext>
    </p:extLst>
  </p:cSld>
  <p:clrMapOvr>
    <a:overrideClrMapping bg1="lt1" tx1="dk1" bg2="lt2" tx2="dk2" accent1="accent1" accent2="accent2" accent3="accent3" accent4="accent4" accent5="accent5" accent6="accent6" hlink="hlink" folHlink="folHlink"/>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showMasterPhAnim="0" preserve="1" userDrawn="1">
  <p:cSld name="Presenter-BIo">
    <p:bg>
      <p:bgPr>
        <a:solidFill>
          <a:srgbClr val="E8E6DF"/>
        </a:solidFill>
        <a:effectLst/>
      </p:bgPr>
    </p:bg>
    <p:spTree>
      <p:nvGrpSpPr>
        <p:cNvPr id="1" name=""/>
        <p:cNvGrpSpPr/>
        <p:nvPr/>
      </p:nvGrpSpPr>
      <p:grpSpPr bwMode="auto">
        <a:xfrm>
          <a:off x="0" y="0"/>
          <a:ext cx="0" cy="0"/>
          <a:chOff x="0" y="0"/>
          <a:chExt cx="0" cy="0"/>
        </a:xfrm>
      </p:grpSpPr>
      <p:sp>
        <p:nvSpPr>
          <p:cNvPr id="902101484" name="Rectangle 18"/>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a:lnSpc>
                <a:spcPct val="100000"/>
              </a:lnSpc>
              <a:spcBef>
                <a:spcPts val="0"/>
              </a:spcBef>
              <a:spcAft>
                <a:spcPts val="0"/>
              </a:spcAft>
              <a:buClrTx/>
              <a:buSzTx/>
              <a:buFontTx/>
              <a:buNone/>
              <a:defRPr/>
            </a:pPr>
            <a:endParaRPr lang="en-US" sz="2000" b="0" i="0" u="none" strike="noStrike" cap="none" spc="0">
              <a:ln>
                <a:noFill/>
              </a:ln>
              <a:solidFill>
                <a:srgbClr val="FFFFFF"/>
              </a:solidFill>
              <a:latin typeface="Segoe UI"/>
              <a:ea typeface="Segoe UI"/>
              <a:cs typeface="Segoe UI"/>
            </a:endParaRPr>
          </a:p>
        </p:txBody>
      </p:sp>
      <p:sp>
        <p:nvSpPr>
          <p:cNvPr id="1649428893" name="Title 1"/>
          <p:cNvSpPr>
            <a:spLocks noGrp="1"/>
          </p:cNvSpPr>
          <p:nvPr>
            <p:ph type="title"/>
          </p:nvPr>
        </p:nvSpPr>
        <p:spPr bwMode="auto">
          <a:xfrm>
            <a:off x="588262" y="585216"/>
            <a:ext cx="5749038"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11535673" name="Picture Placeholder" descr="This photo is a 'placeholder' only. Drag or drop your photo here, or click and tap the center to insert a photo."/>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1520055802" name="Picture Placeholder" descr="This photo is a 'placeholder' only. Drag or drop your photo here, or click and tap the center to insert a photo."/>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1326221778" name="Picture Placeholder" descr="This photo is a 'placeholder' only. Drag or drop your photo here, or click and tap the center to insert a photo."/>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940098053" name="Picture Placeholder" descr="This photo is a 'placeholder' only. Drag or drop your photo here, or click and tap the center to insert a photo."/>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245589044" name="Picture Placeholder" descr="This photo is a 'placeholder' only. Drag or drop your photo here, or click and tap the center to insert a photo."/>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964782103" name="Picture Placeholder" descr="This photo is a 'placeholder' only. Drag or drop your photo here, or click and tap the center to insert a photo."/>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1055255168" name="Picture Placeholder" descr="This photo is a 'placeholder' only. Drag or drop your photo here, or click and tap the center to insert a photo."/>
          <p:cNvSpPr>
            <a:spLocks noGrp="1"/>
          </p:cNvSpPr>
          <p:nvPr>
            <p:ph type="pic" sz="quarter" idx="14" hasCustomPrompt="1"/>
          </p:nvPr>
        </p:nvSpPr>
        <p:spPr bwMode="ltGray">
          <a:xfrm>
            <a:off x="8165231" y="457200"/>
            <a:ext cx="2849035" cy="2874212"/>
          </a:xfrm>
          <a:prstGeom prst="roundRect">
            <a:avLst>
              <a:gd name="adj" fmla="val 21738"/>
            </a:avLst>
          </a:prstGeom>
          <a:blipFill rotWithShape="1">
            <a:blip r:embed="rId2"/>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50" b="1">
                <a:solidFill>
                  <a:srgbClr val="000000"/>
                </a:solidFill>
                <a:latin typeface="+mn-lt"/>
                <a:cs typeface="Segoe UI"/>
              </a:defRPr>
            </a:lvl1pPr>
          </a:lstStyle>
          <a:p>
            <a:pPr>
              <a:defRPr/>
            </a:pPr>
            <a:r>
              <a:rPr lang="en-US"/>
              <a:t>Click icon to </a:t>
            </a:r>
            <a:br>
              <a:rPr lang="en-US"/>
            </a:br>
            <a:r>
              <a:rPr lang="en-US"/>
              <a:t>add your picture here</a:t>
            </a:r>
            <a:endParaRPr/>
          </a:p>
        </p:txBody>
      </p:sp>
      <p:sp>
        <p:nvSpPr>
          <p:cNvPr id="144887590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903332593"/>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showMasterPhAnim="0" preserve="1" userDrawn="1">
  <p:cSld name="Summary page_Big headline_Learn">
    <p:bg>
      <p:bgPr>
        <a:solidFill>
          <a:srgbClr val="E8E6DF"/>
        </a:solidFill>
        <a:effectLst/>
      </p:bgPr>
    </p:bg>
    <p:spTree>
      <p:nvGrpSpPr>
        <p:cNvPr id="1" name=""/>
        <p:cNvGrpSpPr/>
        <p:nvPr/>
      </p:nvGrpSpPr>
      <p:grpSpPr bwMode="auto">
        <a:xfrm>
          <a:off x="0" y="0"/>
          <a:ext cx="0" cy="0"/>
          <a:chOff x="0" y="0"/>
          <a:chExt cx="0" cy="0"/>
        </a:xfrm>
      </p:grpSpPr>
      <p:pic>
        <p:nvPicPr>
          <p:cNvPr id="1530393984" name="Picture 2"/>
          <p:cNvPicPr>
            <a:picLocks noChangeAspect="1"/>
          </p:cNvPicPr>
          <p:nvPr userDrawn="1"/>
        </p:nvPicPr>
        <p:blipFill rotWithShape="1">
          <a:blip r:embed="rId2"/>
          <a:stretch/>
        </p:blipFill>
        <p:spPr bwMode="auto">
          <a:xfrm>
            <a:off x="0" y="0"/>
            <a:ext cx="12192000" cy="6858000"/>
          </a:xfrm>
          <a:prstGeom prst="rect">
            <a:avLst/>
          </a:prstGeom>
        </p:spPr>
      </p:pic>
      <p:sp>
        <p:nvSpPr>
          <p:cNvPr id="755821419" name="Title 4"/>
          <p:cNvSpPr>
            <a:spLocks noGrp="1"/>
          </p:cNvSpPr>
          <p:nvPr>
            <p:ph type="title" hasCustomPrompt="1"/>
          </p:nvPr>
        </p:nvSpPr>
        <p:spPr bwMode="auto">
          <a:xfrm>
            <a:off x="525081" y="2448062"/>
            <a:ext cx="10430257" cy="1015663"/>
          </a:xfrm>
        </p:spPr>
        <p:txBody>
          <a:bodyPr anchor="b" anchorCtr="0"/>
          <a:lstStyle>
            <a:lvl1pPr>
              <a:defRPr sz="6600" spc="-100">
                <a:latin typeface="+mn-lt"/>
              </a:defRPr>
            </a:lvl1pPr>
          </a:lstStyle>
          <a:p>
            <a:pPr>
              <a:defRPr/>
            </a:pPr>
            <a:r>
              <a:rPr lang="en-US"/>
              <a:t>Big headline</a:t>
            </a:r>
            <a:endParaRPr/>
          </a:p>
        </p:txBody>
      </p:sp>
      <p:sp>
        <p:nvSpPr>
          <p:cNvPr id="1921945793" name="Text Placeholder 3"/>
          <p:cNvSpPr>
            <a:spLocks noGrp="1"/>
          </p:cNvSpPr>
          <p:nvPr>
            <p:ph type="body" sz="quarter" idx="15"/>
          </p:nvPr>
        </p:nvSpPr>
        <p:spPr bwMode="auto">
          <a:xfrm>
            <a:off x="586390" y="4278313"/>
            <a:ext cx="4712686"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65176" indent="-128016">
              <a:spcAft>
                <a:spcPts val="0"/>
              </a:spcAft>
              <a:buFont typeface="Arial"/>
              <a:buChar char="•"/>
              <a:defRPr>
                <a:solidFill>
                  <a:schemeClr val="tx1"/>
                </a:solidFill>
              </a:defRPr>
            </a:lvl2pPr>
            <a:lvl3pPr marL="384048" indent="-118872">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513689340" name="Text Placeholder 3"/>
          <p:cNvSpPr>
            <a:spLocks noGrp="1"/>
          </p:cNvSpPr>
          <p:nvPr>
            <p:ph type="body" sz="quarter" idx="16"/>
          </p:nvPr>
        </p:nvSpPr>
        <p:spPr bwMode="auto">
          <a:xfrm>
            <a:off x="6246410" y="4278313"/>
            <a:ext cx="3765954"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65176" indent="-128016">
              <a:spcAft>
                <a:spcPts val="0"/>
              </a:spcAft>
              <a:buFont typeface="Arial"/>
              <a:buChar char="•"/>
              <a:defRPr>
                <a:solidFill>
                  <a:schemeClr val="tx1"/>
                </a:solidFill>
              </a:defRPr>
            </a:lvl2pPr>
            <a:lvl3pPr marL="384048" indent="-118872">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9474408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4156990537"/>
      </p:ext>
    </p:extLst>
  </p:cSld>
  <p:clrMapOvr>
    <a:overrideClrMapping bg1="lt1" tx1="dk1" bg2="lt2" tx2="dk2" accent1="accent1" accent2="accent2" accent3="accent3" accent4="accent4" accent5="accent5" accent6="accent6" hlink="hlink" folHlink="folHlink"/>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PhAnim="0" preserve="1" userDrawn="1">
  <p:cSld name="1-column_Text">
    <p:bg>
      <p:bgRef idx="1001">
        <a:schemeClr val="bg1"/>
      </p:bgRef>
    </p:bg>
    <p:spTree>
      <p:nvGrpSpPr>
        <p:cNvPr id="1" name=""/>
        <p:cNvGrpSpPr/>
        <p:nvPr/>
      </p:nvGrpSpPr>
      <p:grpSpPr bwMode="auto">
        <a:xfrm>
          <a:off x="0" y="0"/>
          <a:ext cx="0" cy="0"/>
          <a:chOff x="0" y="0"/>
          <a:chExt cx="0" cy="0"/>
        </a:xfrm>
      </p:grpSpPr>
      <p:sp>
        <p:nvSpPr>
          <p:cNvPr id="746952653" name="Title 1"/>
          <p:cNvSpPr>
            <a:spLocks noGrp="1"/>
          </p:cNvSpPr>
          <p:nvPr>
            <p:ph type="title"/>
          </p:nvPr>
        </p:nvSpPr>
        <p:spPr bwMode="auto">
          <a:xfrm>
            <a:off x="588262" y="585216"/>
            <a:ext cx="11013473"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059091771" name="Text Placeholder 3"/>
          <p:cNvSpPr>
            <a:spLocks noGrp="1"/>
          </p:cNvSpPr>
          <p:nvPr>
            <p:ph type="body" sz="quarter" idx="15"/>
          </p:nvPr>
        </p:nvSpPr>
        <p:spPr bwMode="auto">
          <a:xfrm>
            <a:off x="586388" y="1591056"/>
            <a:ext cx="110134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33955386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96749521"/>
      </p:ext>
    </p:extLst>
  </p:cSld>
  <p:clrMapOvr>
    <a:overrideClrMapping bg1="lt1" tx1="dk1" bg2="lt2" tx2="dk2" accent1="accent1" accent2="accent2" accent3="accent3" accent4="accent4" accent5="accent5" accent6="accent6" hlink="hlink" folHlink="folHlink"/>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showMasterPhAnim="0" preserve="1" userDrawn="1">
  <p:cSld name="Title and subheading">
    <p:spTree>
      <p:nvGrpSpPr>
        <p:cNvPr id="1" name=""/>
        <p:cNvGrpSpPr/>
        <p:nvPr/>
      </p:nvGrpSpPr>
      <p:grpSpPr bwMode="auto">
        <a:xfrm>
          <a:off x="0" y="0"/>
          <a:ext cx="0" cy="0"/>
          <a:chOff x="0" y="0"/>
          <a:chExt cx="0" cy="0"/>
        </a:xfrm>
      </p:grpSpPr>
      <p:sp>
        <p:nvSpPr>
          <p:cNvPr id="824306316" name="Title 1"/>
          <p:cNvSpPr>
            <a:spLocks noGrp="1"/>
          </p:cNvSpPr>
          <p:nvPr>
            <p:ph type="title"/>
          </p:nvPr>
        </p:nvSpPr>
        <p:spPr bwMode="auto">
          <a:xfrm>
            <a:off x="588261" y="585216"/>
            <a:ext cx="11011601" cy="707281"/>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58674480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311421924" name="Text Placeholder 11"/>
          <p:cNvSpPr>
            <a:spLocks noGrp="1"/>
          </p:cNvSpPr>
          <p:nvPr>
            <p:ph type="body" sz="quarter" idx="17"/>
          </p:nvPr>
        </p:nvSpPr>
        <p:spPr bwMode="auto">
          <a:xfrm>
            <a:off x="584199" y="1386766"/>
            <a:ext cx="1101160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Tree>
    <p:extLst>
      <p:ext uri="{BB962C8B-B14F-4D97-AF65-F5344CB8AC3E}">
        <p14:creationId xmlns:p14="http://schemas.microsoft.com/office/powerpoint/2010/main" val="2121336084"/>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PhAnim="0" preserve="1" userDrawn="1">
  <p:cSld name="1_1-column_Text">
    <p:bg>
      <p:bgRef idx="1001">
        <a:schemeClr val="bg1"/>
      </p:bgRef>
    </p:bg>
    <p:spTree>
      <p:nvGrpSpPr>
        <p:cNvPr id="1" name=""/>
        <p:cNvGrpSpPr/>
        <p:nvPr/>
      </p:nvGrpSpPr>
      <p:grpSpPr bwMode="auto">
        <a:xfrm>
          <a:off x="0" y="0"/>
          <a:ext cx="0" cy="0"/>
          <a:chOff x="0" y="0"/>
          <a:chExt cx="0" cy="0"/>
        </a:xfrm>
      </p:grpSpPr>
      <p:sp>
        <p:nvSpPr>
          <p:cNvPr id="1962119049" name="Title 1"/>
          <p:cNvSpPr>
            <a:spLocks noGrp="1"/>
          </p:cNvSpPr>
          <p:nvPr>
            <p:ph type="title"/>
          </p:nvPr>
        </p:nvSpPr>
        <p:spPr bwMode="auto">
          <a:xfrm>
            <a:off x="588261" y="585216"/>
            <a:ext cx="8189027"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48581304" name="Text Placeholder 11"/>
          <p:cNvSpPr>
            <a:spLocks noGrp="1"/>
          </p:cNvSpPr>
          <p:nvPr>
            <p:ph type="body" sz="quarter" idx="17"/>
          </p:nvPr>
        </p:nvSpPr>
        <p:spPr bwMode="auto">
          <a:xfrm>
            <a:off x="584200" y="1594155"/>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366646397" name="Text Placeholder 3"/>
          <p:cNvSpPr>
            <a:spLocks noGrp="1"/>
          </p:cNvSpPr>
          <p:nvPr>
            <p:ph type="body" sz="quarter" idx="15"/>
          </p:nvPr>
        </p:nvSpPr>
        <p:spPr bwMode="auto">
          <a:xfrm>
            <a:off x="586390" y="2085764"/>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4764192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77201757"/>
      </p:ext>
    </p:extLst>
  </p:cSld>
  <p:clrMapOvr>
    <a:overrideClrMapping bg1="lt1" tx1="dk1" bg2="lt2" tx2="dk2" accent1="accent1" accent2="accent2" accent3="accent3" accent4="accent4" accent5="accent5" accent6="accent6" hlink="hlink" folHlink="folHlink"/>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showMasterPhAnim="0" preserve="1" userDrawn="1">
  <p:cSld name="2-column_Text">
    <p:bg>
      <p:bgRef idx="1001">
        <a:schemeClr val="bg1"/>
      </p:bgRef>
    </p:bg>
    <p:spTree>
      <p:nvGrpSpPr>
        <p:cNvPr id="1" name=""/>
        <p:cNvGrpSpPr/>
        <p:nvPr/>
      </p:nvGrpSpPr>
      <p:grpSpPr bwMode="auto">
        <a:xfrm>
          <a:off x="0" y="0"/>
          <a:ext cx="0" cy="0"/>
          <a:chOff x="0" y="0"/>
          <a:chExt cx="0" cy="0"/>
        </a:xfrm>
      </p:grpSpPr>
      <p:sp>
        <p:nvSpPr>
          <p:cNvPr id="131759903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0042553" name="Text Placeholder 3"/>
          <p:cNvSpPr>
            <a:spLocks noGrp="1"/>
          </p:cNvSpPr>
          <p:nvPr>
            <p:ph type="body" sz="quarter" idx="15"/>
          </p:nvPr>
        </p:nvSpPr>
        <p:spPr bwMode="auto">
          <a:xfrm>
            <a:off x="586390" y="1591056"/>
            <a:ext cx="5217510"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275058727" name="Text Placeholder 3"/>
          <p:cNvSpPr>
            <a:spLocks noGrp="1"/>
          </p:cNvSpPr>
          <p:nvPr>
            <p:ph type="body" sz="quarter" idx="20"/>
          </p:nvPr>
        </p:nvSpPr>
        <p:spPr bwMode="auto">
          <a:xfrm>
            <a:off x="6253664" y="1591056"/>
            <a:ext cx="5187106"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73743195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638309748"/>
      </p:ext>
    </p:extLst>
  </p:cSld>
  <p:clrMapOvr>
    <a:overrideClrMapping bg1="lt1" tx1="dk1" bg2="lt2" tx2="dk2" accent1="accent1" accent2="accent2" accent3="accent3" accent4="accent4" accent5="accent5" accent6="accent6" hlink="hlink" folHlink="folHlink"/>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PhAnim="0" preserve="1" userDrawn="1">
  <p:cSld name="2-column_Text_with Subheads">
    <p:bg>
      <p:bgRef idx="1001">
        <a:schemeClr val="bg1"/>
      </p:bgRef>
    </p:bg>
    <p:spTree>
      <p:nvGrpSpPr>
        <p:cNvPr id="1" name=""/>
        <p:cNvGrpSpPr/>
        <p:nvPr/>
      </p:nvGrpSpPr>
      <p:grpSpPr bwMode="auto">
        <a:xfrm>
          <a:off x="0" y="0"/>
          <a:ext cx="0" cy="0"/>
          <a:chOff x="0" y="0"/>
          <a:chExt cx="0" cy="0"/>
        </a:xfrm>
      </p:grpSpPr>
      <p:sp>
        <p:nvSpPr>
          <p:cNvPr id="158873521"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407707464" name="Text Placeholder 11"/>
          <p:cNvSpPr>
            <a:spLocks noGrp="1"/>
          </p:cNvSpPr>
          <p:nvPr>
            <p:ph type="body" sz="quarter" idx="16"/>
          </p:nvPr>
        </p:nvSpPr>
        <p:spPr bwMode="auto">
          <a:xfrm>
            <a:off x="58420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634632644" name="Text Placeholder 3"/>
          <p:cNvSpPr>
            <a:spLocks noGrp="1"/>
          </p:cNvSpPr>
          <p:nvPr>
            <p:ph type="body" sz="quarter" idx="15"/>
          </p:nvPr>
        </p:nvSpPr>
        <p:spPr bwMode="auto">
          <a:xfrm>
            <a:off x="586390" y="2085764"/>
            <a:ext cx="5217510"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706164176" name="Text Placeholder 11"/>
          <p:cNvSpPr>
            <a:spLocks noGrp="1"/>
          </p:cNvSpPr>
          <p:nvPr>
            <p:ph type="body" sz="quarter" idx="19"/>
          </p:nvPr>
        </p:nvSpPr>
        <p:spPr bwMode="auto">
          <a:xfrm>
            <a:off x="624422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354960608" name="Text Placeholder 3"/>
          <p:cNvSpPr>
            <a:spLocks noGrp="1"/>
          </p:cNvSpPr>
          <p:nvPr>
            <p:ph type="body" sz="quarter" idx="20"/>
          </p:nvPr>
        </p:nvSpPr>
        <p:spPr bwMode="auto">
          <a:xfrm>
            <a:off x="6253664" y="2085764"/>
            <a:ext cx="5187106"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58687285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891755034"/>
      </p:ext>
    </p:extLst>
  </p:cSld>
  <p:clrMapOvr>
    <a:overrideClrMapping bg1="lt1" tx1="dk1" bg2="lt2" tx2="dk2" accent1="accent1" accent2="accent2" accent3="accent3" accent4="accent4" accent5="accent5" accent6="accent6" hlink="hlink" folHlink="folHlink"/>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showMasterPhAnim="0" preserve="1" userDrawn="1">
  <p:cSld name="3-column_Text">
    <p:bg>
      <p:bgRef idx="1001">
        <a:schemeClr val="bg1"/>
      </p:bgRef>
    </p:bg>
    <p:spTree>
      <p:nvGrpSpPr>
        <p:cNvPr id="1" name=""/>
        <p:cNvGrpSpPr/>
        <p:nvPr/>
      </p:nvGrpSpPr>
      <p:grpSpPr bwMode="auto">
        <a:xfrm>
          <a:off x="0" y="0"/>
          <a:ext cx="0" cy="0"/>
          <a:chOff x="0" y="0"/>
          <a:chExt cx="0" cy="0"/>
        </a:xfrm>
      </p:grpSpPr>
      <p:sp>
        <p:nvSpPr>
          <p:cNvPr id="845978624"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593803347" name="Text Placeholder 3"/>
          <p:cNvSpPr>
            <a:spLocks noGrp="1"/>
          </p:cNvSpPr>
          <p:nvPr>
            <p:ph type="body" sz="quarter" idx="15"/>
          </p:nvPr>
        </p:nvSpPr>
        <p:spPr bwMode="auto">
          <a:xfrm>
            <a:off x="586390"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263681436" name="Text Placeholder 3"/>
          <p:cNvSpPr>
            <a:spLocks noGrp="1"/>
          </p:cNvSpPr>
          <p:nvPr>
            <p:ph type="body" sz="quarter" idx="16"/>
          </p:nvPr>
        </p:nvSpPr>
        <p:spPr bwMode="auto">
          <a:xfrm>
            <a:off x="4362862"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196018369" name="Text Placeholder 3"/>
          <p:cNvSpPr>
            <a:spLocks noGrp="1"/>
          </p:cNvSpPr>
          <p:nvPr>
            <p:ph type="body" sz="quarter" idx="17"/>
          </p:nvPr>
        </p:nvSpPr>
        <p:spPr bwMode="auto">
          <a:xfrm>
            <a:off x="8130190"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94186867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093509851"/>
      </p:ext>
    </p:extLst>
  </p:cSld>
  <p:clrMapOvr>
    <a:overrideClrMapping bg1="lt1" tx1="dk1" bg2="lt2" tx2="dk2" accent1="accent1" accent2="accent2" accent3="accent3" accent4="accent4" accent5="accent5" accent6="accent6" hlink="hlink" folHlink="folHlink"/>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showMasterPhAnim="0" preserve="1" userDrawn="1">
  <p:cSld name="3-column_Text_with Subheads">
    <p:bg>
      <p:bgRef idx="1001">
        <a:schemeClr val="bg1"/>
      </p:bgRef>
    </p:bg>
    <p:spTree>
      <p:nvGrpSpPr>
        <p:cNvPr id="1" name=""/>
        <p:cNvGrpSpPr/>
        <p:nvPr/>
      </p:nvGrpSpPr>
      <p:grpSpPr bwMode="auto">
        <a:xfrm>
          <a:off x="0" y="0"/>
          <a:ext cx="0" cy="0"/>
          <a:chOff x="0" y="0"/>
          <a:chExt cx="0" cy="0"/>
        </a:xfrm>
      </p:grpSpPr>
      <p:sp>
        <p:nvSpPr>
          <p:cNvPr id="1926673364"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683087084" name="Text Placeholder 11"/>
          <p:cNvSpPr>
            <a:spLocks noGrp="1"/>
          </p:cNvSpPr>
          <p:nvPr>
            <p:ph type="body" sz="quarter" idx="16"/>
          </p:nvPr>
        </p:nvSpPr>
        <p:spPr bwMode="auto">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048858585" name="Text Placeholder 3"/>
          <p:cNvSpPr>
            <a:spLocks noGrp="1"/>
          </p:cNvSpPr>
          <p:nvPr>
            <p:ph type="body" sz="quarter" idx="15"/>
          </p:nvPr>
        </p:nvSpPr>
        <p:spPr bwMode="auto">
          <a:xfrm>
            <a:off x="586390"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191497005" name="Text Placeholder 11"/>
          <p:cNvSpPr>
            <a:spLocks noGrp="1"/>
          </p:cNvSpPr>
          <p:nvPr>
            <p:ph type="body" sz="quarter" idx="22"/>
          </p:nvPr>
        </p:nvSpPr>
        <p:spPr bwMode="auto">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500765260" name="Text Placeholder 3"/>
          <p:cNvSpPr>
            <a:spLocks noGrp="1"/>
          </p:cNvSpPr>
          <p:nvPr>
            <p:ph type="body" sz="quarter" idx="23"/>
          </p:nvPr>
        </p:nvSpPr>
        <p:spPr bwMode="auto">
          <a:xfrm>
            <a:off x="4359737"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801349190" name="Text Placeholder 11"/>
          <p:cNvSpPr>
            <a:spLocks noGrp="1"/>
          </p:cNvSpPr>
          <p:nvPr>
            <p:ph type="body" sz="quarter" idx="24"/>
          </p:nvPr>
        </p:nvSpPr>
        <p:spPr bwMode="auto">
          <a:xfrm>
            <a:off x="8130894"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687846577" name="Text Placeholder 3"/>
          <p:cNvSpPr>
            <a:spLocks noGrp="1"/>
          </p:cNvSpPr>
          <p:nvPr>
            <p:ph type="body" sz="quarter" idx="25"/>
          </p:nvPr>
        </p:nvSpPr>
        <p:spPr bwMode="auto">
          <a:xfrm>
            <a:off x="8133084"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60161879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492091395"/>
      </p:ext>
    </p:extLst>
  </p:cSld>
  <p:clrMapOvr>
    <a:overrideClrMapping bg1="lt1" tx1="dk1" bg2="lt2" tx2="dk2" accent1="accent1" accent2="accent2" accent3="accent3" accent4="accent4" accent5="accent5" accent6="accent6" hlink="hlink" folHlink="folHlink"/>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PhAnim="0" preserve="1" userDrawn="1">
  <p:cSld name="3-column_Text_with Subheads-Icons">
    <p:bg>
      <p:bgRef idx="1001">
        <a:schemeClr val="bg1"/>
      </p:bgRef>
    </p:bg>
    <p:spTree>
      <p:nvGrpSpPr>
        <p:cNvPr id="1" name=""/>
        <p:cNvGrpSpPr/>
        <p:nvPr/>
      </p:nvGrpSpPr>
      <p:grpSpPr bwMode="auto">
        <a:xfrm>
          <a:off x="0" y="0"/>
          <a:ext cx="0" cy="0"/>
          <a:chOff x="0" y="0"/>
          <a:chExt cx="0" cy="0"/>
        </a:xfrm>
      </p:grpSpPr>
      <p:sp>
        <p:nvSpPr>
          <p:cNvPr id="189803508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489615936" name="Text Placeholder 11"/>
          <p:cNvSpPr>
            <a:spLocks noGrp="1"/>
          </p:cNvSpPr>
          <p:nvPr>
            <p:ph type="body" sz="quarter" idx="16"/>
          </p:nvPr>
        </p:nvSpPr>
        <p:spPr bwMode="auto">
          <a:xfrm>
            <a:off x="584200"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813508094" name="Text Placeholder 3"/>
          <p:cNvSpPr>
            <a:spLocks noGrp="1"/>
          </p:cNvSpPr>
          <p:nvPr>
            <p:ph type="body" sz="quarter" idx="15"/>
          </p:nvPr>
        </p:nvSpPr>
        <p:spPr bwMode="auto">
          <a:xfrm>
            <a:off x="586390"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569510313" name="Text Placeholder 11"/>
          <p:cNvSpPr>
            <a:spLocks noGrp="1"/>
          </p:cNvSpPr>
          <p:nvPr>
            <p:ph type="body" sz="quarter" idx="22"/>
          </p:nvPr>
        </p:nvSpPr>
        <p:spPr bwMode="auto">
          <a:xfrm>
            <a:off x="4357547"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387726089" name="Text Placeholder 3"/>
          <p:cNvSpPr>
            <a:spLocks noGrp="1"/>
          </p:cNvSpPr>
          <p:nvPr>
            <p:ph type="body" sz="quarter" idx="23"/>
          </p:nvPr>
        </p:nvSpPr>
        <p:spPr bwMode="auto">
          <a:xfrm>
            <a:off x="4359737"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582429863" name="Text Placeholder 11"/>
          <p:cNvSpPr>
            <a:spLocks noGrp="1"/>
          </p:cNvSpPr>
          <p:nvPr>
            <p:ph type="body" sz="quarter" idx="24"/>
          </p:nvPr>
        </p:nvSpPr>
        <p:spPr bwMode="auto">
          <a:xfrm>
            <a:off x="8130894"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266883571" name="Text Placeholder 3"/>
          <p:cNvSpPr>
            <a:spLocks noGrp="1"/>
          </p:cNvSpPr>
          <p:nvPr>
            <p:ph type="body" sz="quarter" idx="25"/>
          </p:nvPr>
        </p:nvSpPr>
        <p:spPr bwMode="auto">
          <a:xfrm>
            <a:off x="8133084"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48426924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571719002"/>
      </p:ext>
    </p:extLst>
  </p:cSld>
  <p:clrMapOvr>
    <a:overrideClrMapping bg1="lt1" tx1="dk1" bg2="lt2" tx2="dk2" accent1="accent1" accent2="accent2" accent3="accent3" accent4="accent4" accent5="accent5" accent6="accent6" hlink="hlink" folHlink="folHlink"/>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PhAnim="0" preserve="1" userDrawn="1">
  <p:cSld name="2_3-column_Text_with Subheads-Icons">
    <p:bg>
      <p:bgRef idx="1001">
        <a:schemeClr val="bg1"/>
      </p:bgRef>
    </p:bg>
    <p:spTree>
      <p:nvGrpSpPr>
        <p:cNvPr id="1" name=""/>
        <p:cNvGrpSpPr/>
        <p:nvPr/>
      </p:nvGrpSpPr>
      <p:grpSpPr bwMode="auto">
        <a:xfrm>
          <a:off x="0" y="0"/>
          <a:ext cx="0" cy="0"/>
          <a:chOff x="0" y="0"/>
          <a:chExt cx="0" cy="0"/>
        </a:xfrm>
      </p:grpSpPr>
      <p:cxnSp>
        <p:nvCxnSpPr>
          <p:cNvPr id="317462399"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01270276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301706478"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751224634"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833707255"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868646916"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022887044"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54243697"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21497479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483186410"/>
      </p:ext>
    </p:extLst>
  </p:cSld>
  <p:clrMapOvr>
    <a:overrideClrMapping bg1="lt1" tx1="dk1" bg2="lt2" tx2="dk2" accent1="accent1" accent2="accent2" accent3="accent3" accent4="accent4" accent5="accent5" accent6="accent6" hlink="hlink" folHlink="folHlink"/>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PhAnim="0" preserve="1" userDrawn="1">
  <p:cSld name="4_3-column_Text_with Subheads-Icons">
    <p:bg>
      <p:bgRef idx="1001">
        <a:schemeClr val="bg1"/>
      </p:bgRef>
    </p:bg>
    <p:spTree>
      <p:nvGrpSpPr>
        <p:cNvPr id="1" name=""/>
        <p:cNvGrpSpPr/>
        <p:nvPr/>
      </p:nvGrpSpPr>
      <p:grpSpPr bwMode="auto">
        <a:xfrm>
          <a:off x="0" y="0"/>
          <a:ext cx="0" cy="0"/>
          <a:chOff x="0" y="0"/>
          <a:chExt cx="0" cy="0"/>
        </a:xfrm>
      </p:grpSpPr>
      <p:cxnSp>
        <p:nvCxnSpPr>
          <p:cNvPr id="1999289366"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13060347"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991237993"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2120884275"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136670597"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758631711"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964680283"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341979217"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90951424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968584352"/>
      </p:ext>
    </p:extLst>
  </p:cSld>
  <p:clrMapOvr>
    <a:overrideClrMapping bg1="lt1" tx1="dk1" bg2="lt2" tx2="dk2" accent1="accent1" accent2="accent2" accent3="accent3" accent4="accent4" accent5="accent5" accent6="accent6" hlink="hlink" folHlink="folHlink"/>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showMasterPhAnim="0" preserve="1" userDrawn="1">
  <p:cSld name="3_3-column_Text_with Subheads-Icons">
    <p:bg>
      <p:bgRef idx="1001">
        <a:schemeClr val="bg1"/>
      </p:bgRef>
    </p:bg>
    <p:spTree>
      <p:nvGrpSpPr>
        <p:cNvPr id="1" name=""/>
        <p:cNvGrpSpPr/>
        <p:nvPr/>
      </p:nvGrpSpPr>
      <p:grpSpPr bwMode="auto">
        <a:xfrm>
          <a:off x="0" y="0"/>
          <a:ext cx="0" cy="0"/>
          <a:chOff x="0" y="0"/>
          <a:chExt cx="0" cy="0"/>
        </a:xfrm>
      </p:grpSpPr>
      <p:cxnSp>
        <p:nvCxnSpPr>
          <p:cNvPr id="1231448089"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171255998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664583000"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970786950"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008980223"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68659485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2091431919"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98018771"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658372741"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670235670"/>
      </p:ext>
    </p:extLst>
  </p:cSld>
  <p:clrMapOvr>
    <a:overrideClrMapping bg1="lt1" tx1="dk1" bg2="lt2" tx2="dk2" accent1="accent1" accent2="accent2" accent3="accent3" accent4="accent4" accent5="accent5" accent6="accent6" hlink="hlink" folHlink="folHlink"/>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and title">
    <p:spTree>
      <p:nvGrpSpPr>
        <p:cNvPr id="1" name=""/>
        <p:cNvGrpSpPr/>
        <p:nvPr/>
      </p:nvGrpSpPr>
      <p:grpSpPr bwMode="auto">
        <a:xfrm>
          <a:off x="0" y="0"/>
          <a:ext cx="0" cy="0"/>
          <a:chOff x="0" y="0"/>
          <a:chExt cx="0" cy="0"/>
        </a:xfrm>
      </p:grpSpPr>
      <p:sp>
        <p:nvSpPr>
          <p:cNvPr id="1243407409" name="Text Placeholder 3"/>
          <p:cNvSpPr>
            <a:spLocks noGrp="1"/>
          </p:cNvSpPr>
          <p:nvPr>
            <p:ph type="body" sz="quarter" idx="15"/>
          </p:nvPr>
        </p:nvSpPr>
        <p:spPr bwMode="auto">
          <a:xfrm>
            <a:off x="586390" y="4978880"/>
            <a:ext cx="5217510"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911373645" name="Text Placeholder 3"/>
          <p:cNvSpPr>
            <a:spLocks noGrp="1"/>
          </p:cNvSpPr>
          <p:nvPr>
            <p:ph type="body" sz="quarter" idx="20"/>
          </p:nvPr>
        </p:nvSpPr>
        <p:spPr bwMode="auto">
          <a:xfrm>
            <a:off x="6253664" y="4978880"/>
            <a:ext cx="5187106"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21845738" name="Picture Placeholder" descr="This photo is a 'placeholder' only. Drag or drop your photo here, or click and tap the center to insert a photo."/>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210076401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0886211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023523808"/>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p:spTree>
      <p:nvGrpSpPr>
        <p:cNvPr id="1" name=""/>
        <p:cNvGrpSpPr/>
        <p:nvPr/>
      </p:nvGrpSpPr>
      <p:grpSpPr bwMode="auto">
        <a:xfrm>
          <a:off x="0" y="0"/>
          <a:ext cx="0" cy="0"/>
          <a:chOff x="0" y="0"/>
          <a:chExt cx="0" cy="0"/>
        </a:xfrm>
      </p:grpSpPr>
      <p:sp>
        <p:nvSpPr>
          <p:cNvPr id="1441696723" name="Text Placeholder 3"/>
          <p:cNvSpPr>
            <a:spLocks noGrp="1"/>
          </p:cNvSpPr>
          <p:nvPr>
            <p:ph type="body" sz="quarter" idx="15"/>
          </p:nvPr>
        </p:nvSpPr>
        <p:spPr bwMode="auto">
          <a:xfrm>
            <a:off x="586390" y="4978880"/>
            <a:ext cx="5217510"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762953634" name="Text Placeholder 3"/>
          <p:cNvSpPr>
            <a:spLocks noGrp="1"/>
          </p:cNvSpPr>
          <p:nvPr>
            <p:ph type="body" sz="quarter" idx="20"/>
          </p:nvPr>
        </p:nvSpPr>
        <p:spPr bwMode="auto">
          <a:xfrm>
            <a:off x="6253664" y="4978880"/>
            <a:ext cx="5187106"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492771416" name="Picture Placeholder" descr="This photo is a 'placeholder' only. Drag or drop your photo here, or click and tap the center to insert a photo."/>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90619236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561055010"/>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subheads, and title">
    <p:spTree>
      <p:nvGrpSpPr>
        <p:cNvPr id="1" name=""/>
        <p:cNvGrpSpPr/>
        <p:nvPr/>
      </p:nvGrpSpPr>
      <p:grpSpPr bwMode="auto">
        <a:xfrm>
          <a:off x="0" y="0"/>
          <a:ext cx="0" cy="0"/>
          <a:chOff x="0" y="0"/>
          <a:chExt cx="0" cy="0"/>
        </a:xfrm>
      </p:grpSpPr>
      <p:sp>
        <p:nvSpPr>
          <p:cNvPr id="1247036718" name="Text Placeholder 11"/>
          <p:cNvSpPr>
            <a:spLocks noGrp="1"/>
          </p:cNvSpPr>
          <p:nvPr>
            <p:ph type="body" sz="quarter" idx="16"/>
          </p:nvPr>
        </p:nvSpPr>
        <p:spPr bwMode="auto">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05350226" name="Text Placeholder 3"/>
          <p:cNvSpPr>
            <a:spLocks noGrp="1"/>
          </p:cNvSpPr>
          <p:nvPr>
            <p:ph type="body" sz="quarter" idx="15"/>
          </p:nvPr>
        </p:nvSpPr>
        <p:spPr bwMode="auto">
          <a:xfrm>
            <a:off x="586390" y="5357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825780927" name="Text Placeholder 11"/>
          <p:cNvSpPr>
            <a:spLocks noGrp="1"/>
          </p:cNvSpPr>
          <p:nvPr>
            <p:ph type="body" sz="quarter" idx="22"/>
          </p:nvPr>
        </p:nvSpPr>
        <p:spPr bwMode="auto">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599655070" name="Text Placeholder 3"/>
          <p:cNvSpPr>
            <a:spLocks noGrp="1"/>
          </p:cNvSpPr>
          <p:nvPr>
            <p:ph type="body" sz="quarter" idx="33"/>
          </p:nvPr>
        </p:nvSpPr>
        <p:spPr bwMode="auto">
          <a:xfrm>
            <a:off x="6252435" y="5357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82644364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463330371" name="Picture Placeholder" descr="This photo is a 'placeholder' only. Drag or drop your photo here, or click and tap the center to insert a photo."/>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27470086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157207540"/>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and subheads">
    <p:spTree>
      <p:nvGrpSpPr>
        <p:cNvPr id="1" name=""/>
        <p:cNvGrpSpPr/>
        <p:nvPr/>
      </p:nvGrpSpPr>
      <p:grpSpPr bwMode="auto">
        <a:xfrm>
          <a:off x="0" y="0"/>
          <a:ext cx="0" cy="0"/>
          <a:chOff x="0" y="0"/>
          <a:chExt cx="0" cy="0"/>
        </a:xfrm>
      </p:grpSpPr>
      <p:sp>
        <p:nvSpPr>
          <p:cNvPr id="1730606106" name="Rectangle 10"/>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400">
              <a:gradFill>
                <a:gsLst>
                  <a:gs pos="0">
                    <a:srgbClr val="FFFFFF"/>
                  </a:gs>
                  <a:gs pos="100000">
                    <a:srgbClr val="FFFFFF"/>
                  </a:gs>
                </a:gsLst>
                <a:lin ang="5400000" scaled="0"/>
              </a:gradFill>
              <a:ea typeface="Segoe UI"/>
              <a:cs typeface="Segoe UI"/>
            </a:endParaRPr>
          </a:p>
        </p:txBody>
      </p:sp>
      <p:sp>
        <p:nvSpPr>
          <p:cNvPr id="2124248746" name="Text Placeholder 11"/>
          <p:cNvSpPr>
            <a:spLocks noGrp="1"/>
          </p:cNvSpPr>
          <p:nvPr>
            <p:ph type="body" sz="quarter" idx="16"/>
          </p:nvPr>
        </p:nvSpPr>
        <p:spPr bwMode="auto">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100532289" name="Text Placeholder 3"/>
          <p:cNvSpPr>
            <a:spLocks noGrp="1"/>
          </p:cNvSpPr>
          <p:nvPr>
            <p:ph type="body" sz="quarter" idx="15"/>
          </p:nvPr>
        </p:nvSpPr>
        <p:spPr bwMode="auto">
          <a:xfrm>
            <a:off x="586390" y="5357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228086640" name="Text Placeholder 11"/>
          <p:cNvSpPr>
            <a:spLocks noGrp="1"/>
          </p:cNvSpPr>
          <p:nvPr>
            <p:ph type="body" sz="quarter" idx="22"/>
          </p:nvPr>
        </p:nvSpPr>
        <p:spPr bwMode="auto">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746373382" name="Text Placeholder 3"/>
          <p:cNvSpPr>
            <a:spLocks noGrp="1"/>
          </p:cNvSpPr>
          <p:nvPr>
            <p:ph type="body" sz="quarter" idx="33"/>
          </p:nvPr>
        </p:nvSpPr>
        <p:spPr bwMode="auto">
          <a:xfrm>
            <a:off x="6252435" y="5357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482775318" name="Picture Placeholder" descr="This photo is a 'placeholder' only. Drag or drop your photo here, or click and tap the center to insert a photo."/>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04325646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752933004"/>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showMasterPhAnim="0" userDrawn="1">
  <p:cSld name="1-column_Callout_with Image">
    <p:bg>
      <p:bgRef idx="1001">
        <a:schemeClr val="bg1"/>
      </p:bgRef>
    </p:bg>
    <p:spTree>
      <p:nvGrpSpPr>
        <p:cNvPr id="1" name=""/>
        <p:cNvGrpSpPr/>
        <p:nvPr/>
      </p:nvGrpSpPr>
      <p:grpSpPr bwMode="auto">
        <a:xfrm>
          <a:off x="0" y="0"/>
          <a:ext cx="0" cy="0"/>
          <a:chOff x="0" y="0"/>
          <a:chExt cx="0" cy="0"/>
        </a:xfrm>
      </p:grpSpPr>
      <p:sp>
        <p:nvSpPr>
          <p:cNvPr id="216587853" name="Footer Placeholder 10"/>
          <p:cNvSpPr>
            <a:spLocks noGrp="1"/>
          </p:cNvSpPr>
          <p:nvPr>
            <p:ph type="ftr" sz="quarter" idx="3"/>
          </p:nvPr>
        </p:nvSpPr>
        <p:spPr bwMode="auto">
          <a:xfrm>
            <a:off x="40640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48872077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652786308" name="Picture Placeholder" descr="This photo is a 'placeholder' only. Drag or drop your photo here, or click and tap the center to insert a photo."/>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935484842" name="Text Placeholder 11"/>
          <p:cNvSpPr>
            <a:spLocks noGrp="1"/>
          </p:cNvSpPr>
          <p:nvPr>
            <p:ph type="body" sz="quarter" idx="16"/>
          </p:nvPr>
        </p:nvSpPr>
        <p:spPr bwMode="auto">
          <a:xfrm>
            <a:off x="584200" y="1594155"/>
            <a:ext cx="3174143"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146688477" name="Text Placeholder 3"/>
          <p:cNvSpPr>
            <a:spLocks noGrp="1"/>
          </p:cNvSpPr>
          <p:nvPr>
            <p:ph type="body" sz="quarter" idx="15"/>
          </p:nvPr>
        </p:nvSpPr>
        <p:spPr bwMode="auto">
          <a:xfrm>
            <a:off x="586388" y="2085764"/>
            <a:ext cx="3172810"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65176" indent="-128016">
              <a:spcAft>
                <a:spcPts val="0"/>
              </a:spcAft>
              <a:buFont typeface="Arial"/>
              <a:buChar char="•"/>
              <a:defRPr>
                <a:solidFill>
                  <a:schemeClr val="tx1"/>
                </a:solidFill>
              </a:defRPr>
            </a:lvl2pPr>
            <a:lvl3pPr marL="384048" indent="-118872">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Tree>
    <p:extLst>
      <p:ext uri="{BB962C8B-B14F-4D97-AF65-F5344CB8AC3E}">
        <p14:creationId xmlns:p14="http://schemas.microsoft.com/office/powerpoint/2010/main" val="5176572"/>
      </p:ext>
    </p:extLst>
  </p:cSld>
  <p:clrMapOvr>
    <a:overrideClrMapping bg1="lt1" tx1="dk1" bg2="lt2" tx2="dk2" accent1="accent1" accent2="accent2" accent3="accent3" accent4="accent4" accent5="accent5" accent6="accent6" hlink="hlink" folHlink="folHlink"/>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showMasterPhAnim="0" preserve="1" userDrawn="1">
  <p:cSld name="1-column_Text_with Image">
    <p:bg>
      <p:bgRef idx="1001">
        <a:schemeClr val="bg1"/>
      </p:bgRef>
    </p:bg>
    <p:spTree>
      <p:nvGrpSpPr>
        <p:cNvPr id="1" name=""/>
        <p:cNvGrpSpPr/>
        <p:nvPr/>
      </p:nvGrpSpPr>
      <p:grpSpPr bwMode="auto">
        <a:xfrm>
          <a:off x="0" y="0"/>
          <a:ext cx="0" cy="0"/>
          <a:chOff x="0" y="0"/>
          <a:chExt cx="0" cy="0"/>
        </a:xfrm>
      </p:grpSpPr>
      <p:sp>
        <p:nvSpPr>
          <p:cNvPr id="2102369062" name="Title 1"/>
          <p:cNvSpPr>
            <a:spLocks noGrp="1"/>
          </p:cNvSpPr>
          <p:nvPr>
            <p:ph type="title"/>
          </p:nvPr>
        </p:nvSpPr>
        <p:spPr bwMode="auto">
          <a:xfrm>
            <a:off x="588261" y="585216"/>
            <a:ext cx="4710689"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844043595" name="Text Placeholder 11"/>
          <p:cNvSpPr>
            <a:spLocks noGrp="1"/>
          </p:cNvSpPr>
          <p:nvPr>
            <p:ph type="body" sz="quarter" idx="16"/>
          </p:nvPr>
        </p:nvSpPr>
        <p:spPr bwMode="auto">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268861649" name="Text Placeholder 3"/>
          <p:cNvSpPr>
            <a:spLocks noGrp="1"/>
          </p:cNvSpPr>
          <p:nvPr>
            <p:ph type="body" sz="quarter" idx="15"/>
          </p:nvPr>
        </p:nvSpPr>
        <p:spPr bwMode="auto">
          <a:xfrm>
            <a:off x="586388" y="2085764"/>
            <a:ext cx="4712685"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65176" indent="-128016">
              <a:spcAft>
                <a:spcPts val="0"/>
              </a:spcAft>
              <a:buFont typeface="Arial"/>
              <a:buChar char="•"/>
              <a:defRPr>
                <a:solidFill>
                  <a:schemeClr val="tx1"/>
                </a:solidFill>
              </a:defRPr>
            </a:lvl2pPr>
            <a:lvl3pPr marL="384048" indent="-118872">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753448684" name="Picture Placeholder" descr="This photo is a 'placeholder' only. Drag or drop your photo here, or click and tap the center to insert a photo."/>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a:defRPr>
            </a:lvl1pPr>
          </a:lstStyle>
          <a:p>
            <a:pPr>
              <a:defRPr/>
            </a:pPr>
            <a:r>
              <a:rPr lang="en-US"/>
              <a:t>Drag &amp; drop your photo here </a:t>
            </a:r>
            <a:br>
              <a:rPr lang="en-US"/>
            </a:br>
            <a:r>
              <a:rPr lang="en-US"/>
              <a:t>or click or tap icon below </a:t>
            </a:r>
            <a:br>
              <a:rPr lang="en-US"/>
            </a:br>
            <a:r>
              <a:rPr lang="en-US"/>
              <a:t>to insert</a:t>
            </a:r>
            <a:endParaRPr/>
          </a:p>
          <a:p>
            <a:pPr>
              <a:defRPr/>
            </a:pPr>
            <a:endParaRPr lang="en-US"/>
          </a:p>
          <a:p>
            <a:pPr>
              <a:defRPr/>
            </a:pPr>
            <a:endParaRPr lang="en-US"/>
          </a:p>
        </p:txBody>
      </p:sp>
      <p:sp>
        <p:nvSpPr>
          <p:cNvPr id="159621590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044005667"/>
      </p:ext>
    </p:extLst>
  </p:cSld>
  <p:clrMapOvr>
    <a:overrideClrMapping bg1="lt1" tx1="dk1" bg2="lt2" tx2="dk2" accent1="accent1" accent2="accent2" accent3="accent3" accent4="accent4" accent5="accent5" accent6="accent6" hlink="hlink" folHlink="folHlink"/>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showMasterPhAnim="0" preserve="1" userDrawn="1">
  <p:cSld name="2-column_Text_with Image">
    <p:bg>
      <p:bgRef idx="1001">
        <a:schemeClr val="bg1"/>
      </p:bgRef>
    </p:bg>
    <p:spTree>
      <p:nvGrpSpPr>
        <p:cNvPr id="1" name=""/>
        <p:cNvGrpSpPr/>
        <p:nvPr/>
      </p:nvGrpSpPr>
      <p:grpSpPr bwMode="auto">
        <a:xfrm>
          <a:off x="0" y="0"/>
          <a:ext cx="0" cy="0"/>
          <a:chOff x="0" y="0"/>
          <a:chExt cx="0" cy="0"/>
        </a:xfrm>
      </p:grpSpPr>
      <p:sp>
        <p:nvSpPr>
          <p:cNvPr id="1981341402" name="Title 1"/>
          <p:cNvSpPr>
            <a:spLocks noGrp="1"/>
          </p:cNvSpPr>
          <p:nvPr>
            <p:ph type="title"/>
          </p:nvPr>
        </p:nvSpPr>
        <p:spPr bwMode="auto">
          <a:xfrm>
            <a:off x="588262" y="585216"/>
            <a:ext cx="7248356" cy="307777"/>
          </a:xfrm>
        </p:spPr>
        <p:txBody>
          <a:bodyPr/>
          <a:lstStyle>
            <a:lvl1pPr>
              <a:defRPr sz="2000" b="0" i="0">
                <a:solidFill>
                  <a:srgbClr val="001F2D"/>
                </a:solidFill>
                <a:latin typeface="+mj-lt"/>
                <a:cs typeface="Segoe UI Semibold"/>
              </a:defRPr>
            </a:lvl1pPr>
          </a:lstStyle>
          <a:p>
            <a:pPr>
              <a:defRPr/>
            </a:pPr>
            <a:r>
              <a:rPr lang="en-US"/>
              <a:t>Click to edit Master title style</a:t>
            </a:r>
            <a:endParaRPr/>
          </a:p>
        </p:txBody>
      </p:sp>
      <p:sp>
        <p:nvSpPr>
          <p:cNvPr id="190427898" name="Text Placeholder 11"/>
          <p:cNvSpPr>
            <a:spLocks noGrp="1"/>
          </p:cNvSpPr>
          <p:nvPr>
            <p:ph type="body" sz="quarter" idx="16"/>
          </p:nvPr>
        </p:nvSpPr>
        <p:spPr bwMode="auto">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120045993" name="Text Placeholder 3"/>
          <p:cNvSpPr>
            <a:spLocks noGrp="1"/>
          </p:cNvSpPr>
          <p:nvPr>
            <p:ph type="body" sz="quarter" idx="15"/>
          </p:nvPr>
        </p:nvSpPr>
        <p:spPr bwMode="auto">
          <a:xfrm>
            <a:off x="586390" y="2085764"/>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402674284" name="Text Placeholder 11"/>
          <p:cNvSpPr>
            <a:spLocks noGrp="1"/>
          </p:cNvSpPr>
          <p:nvPr>
            <p:ph type="body" sz="quarter" idx="22"/>
          </p:nvPr>
        </p:nvSpPr>
        <p:spPr bwMode="auto">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003137910" name="Text Placeholder 3"/>
          <p:cNvSpPr>
            <a:spLocks noGrp="1"/>
          </p:cNvSpPr>
          <p:nvPr>
            <p:ph type="body" sz="quarter" idx="23"/>
          </p:nvPr>
        </p:nvSpPr>
        <p:spPr bwMode="auto">
          <a:xfrm>
            <a:off x="4359737" y="2085764"/>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001222310" name="Picture Placeholder" descr="This photo is a 'placeholder' only. Drag or drop your photo here, or click and tap the center to insert a photo."/>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a:defRPr>
            </a:lvl1pPr>
          </a:lstStyle>
          <a:p>
            <a:pPr>
              <a:defRPr/>
            </a:pPr>
            <a:r>
              <a:rPr lang="en-US"/>
              <a:t>Drag &amp; drop your photo here </a:t>
            </a:r>
            <a:br>
              <a:rPr lang="en-US"/>
            </a:br>
            <a:r>
              <a:rPr lang="en-US"/>
              <a:t>or click or tap icon below </a:t>
            </a:r>
            <a:br>
              <a:rPr lang="en-US"/>
            </a:br>
            <a:r>
              <a:rPr lang="en-US"/>
              <a:t>to insert</a:t>
            </a:r>
            <a:endParaRPr/>
          </a:p>
          <a:p>
            <a:pPr>
              <a:defRPr/>
            </a:pPr>
            <a:endParaRPr lang="en-US"/>
          </a:p>
          <a:p>
            <a:pPr>
              <a:defRPr/>
            </a:pPr>
            <a:endParaRPr lang="en-US"/>
          </a:p>
        </p:txBody>
      </p:sp>
      <p:sp>
        <p:nvSpPr>
          <p:cNvPr id="200737990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02663400"/>
      </p:ext>
    </p:extLst>
  </p:cSld>
  <p:clrMapOvr>
    <a:overrideClrMapping bg1="lt1" tx1="dk1" bg2="lt2" tx2="dk2" accent1="accent1" accent2="accent2" accent3="accent3" accent4="accent4" accent5="accent5" accent6="accent6" hlink="hlink" folHlink="folHlink"/>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showMasterPhAnim="0" userDrawn="1">
  <p:cSld name="1_Two photos_with Captions">
    <p:bg>
      <p:bgRef idx="1001">
        <a:schemeClr val="bg1"/>
      </p:bgRef>
    </p:bg>
    <p:spTree>
      <p:nvGrpSpPr>
        <p:cNvPr id="1" name=""/>
        <p:cNvGrpSpPr/>
        <p:nvPr/>
      </p:nvGrpSpPr>
      <p:grpSpPr bwMode="auto">
        <a:xfrm>
          <a:off x="0" y="0"/>
          <a:ext cx="0" cy="0"/>
          <a:chOff x="0" y="0"/>
          <a:chExt cx="0" cy="0"/>
        </a:xfrm>
      </p:grpSpPr>
      <p:sp>
        <p:nvSpPr>
          <p:cNvPr id="1842428601"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057047024" name="Picture Placeholder" descr="This photo is a 'placeholder' only. Drag or drop your photo here, or click and tap the center to insert a photo."/>
          <p:cNvSpPr>
            <a:spLocks noGrp="1"/>
          </p:cNvSpPr>
          <p:nvPr>
            <p:ph type="pic" sz="quarter" idx="19" hasCustomPrompt="1"/>
          </p:nvPr>
        </p:nvSpPr>
        <p:spPr bwMode="ltGray">
          <a:xfrm>
            <a:off x="584200" y="1591310"/>
            <a:ext cx="5365752"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671534840" name="Text Placeholder 11"/>
          <p:cNvSpPr>
            <a:spLocks noGrp="1"/>
          </p:cNvSpPr>
          <p:nvPr>
            <p:ph type="body" sz="quarter" idx="16"/>
          </p:nvPr>
        </p:nvSpPr>
        <p:spPr bwMode="auto">
          <a:xfrm>
            <a:off x="584199" y="4575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647041974" name="Text Placeholder 3"/>
          <p:cNvSpPr>
            <a:spLocks noGrp="1"/>
          </p:cNvSpPr>
          <p:nvPr>
            <p:ph type="body" sz="quarter" idx="15"/>
          </p:nvPr>
        </p:nvSpPr>
        <p:spPr bwMode="auto">
          <a:xfrm>
            <a:off x="586390" y="4976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927362675" name="Picture Placeholder" descr="This photo is a 'placeholder' only. Drag or drop your photo here, or click and tap the center to insert a photo."/>
          <p:cNvSpPr>
            <a:spLocks noGrp="1"/>
          </p:cNvSpPr>
          <p:nvPr>
            <p:ph type="pic" sz="quarter" idx="20" hasCustomPrompt="1"/>
          </p:nvPr>
        </p:nvSpPr>
        <p:spPr bwMode="ltGray">
          <a:xfrm>
            <a:off x="6242049" y="1591310"/>
            <a:ext cx="5357813"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2012953267" name="Text Placeholder 11"/>
          <p:cNvSpPr>
            <a:spLocks noGrp="1"/>
          </p:cNvSpPr>
          <p:nvPr>
            <p:ph type="body" sz="quarter" idx="22"/>
          </p:nvPr>
        </p:nvSpPr>
        <p:spPr bwMode="auto">
          <a:xfrm>
            <a:off x="6243372" y="4575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532161320" name="Text Placeholder 3"/>
          <p:cNvSpPr>
            <a:spLocks noGrp="1"/>
          </p:cNvSpPr>
          <p:nvPr>
            <p:ph type="body" sz="quarter" idx="33"/>
          </p:nvPr>
        </p:nvSpPr>
        <p:spPr bwMode="auto">
          <a:xfrm>
            <a:off x="6252435" y="4976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92705455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589778728"/>
      </p:ext>
    </p:extLst>
  </p:cSld>
  <p:clrMapOvr>
    <a:overrideClrMapping bg1="lt1" tx1="dk1" bg2="lt2" tx2="dk2" accent1="accent1" accent2="accent2" accent3="accent3" accent4="accent4" accent5="accent5" accent6="accent6" hlink="hlink" folHlink="folHlink"/>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showMasterPhAnim="0" userDrawn="1">
  <p:cSld name="1_Three photos_with Captions">
    <p:bg>
      <p:bgRef idx="1001">
        <a:schemeClr val="bg1"/>
      </p:bgRef>
    </p:bg>
    <p:spTree>
      <p:nvGrpSpPr>
        <p:cNvPr id="1" name=""/>
        <p:cNvGrpSpPr/>
        <p:nvPr/>
      </p:nvGrpSpPr>
      <p:grpSpPr bwMode="auto">
        <a:xfrm>
          <a:off x="0" y="0"/>
          <a:ext cx="0" cy="0"/>
          <a:chOff x="0" y="0"/>
          <a:chExt cx="0" cy="0"/>
        </a:xfrm>
      </p:grpSpPr>
      <p:sp>
        <p:nvSpPr>
          <p:cNvPr id="89512869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820167874" name="Picture Placeholder" descr="This photo is a 'placeholder' only. Drag or drop your photo here, or click and tap the center to insert a photo."/>
          <p:cNvSpPr>
            <a:spLocks noGrp="1"/>
          </p:cNvSpPr>
          <p:nvPr>
            <p:ph type="pic" sz="quarter" idx="19" hasCustomPrompt="1"/>
          </p:nvPr>
        </p:nvSpPr>
        <p:spPr bwMode="ltGray">
          <a:xfrm>
            <a:off x="58420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395734761" name="Text Placeholder 11"/>
          <p:cNvSpPr>
            <a:spLocks noGrp="1"/>
          </p:cNvSpPr>
          <p:nvPr>
            <p:ph type="body" sz="quarter" idx="16"/>
          </p:nvPr>
        </p:nvSpPr>
        <p:spPr bwMode="auto">
          <a:xfrm>
            <a:off x="584200" y="4575104"/>
            <a:ext cx="3479070"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660392618" name="Text Placeholder 3"/>
          <p:cNvSpPr>
            <a:spLocks noGrp="1"/>
          </p:cNvSpPr>
          <p:nvPr>
            <p:ph type="body" sz="quarter" idx="15"/>
          </p:nvPr>
        </p:nvSpPr>
        <p:spPr bwMode="auto">
          <a:xfrm>
            <a:off x="586390" y="4976443"/>
            <a:ext cx="347761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140782743" name="Picture Placeholder" descr="This photo is a 'placeholder' only. Drag or drop your photo here, or click and tap the center to insert a photo."/>
          <p:cNvSpPr>
            <a:spLocks noGrp="1"/>
          </p:cNvSpPr>
          <p:nvPr>
            <p:ph type="pic" sz="quarter" idx="20" hasCustomPrompt="1"/>
          </p:nvPr>
        </p:nvSpPr>
        <p:spPr bwMode="ltGray">
          <a:xfrm>
            <a:off x="435356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875367416" name="Text Placeholder 11"/>
          <p:cNvSpPr>
            <a:spLocks noGrp="1"/>
          </p:cNvSpPr>
          <p:nvPr>
            <p:ph type="body" sz="quarter" idx="22"/>
          </p:nvPr>
        </p:nvSpPr>
        <p:spPr bwMode="auto">
          <a:xfrm>
            <a:off x="4374792" y="4575104"/>
            <a:ext cx="3476891"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820957788" name="Text Placeholder 3"/>
          <p:cNvSpPr>
            <a:spLocks noGrp="1"/>
          </p:cNvSpPr>
          <p:nvPr>
            <p:ph type="body" sz="quarter" idx="33"/>
          </p:nvPr>
        </p:nvSpPr>
        <p:spPr bwMode="auto">
          <a:xfrm>
            <a:off x="4383855" y="4976442"/>
            <a:ext cx="347761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87975440" name="Picture Placeholder" descr="This photo is a 'placeholder' only. Drag or drop your photo here, or click and tap the center to insert a photo."/>
          <p:cNvSpPr>
            <a:spLocks noGrp="1"/>
          </p:cNvSpPr>
          <p:nvPr>
            <p:ph type="pic" sz="quarter" idx="21" hasCustomPrompt="1"/>
          </p:nvPr>
        </p:nvSpPr>
        <p:spPr bwMode="ltGray">
          <a:xfrm>
            <a:off x="8128000" y="1591309"/>
            <a:ext cx="3486092" cy="2684159"/>
          </a:xfrm>
          <a:prstGeom prst="rect">
            <a:avLst/>
          </a:prstGeom>
          <a:solidFill>
            <a:srgbClr val="F4F4F7"/>
          </a:solidFill>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2091110749" name="Text Placeholder 11"/>
          <p:cNvSpPr>
            <a:spLocks noGrp="1"/>
          </p:cNvSpPr>
          <p:nvPr>
            <p:ph type="body" sz="quarter" idx="24"/>
          </p:nvPr>
        </p:nvSpPr>
        <p:spPr bwMode="auto">
          <a:xfrm>
            <a:off x="8133626" y="4571913"/>
            <a:ext cx="3485370" cy="187857"/>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241571091" name="Text Placeholder 3"/>
          <p:cNvSpPr>
            <a:spLocks noGrp="1"/>
          </p:cNvSpPr>
          <p:nvPr>
            <p:ph type="body" sz="quarter" idx="34"/>
          </p:nvPr>
        </p:nvSpPr>
        <p:spPr bwMode="auto">
          <a:xfrm>
            <a:off x="8128000" y="4973784"/>
            <a:ext cx="3486092" cy="156547"/>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94838398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964798784"/>
      </p:ext>
    </p:extLst>
  </p:cSld>
  <p:clrMapOvr>
    <a:overrideClrMapping bg1="lt1" tx1="dk1" bg2="lt2" tx2="dk2" accent1="accent1" accent2="accent2" accent3="accent3" accent4="accent4" accent5="accent5" accent6="accent6" hlink="hlink" folHlink="folHlink"/>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showMasterPhAnim="0" userDrawn="1">
  <p:cSld name="1_Four photos_with Captions">
    <p:bg>
      <p:bgRef idx="1001">
        <a:schemeClr val="bg1"/>
      </p:bgRef>
    </p:bg>
    <p:spTree>
      <p:nvGrpSpPr>
        <p:cNvPr id="1" name=""/>
        <p:cNvGrpSpPr/>
        <p:nvPr/>
      </p:nvGrpSpPr>
      <p:grpSpPr bwMode="auto">
        <a:xfrm>
          <a:off x="0" y="0"/>
          <a:ext cx="0" cy="0"/>
          <a:chOff x="0" y="0"/>
          <a:chExt cx="0" cy="0"/>
        </a:xfrm>
      </p:grpSpPr>
      <p:sp>
        <p:nvSpPr>
          <p:cNvPr id="52750581"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114675470" name="Picture Placeholder" descr="This photo is a 'placeholder' only. Drag or drop your photo here, or click and tap the center to insert a photo."/>
          <p:cNvSpPr>
            <a:spLocks noGrp="1"/>
          </p:cNvSpPr>
          <p:nvPr>
            <p:ph type="pic" sz="quarter" idx="19"/>
          </p:nvPr>
        </p:nvSpPr>
        <p:spPr bwMode="ltGray">
          <a:xfrm>
            <a:off x="5842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483358303" name="Text Placeholder 11"/>
          <p:cNvSpPr>
            <a:spLocks noGrp="1"/>
          </p:cNvSpPr>
          <p:nvPr>
            <p:ph type="body" sz="quarter" idx="16"/>
          </p:nvPr>
        </p:nvSpPr>
        <p:spPr bwMode="auto">
          <a:xfrm>
            <a:off x="584200" y="4575104"/>
            <a:ext cx="2535699"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277760465" name="Text Placeholder 3"/>
          <p:cNvSpPr>
            <a:spLocks noGrp="1"/>
          </p:cNvSpPr>
          <p:nvPr>
            <p:ph type="body" sz="quarter" idx="15"/>
          </p:nvPr>
        </p:nvSpPr>
        <p:spPr bwMode="auto">
          <a:xfrm>
            <a:off x="586390"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265487274" name="Picture Placeholder" descr="This photo is a 'placeholder' only. Drag or drop your photo here, or click and tap the center to insert a photo."/>
          <p:cNvSpPr>
            <a:spLocks noGrp="1"/>
          </p:cNvSpPr>
          <p:nvPr>
            <p:ph type="pic" sz="quarter" idx="29"/>
          </p:nvPr>
        </p:nvSpPr>
        <p:spPr bwMode="ltGray">
          <a:xfrm>
            <a:off x="34290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655820833" name="Text Placeholder 11"/>
          <p:cNvSpPr>
            <a:spLocks noGrp="1"/>
          </p:cNvSpPr>
          <p:nvPr>
            <p:ph type="body" sz="quarter" idx="22"/>
          </p:nvPr>
        </p:nvSpPr>
        <p:spPr bwMode="auto">
          <a:xfrm>
            <a:off x="3413125"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632067843" name="Text Placeholder 3"/>
          <p:cNvSpPr>
            <a:spLocks noGrp="1"/>
          </p:cNvSpPr>
          <p:nvPr>
            <p:ph type="body" sz="quarter" idx="33"/>
          </p:nvPr>
        </p:nvSpPr>
        <p:spPr bwMode="auto">
          <a:xfrm>
            <a:off x="3422188"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310594818" name="Picture Placeholder" descr="This photo is a 'placeholder' only. Drag or drop your photo here, or click and tap the center to insert a photo."/>
          <p:cNvSpPr>
            <a:spLocks noGrp="1"/>
          </p:cNvSpPr>
          <p:nvPr>
            <p:ph type="pic" sz="quarter" idx="30"/>
          </p:nvPr>
        </p:nvSpPr>
        <p:spPr bwMode="ltGray">
          <a:xfrm>
            <a:off x="62484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711806213" name="Text Placeholder 11"/>
          <p:cNvSpPr>
            <a:spLocks noGrp="1"/>
          </p:cNvSpPr>
          <p:nvPr>
            <p:ph type="body" sz="quarter" idx="24"/>
          </p:nvPr>
        </p:nvSpPr>
        <p:spPr bwMode="auto">
          <a:xfrm>
            <a:off x="6240462"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727258810" name="Text Placeholder 3"/>
          <p:cNvSpPr>
            <a:spLocks noGrp="1"/>
          </p:cNvSpPr>
          <p:nvPr>
            <p:ph type="body" sz="quarter" idx="34"/>
          </p:nvPr>
        </p:nvSpPr>
        <p:spPr bwMode="auto">
          <a:xfrm>
            <a:off x="6234836"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067506322" name="Picture Placeholder" descr="This photo is a 'placeholder' only. Drag or drop your photo here, or click and tap the center to insert a photo."/>
          <p:cNvSpPr>
            <a:spLocks noGrp="1"/>
          </p:cNvSpPr>
          <p:nvPr>
            <p:ph type="pic" sz="quarter" idx="31"/>
          </p:nvPr>
        </p:nvSpPr>
        <p:spPr bwMode="ltGray">
          <a:xfrm>
            <a:off x="90678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2071699322" name="Text Placeholder 11"/>
          <p:cNvSpPr>
            <a:spLocks noGrp="1"/>
          </p:cNvSpPr>
          <p:nvPr>
            <p:ph type="body" sz="quarter" idx="26"/>
          </p:nvPr>
        </p:nvSpPr>
        <p:spPr bwMode="auto">
          <a:xfrm>
            <a:off x="9076259"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763416030" name="Text Placeholder 3"/>
          <p:cNvSpPr>
            <a:spLocks noGrp="1"/>
          </p:cNvSpPr>
          <p:nvPr>
            <p:ph type="body" sz="quarter" idx="35"/>
          </p:nvPr>
        </p:nvSpPr>
        <p:spPr bwMode="auto">
          <a:xfrm>
            <a:off x="9082208"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59065516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8860690"/>
      </p:ext>
    </p:extLst>
  </p:cSld>
  <p:clrMapOvr>
    <a:overrideClrMapping bg1="lt1" tx1="dk1" bg2="lt2" tx2="dk2" accent1="accent1" accent2="accent2" accent3="accent3" accent4="accent4" accent5="accent5" accent6="accent6" hlink="hlink" folHlink="folHlink"/>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showMasterPhAnim="0" preserve="1" userDrawn="1">
  <p:cSld name="Summary">
    <p:spTree>
      <p:nvGrpSpPr>
        <p:cNvPr id="1" name=""/>
        <p:cNvGrpSpPr/>
        <p:nvPr/>
      </p:nvGrpSpPr>
      <p:grpSpPr bwMode="auto">
        <a:xfrm>
          <a:off x="0" y="0"/>
          <a:ext cx="0" cy="0"/>
          <a:chOff x="0" y="0"/>
          <a:chExt cx="0" cy="0"/>
        </a:xfrm>
      </p:grpSpPr>
      <p:sp>
        <p:nvSpPr>
          <p:cNvPr id="82493952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916264752" name="Footer Placeholder 10"/>
          <p:cNvSpPr>
            <a:spLocks noGrp="1"/>
          </p:cNvSpPr>
          <p:nvPr>
            <p:ph type="ftr" sz="quarter" idx="3"/>
          </p:nvPr>
        </p:nvSpPr>
        <p:spPr bwMode="auto">
          <a:xfrm>
            <a:off x="43561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574286123" name="Rectangle: Single Corner Rounded 5"/>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400">
              <a:gradFill>
                <a:gsLst>
                  <a:gs pos="0">
                    <a:srgbClr val="FFFFFF"/>
                  </a:gs>
                  <a:gs pos="100000">
                    <a:srgbClr val="FFFFFF"/>
                  </a:gs>
                </a:gsLst>
                <a:lin ang="5400000" scaled="0"/>
              </a:gradFill>
              <a:ea typeface="Segoe UI"/>
              <a:cs typeface="Segoe UI"/>
            </a:endParaRPr>
          </a:p>
        </p:txBody>
      </p:sp>
      <p:sp>
        <p:nvSpPr>
          <p:cNvPr id="506623437" name="Text Placeholder 11"/>
          <p:cNvSpPr>
            <a:spLocks noGrp="1"/>
          </p:cNvSpPr>
          <p:nvPr>
            <p:ph type="body" sz="quarter" idx="17"/>
          </p:nvPr>
        </p:nvSpPr>
        <p:spPr bwMode="auto">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657715573" name="Text Placeholder 3"/>
          <p:cNvSpPr>
            <a:spLocks noGrp="1"/>
          </p:cNvSpPr>
          <p:nvPr>
            <p:ph type="body" sz="quarter" idx="35"/>
          </p:nvPr>
        </p:nvSpPr>
        <p:spPr bwMode="auto">
          <a:xfrm>
            <a:off x="4358229" y="2578100"/>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067664640" name="Text Placeholder 11"/>
          <p:cNvSpPr>
            <a:spLocks noGrp="1"/>
          </p:cNvSpPr>
          <p:nvPr>
            <p:ph type="body" sz="quarter" idx="34"/>
          </p:nvPr>
        </p:nvSpPr>
        <p:spPr bwMode="auto">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Tree>
    <p:extLst>
      <p:ext uri="{BB962C8B-B14F-4D97-AF65-F5344CB8AC3E}">
        <p14:creationId xmlns:p14="http://schemas.microsoft.com/office/powerpoint/2010/main" val="3190717076"/>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showMasterPhAnim="0" preserve="1" userDrawn="1">
  <p:cSld name="2-column_Callout_with Image">
    <p:bg>
      <p:bgRef idx="1001">
        <a:schemeClr val="bg1"/>
      </p:bgRef>
    </p:bg>
    <p:spTree>
      <p:nvGrpSpPr>
        <p:cNvPr id="1" name=""/>
        <p:cNvGrpSpPr/>
        <p:nvPr/>
      </p:nvGrpSpPr>
      <p:grpSpPr bwMode="auto">
        <a:xfrm>
          <a:off x="0" y="0"/>
          <a:ext cx="0" cy="0"/>
          <a:chOff x="0" y="0"/>
          <a:chExt cx="0" cy="0"/>
        </a:xfrm>
      </p:grpSpPr>
      <p:sp>
        <p:nvSpPr>
          <p:cNvPr id="1355338812" name="Footer Placeholder 10"/>
          <p:cNvSpPr>
            <a:spLocks noGrp="1"/>
          </p:cNvSpPr>
          <p:nvPr>
            <p:ph type="ftr" sz="quarter" idx="3"/>
          </p:nvPr>
        </p:nvSpPr>
        <p:spPr bwMode="auto">
          <a:xfrm>
            <a:off x="40640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48606333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776297788" name="Picture Placeholder" descr="This photo is a 'placeholder' only. Drag or drop your photo here, or click and tap the center to insert a photo."/>
          <p:cNvSpPr>
            <a:spLocks noGrp="1"/>
          </p:cNvSpPr>
          <p:nvPr>
            <p:ph type="pic" sz="quarter" idx="20" hasCustomPrompt="1"/>
          </p:nvPr>
        </p:nvSpPr>
        <p:spPr bwMode="ltGray">
          <a:xfrm>
            <a:off x="4064000" y="1292233"/>
            <a:ext cx="7535862" cy="3279767"/>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405494006" name="Text Placeholder 11"/>
          <p:cNvSpPr>
            <a:spLocks noGrp="1"/>
          </p:cNvSpPr>
          <p:nvPr>
            <p:ph type="body" sz="quarter" idx="22"/>
          </p:nvPr>
        </p:nvSpPr>
        <p:spPr bwMode="auto">
          <a:xfrm>
            <a:off x="4064000" y="4830309"/>
            <a:ext cx="7535862"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741329262" name="Text Placeholder 3"/>
          <p:cNvSpPr>
            <a:spLocks noGrp="1"/>
          </p:cNvSpPr>
          <p:nvPr>
            <p:ph type="body" sz="quarter" idx="33"/>
          </p:nvPr>
        </p:nvSpPr>
        <p:spPr bwMode="auto">
          <a:xfrm>
            <a:off x="4073063" y="5231647"/>
            <a:ext cx="752680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3793232" name="Rectangle: Single Corner Rounded 4"/>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400">
              <a:gradFill>
                <a:gsLst>
                  <a:gs pos="0">
                    <a:srgbClr val="FFFFFF"/>
                  </a:gs>
                  <a:gs pos="100000">
                    <a:srgbClr val="FFFFFF"/>
                  </a:gs>
                </a:gsLst>
                <a:lin ang="5400000" scaled="0"/>
              </a:gradFill>
              <a:ea typeface="Segoe UI"/>
              <a:cs typeface="Segoe UI"/>
            </a:endParaRPr>
          </a:p>
        </p:txBody>
      </p:sp>
      <p:sp>
        <p:nvSpPr>
          <p:cNvPr id="1384794526" name="Text Placeholder 11"/>
          <p:cNvSpPr>
            <a:spLocks noGrp="1"/>
          </p:cNvSpPr>
          <p:nvPr>
            <p:ph type="body" sz="quarter" idx="34"/>
          </p:nvPr>
        </p:nvSpPr>
        <p:spPr bwMode="auto">
          <a:xfrm>
            <a:off x="588262" y="2210101"/>
            <a:ext cx="2113253" cy="492443"/>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Tree>
    <p:extLst>
      <p:ext uri="{BB962C8B-B14F-4D97-AF65-F5344CB8AC3E}">
        <p14:creationId xmlns:p14="http://schemas.microsoft.com/office/powerpoint/2010/main" val="1992013993"/>
      </p:ext>
    </p:extLst>
  </p:cSld>
  <p:clrMapOvr>
    <a:overrideClrMapping bg1="lt1" tx1="dk1" bg2="lt2" tx2="dk2" accent1="accent1" accent2="accent2" accent3="accent3" accent4="accent4" accent5="accent5" accent6="accent6" hlink="hlink" folHlink="folHlink"/>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showMasterPhAnim="0" preserve="1" userDrawn="1">
  <p:cSld name="Learn Clickdown">
    <p:bg>
      <p:bgPr>
        <a:solidFill>
          <a:srgbClr val="E8E6DF"/>
        </a:solidFill>
        <a:effectLst/>
      </p:bgPr>
    </p:bg>
    <p:spTree>
      <p:nvGrpSpPr>
        <p:cNvPr id="1" name=""/>
        <p:cNvGrpSpPr/>
        <p:nvPr/>
      </p:nvGrpSpPr>
      <p:grpSpPr bwMode="auto">
        <a:xfrm>
          <a:off x="0" y="0"/>
          <a:ext cx="0" cy="0"/>
          <a:chOff x="0" y="0"/>
          <a:chExt cx="0" cy="0"/>
        </a:xfrm>
      </p:grpSpPr>
      <p:sp>
        <p:nvSpPr>
          <p:cNvPr id="1880213726" name="Rectangle 5"/>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400">
              <a:gradFill>
                <a:gsLst>
                  <a:gs pos="0">
                    <a:srgbClr val="FFFFFF"/>
                  </a:gs>
                  <a:gs pos="100000">
                    <a:srgbClr val="FFFFFF"/>
                  </a:gs>
                </a:gsLst>
                <a:lin ang="5400000" scaled="0"/>
              </a:gradFill>
              <a:ea typeface="Segoe UI"/>
              <a:cs typeface="Segoe UI"/>
            </a:endParaRPr>
          </a:p>
        </p:txBody>
      </p:sp>
      <p:sp>
        <p:nvSpPr>
          <p:cNvPr id="206134109" name="Rectangle: Top Corners Rounded 1"/>
          <p:cNvSpPr/>
          <p:nvPr userDrawn="1"/>
        </p:nvSpPr>
        <p:spPr bwMode="auto">
          <a:xfrm rot="16199998"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a:lnSpc>
                <a:spcPct val="100000"/>
              </a:lnSpc>
              <a:spcBef>
                <a:spcPts val="0"/>
              </a:spcBef>
              <a:spcAft>
                <a:spcPts val="0"/>
              </a:spcAft>
              <a:buClrTx/>
              <a:buSzTx/>
              <a:buFontTx/>
              <a:buNone/>
              <a:defRPr/>
            </a:pPr>
            <a:endParaRPr lang="en-US" sz="2000" b="0" i="0" u="none" strike="noStrike" cap="none" spc="0" baseline="30000">
              <a:ln>
                <a:noFill/>
              </a:ln>
              <a:solidFill>
                <a:srgbClr val="FFFFFF"/>
              </a:solidFill>
              <a:latin typeface="Segoe UI"/>
              <a:ea typeface="+mn-ea"/>
              <a:cs typeface="+mn-cs"/>
            </a:endParaRPr>
          </a:p>
        </p:txBody>
      </p:sp>
      <p:pic>
        <p:nvPicPr>
          <p:cNvPr id="1657572633" name="Picture 2"/>
          <p:cNvPicPr>
            <a:picLocks noChangeAspect="1"/>
          </p:cNvPicPr>
          <p:nvPr userDrawn="1"/>
        </p:nvPicPr>
        <p:blipFill rotWithShape="1">
          <a:blip r:embed="rId2"/>
          <a:srcRect l="15" r="15210"/>
          <a:stretch/>
        </p:blipFill>
        <p:spPr bwMode="auto">
          <a:xfrm>
            <a:off x="7458887" y="1759165"/>
            <a:ext cx="4737876" cy="3870680"/>
          </a:xfrm>
          <a:prstGeom prst="rect">
            <a:avLst/>
          </a:prstGeom>
          <a:noFill/>
          <a:ln w="38100">
            <a:noFill/>
          </a:ln>
          <a:effectLst/>
        </p:spPr>
      </p:pic>
      <p:sp>
        <p:nvSpPr>
          <p:cNvPr id="1505278847" name="Picture Placeholder" descr="This photo is a 'placeholder' only. Drag or drop your photo here, or click and tap the center to insert a photo."/>
          <p:cNvSpPr>
            <a:spLocks noGrp="1"/>
          </p:cNvSpPr>
          <p:nvPr>
            <p:ph type="pic" sz="quarter" idx="20" hasCustomPrompt="1"/>
          </p:nvPr>
        </p:nvSpPr>
        <p:spPr bwMode="ltGray">
          <a:xfrm>
            <a:off x="7724774"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website screenshot here or click or tap icon below to insert</a:t>
            </a:r>
            <a:endParaRPr/>
          </a:p>
          <a:p>
            <a:pPr>
              <a:defRPr/>
            </a:pPr>
            <a:endParaRPr lang="en-US"/>
          </a:p>
          <a:p>
            <a:pPr>
              <a:defRPr/>
            </a:pPr>
            <a:endParaRPr lang="en-US"/>
          </a:p>
        </p:txBody>
      </p:sp>
      <p:sp>
        <p:nvSpPr>
          <p:cNvPr id="1643000857" name="Title 1"/>
          <p:cNvSpPr>
            <a:spLocks noGrp="1"/>
          </p:cNvSpPr>
          <p:nvPr>
            <p:ph type="title"/>
          </p:nvPr>
        </p:nvSpPr>
        <p:spPr bwMode="auto">
          <a:xfrm>
            <a:off x="588262" y="585216"/>
            <a:ext cx="5652201"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60457795" name="Text Placeholder 11"/>
          <p:cNvSpPr>
            <a:spLocks noGrp="1"/>
          </p:cNvSpPr>
          <p:nvPr>
            <p:ph type="body" sz="quarter" idx="16"/>
          </p:nvPr>
        </p:nvSpPr>
        <p:spPr bwMode="auto">
          <a:xfrm>
            <a:off x="584199" y="1594155"/>
            <a:ext cx="5654573"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10464682" name="Text Placeholder 3"/>
          <p:cNvSpPr>
            <a:spLocks noGrp="1"/>
          </p:cNvSpPr>
          <p:nvPr>
            <p:ph type="body" sz="quarter" idx="15"/>
          </p:nvPr>
        </p:nvSpPr>
        <p:spPr bwMode="auto">
          <a:xfrm>
            <a:off x="586388" y="2085764"/>
            <a:ext cx="565220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34343532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051703229"/>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
    <p:spTree>
      <p:nvGrpSpPr>
        <p:cNvPr id="1" name=""/>
        <p:cNvGrpSpPr/>
        <p:nvPr/>
      </p:nvGrpSpPr>
      <p:grpSpPr bwMode="auto">
        <a:xfrm>
          <a:off x="0" y="0"/>
          <a:ext cx="0" cy="0"/>
          <a:chOff x="0" y="0"/>
          <a:chExt cx="0" cy="0"/>
        </a:xfrm>
      </p:grpSpPr>
      <p:sp>
        <p:nvSpPr>
          <p:cNvPr id="28995841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20211375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066373951"/>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_Off-white">
    <p:bg>
      <p:bgPr>
        <a:solidFill>
          <a:srgbClr val="F4F3F5"/>
        </a:solidFill>
        <a:effectLst/>
      </p:bgPr>
    </p:bg>
    <p:spTree>
      <p:nvGrpSpPr>
        <p:cNvPr id="1" name=""/>
        <p:cNvGrpSpPr/>
        <p:nvPr/>
      </p:nvGrpSpPr>
      <p:grpSpPr bwMode="auto">
        <a:xfrm>
          <a:off x="0" y="0"/>
          <a:ext cx="0" cy="0"/>
          <a:chOff x="0" y="0"/>
          <a:chExt cx="0" cy="0"/>
        </a:xfrm>
      </p:grpSpPr>
      <p:sp>
        <p:nvSpPr>
          <p:cNvPr id="176813841"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02015015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778687220"/>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_WmGray">
    <p:bg>
      <p:bgPr>
        <a:solidFill>
          <a:srgbClr val="E8E6DF"/>
        </a:solidFill>
        <a:effectLst/>
      </p:bgPr>
    </p:bg>
    <p:spTree>
      <p:nvGrpSpPr>
        <p:cNvPr id="1" name=""/>
        <p:cNvGrpSpPr/>
        <p:nvPr/>
      </p:nvGrpSpPr>
      <p:grpSpPr bwMode="auto">
        <a:xfrm>
          <a:off x="0" y="0"/>
          <a:ext cx="0" cy="0"/>
          <a:chOff x="0" y="0"/>
          <a:chExt cx="0" cy="0"/>
        </a:xfrm>
      </p:grpSpPr>
      <p:sp>
        <p:nvSpPr>
          <p:cNvPr id="74395886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27607437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227746787"/>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PhAnim="0" preserve="1" userDrawn="1">
  <p:cSld name="1-column container">
    <p:spTree>
      <p:nvGrpSpPr>
        <p:cNvPr id="1" name=""/>
        <p:cNvGrpSpPr/>
        <p:nvPr/>
      </p:nvGrpSpPr>
      <p:grpSpPr bwMode="auto">
        <a:xfrm>
          <a:off x="0" y="0"/>
          <a:ext cx="0" cy="0"/>
          <a:chOff x="0" y="0"/>
          <a:chExt cx="0" cy="0"/>
        </a:xfrm>
      </p:grpSpPr>
      <p:sp>
        <p:nvSpPr>
          <p:cNvPr id="1162094957"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55553218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840167718" name="Rounded Rectangle 3_1"/>
          <p:cNvSpPr/>
          <p:nvPr userDrawn="1"/>
        </p:nvSpPr>
        <p:spPr bwMode="auto">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ts val="0"/>
              </a:spcBef>
              <a:spcAft>
                <a:spcPts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1682374432" name="Text Placeholder 11"/>
          <p:cNvSpPr>
            <a:spLocks noGrp="1"/>
          </p:cNvSpPr>
          <p:nvPr>
            <p:ph type="body" sz="quarter" idx="17"/>
          </p:nvPr>
        </p:nvSpPr>
        <p:spPr bwMode="auto">
          <a:xfrm>
            <a:off x="1235075" y="1771955"/>
            <a:ext cx="8778782"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875284221" name="Text Placeholder 3"/>
          <p:cNvSpPr>
            <a:spLocks noGrp="1"/>
          </p:cNvSpPr>
          <p:nvPr>
            <p:ph type="body" sz="quarter" idx="15"/>
          </p:nvPr>
        </p:nvSpPr>
        <p:spPr bwMode="auto">
          <a:xfrm>
            <a:off x="1237265" y="2263564"/>
            <a:ext cx="87750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Tree>
    <p:extLst>
      <p:ext uri="{BB962C8B-B14F-4D97-AF65-F5344CB8AC3E}">
        <p14:creationId xmlns:p14="http://schemas.microsoft.com/office/powerpoint/2010/main" val="2383348086"/>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PhAnim="0" preserve="1" userDrawn="1">
  <p:cSld name="Knowledge Check">
    <p:spTree>
      <p:nvGrpSpPr>
        <p:cNvPr id="1" name=""/>
        <p:cNvGrpSpPr/>
        <p:nvPr/>
      </p:nvGrpSpPr>
      <p:grpSpPr bwMode="auto">
        <a:xfrm>
          <a:off x="0" y="0"/>
          <a:ext cx="0" cy="0"/>
          <a:chOff x="0" y="0"/>
          <a:chExt cx="0" cy="0"/>
        </a:xfrm>
      </p:grpSpPr>
      <p:sp>
        <p:nvSpPr>
          <p:cNvPr id="130261570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4290009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958570281" name="Rounded Rectangle 3_1"/>
          <p:cNvSpPr/>
          <p:nvPr userDrawn="1"/>
        </p:nvSpPr>
        <p:spPr bwMode="auto">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ts val="0"/>
              </a:spcBef>
              <a:spcAft>
                <a:spcPts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1978885973" name="Text Placeholder 11"/>
          <p:cNvSpPr>
            <a:spLocks noGrp="1"/>
          </p:cNvSpPr>
          <p:nvPr>
            <p:ph type="body" sz="quarter" idx="17"/>
          </p:nvPr>
        </p:nvSpPr>
        <p:spPr bwMode="auto">
          <a:xfrm>
            <a:off x="1235075" y="1594151"/>
            <a:ext cx="8778782" cy="399973"/>
          </a:xfrm>
          <a:prstGeom prst="rect">
            <a:avLst/>
          </a:prstGeom>
        </p:spPr>
        <p:txBody>
          <a:bodyPr anchor="t"/>
          <a:lstStyle>
            <a:lvl1pPr marL="0" indent="0">
              <a:spcBef>
                <a:spcPts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389726281" name="Text Placeholder 3"/>
          <p:cNvSpPr>
            <a:spLocks noGrp="1"/>
          </p:cNvSpPr>
          <p:nvPr>
            <p:ph type="body" sz="quarter" idx="15"/>
          </p:nvPr>
        </p:nvSpPr>
        <p:spPr bwMode="auto">
          <a:xfrm>
            <a:off x="1237265" y="1994124"/>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grpSp>
        <p:nvGrpSpPr>
          <p:cNvPr id="2007286953" name="Group 6"/>
          <p:cNvGrpSpPr/>
          <p:nvPr userDrawn="1"/>
        </p:nvGrpSpPr>
        <p:grpSpPr bwMode="auto">
          <a:xfrm>
            <a:off x="10107938" y="893763"/>
            <a:ext cx="1110600" cy="1110600"/>
            <a:chOff x="5540700" y="2116300"/>
            <a:chExt cx="1110600" cy="1110600"/>
          </a:xfrm>
        </p:grpSpPr>
        <p:sp>
          <p:nvSpPr>
            <p:cNvPr id="8" name="Oval 7"/>
            <p:cNvSpPr/>
            <p:nvPr/>
          </p:nvSpPr>
          <p:spPr bwMode="auto">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a:lnSpc>
                  <a:spcPct val="100000"/>
                </a:lnSpc>
                <a:spcBef>
                  <a:spcPts val="0"/>
                </a:spcBef>
                <a:spcAft>
                  <a:spcPts val="0"/>
                </a:spcAft>
                <a:buClrTx/>
                <a:buSzTx/>
                <a:buFontTx/>
                <a:buNone/>
                <a:defRPr/>
              </a:pPr>
              <a:endParaRPr lang="en-US" sz="1800" b="0" i="0" u="none" strike="noStrike" cap="none" spc="0">
                <a:ln>
                  <a:noFill/>
                </a:ln>
                <a:solidFill>
                  <a:srgbClr val="FFFFFF"/>
                </a:solidFill>
                <a:latin typeface="Segoe UI"/>
                <a:ea typeface="+mn-ea"/>
                <a:cs typeface="+mn-cs"/>
              </a:endParaRPr>
            </a:p>
          </p:txBody>
        </p:sp>
        <p:pic>
          <p:nvPicPr>
            <p:cNvPr id="9" name="Picture 8"/>
            <p:cNvPicPr/>
            <p:nvPr/>
          </p:nvPicPr>
          <p:blipFill rotWithShape="1">
            <a:blip r:embed="rId2"/>
            <a:stretch/>
          </p:blipFill>
          <p:spPr bwMode="auto">
            <a:xfrm>
              <a:off x="5749602" y="2325202"/>
              <a:ext cx="692796" cy="692796"/>
            </a:xfrm>
            <a:prstGeom prst="rect">
              <a:avLst/>
            </a:prstGeom>
            <a:noFill/>
          </p:spPr>
        </p:pic>
      </p:grpSp>
      <p:sp>
        <p:nvSpPr>
          <p:cNvPr id="1448260334" name="Text Placeholder 11"/>
          <p:cNvSpPr>
            <a:spLocks noGrp="1"/>
          </p:cNvSpPr>
          <p:nvPr>
            <p:ph type="body" sz="quarter" idx="20"/>
          </p:nvPr>
        </p:nvSpPr>
        <p:spPr bwMode="auto">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defRPr/>
            </a:pPr>
            <a:r>
              <a:rPr lang="en-US"/>
              <a:t>Click to edit Master text styles</a:t>
            </a:r>
            <a:endParaRPr/>
          </a:p>
        </p:txBody>
      </p:sp>
      <p:sp>
        <p:nvSpPr>
          <p:cNvPr id="186971858" name="Text Placeholder 3"/>
          <p:cNvSpPr>
            <a:spLocks noGrp="1"/>
          </p:cNvSpPr>
          <p:nvPr>
            <p:ph type="body" sz="quarter" idx="21"/>
          </p:nvPr>
        </p:nvSpPr>
        <p:spPr bwMode="auto">
          <a:xfrm>
            <a:off x="1237265" y="4898755"/>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678832084" name="Text Placeholder 11"/>
          <p:cNvSpPr>
            <a:spLocks noGrp="1"/>
          </p:cNvSpPr>
          <p:nvPr>
            <p:ph type="body" sz="quarter" idx="22"/>
          </p:nvPr>
        </p:nvSpPr>
        <p:spPr bwMode="auto">
          <a:xfrm>
            <a:off x="1235075" y="3042690"/>
            <a:ext cx="8778782" cy="406323"/>
          </a:xfrm>
          <a:prstGeom prst="rect">
            <a:avLst/>
          </a:prstGeom>
        </p:spPr>
        <p:txBody>
          <a:bodyPr anchor="t"/>
          <a:lstStyle>
            <a:lvl1pPr marL="0" indent="0">
              <a:spcBef>
                <a:spcPts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1220096238" name="Text Placeholder 3"/>
          <p:cNvSpPr>
            <a:spLocks noGrp="1"/>
          </p:cNvSpPr>
          <p:nvPr>
            <p:ph type="body" sz="quarter" idx="23"/>
          </p:nvPr>
        </p:nvSpPr>
        <p:spPr bwMode="auto">
          <a:xfrm>
            <a:off x="1237265" y="3449013"/>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414657037"/>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PhAnim="0" preserve="1" userDrawn="1">
  <p:cSld name="LearningPath1_WmGray">
    <p:bg>
      <p:bgPr>
        <a:solidFill>
          <a:srgbClr val="E8E6DF"/>
        </a:solidFill>
        <a:effectLst/>
      </p:bgPr>
    </p:bg>
    <p:spTree>
      <p:nvGrpSpPr>
        <p:cNvPr id="1" name=""/>
        <p:cNvGrpSpPr/>
        <p:nvPr/>
      </p:nvGrpSpPr>
      <p:grpSpPr bwMode="auto">
        <a:xfrm>
          <a:off x="0" y="0"/>
          <a:ext cx="0" cy="0"/>
          <a:chOff x="0" y="0"/>
          <a:chExt cx="0" cy="0"/>
        </a:xfrm>
      </p:grpSpPr>
      <p:sp>
        <p:nvSpPr>
          <p:cNvPr id="189386790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81890017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915275690" name="Graphic 5"/>
          <p:cNvPicPr>
            <a:picLocks noChangeAspect="1"/>
          </p:cNvPicPr>
          <p:nvPr userDrawn="1"/>
        </p:nvPicPr>
        <p:blipFill rotWithShape="1">
          <a:blip r:embed="rId2"/>
          <a:stretch/>
        </p:blipFill>
        <p:spPr bwMode="auto">
          <a:xfrm>
            <a:off x="-1" y="2827846"/>
            <a:ext cx="12192001" cy="3035200"/>
          </a:xfrm>
          <a:prstGeom prst="rect">
            <a:avLst/>
          </a:prstGeom>
        </p:spPr>
      </p:pic>
    </p:spTree>
    <p:extLst>
      <p:ext uri="{BB962C8B-B14F-4D97-AF65-F5344CB8AC3E}">
        <p14:creationId xmlns:p14="http://schemas.microsoft.com/office/powerpoint/2010/main" val="3233638766"/>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PhAnim="0" preserve="1" userDrawn="1">
  <p:cSld name="LearningPath3_OffWhite">
    <p:bg>
      <p:bgPr>
        <a:solidFill>
          <a:srgbClr val="F4F3F5"/>
        </a:solidFill>
        <a:effectLst/>
      </p:bgPr>
    </p:bg>
    <p:spTree>
      <p:nvGrpSpPr>
        <p:cNvPr id="1" name=""/>
        <p:cNvGrpSpPr/>
        <p:nvPr/>
      </p:nvGrpSpPr>
      <p:grpSpPr bwMode="auto">
        <a:xfrm>
          <a:off x="0" y="0"/>
          <a:ext cx="0" cy="0"/>
          <a:chOff x="0" y="0"/>
          <a:chExt cx="0" cy="0"/>
        </a:xfrm>
      </p:grpSpPr>
      <p:sp>
        <p:nvSpPr>
          <p:cNvPr id="187630160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55939495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438854522" name="Graphic 4"/>
          <p:cNvPicPr>
            <a:picLocks noChangeAspect="1"/>
          </p:cNvPicPr>
          <p:nvPr userDrawn="1"/>
        </p:nvPicPr>
        <p:blipFill rotWithShape="1">
          <a:blip r:embed="rId2"/>
          <a:stretch/>
        </p:blipFill>
        <p:spPr bwMode="auto">
          <a:xfrm>
            <a:off x="-1" y="3144660"/>
            <a:ext cx="12192001" cy="3035200"/>
          </a:xfrm>
          <a:prstGeom prst="rect">
            <a:avLst/>
          </a:prstGeom>
        </p:spPr>
      </p:pic>
    </p:spTree>
    <p:extLst>
      <p:ext uri="{BB962C8B-B14F-4D97-AF65-F5344CB8AC3E}">
        <p14:creationId xmlns:p14="http://schemas.microsoft.com/office/powerpoint/2010/main" val="464600215"/>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showMasterPhAnim="0" preserve="1" userDrawn="1">
  <p:cSld name="Developer code full page">
    <p:bg>
      <p:bgPr>
        <a:solidFill>
          <a:srgbClr val="E8E6DF"/>
        </a:solidFill>
        <a:effectLst/>
      </p:bgPr>
    </p:bg>
    <p:spTree>
      <p:nvGrpSpPr>
        <p:cNvPr id="1" name=""/>
        <p:cNvGrpSpPr/>
        <p:nvPr/>
      </p:nvGrpSpPr>
      <p:grpSpPr bwMode="auto">
        <a:xfrm>
          <a:off x="0" y="0"/>
          <a:ext cx="0" cy="0"/>
          <a:chOff x="0" y="0"/>
          <a:chExt cx="0" cy="0"/>
        </a:xfrm>
      </p:grpSpPr>
      <p:sp>
        <p:nvSpPr>
          <p:cNvPr id="759904134" name="Text Placeholder 14"/>
          <p:cNvSpPr>
            <a:spLocks noGrp="1"/>
          </p:cNvSpPr>
          <p:nvPr>
            <p:ph type="body" sz="quarter" idx="13" hasCustomPrompt="1"/>
          </p:nvPr>
        </p:nvSpPr>
        <p:spPr bwMode="auto">
          <a:xfrm>
            <a:off x="0" y="0"/>
            <a:ext cx="3788358" cy="446148"/>
          </a:xfrm>
          <a:prstGeom prst="rect">
            <a:avLst/>
          </a:prstGeom>
          <a:gradFill>
            <a:gsLst>
              <a:gs pos="0">
                <a:srgbClr val="000000"/>
              </a:gs>
              <a:gs pos="92000">
                <a:srgbClr val="000000"/>
              </a:gs>
              <a:gs pos="92000">
                <a:schemeClr val="accent3"/>
              </a:gs>
            </a:gsLst>
            <a:lin ang="16200000" scaled="1"/>
          </a:gradFill>
        </p:spPr>
        <p:txBody>
          <a:bodyPr vert="horz" wrap="square" lIns="585216" tIns="91440" rIns="0" bIns="45720" rtlCol="0">
            <a:spAutoFit/>
          </a:bodyPr>
          <a:lstStyle>
            <a:lvl1pPr marL="0" indent="0">
              <a:buNone/>
              <a:defRPr lang="en-US" sz="2000" b="0" i="0" u="none" strike="noStrike" cap="none">
                <a:ln>
                  <a:noFill/>
                </a:ln>
                <a:solidFill>
                  <a:srgbClr val="FFFFFF"/>
                </a:solidFill>
                <a:latin typeface="Segoe UI Semibold"/>
              </a:defRPr>
            </a:lvl1pPr>
          </a:lstStyle>
          <a:p>
            <a:pPr marL="228600" lvl="0" indent="-228600">
              <a:defRPr/>
            </a:pPr>
            <a:r>
              <a:rPr lang="en-US"/>
              <a:t>Click to enter title</a:t>
            </a:r>
            <a:endParaRPr/>
          </a:p>
        </p:txBody>
      </p:sp>
      <p:sp>
        <p:nvSpPr>
          <p:cNvPr id="314997897" name="Footer Placeholder 10"/>
          <p:cNvSpPr>
            <a:spLocks noGrp="1"/>
          </p:cNvSpPr>
          <p:nvPr>
            <p:ph type="ftr" sz="quarter" idx="3"/>
          </p:nvPr>
        </p:nvSpPr>
        <p:spPr bwMode="auto">
          <a:xfrm>
            <a:off x="7448551" y="6421083"/>
            <a:ext cx="4151312" cy="197976"/>
          </a:xfrm>
          <a:prstGeom prst="rect">
            <a:avLst/>
          </a:prstGeom>
        </p:spPr>
        <p:txBody>
          <a:bodyPr vert="horz" lIns="0" tIns="0" rIns="0" bIns="0" rtlCol="0" anchor="ctr"/>
          <a:lstStyle>
            <a:lvl1pPr marL="0" algn="r"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011845607" name="Text Placeholder 3"/>
          <p:cNvSpPr txBox="1"/>
          <p:nvPr userDrawn="1"/>
        </p:nvSpPr>
        <p:spPr bwMode="auto">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a:lnSpc>
                <a:spcPct val="150000"/>
              </a:lnSpc>
              <a:spcBef>
                <a:spcPts val="0"/>
              </a:spcBef>
              <a:spcAft>
                <a:spcPts val="600"/>
              </a:spcAft>
              <a:buClr>
                <a:schemeClr val="bg1"/>
              </a:buClr>
              <a:buSzPct val="120000"/>
              <a:buFontTx/>
              <a:buNone/>
              <a:defRPr lang="en-US" sz="1400" b="0" i="0">
                <a:solidFill>
                  <a:schemeClr val="tx1"/>
                </a:solidFill>
                <a:latin typeface="Consolas"/>
                <a:ea typeface="Segoe UI Semibold"/>
                <a:cs typeface="Segoe UI Semibold"/>
              </a:defRPr>
            </a:lvl1pPr>
            <a:lvl2pPr marL="0" indent="0" algn="l" defTabSz="914132" rtl="0">
              <a:lnSpc>
                <a:spcPct val="110000"/>
              </a:lnSpc>
              <a:spcBef>
                <a:spcPts val="0"/>
              </a:spcBef>
              <a:spcAft>
                <a:spcPts val="600"/>
              </a:spcAft>
              <a:buClrTx/>
              <a:buSzPct val="110000"/>
              <a:buFont typeface="Arial"/>
              <a:buNone/>
              <a:defRPr lang="en-US" sz="2000" b="0" i="0">
                <a:solidFill>
                  <a:schemeClr val="tx1"/>
                </a:solidFill>
                <a:latin typeface="Segoe UI"/>
                <a:ea typeface="Segoe UI"/>
                <a:cs typeface="Segoe UI"/>
              </a:defRPr>
            </a:lvl2pPr>
            <a:lvl3pPr marL="288924" indent="-222250" algn="l" defTabSz="914132" rtl="0">
              <a:lnSpc>
                <a:spcPct val="110000"/>
              </a:lnSpc>
              <a:spcBef>
                <a:spcPts val="0"/>
              </a:spcBef>
              <a:spcAft>
                <a:spcPts val="600"/>
              </a:spcAft>
              <a:buClrTx/>
              <a:buSzPct val="120000"/>
              <a:buFont typeface="Arial"/>
              <a:buChar char="•"/>
              <a:defRPr lang="en-US" sz="2000" b="0" i="0">
                <a:solidFill>
                  <a:schemeClr val="tx1"/>
                </a:solidFill>
                <a:latin typeface="Segoe UI"/>
                <a:ea typeface="Segoe UI"/>
                <a:cs typeface="Segoe UI"/>
              </a:defRPr>
            </a:lvl3pPr>
            <a:lvl4pPr marL="631825" indent="-182880" algn="l" defTabSz="914132" rtl="0">
              <a:lnSpc>
                <a:spcPct val="110000"/>
              </a:lnSpc>
              <a:spcBef>
                <a:spcPts val="0"/>
              </a:spcBef>
              <a:spcAft>
                <a:spcPts val="600"/>
              </a:spcAft>
              <a:buClrTx/>
              <a:buFont typeface="Arial"/>
              <a:buChar char="•"/>
              <a:defRPr lang="en-US" sz="1800" b="0" i="0">
                <a:solidFill>
                  <a:schemeClr val="tx1"/>
                </a:solidFill>
                <a:latin typeface="Segoe UI"/>
                <a:ea typeface="Segoe UI"/>
                <a:cs typeface="Segoe UI"/>
              </a:defRPr>
            </a:lvl4pPr>
            <a:lvl5pPr marL="1162685" indent="-194310" algn="l" defTabSz="914132" rtl="0">
              <a:lnSpc>
                <a:spcPct val="110000"/>
              </a:lnSpc>
              <a:spcBef>
                <a:spcPts val="500"/>
              </a:spcBef>
              <a:buClr>
                <a:schemeClr val="tx1"/>
              </a:buClr>
              <a:buFont typeface="Arial"/>
              <a:buChar char="•"/>
              <a:defRPr lang="en-US" sz="1600" b="0" i="0">
                <a:solidFill>
                  <a:schemeClr val="tx1"/>
                </a:solidFill>
                <a:latin typeface="Segoe UI"/>
                <a:ea typeface="Segoe UI"/>
                <a:cs typeface="Segoe UI"/>
              </a:defRPr>
            </a:lvl5pPr>
            <a:lvl6pPr marL="1873781" indent="-228533" algn="l" defTabSz="914132" rtl="0">
              <a:lnSpc>
                <a:spcPct val="110000"/>
              </a:lnSpc>
              <a:spcBef>
                <a:spcPts val="500"/>
              </a:spcBef>
              <a:buFont typeface="Arial"/>
              <a:buChar char="•"/>
              <a:defRPr sz="1400">
                <a:solidFill>
                  <a:schemeClr val="tx1"/>
                </a:solidFill>
                <a:latin typeface="+mn-lt"/>
                <a:ea typeface="+mn-ea"/>
                <a:cs typeface="+mn-cs"/>
              </a:defRPr>
            </a:lvl6pPr>
            <a:lvl7pPr marL="2970926" indent="-228533" algn="l" defTabSz="914132" rtl="0">
              <a:lnSpc>
                <a:spcPct val="90000"/>
              </a:lnSpc>
              <a:spcBef>
                <a:spcPts val="500"/>
              </a:spcBef>
              <a:buFont typeface="Arial"/>
              <a:buChar char="•"/>
              <a:defRPr sz="1900">
                <a:solidFill>
                  <a:schemeClr val="tx1"/>
                </a:solidFill>
                <a:latin typeface="+mn-lt"/>
                <a:ea typeface="+mn-ea"/>
                <a:cs typeface="+mn-cs"/>
              </a:defRPr>
            </a:lvl7pPr>
            <a:lvl8pPr marL="3427992" indent="-228533" algn="l" defTabSz="914132" rtl="0">
              <a:lnSpc>
                <a:spcPct val="90000"/>
              </a:lnSpc>
              <a:spcBef>
                <a:spcPts val="500"/>
              </a:spcBef>
              <a:buFont typeface="Arial"/>
              <a:buChar char="•"/>
              <a:defRPr sz="1900">
                <a:solidFill>
                  <a:schemeClr val="tx1"/>
                </a:solidFill>
                <a:latin typeface="+mn-lt"/>
                <a:ea typeface="+mn-ea"/>
                <a:cs typeface="+mn-cs"/>
              </a:defRPr>
            </a:lvl8pPr>
            <a:lvl9pPr marL="3885057" indent="-228533" algn="l" defTabSz="914132" rtl="0">
              <a:lnSpc>
                <a:spcPct val="90000"/>
              </a:lnSpc>
              <a:spcBef>
                <a:spcPts val="500"/>
              </a:spcBef>
              <a:buFont typeface="Arial"/>
              <a:buChar char="•"/>
              <a:defRPr sz="1900">
                <a:solidFill>
                  <a:schemeClr val="tx1"/>
                </a:solidFill>
                <a:latin typeface="+mn-lt"/>
                <a:ea typeface="+mn-ea"/>
                <a:cs typeface="+mn-cs"/>
              </a:defRPr>
            </a:lvl9pPr>
          </a:lstStyle>
          <a:p>
            <a:pPr marL="0" marR="0" lvl="0" indent="0" algn="l" defTabSz="914132" rtl="0">
              <a:lnSpc>
                <a:spcPct val="150000"/>
              </a:lnSpc>
              <a:spcBef>
                <a:spcPts val="0"/>
              </a:spcBef>
              <a:spcAft>
                <a:spcPts val="600"/>
              </a:spcAft>
              <a:buClr>
                <a:srgbClr val="E9E9E9"/>
              </a:buClr>
              <a:buSzPct val="120000"/>
              <a:buFontTx/>
              <a:buNone/>
              <a:defRPr/>
            </a:pPr>
            <a:endParaRPr lang="en-US" sz="1400" b="0" i="0" u="none" strike="noStrike" cap="none" spc="0">
              <a:ln>
                <a:noFill/>
              </a:ln>
              <a:solidFill>
                <a:srgbClr val="000000"/>
              </a:solidFill>
              <a:latin typeface="Consolas"/>
              <a:cs typeface="Segoe UI Semibold"/>
            </a:endParaRPr>
          </a:p>
        </p:txBody>
      </p:sp>
      <p:sp>
        <p:nvSpPr>
          <p:cNvPr id="114983169" name="Text Placeholder 4" descr="This layout should only be used for developer code. The font used is a monospace font which is ideal for showing code."/>
          <p:cNvSpPr>
            <a:spLocks noGrp="1"/>
          </p:cNvSpPr>
          <p:nvPr>
            <p:ph type="body" sz="quarter" idx="11" hasCustomPrompt="1"/>
          </p:nvPr>
        </p:nvSpPr>
        <p:spPr bwMode="auto">
          <a:xfrm>
            <a:off x="579438" y="1083733"/>
            <a:ext cx="11020424" cy="4885267"/>
          </a:xfrm>
        </p:spPr>
        <p:txBody>
          <a:bodyPr/>
          <a:lstStyle>
            <a:lvl1pPr marL="0" indent="0">
              <a:buNone/>
              <a:defRPr sz="1400">
                <a:solidFill>
                  <a:srgbClr val="2F2F2F"/>
                </a:solidFill>
                <a:latin typeface="Consolas"/>
                <a:cs typeface="Consolas"/>
              </a:defRPr>
            </a:lvl1pPr>
            <a:lvl2pPr marL="346448" indent="0">
              <a:buNone/>
              <a:defRPr sz="2400">
                <a:gradFill>
                  <a:gsLst>
                    <a:gs pos="43000">
                      <a:schemeClr val="tx1"/>
                    </a:gs>
                    <a:gs pos="61049">
                      <a:schemeClr val="tx1"/>
                    </a:gs>
                  </a:gsLst>
                  <a:lin ang="5400000" scaled="0"/>
                </a:gradFill>
                <a:latin typeface="Consolas"/>
                <a:cs typeface="Consolas"/>
              </a:defRPr>
            </a:lvl2pPr>
            <a:lvl3pPr marL="584432" indent="0">
              <a:buNone/>
              <a:defRPr sz="2000">
                <a:gradFill>
                  <a:gsLst>
                    <a:gs pos="43000">
                      <a:schemeClr val="tx1"/>
                    </a:gs>
                    <a:gs pos="61049">
                      <a:schemeClr val="tx1"/>
                    </a:gs>
                  </a:gsLst>
                  <a:lin ang="5400000" scaled="0"/>
                </a:gradFill>
                <a:latin typeface="Consolas"/>
                <a:cs typeface="Consolas"/>
              </a:defRPr>
            </a:lvl3pPr>
            <a:lvl4pPr marL="814319" indent="0">
              <a:buNone/>
              <a:defRPr sz="1800">
                <a:gradFill>
                  <a:gsLst>
                    <a:gs pos="43000">
                      <a:schemeClr val="tx1"/>
                    </a:gs>
                    <a:gs pos="61049">
                      <a:schemeClr val="tx1"/>
                    </a:gs>
                  </a:gsLst>
                  <a:lin ang="5400000" scaled="0"/>
                </a:gradFill>
                <a:latin typeface="Consolas"/>
                <a:cs typeface="Consolas"/>
              </a:defRPr>
            </a:lvl4pPr>
            <a:lvl5pPr marL="1050682" indent="0">
              <a:buNone/>
              <a:defRPr sz="1800">
                <a:gradFill>
                  <a:gsLst>
                    <a:gs pos="43000">
                      <a:schemeClr val="tx1"/>
                    </a:gs>
                    <a:gs pos="61049">
                      <a:schemeClr val="tx1"/>
                    </a:gs>
                  </a:gsLst>
                  <a:lin ang="5400000" scaled="0"/>
                </a:gradFill>
                <a:latin typeface="Consolas"/>
                <a:cs typeface="Consolas"/>
              </a:defRPr>
            </a:lvl5pPr>
          </a:lstStyle>
          <a:p>
            <a:pPr lvl="0">
              <a:defRPr/>
            </a:pPr>
            <a:r>
              <a:rPr lang="en-US"/>
              <a:t>Click to edit or paste code</a:t>
            </a:r>
            <a:endParaRPr/>
          </a:p>
        </p:txBody>
      </p:sp>
    </p:spTree>
    <p:extLst>
      <p:ext uri="{BB962C8B-B14F-4D97-AF65-F5344CB8AC3E}">
        <p14:creationId xmlns:p14="http://schemas.microsoft.com/office/powerpoint/2010/main" val="2536985547"/>
      </p:ext>
    </p:extLst>
  </p:cSld>
  <p:clrMapOvr>
    <a:overrideClrMapping bg1="lt1" tx1="dk1" bg2="lt2" tx2="dk2" accent1="accent1" accent2="accent2" accent3="accent3" accent4="accent4" accent5="accent5" accent6="accent6" hlink="hlink" folHlink="folHlink"/>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showMasterPhAnim="0" preserve="1" userDrawn="1">
  <p:cSld name="Developer code right">
    <p:bg>
      <p:bgPr>
        <a:solidFill>
          <a:srgbClr val="E8E6DF"/>
        </a:solidFill>
        <a:effectLst/>
      </p:bgPr>
    </p:bg>
    <p:spTree>
      <p:nvGrpSpPr>
        <p:cNvPr id="1" name=""/>
        <p:cNvGrpSpPr/>
        <p:nvPr/>
      </p:nvGrpSpPr>
      <p:grpSpPr bwMode="auto">
        <a:xfrm>
          <a:off x="0" y="0"/>
          <a:ext cx="0" cy="0"/>
          <a:chOff x="0" y="0"/>
          <a:chExt cx="0" cy="0"/>
        </a:xfrm>
      </p:grpSpPr>
      <p:sp>
        <p:nvSpPr>
          <p:cNvPr id="904590976" name="Rectangle 2"/>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000">
              <a:solidFill>
                <a:srgbClr val="FFFFFF"/>
              </a:solidFill>
              <a:ea typeface="Segoe UI"/>
              <a:cs typeface="Segoe UI"/>
            </a:endParaRPr>
          </a:p>
        </p:txBody>
      </p:sp>
      <p:sp>
        <p:nvSpPr>
          <p:cNvPr id="272151267" name="Title 1"/>
          <p:cNvSpPr>
            <a:spLocks noGrp="1"/>
          </p:cNvSpPr>
          <p:nvPr>
            <p:ph type="title"/>
          </p:nvPr>
        </p:nvSpPr>
        <p:spPr bwMode="auto">
          <a:xfrm>
            <a:off x="588262" y="585216"/>
            <a:ext cx="4042761"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604778420" name="Text Placeholder 3"/>
          <p:cNvSpPr>
            <a:spLocks noGrp="1"/>
          </p:cNvSpPr>
          <p:nvPr>
            <p:ph type="body" sz="quarter" idx="15"/>
          </p:nvPr>
        </p:nvSpPr>
        <p:spPr bwMode="auto">
          <a:xfrm>
            <a:off x="586388" y="1594155"/>
            <a:ext cx="4042761" cy="726353"/>
          </a:xfrm>
          <a:prstGeom prst="rect">
            <a:avLst/>
          </a:prstGeom>
        </p:spPr>
        <p:txBody>
          <a:bodyPr wrap="square">
            <a:spAutoFit/>
          </a:bodyPr>
          <a:lstStyle>
            <a:lvl1pPr marL="0" indent="0">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507719413" name="Text Placeholder 4" descr="This layout should only be used for developer code. The font used is a monospace font which is ideal for showing code."/>
          <p:cNvSpPr>
            <a:spLocks noGrp="1"/>
          </p:cNvSpPr>
          <p:nvPr>
            <p:ph type="body" sz="quarter" idx="11" hasCustomPrompt="1"/>
          </p:nvPr>
        </p:nvSpPr>
        <p:spPr bwMode="auto">
          <a:xfrm>
            <a:off x="5800725" y="582613"/>
            <a:ext cx="5799138" cy="5692775"/>
          </a:xfrm>
        </p:spPr>
        <p:txBody>
          <a:bodyPr/>
          <a:lstStyle>
            <a:lvl1pPr marL="0" indent="0">
              <a:buNone/>
              <a:defRPr sz="1400">
                <a:solidFill>
                  <a:srgbClr val="2F2F2F"/>
                </a:solidFill>
                <a:latin typeface="Consolas"/>
                <a:cs typeface="Consolas"/>
              </a:defRPr>
            </a:lvl1pPr>
            <a:lvl2pPr marL="346448" indent="0">
              <a:buNone/>
              <a:defRPr sz="2400">
                <a:gradFill>
                  <a:gsLst>
                    <a:gs pos="43000">
                      <a:schemeClr val="tx1"/>
                    </a:gs>
                    <a:gs pos="61049">
                      <a:schemeClr val="tx1"/>
                    </a:gs>
                  </a:gsLst>
                  <a:lin ang="5400000" scaled="0"/>
                </a:gradFill>
                <a:latin typeface="Consolas"/>
                <a:cs typeface="Consolas"/>
              </a:defRPr>
            </a:lvl2pPr>
            <a:lvl3pPr marL="584432" indent="0">
              <a:buNone/>
              <a:defRPr sz="2000">
                <a:gradFill>
                  <a:gsLst>
                    <a:gs pos="43000">
                      <a:schemeClr val="tx1"/>
                    </a:gs>
                    <a:gs pos="61049">
                      <a:schemeClr val="tx1"/>
                    </a:gs>
                  </a:gsLst>
                  <a:lin ang="5400000" scaled="0"/>
                </a:gradFill>
                <a:latin typeface="Consolas"/>
                <a:cs typeface="Consolas"/>
              </a:defRPr>
            </a:lvl3pPr>
            <a:lvl4pPr marL="814319" indent="0">
              <a:buNone/>
              <a:defRPr sz="1800">
                <a:gradFill>
                  <a:gsLst>
                    <a:gs pos="43000">
                      <a:schemeClr val="tx1"/>
                    </a:gs>
                    <a:gs pos="61049">
                      <a:schemeClr val="tx1"/>
                    </a:gs>
                  </a:gsLst>
                  <a:lin ang="5400000" scaled="0"/>
                </a:gradFill>
                <a:latin typeface="Consolas"/>
                <a:cs typeface="Consolas"/>
              </a:defRPr>
            </a:lvl4pPr>
            <a:lvl5pPr marL="1050682" indent="0">
              <a:buNone/>
              <a:defRPr sz="1800">
                <a:gradFill>
                  <a:gsLst>
                    <a:gs pos="43000">
                      <a:schemeClr val="tx1"/>
                    </a:gs>
                    <a:gs pos="61049">
                      <a:schemeClr val="tx1"/>
                    </a:gs>
                  </a:gsLst>
                  <a:lin ang="5400000" scaled="0"/>
                </a:gradFill>
                <a:latin typeface="Consolas"/>
                <a:cs typeface="Consolas"/>
              </a:defRPr>
            </a:lvl5pPr>
          </a:lstStyle>
          <a:p>
            <a:pPr lvl="0">
              <a:defRPr/>
            </a:pPr>
            <a:r>
              <a:rPr lang="en-US"/>
              <a:t>Click to edit or paste code</a:t>
            </a:r>
            <a:endParaRPr/>
          </a:p>
        </p:txBody>
      </p:sp>
    </p:spTree>
    <p:extLst>
      <p:ext uri="{BB962C8B-B14F-4D97-AF65-F5344CB8AC3E}">
        <p14:creationId xmlns:p14="http://schemas.microsoft.com/office/powerpoint/2010/main" val="3766900621"/>
      </p:ext>
    </p:extLst>
  </p:cSld>
  <p:clrMapOvr>
    <a:overrideClrMapping bg1="lt1" tx1="dk1" bg2="lt2" tx2="dk2" accent1="accent1" accent2="accent2" accent3="accent3" accent4="accent4" accent5="accent5" accent6="accent6" hlink="hlink" folHlink="folHlink"/>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showMasterPhAnim="0" preserve="1" userDrawn="1">
  <p:cSld name="Resources">
    <p:bg>
      <p:bgPr>
        <a:solidFill>
          <a:srgbClr val="E8E6DF"/>
        </a:solidFill>
        <a:effectLst/>
      </p:bgPr>
    </p:bg>
    <p:spTree>
      <p:nvGrpSpPr>
        <p:cNvPr id="1" name=""/>
        <p:cNvGrpSpPr/>
        <p:nvPr/>
      </p:nvGrpSpPr>
      <p:grpSpPr bwMode="auto">
        <a:xfrm>
          <a:off x="0" y="0"/>
          <a:ext cx="0" cy="0"/>
          <a:chOff x="0" y="0"/>
          <a:chExt cx="0" cy="0"/>
        </a:xfrm>
      </p:grpSpPr>
      <p:sp>
        <p:nvSpPr>
          <p:cNvPr id="64505540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829198177" name="Text Placeholder 3"/>
          <p:cNvSpPr>
            <a:spLocks noGrp="1"/>
          </p:cNvSpPr>
          <p:nvPr>
            <p:ph type="body" sz="quarter" idx="15"/>
          </p:nvPr>
        </p:nvSpPr>
        <p:spPr bwMode="auto">
          <a:xfrm>
            <a:off x="586388" y="1591056"/>
            <a:ext cx="8193024" cy="541687"/>
          </a:xfrm>
          <a:prstGeom prst="rect">
            <a:avLst/>
          </a:prstGeom>
        </p:spPr>
        <p:txBody>
          <a:bodyPr wrap="square">
            <a:spAutoFit/>
          </a:bodyPr>
          <a:lstStyle>
            <a:lvl1pPr marL="0" indent="0">
              <a:buFont typeface="Arial"/>
              <a:buNone/>
              <a:defRPr>
                <a:solidFill>
                  <a:schemeClr val="tx1"/>
                </a:solidFill>
                <a:latin typeface="+mj-lt"/>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p:txBody>
      </p:sp>
      <p:sp>
        <p:nvSpPr>
          <p:cNvPr id="1691537028" name="Text Placeholder 3"/>
          <p:cNvSpPr>
            <a:spLocks noGrp="1"/>
          </p:cNvSpPr>
          <p:nvPr>
            <p:ph type="body" sz="quarter" idx="19"/>
          </p:nvPr>
        </p:nvSpPr>
        <p:spPr bwMode="auto">
          <a:xfrm>
            <a:off x="586388" y="2081710"/>
            <a:ext cx="8193024" cy="1132618"/>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p:txBody>
      </p:sp>
      <p:sp>
        <p:nvSpPr>
          <p:cNvPr id="1252387942" name="Text Placeholder 3"/>
          <p:cNvSpPr>
            <a:spLocks noGrp="1"/>
          </p:cNvSpPr>
          <p:nvPr>
            <p:ph type="body" sz="quarter" idx="20"/>
          </p:nvPr>
        </p:nvSpPr>
        <p:spPr bwMode="auto">
          <a:xfrm>
            <a:off x="586388" y="3587124"/>
            <a:ext cx="8193024" cy="541687"/>
          </a:xfrm>
          <a:prstGeom prst="rect">
            <a:avLst/>
          </a:prstGeom>
        </p:spPr>
        <p:txBody>
          <a:bodyPr wrap="square">
            <a:spAutoFit/>
          </a:bodyPr>
          <a:lstStyle>
            <a:lvl1pPr marL="0" indent="0">
              <a:buFont typeface="Arial"/>
              <a:buNone/>
              <a:defRPr>
                <a:solidFill>
                  <a:schemeClr val="tx1"/>
                </a:solidFill>
                <a:latin typeface="+mj-lt"/>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p:txBody>
      </p:sp>
      <p:sp>
        <p:nvSpPr>
          <p:cNvPr id="1227305189" name="Text Placeholder 3"/>
          <p:cNvSpPr>
            <a:spLocks noGrp="1"/>
          </p:cNvSpPr>
          <p:nvPr>
            <p:ph type="body" sz="quarter" idx="21"/>
          </p:nvPr>
        </p:nvSpPr>
        <p:spPr bwMode="auto">
          <a:xfrm>
            <a:off x="586388" y="4077778"/>
            <a:ext cx="8193024" cy="1132618"/>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p:txBody>
      </p:sp>
      <p:sp>
        <p:nvSpPr>
          <p:cNvPr id="169456815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570767391"/>
      </p:ext>
    </p:extLst>
  </p:cSld>
  <p:clrMapOvr>
    <a:overrideClrMapping bg1="lt1" tx1="dk1" bg2="lt2" tx2="dk2" accent1="accent1" accent2="accent2" accent3="accent3" accent4="accent4" accent5="accent5" accent6="accent6" hlink="hlink" folHlink="folHlink"/>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PhAnim="0" preserve="1" userDrawn="1">
  <p:cSld name="Closing slide_with Logo">
    <p:bg>
      <p:bgPr>
        <a:solidFill>
          <a:srgbClr val="E8E6DF"/>
        </a:solidFill>
        <a:effectLst/>
      </p:bgPr>
    </p:bg>
    <p:spTree>
      <p:nvGrpSpPr>
        <p:cNvPr id="1" name=""/>
        <p:cNvGrpSpPr/>
        <p:nvPr/>
      </p:nvGrpSpPr>
      <p:grpSpPr bwMode="auto">
        <a:xfrm>
          <a:off x="0" y="0"/>
          <a:ext cx="0" cy="0"/>
          <a:chOff x="0" y="0"/>
          <a:chExt cx="0" cy="0"/>
        </a:xfrm>
      </p:grpSpPr>
      <p:pic>
        <p:nvPicPr>
          <p:cNvPr id="364722664" name="MS logo gray - EMF"/>
          <p:cNvPicPr>
            <a:picLocks noChangeAspect="1"/>
          </p:cNvPicPr>
          <p:nvPr userDrawn="1"/>
        </p:nvPicPr>
        <p:blipFill rotWithShape="1">
          <a:blip r:embed="rId2"/>
          <a:stretch/>
        </p:blipFill>
        <p:spPr bwMode="black">
          <a:xfrm>
            <a:off x="584200" y="585788"/>
            <a:ext cx="1366440" cy="292608"/>
          </a:xfrm>
          <a:prstGeom prst="rect">
            <a:avLst/>
          </a:prstGeom>
        </p:spPr>
      </p:pic>
      <p:sp>
        <p:nvSpPr>
          <p:cNvPr id="364612887" name="Title 1"/>
          <p:cNvSpPr>
            <a:spLocks noGrp="1"/>
          </p:cNvSpPr>
          <p:nvPr>
            <p:ph type="title" hasCustomPrompt="1"/>
          </p:nvPr>
        </p:nvSpPr>
        <p:spPr bwMode="auto">
          <a:xfrm>
            <a:off x="588262" y="-612577"/>
            <a:ext cx="8193024" cy="307777"/>
          </a:xfrm>
        </p:spPr>
        <p:txBody>
          <a:bodyPr/>
          <a:lstStyle>
            <a:lvl1pPr>
              <a:defRPr sz="2000" b="0" i="0">
                <a:solidFill>
                  <a:srgbClr val="001F2D"/>
                </a:solidFill>
                <a:latin typeface="+mj-lt"/>
                <a:cs typeface="Segoe UI Semibold"/>
              </a:defRPr>
            </a:lvl1pPr>
          </a:lstStyle>
          <a:p>
            <a:pPr>
              <a:defRPr/>
            </a:pPr>
            <a:r>
              <a:rPr lang="en-US"/>
              <a:t>Final slide with logo</a:t>
            </a:r>
            <a:endParaRPr/>
          </a:p>
        </p:txBody>
      </p:sp>
      <p:sp>
        <p:nvSpPr>
          <p:cNvPr id="175269341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371984058"/>
      </p:ext>
    </p:extLst>
  </p:cSld>
  <p:clrMapOvr>
    <a:overrideClrMapping bg1="lt1" tx1="dk1" bg2="lt2" tx2="dk2" accent1="accent1" accent2="accent2" accent3="accent3" accent4="accent4" accent5="accent5" accent6="accent6" hlink="hlink" folHlink="folHlink"/>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showMasterPhAnim="0" preserve="1" userDrawn="1">
  <p:cSld name="2_Closing slide_with Logo">
    <p:bg>
      <p:bgPr>
        <a:solidFill>
          <a:srgbClr val="E8E6DF"/>
        </a:solidFill>
        <a:effectLst/>
      </p:bgPr>
    </p:bg>
    <p:spTree>
      <p:nvGrpSpPr>
        <p:cNvPr id="1" name=""/>
        <p:cNvGrpSpPr/>
        <p:nvPr/>
      </p:nvGrpSpPr>
      <p:grpSpPr bwMode="auto">
        <a:xfrm>
          <a:off x="0" y="0"/>
          <a:ext cx="0" cy="0"/>
          <a:chOff x="0" y="0"/>
          <a:chExt cx="0" cy="0"/>
        </a:xfrm>
      </p:grpSpPr>
      <p:pic>
        <p:nvPicPr>
          <p:cNvPr id="73038686" name="MS logo gray - EMF"/>
          <p:cNvPicPr>
            <a:picLocks noChangeAspect="1"/>
          </p:cNvPicPr>
          <p:nvPr userDrawn="1"/>
        </p:nvPicPr>
        <p:blipFill rotWithShape="1">
          <a:blip r:embed="rId2"/>
          <a:stretch/>
        </p:blipFill>
        <p:spPr bwMode="black">
          <a:xfrm>
            <a:off x="584200" y="585788"/>
            <a:ext cx="1366440" cy="292608"/>
          </a:xfrm>
          <a:prstGeom prst="rect">
            <a:avLst/>
          </a:prstGeom>
        </p:spPr>
      </p:pic>
      <p:sp>
        <p:nvSpPr>
          <p:cNvPr id="396573988" name="Title 1"/>
          <p:cNvSpPr>
            <a:spLocks noGrp="1"/>
          </p:cNvSpPr>
          <p:nvPr>
            <p:ph type="title" hasCustomPrompt="1"/>
          </p:nvPr>
        </p:nvSpPr>
        <p:spPr bwMode="auto">
          <a:xfrm>
            <a:off x="588262" y="-616043"/>
            <a:ext cx="8193024" cy="307777"/>
          </a:xfrm>
        </p:spPr>
        <p:txBody>
          <a:bodyPr/>
          <a:lstStyle>
            <a:lvl1pPr>
              <a:defRPr sz="2000" b="0" i="0">
                <a:solidFill>
                  <a:srgbClr val="001F2D"/>
                </a:solidFill>
                <a:latin typeface="+mj-lt"/>
                <a:cs typeface="Segoe UI Semibold"/>
              </a:defRPr>
            </a:lvl1pPr>
          </a:lstStyle>
          <a:p>
            <a:pPr>
              <a:defRPr/>
            </a:pPr>
            <a:r>
              <a:rPr lang="en-US"/>
              <a:t>Final slide with logo</a:t>
            </a:r>
            <a:endParaRPr/>
          </a:p>
        </p:txBody>
      </p:sp>
      <p:sp>
        <p:nvSpPr>
          <p:cNvPr id="93358993" name="Text Placeholder 4"/>
          <p:cNvSpPr>
            <a:spLocks noGrp="1"/>
          </p:cNvSpPr>
          <p:nvPr>
            <p:ph type="body" sz="quarter" idx="12" hasCustomPrompt="1"/>
          </p:nvPr>
        </p:nvSpPr>
        <p:spPr bwMode="auto">
          <a:xfrm>
            <a:off x="585216" y="2080227"/>
            <a:ext cx="3361943" cy="553998"/>
          </a:xfrm>
          <a:prstGeom prst="rect">
            <a:avLst/>
          </a:prstGeom>
          <a:noFill/>
        </p:spPr>
        <p:txBody>
          <a:bodyPr wrap="square" lIns="0" tIns="0" rIns="0" bIns="0">
            <a:spAutoFit/>
          </a:bodyPr>
          <a:lstStyle>
            <a:lvl1pPr marL="0" indent="0" algn="l" defTabSz="457200" rtl="0">
              <a:lnSpc>
                <a:spcPct val="100000"/>
              </a:lnSpc>
              <a:spcBef>
                <a:spcPts val="0"/>
              </a:spcBef>
              <a:spcAft>
                <a:spcPts val="0"/>
              </a:spcAft>
              <a:buFont typeface="Arial"/>
              <a:buNone/>
              <a:defRPr lang="en-US" sz="3600" b="0" cap="none" spc="-50">
                <a:ln w="3175">
                  <a:noFill/>
                </a:ln>
                <a:solidFill>
                  <a:schemeClr val="accent3"/>
                </a:solidFill>
                <a:latin typeface="+mj-lt"/>
                <a:ea typeface="+mn-ea"/>
                <a:cs typeface="Segoe UI"/>
              </a:defRPr>
            </a:lvl1pPr>
          </a:lstStyle>
          <a:p>
            <a:pPr lvl="0">
              <a:defRPr/>
            </a:pPr>
            <a:r>
              <a:rPr lang="en-US"/>
              <a:t>Thank you.</a:t>
            </a:r>
            <a:endParaRPr/>
          </a:p>
        </p:txBody>
      </p:sp>
      <p:sp>
        <p:nvSpPr>
          <p:cNvPr id="1222119638" name="Text Placeholder 8"/>
          <p:cNvSpPr>
            <a:spLocks noGrp="1"/>
          </p:cNvSpPr>
          <p:nvPr>
            <p:ph type="body" sz="quarter" idx="13"/>
          </p:nvPr>
        </p:nvSpPr>
        <p:spPr bwMode="auto">
          <a:xfrm>
            <a:off x="4485640" y="2276475"/>
            <a:ext cx="7114222" cy="1689098"/>
          </a:xfrm>
        </p:spPr>
        <p:txBody>
          <a:bodyPr/>
          <a:lstStyle>
            <a:lvl1pPr marL="0" indent="0" algn="l" defTabSz="457200" rtl="0">
              <a:lnSpc>
                <a:spcPct val="100000"/>
              </a:lnSpc>
              <a:spcBef>
                <a:spcPts val="0"/>
              </a:spcBef>
              <a:buNone/>
              <a:defRPr lang="en-US" sz="2000" b="0" cap="none" spc="-50">
                <a:ln w="3175">
                  <a:noFill/>
                </a:ln>
                <a:solidFill>
                  <a:schemeClr val="tx1"/>
                </a:solidFill>
                <a:latin typeface="+mn-lt"/>
                <a:ea typeface="+mn-ea"/>
                <a:cs typeface="Segoe UI"/>
              </a:defRPr>
            </a:lvl1pPr>
            <a:lvl2pPr marL="155448" indent="0">
              <a:buNone/>
              <a:defRPr lang="en-US" sz="2000" b="0" cap="none" spc="-50">
                <a:ln w="3175">
                  <a:noFill/>
                </a:ln>
                <a:solidFill>
                  <a:schemeClr val="bg1"/>
                </a:solidFill>
                <a:latin typeface="+mn-lt"/>
                <a:ea typeface="+mn-ea"/>
                <a:cs typeface="Segoe UI"/>
              </a:defRPr>
            </a:lvl2pPr>
            <a:lvl3pPr marL="265176" indent="0">
              <a:buNone/>
              <a:defRPr/>
            </a:lvl3pPr>
            <a:lvl4pPr marL="661988" indent="0">
              <a:buNone/>
              <a:defRPr/>
            </a:lvl4pPr>
            <a:lvl5pPr marL="855663" indent="0">
              <a:buNone/>
              <a:defRPr/>
            </a:lvl5pPr>
          </a:lstStyle>
          <a:p>
            <a:pPr lvl="0">
              <a:defRPr/>
            </a:pPr>
            <a:r>
              <a:rPr lang="en-US"/>
              <a:t>Click to edit Master text styles</a:t>
            </a:r>
            <a:endParaRPr/>
          </a:p>
        </p:txBody>
      </p:sp>
      <p:sp>
        <p:nvSpPr>
          <p:cNvPr id="123732772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497228093"/>
      </p:ext>
    </p:extLst>
  </p:cSld>
  <p:clrMapOvr>
    <a:overrideClrMapping bg1="lt1" tx1="dk1" bg2="lt2" tx2="dk2" accent1="accent1" accent2="accent2" accent3="accent3" accent4="accent4" accent5="accent5" accent6="accent6" hlink="hlink" folHlink="folHlink"/>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PhAnim="0" userDrawn="1">
  <p:cSld name="Title_Gradient_Dark Blue">
    <p:bg>
      <p:bgPr>
        <a:solidFill>
          <a:schemeClr val="bg2"/>
        </a:solidFill>
        <a:effectLst/>
      </p:bgPr>
    </p:bg>
    <p:spTree>
      <p:nvGrpSpPr>
        <p:cNvPr id="1" name=""/>
        <p:cNvGrpSpPr/>
        <p:nvPr/>
      </p:nvGrpSpPr>
      <p:grpSpPr bwMode="auto">
        <a:xfrm>
          <a:off x="0" y="0"/>
          <a:ext cx="0" cy="0"/>
          <a:chOff x="0" y="0"/>
          <a:chExt cx="0" cy="0"/>
        </a:xfrm>
      </p:grpSpPr>
      <p:pic>
        <p:nvPicPr>
          <p:cNvPr id="548529916" name="Picture 6" descr="Background pattern&#10;&#10;Description automatically generated"/>
          <p:cNvPicPr>
            <a:picLocks noChangeAspect="1"/>
          </p:cNvPicPr>
          <p:nvPr userDrawn="1"/>
        </p:nvPicPr>
        <p:blipFill rotWithShape="1">
          <a:blip r:embed="rId2"/>
          <a:stretch/>
        </p:blipFill>
        <p:spPr bwMode="auto">
          <a:xfrm>
            <a:off x="0" y="0"/>
            <a:ext cx="12188952" cy="6856285"/>
          </a:xfrm>
          <a:prstGeom prst="rect">
            <a:avLst/>
          </a:prstGeom>
        </p:spPr>
      </p:pic>
      <p:pic>
        <p:nvPicPr>
          <p:cNvPr id="1806648984" name="MS logo white - EMF"/>
          <p:cNvPicPr>
            <a:picLocks noChangeAspect="1"/>
          </p:cNvPicPr>
          <p:nvPr userDrawn="1"/>
        </p:nvPicPr>
        <p:blipFill rotWithShape="1">
          <a:blip r:embed="rId3"/>
          <a:stretch/>
        </p:blipFill>
        <p:spPr bwMode="white">
          <a:xfrm>
            <a:off x="584200" y="585788"/>
            <a:ext cx="1366245" cy="292608"/>
          </a:xfrm>
          <a:prstGeom prst="rect">
            <a:avLst/>
          </a:prstGeom>
        </p:spPr>
      </p:pic>
      <p:sp>
        <p:nvSpPr>
          <p:cNvPr id="1093963303" name="Title 1"/>
          <p:cNvSpPr>
            <a:spLocks noGrp="1"/>
          </p:cNvSpPr>
          <p:nvPr>
            <p:ph type="title" hasCustomPrompt="1"/>
          </p:nvPr>
        </p:nvSpPr>
        <p:spPr bwMode="white">
          <a:xfrm>
            <a:off x="569911" y="2769057"/>
            <a:ext cx="8193024" cy="1231106"/>
          </a:xfrm>
          <a:prstGeom prst="rect">
            <a:avLst/>
          </a:prstGeom>
          <a:noFill/>
        </p:spPr>
        <p:txBody>
          <a:bodyPr wrap="square" lIns="0" tIns="0" rIns="0" bIns="0" anchor="b" anchorCtr="0">
            <a:spAutoFit/>
          </a:bodyPr>
          <a:lstStyle>
            <a:lvl1pPr>
              <a:defRPr sz="4000" b="0" i="0" spc="-50">
                <a:solidFill>
                  <a:schemeClr val="bg1"/>
                </a:solidFill>
                <a:latin typeface="+mn-lt"/>
                <a:cs typeface="Segoe UI"/>
              </a:defRPr>
            </a:lvl1pPr>
          </a:lstStyle>
          <a:p>
            <a:pPr>
              <a:defRPr/>
            </a:pPr>
            <a:r>
              <a:rPr lang="en-US"/>
              <a:t>Event name or </a:t>
            </a:r>
            <a:br>
              <a:rPr lang="en-US"/>
            </a:br>
            <a:r>
              <a:rPr lang="en-US"/>
              <a:t>presentation title</a:t>
            </a:r>
            <a:endParaRPr/>
          </a:p>
        </p:txBody>
      </p:sp>
      <p:sp>
        <p:nvSpPr>
          <p:cNvPr id="102769229" name="Text Placeholder 4"/>
          <p:cNvSpPr>
            <a:spLocks noGrp="1"/>
          </p:cNvSpPr>
          <p:nvPr>
            <p:ph type="body" sz="quarter" idx="12" hasCustomPrompt="1"/>
          </p:nvPr>
        </p:nvSpPr>
        <p:spPr bwMode="white">
          <a:xfrm>
            <a:off x="582042" y="4215827"/>
            <a:ext cx="8193024" cy="246221"/>
          </a:xfrm>
          <a:prstGeom prst="rect">
            <a:avLst/>
          </a:prstGeom>
          <a:noFill/>
        </p:spPr>
        <p:txBody>
          <a:bodyPr wrap="square" lIns="0" tIns="0" rIns="0" bIns="0">
            <a:spAutoFit/>
          </a:bodyPr>
          <a:lstStyle>
            <a:lvl1pPr marL="0" indent="0">
              <a:spcBef>
                <a:spcPts val="0"/>
              </a:spcBef>
              <a:buNone/>
              <a:defRPr sz="1600" spc="0">
                <a:solidFill>
                  <a:schemeClr val="bg1"/>
                </a:solidFill>
                <a:latin typeface="+mn-lt"/>
                <a:cs typeface="Segoe UI"/>
              </a:defRPr>
            </a:lvl1pPr>
          </a:lstStyle>
          <a:p>
            <a:pPr lvl="0">
              <a:defRPr/>
            </a:pPr>
            <a:r>
              <a:rPr lang="en-US"/>
              <a:t>Speaker name or subtitle</a:t>
            </a:r>
            <a:endParaRPr/>
          </a:p>
        </p:txBody>
      </p:sp>
      <p:sp>
        <p:nvSpPr>
          <p:cNvPr id="1867111517" name="Text Placeholder 4"/>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ts val="0"/>
              </a:spcBef>
              <a:buNone/>
              <a:defRPr sz="1000" spc="0">
                <a:solidFill>
                  <a:schemeClr val="bg1"/>
                </a:solidFill>
                <a:latin typeface="+mn-lt"/>
                <a:cs typeface="Segoe UI"/>
              </a:defRPr>
            </a:lvl1pPr>
          </a:lstStyle>
          <a:p>
            <a:pPr lvl="0">
              <a:defRPr/>
            </a:pPr>
            <a:r>
              <a:rPr lang="en-US"/>
              <a:t>Date</a:t>
            </a:r>
            <a:endParaRPr/>
          </a:p>
        </p:txBody>
      </p:sp>
      <p:sp>
        <p:nvSpPr>
          <p:cNvPr id="633926392" name="Text Placeholder 4"/>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ts val="0"/>
              </a:spcBef>
              <a:buNone/>
              <a:defRPr sz="1000" spc="0">
                <a:solidFill>
                  <a:schemeClr val="bg1"/>
                </a:solidFill>
                <a:latin typeface="+mn-lt"/>
                <a:cs typeface="Segoe UI"/>
              </a:defRPr>
            </a:lvl1pPr>
          </a:lstStyle>
          <a:p>
            <a:pPr lvl="0">
              <a:defRPr/>
            </a:pPr>
            <a:r>
              <a:rPr lang="en-US"/>
              <a:t>Microsoft confidential</a:t>
            </a:r>
            <a:endParaRPr/>
          </a:p>
        </p:txBody>
      </p:sp>
    </p:spTree>
    <p:extLst>
      <p:ext uri="{BB962C8B-B14F-4D97-AF65-F5344CB8AC3E}">
        <p14:creationId xmlns:p14="http://schemas.microsoft.com/office/powerpoint/2010/main" val="158874966"/>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PhAnim="0" userDrawn="1">
  <p:cSld name="Small title - half page">
    <p:spTree>
      <p:nvGrpSpPr>
        <p:cNvPr id="1" name=""/>
        <p:cNvGrpSpPr/>
        <p:nvPr/>
      </p:nvGrpSpPr>
      <p:grpSpPr bwMode="auto">
        <a:xfrm>
          <a:off x="0" y="0"/>
          <a:ext cx="0" cy="0"/>
          <a:chOff x="0" y="0"/>
          <a:chExt cx="0" cy="0"/>
        </a:xfrm>
      </p:grpSpPr>
      <p:sp>
        <p:nvSpPr>
          <p:cNvPr id="240521912" name="Title 2"/>
          <p:cNvSpPr>
            <a:spLocks noGrp="1"/>
          </p:cNvSpPr>
          <p:nvPr>
            <p:ph type="title" hasCustomPrompt="1"/>
          </p:nvPr>
        </p:nvSpPr>
        <p:spPr bwMode="auto">
          <a:xfrm>
            <a:off x="584200" y="457200"/>
            <a:ext cx="5508419" cy="372410"/>
          </a:xfrm>
        </p:spPr>
        <p:txBody>
          <a:bodyPr tIns="64008"/>
          <a:lstStyle>
            <a:lvl1pPr>
              <a:defRPr sz="2000" spc="0">
                <a:latin typeface="+mj-lt"/>
                <a:cs typeface="Segoe UI"/>
              </a:defRPr>
            </a:lvl1pPr>
          </a:lstStyle>
          <a:p>
            <a:pPr>
              <a:defRPr/>
            </a:pPr>
            <a:r>
              <a:rPr lang="en-US"/>
              <a:t>Click to edit title style</a:t>
            </a:r>
            <a:endParaRPr/>
          </a:p>
        </p:txBody>
      </p:sp>
      <p:sp>
        <p:nvSpPr>
          <p:cNvPr id="10847918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265812198"/>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PhAnim="0" userDrawn="1">
  <p:cSld name="Blank">
    <p:spTree>
      <p:nvGrpSpPr>
        <p:cNvPr id="1" name=""/>
        <p:cNvGrpSpPr/>
        <p:nvPr/>
      </p:nvGrpSpPr>
      <p:grpSpPr bwMode="auto">
        <a:xfrm>
          <a:off x="0" y="0"/>
          <a:ext cx="0" cy="0"/>
          <a:chOff x="0" y="0"/>
          <a:chExt cx="0" cy="0"/>
        </a:xfrm>
      </p:grpSpPr>
      <p:sp>
        <p:nvSpPr>
          <p:cNvPr id="13655975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533003529"/>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PhAnim="0" userDrawn="1">
  <p:cSld name="LearningPath2_WmGray">
    <p:bg>
      <p:bgPr>
        <a:solidFill>
          <a:srgbClr val="E8E6DF"/>
        </a:solidFill>
        <a:effectLst/>
      </p:bgPr>
    </p:bg>
    <p:spTree>
      <p:nvGrpSpPr>
        <p:cNvPr id="1" name=""/>
        <p:cNvGrpSpPr/>
        <p:nvPr/>
      </p:nvGrpSpPr>
      <p:grpSpPr bwMode="auto">
        <a:xfrm>
          <a:off x="0" y="0"/>
          <a:ext cx="0" cy="0"/>
          <a:chOff x="0" y="0"/>
          <a:chExt cx="0" cy="0"/>
        </a:xfrm>
      </p:grpSpPr>
      <p:sp>
        <p:nvSpPr>
          <p:cNvPr id="196702324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44681410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820596894"/>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showMasterPhAnim="0" userDrawn="1">
  <p:cSld name="Text option_3 rows">
    <p:spTree>
      <p:nvGrpSpPr>
        <p:cNvPr id="1" name=""/>
        <p:cNvGrpSpPr/>
        <p:nvPr/>
      </p:nvGrpSpPr>
      <p:grpSpPr bwMode="auto">
        <a:xfrm>
          <a:off x="0" y="0"/>
          <a:ext cx="0" cy="0"/>
          <a:chOff x="0" y="0"/>
          <a:chExt cx="0" cy="0"/>
        </a:xfrm>
      </p:grpSpPr>
      <p:sp>
        <p:nvSpPr>
          <p:cNvPr id="1344769781" name="Text Placeholder 4"/>
          <p:cNvSpPr>
            <a:spLocks noGrp="1"/>
          </p:cNvSpPr>
          <p:nvPr>
            <p:ph type="body" sz="quarter" idx="11" hasCustomPrompt="1"/>
          </p:nvPr>
        </p:nvSpPr>
        <p:spPr bwMode="auto">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2015345483" name="Text Placeholder 4"/>
          <p:cNvSpPr>
            <a:spLocks noGrp="1"/>
          </p:cNvSpPr>
          <p:nvPr>
            <p:ph type="body" sz="quarter" idx="15" hasCustomPrompt="1"/>
          </p:nvPr>
        </p:nvSpPr>
        <p:spPr bwMode="auto">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991606150" name="Text Placeholder 4"/>
          <p:cNvSpPr>
            <a:spLocks noGrp="1"/>
          </p:cNvSpPr>
          <p:nvPr>
            <p:ph type="body" sz="quarter" idx="17" hasCustomPrompt="1"/>
          </p:nvPr>
        </p:nvSpPr>
        <p:spPr bwMode="auto">
          <a:xfrm>
            <a:off x="1389460" y="3545276"/>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71787888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2089439194"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cxnSp>
        <p:nvCxnSpPr>
          <p:cNvPr id="1245305605" name="Straight Connector 6"/>
          <p:cNvCxnSpPr/>
          <p:nvPr userDrawn="1"/>
        </p:nvCxnSpPr>
        <p:spPr bwMode="auto">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47814869" name="Straight Connector 7"/>
          <p:cNvCxnSpPr/>
          <p:nvPr userDrawn="1"/>
        </p:nvCxnSpPr>
        <p:spPr bwMode="auto">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3012893"/>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showMasterPhAnim="0" userDrawn="1">
  <p:cSld name="Text option_4 rows">
    <p:spTree>
      <p:nvGrpSpPr>
        <p:cNvPr id="1" name=""/>
        <p:cNvGrpSpPr/>
        <p:nvPr/>
      </p:nvGrpSpPr>
      <p:grpSpPr bwMode="auto">
        <a:xfrm>
          <a:off x="0" y="0"/>
          <a:ext cx="0" cy="0"/>
          <a:chOff x="0" y="0"/>
          <a:chExt cx="0" cy="0"/>
        </a:xfrm>
      </p:grpSpPr>
      <p:sp>
        <p:nvSpPr>
          <p:cNvPr id="189742568" name="Text Placeholder 4"/>
          <p:cNvSpPr>
            <a:spLocks noGrp="1"/>
          </p:cNvSpPr>
          <p:nvPr>
            <p:ph type="body" sz="quarter" idx="11" hasCustomPrompt="1"/>
          </p:nvPr>
        </p:nvSpPr>
        <p:spPr bwMode="auto">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454083437" name="Straight Connector 19"/>
          <p:cNvCxnSpPr/>
          <p:nvPr userDrawn="1"/>
        </p:nvCxnSpPr>
        <p:spPr bwMode="auto">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52093959" name="Text Placeholder 4"/>
          <p:cNvSpPr>
            <a:spLocks noGrp="1"/>
          </p:cNvSpPr>
          <p:nvPr>
            <p:ph type="body" sz="quarter" idx="15" hasCustomPrompt="1"/>
          </p:nvPr>
        </p:nvSpPr>
        <p:spPr bwMode="auto">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1526975721" name="Straight Connector 20"/>
          <p:cNvCxnSpPr/>
          <p:nvPr userDrawn="1"/>
        </p:nvCxnSpPr>
        <p:spPr bwMode="auto">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34972699" name="Text Placeholder 4"/>
          <p:cNvSpPr>
            <a:spLocks noGrp="1"/>
          </p:cNvSpPr>
          <p:nvPr>
            <p:ph type="body" sz="quarter" idx="17" hasCustomPrompt="1"/>
          </p:nvPr>
        </p:nvSpPr>
        <p:spPr bwMode="auto">
          <a:xfrm>
            <a:off x="1389460" y="3545276"/>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1391258728" name="Straight Connector 21"/>
          <p:cNvCxnSpPr/>
          <p:nvPr userDrawn="1"/>
        </p:nvCxnSpPr>
        <p:spPr bwMode="auto">
          <a:xfrm>
            <a:off x="1389695" y="445894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690180970" name="Text Placeholder 4"/>
          <p:cNvSpPr>
            <a:spLocks noGrp="1"/>
          </p:cNvSpPr>
          <p:nvPr>
            <p:ph type="body" sz="quarter" idx="19" hasCustomPrompt="1"/>
          </p:nvPr>
        </p:nvSpPr>
        <p:spPr bwMode="auto">
          <a:xfrm>
            <a:off x="1389460" y="4591438"/>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122044493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27535828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Tree>
    <p:extLst>
      <p:ext uri="{BB962C8B-B14F-4D97-AF65-F5344CB8AC3E}">
        <p14:creationId xmlns:p14="http://schemas.microsoft.com/office/powerpoint/2010/main" val="2764324549"/>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showMasterPhAnim="0" userDrawn="1">
  <p:cSld name="Text option_5 rows">
    <p:spTree>
      <p:nvGrpSpPr>
        <p:cNvPr id="1" name=""/>
        <p:cNvGrpSpPr/>
        <p:nvPr/>
      </p:nvGrpSpPr>
      <p:grpSpPr bwMode="auto">
        <a:xfrm>
          <a:off x="0" y="0"/>
          <a:ext cx="0" cy="0"/>
          <a:chOff x="0" y="0"/>
          <a:chExt cx="0" cy="0"/>
        </a:xfrm>
      </p:grpSpPr>
      <p:sp>
        <p:nvSpPr>
          <p:cNvPr id="1819732949" name="Text Placeholder 4"/>
          <p:cNvSpPr>
            <a:spLocks noGrp="1"/>
          </p:cNvSpPr>
          <p:nvPr>
            <p:ph type="body" sz="quarter" idx="11" hasCustomPrompt="1"/>
          </p:nvPr>
        </p:nvSpPr>
        <p:spPr bwMode="auto">
          <a:xfrm>
            <a:off x="1389460" y="1456896"/>
            <a:ext cx="10210404" cy="64562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1824606955" name="Straight Connector 14"/>
          <p:cNvCxnSpPr/>
          <p:nvPr userDrawn="1"/>
        </p:nvCxnSpPr>
        <p:spPr bwMode="auto">
          <a:xfrm>
            <a:off x="1389695" y="2205973"/>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03462773" name="Text Placeholder 4"/>
          <p:cNvSpPr>
            <a:spLocks noGrp="1"/>
          </p:cNvSpPr>
          <p:nvPr>
            <p:ph type="body" sz="quarter" idx="15" hasCustomPrompt="1"/>
          </p:nvPr>
        </p:nvSpPr>
        <p:spPr bwMode="auto">
          <a:xfrm>
            <a:off x="1389460" y="2309426"/>
            <a:ext cx="10210404" cy="64890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1525080775" name="Straight Connector 16"/>
          <p:cNvCxnSpPr/>
          <p:nvPr userDrawn="1"/>
        </p:nvCxnSpPr>
        <p:spPr bwMode="auto">
          <a:xfrm>
            <a:off x="1389695" y="306177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018211863" name="Text Placeholder 4"/>
          <p:cNvSpPr>
            <a:spLocks noGrp="1"/>
          </p:cNvSpPr>
          <p:nvPr>
            <p:ph type="body" sz="quarter" idx="17" hasCustomPrompt="1"/>
          </p:nvPr>
        </p:nvSpPr>
        <p:spPr bwMode="auto">
          <a:xfrm>
            <a:off x="1389460" y="3165232"/>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790648245" name="Straight Connector 18"/>
          <p:cNvCxnSpPr/>
          <p:nvPr userDrawn="1"/>
        </p:nvCxnSpPr>
        <p:spPr bwMode="auto">
          <a:xfrm>
            <a:off x="1389695" y="391758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426266915" name="Text Placeholder 4"/>
          <p:cNvSpPr>
            <a:spLocks noGrp="1"/>
          </p:cNvSpPr>
          <p:nvPr>
            <p:ph type="body" sz="quarter" idx="19" hasCustomPrompt="1"/>
          </p:nvPr>
        </p:nvSpPr>
        <p:spPr bwMode="auto">
          <a:xfrm>
            <a:off x="1389460" y="4021038"/>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1728960761" name="Straight Connector 10"/>
          <p:cNvCxnSpPr/>
          <p:nvPr userDrawn="1"/>
        </p:nvCxnSpPr>
        <p:spPr bwMode="auto">
          <a:xfrm>
            <a:off x="1389695" y="4773391"/>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422781298" name="Text Placeholder 4"/>
          <p:cNvSpPr>
            <a:spLocks noGrp="1"/>
          </p:cNvSpPr>
          <p:nvPr>
            <p:ph type="body" sz="quarter" idx="21" hasCustomPrompt="1"/>
          </p:nvPr>
        </p:nvSpPr>
        <p:spPr bwMode="auto">
          <a:xfrm>
            <a:off x="1389460" y="4876845"/>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sp>
        <p:nvSpPr>
          <p:cNvPr id="78394367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415389315"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Tree>
    <p:extLst>
      <p:ext uri="{BB962C8B-B14F-4D97-AF65-F5344CB8AC3E}">
        <p14:creationId xmlns:p14="http://schemas.microsoft.com/office/powerpoint/2010/main" val="1089157456"/>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showMasterPhAnim="0" userDrawn="1">
  <p:cSld name="1_Knowledge Check">
    <p:spTree>
      <p:nvGrpSpPr>
        <p:cNvPr id="1" name=""/>
        <p:cNvGrpSpPr/>
        <p:nvPr/>
      </p:nvGrpSpPr>
      <p:grpSpPr bwMode="auto">
        <a:xfrm>
          <a:off x="0" y="0"/>
          <a:ext cx="0" cy="0"/>
          <a:chOff x="0" y="0"/>
          <a:chExt cx="0" cy="0"/>
        </a:xfrm>
      </p:grpSpPr>
      <p:sp>
        <p:nvSpPr>
          <p:cNvPr id="1011137608" name="Rounded Rectangle 3_1"/>
          <p:cNvSpPr/>
          <p:nvPr userDrawn="1"/>
        </p:nvSpPr>
        <p:spPr bwMode="auto">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ts val="0"/>
              </a:spcBef>
              <a:spcAft>
                <a:spcPts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1680585382" name="Title 1"/>
          <p:cNvSpPr>
            <a:spLocks noGrp="1"/>
          </p:cNvSpPr>
          <p:nvPr>
            <p:ph type="title"/>
          </p:nvPr>
        </p:nvSpPr>
        <p:spPr bwMode="auto">
          <a:xfrm>
            <a:off x="588262" y="585216"/>
            <a:ext cx="8193024" cy="369332"/>
          </a:xfrm>
        </p:spPr>
        <p:txBody>
          <a:bodyPr/>
          <a:lstStyle>
            <a:lvl1pPr>
              <a:defRPr sz="2400" b="0" i="0">
                <a:solidFill>
                  <a:schemeClr val="tx1"/>
                </a:solidFill>
                <a:latin typeface="+mj-lt"/>
                <a:cs typeface="Segoe UI Semibold"/>
              </a:defRPr>
            </a:lvl1pPr>
          </a:lstStyle>
          <a:p>
            <a:pPr>
              <a:defRPr/>
            </a:pPr>
            <a:r>
              <a:rPr lang="en-US"/>
              <a:t>Click to edit Master title style</a:t>
            </a:r>
            <a:endParaRPr/>
          </a:p>
        </p:txBody>
      </p:sp>
      <p:sp>
        <p:nvSpPr>
          <p:cNvPr id="79871041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096248748" name="Text Placeholder 11"/>
          <p:cNvSpPr>
            <a:spLocks noGrp="1"/>
          </p:cNvSpPr>
          <p:nvPr>
            <p:ph type="body" sz="quarter" idx="17"/>
          </p:nvPr>
        </p:nvSpPr>
        <p:spPr bwMode="auto">
          <a:xfrm>
            <a:off x="1235075" y="1594151"/>
            <a:ext cx="8778782" cy="399973"/>
          </a:xfrm>
          <a:prstGeom prst="rect">
            <a:avLst/>
          </a:prstGeom>
        </p:spPr>
        <p:txBody>
          <a:bodyPr anchor="t"/>
          <a:lstStyle>
            <a:lvl1pPr marL="0" indent="0">
              <a:spcBef>
                <a:spcPts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1893880758" name="Text Placeholder 3"/>
          <p:cNvSpPr>
            <a:spLocks noGrp="1"/>
          </p:cNvSpPr>
          <p:nvPr>
            <p:ph type="body" sz="quarter" idx="15"/>
          </p:nvPr>
        </p:nvSpPr>
        <p:spPr bwMode="auto">
          <a:xfrm>
            <a:off x="1237265" y="1994124"/>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grpSp>
        <p:nvGrpSpPr>
          <p:cNvPr id="1621009621" name="Group 6"/>
          <p:cNvGrpSpPr/>
          <p:nvPr userDrawn="1"/>
        </p:nvGrpSpPr>
        <p:grpSpPr bwMode="auto">
          <a:xfrm>
            <a:off x="10107938" y="893763"/>
            <a:ext cx="1110600" cy="1110600"/>
            <a:chOff x="5540700" y="2116300"/>
            <a:chExt cx="1110600" cy="1110600"/>
          </a:xfrm>
        </p:grpSpPr>
        <p:sp>
          <p:nvSpPr>
            <p:cNvPr id="8" name="Oval 7"/>
            <p:cNvSpPr/>
            <p:nvPr/>
          </p:nvSpPr>
          <p:spPr bwMode="auto">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a:lnSpc>
                  <a:spcPct val="100000"/>
                </a:lnSpc>
                <a:spcBef>
                  <a:spcPts val="0"/>
                </a:spcBef>
                <a:spcAft>
                  <a:spcPts val="0"/>
                </a:spcAft>
                <a:buClrTx/>
                <a:buSzTx/>
                <a:buFontTx/>
                <a:buNone/>
                <a:defRPr/>
              </a:pPr>
              <a:endParaRPr lang="en-US" sz="1800" b="0" i="0" u="none" strike="noStrike" cap="none" spc="0">
                <a:ln>
                  <a:noFill/>
                </a:ln>
                <a:solidFill>
                  <a:srgbClr val="FFFFFF"/>
                </a:solidFill>
                <a:latin typeface="Segoe UI"/>
                <a:ea typeface="+mn-ea"/>
                <a:cs typeface="+mn-cs"/>
              </a:endParaRPr>
            </a:p>
          </p:txBody>
        </p:sp>
        <p:pic>
          <p:nvPicPr>
            <p:cNvPr id="9" name="Picture 8"/>
            <p:cNvPicPr/>
            <p:nvPr/>
          </p:nvPicPr>
          <p:blipFill rotWithShape="1">
            <a:blip r:embed="rId2"/>
            <a:stretch/>
          </p:blipFill>
          <p:spPr bwMode="auto">
            <a:xfrm>
              <a:off x="5749602" y="2325202"/>
              <a:ext cx="692796" cy="692796"/>
            </a:xfrm>
            <a:prstGeom prst="rect">
              <a:avLst/>
            </a:prstGeom>
            <a:noFill/>
          </p:spPr>
        </p:pic>
      </p:grpSp>
      <p:sp>
        <p:nvSpPr>
          <p:cNvPr id="1987962791" name="Text Placeholder 11"/>
          <p:cNvSpPr>
            <a:spLocks noGrp="1"/>
          </p:cNvSpPr>
          <p:nvPr>
            <p:ph type="body" sz="quarter" idx="20"/>
          </p:nvPr>
        </p:nvSpPr>
        <p:spPr bwMode="auto">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defRPr/>
            </a:pPr>
            <a:r>
              <a:rPr lang="en-US"/>
              <a:t>Click to edit Master text styles</a:t>
            </a:r>
            <a:endParaRPr/>
          </a:p>
        </p:txBody>
      </p:sp>
      <p:sp>
        <p:nvSpPr>
          <p:cNvPr id="630161935" name="Text Placeholder 3"/>
          <p:cNvSpPr>
            <a:spLocks noGrp="1"/>
          </p:cNvSpPr>
          <p:nvPr>
            <p:ph type="body" sz="quarter" idx="21"/>
          </p:nvPr>
        </p:nvSpPr>
        <p:spPr bwMode="auto">
          <a:xfrm>
            <a:off x="1237265" y="4898755"/>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35564675" name="Text Placeholder 11"/>
          <p:cNvSpPr>
            <a:spLocks noGrp="1"/>
          </p:cNvSpPr>
          <p:nvPr>
            <p:ph type="body" sz="quarter" idx="22"/>
          </p:nvPr>
        </p:nvSpPr>
        <p:spPr bwMode="auto">
          <a:xfrm>
            <a:off x="1235075" y="3042690"/>
            <a:ext cx="8778782" cy="406323"/>
          </a:xfrm>
          <a:prstGeom prst="rect">
            <a:avLst/>
          </a:prstGeom>
        </p:spPr>
        <p:txBody>
          <a:bodyPr anchor="t"/>
          <a:lstStyle>
            <a:lvl1pPr marL="0" indent="0">
              <a:spcBef>
                <a:spcPts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1669869984" name="Text Placeholder 3"/>
          <p:cNvSpPr>
            <a:spLocks noGrp="1"/>
          </p:cNvSpPr>
          <p:nvPr>
            <p:ph type="body" sz="quarter" idx="23"/>
          </p:nvPr>
        </p:nvSpPr>
        <p:spPr bwMode="auto">
          <a:xfrm>
            <a:off x="1237265" y="3449013"/>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3380840201"/>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showMasterPhAnim="0" preserve="1" userDrawn="1">
  <p:cSld name="Title Slide">
    <p:bg>
      <p:bgPr>
        <a:blipFill dpi="0" rotWithShape="1">
          <a:blip r:embed="rId2">
            <a:lum/>
          </a:blip>
          <a:srcRect/>
          <a:stretch>
            <a:fillRect/>
          </a:stretch>
        </a:blipFill>
        <a:effectLst/>
      </p:bgPr>
    </p:bg>
    <p:spTree>
      <p:nvGrpSpPr>
        <p:cNvPr id="1" name=""/>
        <p:cNvGrpSpPr/>
        <p:nvPr/>
      </p:nvGrpSpPr>
      <p:grpSpPr bwMode="auto">
        <a:xfrm>
          <a:off x="0" y="0"/>
          <a:ext cx="0" cy="0"/>
          <a:chOff x="0" y="0"/>
          <a:chExt cx="0" cy="0"/>
        </a:xfrm>
      </p:grpSpPr>
      <p:pic>
        <p:nvPicPr>
          <p:cNvPr id="1516174795" name="MS logo gray - EMF" descr="Microsoft logo, gray text version"/>
          <p:cNvPicPr>
            <a:picLocks noChangeAspect="1"/>
          </p:cNvPicPr>
          <p:nvPr userDrawn="1"/>
        </p:nvPicPr>
        <p:blipFill rotWithShape="1">
          <a:blip>
            <a:extLst>
              <a:ext uri="{96DAC541-7B7A-43D3-8B79-37D633B846F1}">
                <asvg:svgBlip xmlns:asvg="http://schemas.microsoft.com/office/drawing/2016/SVG/main" r:embed="rId3"/>
              </a:ext>
            </a:extLst>
          </a:blip>
          <a:stretch/>
        </p:blipFill>
        <p:spPr bwMode="black">
          <a:xfrm>
            <a:off x="584200" y="585789"/>
            <a:ext cx="1366440" cy="292608"/>
          </a:xfrm>
          <a:prstGeom prst="rect">
            <a:avLst/>
          </a:prstGeom>
        </p:spPr>
      </p:pic>
      <p:sp>
        <p:nvSpPr>
          <p:cNvPr id="1400119098" name="Title 1"/>
          <p:cNvSpPr>
            <a:spLocks noGrp="1"/>
          </p:cNvSpPr>
          <p:nvPr>
            <p:ph type="title" hasCustomPrompt="1"/>
          </p:nvPr>
        </p:nvSpPr>
        <p:spPr bwMode="auto">
          <a:xfrm>
            <a:off x="569913" y="3551986"/>
            <a:ext cx="5686955" cy="1108121"/>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Event name or </a:t>
            </a:r>
            <a:br>
              <a:rPr lang="en-US"/>
            </a:br>
            <a:r>
              <a:rPr lang="en-US"/>
              <a:t>presentation title </a:t>
            </a:r>
            <a:endParaRPr/>
          </a:p>
        </p:txBody>
      </p:sp>
    </p:spTree>
    <p:extLst>
      <p:ext uri="{BB962C8B-B14F-4D97-AF65-F5344CB8AC3E}">
        <p14:creationId xmlns:p14="http://schemas.microsoft.com/office/powerpoint/2010/main" val="1828701039"/>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showMasterPhAnim="0" preserve="1" userDrawn="1">
  <p:cSld name="Section Divider">
    <p:bg>
      <p:bgPr>
        <a:blipFill dpi="0" rotWithShape="1">
          <a:blip r:embed="rId2">
            <a:lum/>
          </a:blip>
          <a:srcRect/>
          <a:stretch>
            <a:fillRect/>
          </a:stretch>
        </a:blipFill>
        <a:effectLst/>
      </p:bgPr>
    </p:bg>
    <p:spTree>
      <p:nvGrpSpPr>
        <p:cNvPr id="1" name=""/>
        <p:cNvGrpSpPr/>
        <p:nvPr/>
      </p:nvGrpSpPr>
      <p:grpSpPr bwMode="auto">
        <a:xfrm>
          <a:off x="0" y="0"/>
          <a:ext cx="0" cy="0"/>
          <a:chOff x="0" y="0"/>
          <a:chExt cx="0" cy="0"/>
        </a:xfrm>
      </p:grpSpPr>
      <p:sp>
        <p:nvSpPr>
          <p:cNvPr id="2" name="Rectangle 1">
            <a:extLst>
              <a:ext uri="{FF2B5EF4-FFF2-40B4-BE49-F238E27FC236}">
                <a16:creationId xmlns:a16="http://schemas.microsoft.com/office/drawing/2014/main" id="{9D6D3040-4139-4307-4ABC-FBED2ABA9EB7}"/>
              </a:ext>
            </a:extLst>
          </p:cNvPr>
          <p:cNvSpPr/>
          <p:nvPr userDrawn="1"/>
        </p:nvSpPr>
        <p:spPr bwMode="auto">
          <a:xfrm>
            <a:off x="0" y="2396507"/>
            <a:ext cx="12192000" cy="1708727"/>
          </a:xfrm>
          <a:prstGeom prst="rect">
            <a:avLst/>
          </a:prstGeom>
          <a:solidFill>
            <a:srgbClr val="FCF7F4">
              <a:alpha val="4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9C1A1ACF-BC3B-1FF4-9AEC-A88984FCA16F}"/>
              </a:ext>
            </a:extLst>
          </p:cNvPr>
          <p:cNvSpPr>
            <a:spLocks noGrp="1"/>
          </p:cNvSpPr>
          <p:nvPr>
            <p:ph type="title" hasCustomPrompt="1"/>
          </p:nvPr>
        </p:nvSpPr>
        <p:spPr bwMode="auto">
          <a:xfrm>
            <a:off x="0" y="2396508"/>
            <a:ext cx="9906000" cy="1708726"/>
          </a:xfrm>
          <a:prstGeom prst="rect">
            <a:avLst/>
          </a:prstGeom>
          <a:noFill/>
        </p:spPr>
        <p:txBody>
          <a:bodyPr wrap="square" lIns="640080" tIns="0" rIns="0" bIns="0" anchor="ctr" anchorCtr="0">
            <a:noAutofit/>
          </a:bodyPr>
          <a:lstStyle>
            <a:lvl1pPr>
              <a:defRPr sz="4100" b="0" i="0" spc="-51">
                <a:solidFill>
                  <a:schemeClr val="tx1"/>
                </a:solidFill>
                <a:latin typeface="+mn-lt"/>
                <a:cs typeface="Segoe UI"/>
              </a:defRPr>
            </a:lvl1pPr>
          </a:lstStyle>
          <a:p>
            <a:pPr>
              <a:defRPr/>
            </a:pPr>
            <a:r>
              <a:rPr lang="en-US" dirty="0"/>
              <a:t>Section divider title</a:t>
            </a:r>
            <a:endParaRPr dirty="0"/>
          </a:p>
        </p:txBody>
      </p:sp>
    </p:spTree>
    <p:extLst>
      <p:ext uri="{BB962C8B-B14F-4D97-AF65-F5344CB8AC3E}">
        <p14:creationId xmlns:p14="http://schemas.microsoft.com/office/powerpoint/2010/main" val="3252420486"/>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9" name="Graphic 5">
            <a:extLst>
              <a:ext uri="{FF2B5EF4-FFF2-40B4-BE49-F238E27FC236}">
                <a16:creationId xmlns:a16="http://schemas.microsoft.com/office/drawing/2014/main" id="{3D64A53D-46A2-AB4D-743A-796896A8BFF1}"/>
              </a:ext>
            </a:extLst>
          </p:cNvPr>
          <p:cNvPicPr/>
          <p:nvPr userDrawn="1"/>
        </p:nvPicPr>
        <p:blipFill rotWithShape="1">
          <a:blip r:embed="rId3"/>
          <a:stretch/>
        </p:blipFill>
        <p:spPr bwMode="auto">
          <a:xfrm rot="5400000">
            <a:off x="9510120" y="2743200"/>
            <a:ext cx="6857640" cy="1371240"/>
          </a:xfrm>
          <a:prstGeom prst="rect">
            <a:avLst/>
          </a:prstGeom>
          <a:noFill/>
          <a:ln w="0">
            <a:noFill/>
          </a:ln>
        </p:spPr>
      </p:pic>
      <p:sp>
        <p:nvSpPr>
          <p:cNvPr id="10" name="TextBox 2">
            <a:extLst>
              <a:ext uri="{FF2B5EF4-FFF2-40B4-BE49-F238E27FC236}">
                <a16:creationId xmlns:a16="http://schemas.microsoft.com/office/drawing/2014/main" id="{7781CA15-AD71-B5CA-EA04-7C61DECDDB9A}"/>
              </a:ext>
            </a:extLst>
          </p:cNvPr>
          <p:cNvSpPr/>
          <p:nvPr userDrawn="1"/>
        </p:nvSpPr>
        <p:spPr bwMode="auto">
          <a:xfrm rot="16199998">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11" name="Straight Connector 4">
            <a:extLst>
              <a:ext uri="{FF2B5EF4-FFF2-40B4-BE49-F238E27FC236}">
                <a16:creationId xmlns:a16="http://schemas.microsoft.com/office/drawing/2014/main" id="{1EC289F8-743E-50B0-4C93-94C00982013F}"/>
              </a:ext>
            </a:extLst>
          </p:cNvPr>
          <p:cNvCxnSpPr/>
          <p:nvPr userDrawn="1"/>
        </p:nvCxnSpPr>
        <p:spPr bwMode="auto">
          <a:xfrm>
            <a:off x="-134640" y="5670360"/>
            <a:ext cx="90720" cy="360"/>
          </a:xfrm>
          <a:prstGeom prst="straightConnector1">
            <a:avLst/>
          </a:prstGeom>
          <a:ln w="9525" cap="sq">
            <a:solidFill>
              <a:srgbClr val="FF0000"/>
            </a:solidFill>
            <a:miter/>
          </a:ln>
        </p:spPr>
      </p:cxnSp>
      <p:cxnSp>
        <p:nvCxnSpPr>
          <p:cNvPr id="12" name="Straight Connector 7">
            <a:extLst>
              <a:ext uri="{FF2B5EF4-FFF2-40B4-BE49-F238E27FC236}">
                <a16:creationId xmlns:a16="http://schemas.microsoft.com/office/drawing/2014/main" id="{E41BFE8D-6E23-9EE2-2265-58C1FF52B62E}"/>
              </a:ext>
            </a:extLst>
          </p:cNvPr>
          <p:cNvCxnSpPr/>
          <p:nvPr userDrawn="1"/>
        </p:nvCxnSpPr>
        <p:spPr bwMode="auto">
          <a:xfrm>
            <a:off x="-134640" y="6848280"/>
            <a:ext cx="90720" cy="360"/>
          </a:xfrm>
          <a:prstGeom prst="straightConnector1">
            <a:avLst/>
          </a:prstGeom>
          <a:ln w="9525" cap="sq">
            <a:solidFill>
              <a:srgbClr val="FF0000"/>
            </a:solidFill>
            <a:miter/>
          </a:ln>
        </p:spPr>
      </p:cxnSp>
      <p:cxnSp>
        <p:nvCxnSpPr>
          <p:cNvPr id="13" name="Straight Connector 33">
            <a:extLst>
              <a:ext uri="{FF2B5EF4-FFF2-40B4-BE49-F238E27FC236}">
                <a16:creationId xmlns:a16="http://schemas.microsoft.com/office/drawing/2014/main" id="{D4FBB8CD-0A6D-4303-2FC6-E2AE1D8C34F1}"/>
              </a:ext>
            </a:extLst>
          </p:cNvPr>
          <p:cNvCxnSpPr/>
          <p:nvPr userDrawn="1"/>
        </p:nvCxnSpPr>
        <p:spPr bwMode="auto">
          <a:xfrm>
            <a:off x="-89640" y="5670360"/>
            <a:ext cx="360" cy="1178280"/>
          </a:xfrm>
          <a:prstGeom prst="straightConnector1">
            <a:avLst/>
          </a:prstGeom>
          <a:ln w="9525" cap="sq">
            <a:solidFill>
              <a:srgbClr val="FF0000"/>
            </a:solidFill>
            <a:miter/>
          </a:ln>
        </p:spPr>
      </p:cxnSp>
      <p:sp>
        <p:nvSpPr>
          <p:cNvPr id="14" name="PlaceHolder 1">
            <a:extLst>
              <a:ext uri="{FF2B5EF4-FFF2-40B4-BE49-F238E27FC236}">
                <a16:creationId xmlns:a16="http://schemas.microsoft.com/office/drawing/2014/main" id="{9B7196CB-139A-7538-C60F-A9F86E768E84}"/>
              </a:ext>
            </a:extLst>
          </p:cNvPr>
          <p:cNvSpPr>
            <a:spLocks noGrp="1"/>
          </p:cNvSpPr>
          <p:nvPr>
            <p:ph type="title"/>
          </p:nvPr>
        </p:nvSpPr>
        <p:spPr bwMode="auto">
          <a:xfrm>
            <a:off x="588240" y="1590480"/>
            <a:ext cx="5653440" cy="430560"/>
          </a:xfrm>
          <a:prstGeom prst="rect">
            <a:avLst/>
          </a:prstGeom>
          <a:noFill/>
          <a:ln w="0">
            <a:noFill/>
          </a:ln>
        </p:spPr>
        <p:txBody>
          <a:bodyPr lIns="0" tIns="0" rIns="0" bIns="0" anchor="t">
            <a:noAutofit/>
          </a:bodyPr>
          <a:lstStyle>
            <a:lvl1pPr indent="0" algn="l" defTabSz="932760">
              <a:lnSpc>
                <a:spcPct val="100000"/>
              </a:lnSpc>
              <a:buNone/>
              <a:defRPr lang="en-US" sz="2800" b="0" u="none" strike="noStrike">
                <a:solidFill>
                  <a:schemeClr val="dk1"/>
                </a:solidFill>
                <a:latin typeface="Segoe UI Semibold"/>
              </a:defRPr>
            </a:lvl1pPr>
          </a:lstStyle>
          <a:p>
            <a:pPr indent="0" algn="l" defTabSz="932760">
              <a:lnSpc>
                <a:spcPct val="100000"/>
              </a:lnSpc>
              <a:buNone/>
              <a:defRPr/>
            </a:pPr>
            <a:r>
              <a:rPr lang="en-US" sz="2800" b="0" u="none" strike="noStrike" dirty="0">
                <a:solidFill>
                  <a:schemeClr val="dk1"/>
                </a:solidFill>
                <a:latin typeface="Segoe UI Semibold"/>
              </a:rPr>
              <a:t>Click to edit Master title style</a:t>
            </a:r>
          </a:p>
        </p:txBody>
      </p:sp>
    </p:spTree>
    <p:extLst>
      <p:ext uri="{BB962C8B-B14F-4D97-AF65-F5344CB8AC3E}">
        <p14:creationId xmlns:p14="http://schemas.microsoft.com/office/powerpoint/2010/main" val="1374822582"/>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PhAnim="0" preserve="1" userDrawn="1">
  <p:cSld name="Agenda">
    <p:bg>
      <p:bgPr>
        <a:blipFill dpi="0" rotWithShape="1">
          <a:blip r:embed="rId2">
            <a:lum/>
          </a:blip>
          <a:srcRect/>
          <a:stretch>
            <a:fillRect/>
          </a:stretch>
        </a:blipFill>
        <a:effectLst/>
      </p:bgPr>
    </p:bg>
    <p:spTree>
      <p:nvGrpSpPr>
        <p:cNvPr id="1" name=""/>
        <p:cNvGrpSpPr/>
        <p:nvPr/>
      </p:nvGrpSpPr>
      <p:grpSpPr bwMode="auto">
        <a:xfrm>
          <a:off x="0" y="0"/>
          <a:ext cx="0" cy="0"/>
          <a:chOff x="0" y="0"/>
          <a:chExt cx="0" cy="0"/>
        </a:xfrm>
      </p:grpSpPr>
      <p:sp>
        <p:nvSpPr>
          <p:cNvPr id="2027856592" name="Title 1"/>
          <p:cNvSpPr>
            <a:spLocks noGrp="1"/>
          </p:cNvSpPr>
          <p:nvPr>
            <p:ph type="title" hasCustomPrompt="1"/>
          </p:nvPr>
        </p:nvSpPr>
        <p:spPr bwMode="auto"/>
        <p:txBody>
          <a:bodyPr/>
          <a:lstStyle>
            <a:lvl1pPr>
              <a:defRPr/>
            </a:lvl1pPr>
          </a:lstStyle>
          <a:p>
            <a:pPr>
              <a:defRPr/>
            </a:pPr>
            <a:r>
              <a:rPr lang="en-US"/>
              <a:t>Click to add text</a:t>
            </a:r>
            <a:endParaRPr/>
          </a:p>
        </p:txBody>
      </p:sp>
      <p:sp>
        <p:nvSpPr>
          <p:cNvPr id="1050592695"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p:txBody>
      </p:sp>
    </p:spTree>
    <p:extLst>
      <p:ext uri="{BB962C8B-B14F-4D97-AF65-F5344CB8AC3E}">
        <p14:creationId xmlns:p14="http://schemas.microsoft.com/office/powerpoint/2010/main" val="402006938"/>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showMasterPhAnim="0" preserve="1" userDrawn="1">
  <p:cSld name="Learning objectives">
    <p:bg>
      <p:bgPr>
        <a:blipFill dpi="0" rotWithShape="1">
          <a:blip r:embed="rId2">
            <a:lum/>
          </a:blip>
          <a:srcRect/>
          <a:stretch>
            <a:fillRect/>
          </a:stretch>
        </a:blipFill>
        <a:effectLst/>
      </p:bgPr>
    </p:bg>
    <p:spTree>
      <p:nvGrpSpPr>
        <p:cNvPr id="1" name=""/>
        <p:cNvGrpSpPr/>
        <p:nvPr/>
      </p:nvGrpSpPr>
      <p:grpSpPr bwMode="auto">
        <a:xfrm>
          <a:off x="0" y="0"/>
          <a:ext cx="0" cy="0"/>
          <a:chOff x="0" y="0"/>
          <a:chExt cx="0" cy="0"/>
        </a:xfrm>
      </p:grpSpPr>
      <p:sp>
        <p:nvSpPr>
          <p:cNvPr id="1338329348" name="Title 6"/>
          <p:cNvSpPr>
            <a:spLocks noGrp="1"/>
          </p:cNvSpPr>
          <p:nvPr>
            <p:ph type="title"/>
          </p:nvPr>
        </p:nvSpPr>
        <p:spPr bwMode="auto"/>
        <p:txBody>
          <a:bodyPr/>
          <a:lstStyle/>
          <a:p>
            <a:pPr>
              <a:defRPr/>
            </a:pPr>
            <a:r>
              <a:rPr lang="en-US"/>
              <a:t>Click to edit Master title style</a:t>
            </a:r>
            <a:endParaRPr/>
          </a:p>
        </p:txBody>
      </p:sp>
      <p:sp>
        <p:nvSpPr>
          <p:cNvPr id="1777362111"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extLst>
      <p:ext uri="{BB962C8B-B14F-4D97-AF65-F5344CB8AC3E}">
        <p14:creationId xmlns:p14="http://schemas.microsoft.com/office/powerpoint/2010/main" val="971888227"/>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PhAnim="0" preserve="1" userDrawn="1">
  <p:cSld name="Title | Content">
    <p:bg>
      <p:bgPr>
        <a:blipFill dpi="0" rotWithShape="1">
          <a:blip r:embed="rId2">
            <a:lum/>
          </a:blip>
          <a:srcRect/>
          <a:stretch>
            <a:fillRect/>
          </a:stretch>
        </a:blipFill>
        <a:effectLst/>
      </p:bgPr>
    </p:bg>
    <p:spTree>
      <p:nvGrpSpPr>
        <p:cNvPr id="1" name=""/>
        <p:cNvGrpSpPr/>
        <p:nvPr/>
      </p:nvGrpSpPr>
      <p:grpSpPr bwMode="auto">
        <a:xfrm>
          <a:off x="0" y="0"/>
          <a:ext cx="0" cy="0"/>
          <a:chOff x="0" y="0"/>
          <a:chExt cx="0" cy="0"/>
        </a:xfrm>
      </p:grpSpPr>
      <p:sp>
        <p:nvSpPr>
          <p:cNvPr id="421437104" name="Title 1"/>
          <p:cNvSpPr>
            <a:spLocks noGrp="1"/>
          </p:cNvSpPr>
          <p:nvPr>
            <p:ph type="title"/>
          </p:nvPr>
        </p:nvSpPr>
        <p:spPr bwMode="auto"/>
        <p:txBody>
          <a:bodyPr/>
          <a:lstStyle/>
          <a:p>
            <a:pPr>
              <a:defRPr/>
            </a:pPr>
            <a:r>
              <a:rPr lang="en-US"/>
              <a:t>Click to edit Master title style</a:t>
            </a:r>
            <a:endParaRPr/>
          </a:p>
        </p:txBody>
      </p:sp>
      <p:sp>
        <p:nvSpPr>
          <p:cNvPr id="868731397"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extLst>
      <p:ext uri="{BB962C8B-B14F-4D97-AF65-F5344CB8AC3E}">
        <p14:creationId xmlns:p14="http://schemas.microsoft.com/office/powerpoint/2010/main" val="3160026193"/>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PhAnim="0" preserve="1" userDrawn="1">
  <p:cSld name="Title | Subtitle">
    <p:spTree>
      <p:nvGrpSpPr>
        <p:cNvPr id="1" name=""/>
        <p:cNvGrpSpPr/>
        <p:nvPr/>
      </p:nvGrpSpPr>
      <p:grpSpPr bwMode="auto">
        <a:xfrm>
          <a:off x="0" y="0"/>
          <a:ext cx="0" cy="0"/>
          <a:chOff x="0" y="0"/>
          <a:chExt cx="0" cy="0"/>
        </a:xfrm>
      </p:grpSpPr>
      <p:sp>
        <p:nvSpPr>
          <p:cNvPr id="1257017296" name="Title 1"/>
          <p:cNvSpPr>
            <a:spLocks noGrp="1"/>
          </p:cNvSpPr>
          <p:nvPr>
            <p:ph type="title"/>
          </p:nvPr>
        </p:nvSpPr>
        <p:spPr bwMode="auto"/>
        <p:txBody>
          <a:bodyPr/>
          <a:lstStyle/>
          <a:p>
            <a:pPr>
              <a:defRPr/>
            </a:pPr>
            <a:r>
              <a:rPr lang="en-US"/>
              <a:t>Click to edit Master title style</a:t>
            </a:r>
            <a:endParaRPr/>
          </a:p>
        </p:txBody>
      </p:sp>
      <p:sp>
        <p:nvSpPr>
          <p:cNvPr id="193766947" name="Content Placeholder 5"/>
          <p:cNvSpPr>
            <a:spLocks noGrp="1"/>
          </p:cNvSpPr>
          <p:nvPr>
            <p:ph sz="quarter" idx="10"/>
          </p:nvPr>
        </p:nvSpPr>
        <p:spPr bwMode="auto">
          <a:xfrm>
            <a:off x="457200" y="1506084"/>
            <a:ext cx="11222038" cy="4524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060028304" name="Text Placeholder 7"/>
          <p:cNvSpPr>
            <a:spLocks noGrp="1"/>
          </p:cNvSpPr>
          <p:nvPr>
            <p:ph type="body" sz="quarter" idx="11"/>
          </p:nvPr>
        </p:nvSpPr>
        <p:spPr bwMode="auto">
          <a:xfrm>
            <a:off x="457200" y="998538"/>
            <a:ext cx="11222038" cy="425450"/>
          </a:xfrm>
        </p:spPr>
        <p:txBody>
          <a:bodyPr/>
          <a:lstStyle>
            <a:lvl1pPr marL="0" indent="0">
              <a:buNone/>
              <a:defRPr lang="en-US" sz="2250" spc="0">
                <a:solidFill>
                  <a:srgbClr val="003C6A"/>
                </a:solidFill>
                <a:latin typeface="Segoe UI Semibold"/>
                <a:ea typeface="+mn-ea"/>
                <a:cs typeface="Segoe UI Semibold"/>
              </a:defRPr>
            </a:lvl1pPr>
          </a:lstStyle>
          <a:p>
            <a:pPr lvl="0">
              <a:defRPr/>
            </a:pPr>
            <a:r>
              <a:rPr lang="en-US"/>
              <a:t>Click to edit Master text styles</a:t>
            </a:r>
            <a:endParaRPr/>
          </a:p>
        </p:txBody>
      </p:sp>
    </p:spTree>
    <p:extLst>
      <p:ext uri="{BB962C8B-B14F-4D97-AF65-F5344CB8AC3E}">
        <p14:creationId xmlns:p14="http://schemas.microsoft.com/office/powerpoint/2010/main" val="1739154148"/>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PhAnim="0" preserve="1" userDrawn="1">
  <p:cSld name="Lab | Exercise">
    <p:spTree>
      <p:nvGrpSpPr>
        <p:cNvPr id="1" name=""/>
        <p:cNvGrpSpPr/>
        <p:nvPr/>
      </p:nvGrpSpPr>
      <p:grpSpPr bwMode="auto">
        <a:xfrm>
          <a:off x="0" y="0"/>
          <a:ext cx="0" cy="0"/>
          <a:chOff x="0" y="0"/>
          <a:chExt cx="0" cy="0"/>
        </a:xfrm>
      </p:grpSpPr>
      <p:sp>
        <p:nvSpPr>
          <p:cNvPr id="117450423" name="Title 1"/>
          <p:cNvSpPr>
            <a:spLocks noGrp="1"/>
          </p:cNvSpPr>
          <p:nvPr>
            <p:ph type="title" hasCustomPrompt="1"/>
          </p:nvPr>
        </p:nvSpPr>
        <p:spPr bwMode="auto"/>
        <p:txBody>
          <a:bodyPr/>
          <a:lstStyle>
            <a:lvl1pPr>
              <a:defRPr/>
            </a:lvl1pPr>
          </a:lstStyle>
          <a:p>
            <a:pPr>
              <a:defRPr/>
            </a:pPr>
            <a:r>
              <a:rPr lang="en-US"/>
              <a:t>Click to lab/exercise title</a:t>
            </a:r>
            <a:endParaRPr/>
          </a:p>
        </p:txBody>
      </p:sp>
      <p:sp>
        <p:nvSpPr>
          <p:cNvPr id="1172596505" name="Rectangle: Rounded Corners 3"/>
          <p:cNvSpPr/>
          <p:nvPr userDrawn="1"/>
        </p:nvSpPr>
        <p:spPr bwMode="auto">
          <a:xfrm>
            <a:off x="395187" y="1555423"/>
            <a:ext cx="5816337" cy="4383464"/>
          </a:xfrm>
          <a:prstGeom prst="roundRect">
            <a:avLst>
              <a:gd name="adj" fmla="val 5914"/>
            </a:avLst>
          </a:prstGeom>
          <a:solidFill>
            <a:srgbClr val="F4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83701376" name="Content Placeholder 4"/>
          <p:cNvSpPr>
            <a:spLocks noGrp="1"/>
          </p:cNvSpPr>
          <p:nvPr>
            <p:ph sz="quarter" idx="12"/>
          </p:nvPr>
        </p:nvSpPr>
        <p:spPr bwMode="auto">
          <a:xfrm>
            <a:off x="702393"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54755723" name="Content Placeholder 4"/>
          <p:cNvSpPr>
            <a:spLocks noGrp="1"/>
          </p:cNvSpPr>
          <p:nvPr>
            <p:ph sz="quarter" idx="13"/>
          </p:nvPr>
        </p:nvSpPr>
        <p:spPr bwMode="auto">
          <a:xfrm>
            <a:off x="6469932"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extLst>
      <p:ext uri="{BB962C8B-B14F-4D97-AF65-F5344CB8AC3E}">
        <p14:creationId xmlns:p14="http://schemas.microsoft.com/office/powerpoint/2010/main" val="2594309267"/>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PhAnim="0" preserve="1" userDrawn="1">
  <p:cSld name="Summary | KC">
    <p:spTree>
      <p:nvGrpSpPr>
        <p:cNvPr id="1" name=""/>
        <p:cNvGrpSpPr/>
        <p:nvPr/>
      </p:nvGrpSpPr>
      <p:grpSpPr bwMode="auto">
        <a:xfrm>
          <a:off x="0" y="0"/>
          <a:ext cx="0" cy="0"/>
          <a:chOff x="0" y="0"/>
          <a:chExt cx="0" cy="0"/>
        </a:xfrm>
      </p:grpSpPr>
      <p:sp>
        <p:nvSpPr>
          <p:cNvPr id="580099928" name="Title 1"/>
          <p:cNvSpPr>
            <a:spLocks noGrp="1"/>
          </p:cNvSpPr>
          <p:nvPr>
            <p:ph type="title" hasCustomPrompt="1"/>
          </p:nvPr>
        </p:nvSpPr>
        <p:spPr bwMode="auto"/>
        <p:txBody>
          <a:bodyPr/>
          <a:lstStyle>
            <a:lvl1pPr>
              <a:defRPr/>
            </a:lvl1pPr>
          </a:lstStyle>
          <a:p>
            <a:pPr>
              <a:defRPr/>
            </a:pPr>
            <a:r>
              <a:rPr lang="en-US"/>
              <a:t>Click to add summary</a:t>
            </a:r>
            <a:endParaRPr/>
          </a:p>
        </p:txBody>
      </p:sp>
      <p:sp>
        <p:nvSpPr>
          <p:cNvPr id="165615222" name="Rectangle: Rounded Corners 3"/>
          <p:cNvSpPr/>
          <p:nvPr userDrawn="1"/>
        </p:nvSpPr>
        <p:spPr bwMode="auto">
          <a:xfrm>
            <a:off x="5863473" y="1555423"/>
            <a:ext cx="5816337" cy="4383464"/>
          </a:xfrm>
          <a:prstGeom prst="roundRect">
            <a:avLst>
              <a:gd name="adj" fmla="val 5914"/>
            </a:avLst>
          </a:prstGeom>
          <a:solidFill>
            <a:srgbClr val="F4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809918128" name="Content Placeholder 4"/>
          <p:cNvSpPr>
            <a:spLocks noGrp="1"/>
          </p:cNvSpPr>
          <p:nvPr>
            <p:ph sz="quarter" idx="12"/>
          </p:nvPr>
        </p:nvSpPr>
        <p:spPr bwMode="auto">
          <a:xfrm>
            <a:off x="426610"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extLst>
      <p:ext uri="{BB962C8B-B14F-4D97-AF65-F5344CB8AC3E}">
        <p14:creationId xmlns:p14="http://schemas.microsoft.com/office/powerpoint/2010/main" val="2744113498"/>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PhAnim="0" preserve="1" userDrawn="1">
  <p:cSld name="1_Summary | KC">
    <p:spTree>
      <p:nvGrpSpPr>
        <p:cNvPr id="1" name=""/>
        <p:cNvGrpSpPr/>
        <p:nvPr/>
      </p:nvGrpSpPr>
      <p:grpSpPr bwMode="auto">
        <a:xfrm>
          <a:off x="0" y="0"/>
          <a:ext cx="0" cy="0"/>
          <a:chOff x="0" y="0"/>
          <a:chExt cx="0" cy="0"/>
        </a:xfrm>
      </p:grpSpPr>
      <p:sp>
        <p:nvSpPr>
          <p:cNvPr id="715225355" name="Title 1"/>
          <p:cNvSpPr>
            <a:spLocks noGrp="1"/>
          </p:cNvSpPr>
          <p:nvPr>
            <p:ph type="title" hasCustomPrompt="1"/>
          </p:nvPr>
        </p:nvSpPr>
        <p:spPr bwMode="auto"/>
        <p:txBody>
          <a:bodyPr/>
          <a:lstStyle>
            <a:lvl1pPr>
              <a:defRPr/>
            </a:lvl1pPr>
          </a:lstStyle>
          <a:p>
            <a:pPr>
              <a:defRPr/>
            </a:pPr>
            <a:r>
              <a:rPr lang="en-US"/>
              <a:t>Click to add summary</a:t>
            </a:r>
            <a:endParaRPr/>
          </a:p>
        </p:txBody>
      </p:sp>
      <p:sp>
        <p:nvSpPr>
          <p:cNvPr id="3" name="Rectangle: Rounded Corners 3">
            <a:extLst>
              <a:ext uri="{FF2B5EF4-FFF2-40B4-BE49-F238E27FC236}">
                <a16:creationId xmlns:a16="http://schemas.microsoft.com/office/drawing/2014/main" id="{9400B8AE-7DAC-F8CE-C187-FC0A3916CB15}"/>
              </a:ext>
            </a:extLst>
          </p:cNvPr>
          <p:cNvSpPr/>
          <p:nvPr userDrawn="1"/>
        </p:nvSpPr>
        <p:spPr bwMode="auto">
          <a:xfrm>
            <a:off x="457201" y="1555423"/>
            <a:ext cx="11222610" cy="4383464"/>
          </a:xfrm>
          <a:prstGeom prst="roundRect">
            <a:avLst>
              <a:gd name="adj" fmla="val 5914"/>
            </a:avLst>
          </a:prstGeom>
          <a:solidFill>
            <a:srgbClr val="F4F3F5"/>
          </a:solidFill>
          <a:ln>
            <a:solidFill>
              <a:schemeClr val="accent5">
                <a:lumMod val="60000"/>
                <a:lumOff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extLst>
      <p:ext uri="{BB962C8B-B14F-4D97-AF65-F5344CB8AC3E}">
        <p14:creationId xmlns:p14="http://schemas.microsoft.com/office/powerpoint/2010/main" val="3207798505"/>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PhAnim="0" userDrawn="1">
  <p:cSld name="Summary">
    <p:spTree>
      <p:nvGrpSpPr>
        <p:cNvPr id="1" name=""/>
        <p:cNvGrpSpPr/>
        <p:nvPr/>
      </p:nvGrpSpPr>
      <p:grpSpPr bwMode="auto">
        <a:xfrm>
          <a:off x="0" y="0"/>
          <a:ext cx="0" cy="0"/>
          <a:chOff x="0" y="0"/>
          <a:chExt cx="0" cy="0"/>
        </a:xfrm>
      </p:grpSpPr>
      <p:sp>
        <p:nvSpPr>
          <p:cNvPr id="26764264" name="Title 1"/>
          <p:cNvSpPr>
            <a:spLocks noGrp="1"/>
          </p:cNvSpPr>
          <p:nvPr>
            <p:ph type="title"/>
          </p:nvPr>
        </p:nvSpPr>
        <p:spPr bwMode="auto">
          <a:xfrm>
            <a:off x="588262" y="585216"/>
            <a:ext cx="8193024" cy="492443"/>
          </a:xfrm>
        </p:spPr>
        <p:txBody>
          <a:bodyPr/>
          <a:lstStyle>
            <a:lvl1pPr>
              <a:defRPr sz="3200" b="0" i="0">
                <a:solidFill>
                  <a:schemeClr val="tx1"/>
                </a:solidFill>
                <a:latin typeface="+mj-lt"/>
                <a:cs typeface="Segoe UI Semibold"/>
              </a:defRPr>
            </a:lvl1pPr>
          </a:lstStyle>
          <a:p>
            <a:pPr>
              <a:defRPr/>
            </a:pPr>
            <a:r>
              <a:rPr lang="en-US"/>
              <a:t>Click to edit Master title style</a:t>
            </a:r>
            <a:endParaRPr/>
          </a:p>
        </p:txBody>
      </p:sp>
      <p:sp>
        <p:nvSpPr>
          <p:cNvPr id="1083251605" name="Footer Placeholder 10"/>
          <p:cNvSpPr>
            <a:spLocks noGrp="1"/>
          </p:cNvSpPr>
          <p:nvPr>
            <p:ph type="ftr" sz="quarter" idx="3"/>
          </p:nvPr>
        </p:nvSpPr>
        <p:spPr bwMode="auto">
          <a:xfrm>
            <a:off x="43561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29378234" name="Text Placeholder 11"/>
          <p:cNvSpPr>
            <a:spLocks noGrp="1"/>
          </p:cNvSpPr>
          <p:nvPr>
            <p:ph type="body" sz="quarter" idx="17"/>
          </p:nvPr>
        </p:nvSpPr>
        <p:spPr bwMode="auto">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2032605462" name="Text Placeholder 3"/>
          <p:cNvSpPr>
            <a:spLocks noGrp="1"/>
          </p:cNvSpPr>
          <p:nvPr>
            <p:ph type="body" sz="quarter" idx="35"/>
          </p:nvPr>
        </p:nvSpPr>
        <p:spPr bwMode="auto">
          <a:xfrm>
            <a:off x="4358229" y="2578100"/>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479089919" name="Text Placeholder 11"/>
          <p:cNvSpPr>
            <a:spLocks noGrp="1"/>
          </p:cNvSpPr>
          <p:nvPr>
            <p:ph type="body" sz="quarter" idx="34"/>
          </p:nvPr>
        </p:nvSpPr>
        <p:spPr bwMode="auto">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Tree>
    <p:extLst>
      <p:ext uri="{BB962C8B-B14F-4D97-AF65-F5344CB8AC3E}">
        <p14:creationId xmlns:p14="http://schemas.microsoft.com/office/powerpoint/2010/main" val="717205828"/>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showMasterPhAnim="0" userDrawn="1">
  <p:cSld name="LearningPath1_WmGray">
    <p:bg>
      <p:bgPr>
        <a:solidFill>
          <a:srgbClr val="E8E6DF"/>
        </a:solidFill>
        <a:effectLst/>
      </p:bgPr>
    </p:bg>
    <p:spTree>
      <p:nvGrpSpPr>
        <p:cNvPr id="1" name=""/>
        <p:cNvGrpSpPr/>
        <p:nvPr/>
      </p:nvGrpSpPr>
      <p:grpSpPr bwMode="auto">
        <a:xfrm>
          <a:off x="0" y="0"/>
          <a:ext cx="0" cy="0"/>
          <a:chOff x="0" y="0"/>
          <a:chExt cx="0" cy="0"/>
        </a:xfrm>
      </p:grpSpPr>
      <p:sp>
        <p:nvSpPr>
          <p:cNvPr id="1658344638" name="Title 1"/>
          <p:cNvSpPr>
            <a:spLocks noGrp="1"/>
          </p:cNvSpPr>
          <p:nvPr>
            <p:ph type="title"/>
          </p:nvPr>
        </p:nvSpPr>
        <p:spPr bwMode="auto">
          <a:xfrm>
            <a:off x="588262" y="585216"/>
            <a:ext cx="8193024" cy="492443"/>
          </a:xfrm>
        </p:spPr>
        <p:txBody>
          <a:bodyPr/>
          <a:lstStyle>
            <a:lvl1pPr>
              <a:defRPr sz="3200" b="0" i="0">
                <a:solidFill>
                  <a:schemeClr val="tx1"/>
                </a:solidFill>
                <a:latin typeface="+mj-lt"/>
                <a:cs typeface="Segoe UI Semibold"/>
              </a:defRPr>
            </a:lvl1pPr>
          </a:lstStyle>
          <a:p>
            <a:pPr>
              <a:defRPr/>
            </a:pPr>
            <a:r>
              <a:rPr lang="en-US"/>
              <a:t>Click to edit Master title style</a:t>
            </a:r>
            <a:endParaRPr/>
          </a:p>
        </p:txBody>
      </p:sp>
      <p:sp>
        <p:nvSpPr>
          <p:cNvPr id="114390686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841306777" name="Graphic 5"/>
          <p:cNvPicPr>
            <a:picLocks noChangeAspect="1"/>
          </p:cNvPicPr>
          <p:nvPr userDrawn="1"/>
        </p:nvPicPr>
        <p:blipFill rotWithShape="1">
          <a:blip r:embed="rId2"/>
          <a:stretch/>
        </p:blipFill>
        <p:spPr bwMode="auto">
          <a:xfrm>
            <a:off x="-1" y="2827846"/>
            <a:ext cx="12192001" cy="3035200"/>
          </a:xfrm>
          <a:prstGeom prst="rect">
            <a:avLst/>
          </a:prstGeom>
        </p:spPr>
      </p:pic>
    </p:spTree>
    <p:extLst>
      <p:ext uri="{BB962C8B-B14F-4D97-AF65-F5344CB8AC3E}">
        <p14:creationId xmlns:p14="http://schemas.microsoft.com/office/powerpoint/2010/main" val="476482872"/>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showMasterPhAnim="0" preserve="1" userDrawn="1">
  <p:cSld name="Walk-in">
    <p:bg bwMode="gray">
      <p:bgPr>
        <a:solidFill>
          <a:schemeClr val="tx2"/>
        </a:solidFill>
        <a:effectLst/>
      </p:bgPr>
    </p:bg>
    <p:spTree>
      <p:nvGrpSpPr>
        <p:cNvPr id="1" name=""/>
        <p:cNvGrpSpPr/>
        <p:nvPr/>
      </p:nvGrpSpPr>
      <p:grpSpPr bwMode="auto">
        <a:xfrm>
          <a:off x="0" y="0"/>
          <a:ext cx="0" cy="0"/>
          <a:chOff x="0" y="0"/>
          <a:chExt cx="0" cy="0"/>
        </a:xfrm>
      </p:grpSpPr>
      <p:pic>
        <p:nvPicPr>
          <p:cNvPr id="1064766286" name="MS logo white - EMF" descr="Microsoft logo white text version"/>
          <p:cNvPicPr>
            <a:picLocks noChangeAspect="1"/>
          </p:cNvPicPr>
          <p:nvPr userDrawn="1"/>
        </p:nvPicPr>
        <p:blipFill rotWithShape="1">
          <a:blip>
            <a:extLst>
              <a:ext uri="{96DAC541-7B7A-43D3-8B79-37D633B846F1}">
                <asvg:svgBlip xmlns:asvg="http://schemas.microsoft.com/office/drawing/2016/SVG/main" r:embed="rId2"/>
              </a:ext>
            </a:extLst>
          </a:blip>
          <a:stretch/>
        </p:blipFill>
        <p:spPr bwMode="black">
          <a:xfrm>
            <a:off x="584200" y="585788"/>
            <a:ext cx="1366245" cy="292608"/>
          </a:xfrm>
          <a:prstGeom prst="rect">
            <a:avLst/>
          </a:prstGeom>
        </p:spPr>
      </p:pic>
      <p:pic>
        <p:nvPicPr>
          <p:cNvPr id="75558319" name="Picture 3" descr="Microsoft Learn&#10;Spark possibility"/>
          <p:cNvPicPr>
            <a:picLocks noGrp="1" noRot="1" noMove="1" noResize="1" noEditPoints="1" noAdjustHandles="1" noChangeArrowheads="1" noChangeShapeType="1" noCrop="1"/>
          </p:cNvPicPr>
          <p:nvPr userDrawn="1"/>
        </p:nvPicPr>
        <p:blipFill rotWithShape="1">
          <a:blip r:embed="rId3"/>
          <a:stretch/>
        </p:blipFill>
        <p:spPr bwMode="auto">
          <a:xfrm>
            <a:off x="223228" y="2573202"/>
            <a:ext cx="5344642" cy="1681958"/>
          </a:xfrm>
          <a:prstGeom prst="rect">
            <a:avLst/>
          </a:prstGeom>
        </p:spPr>
      </p:pic>
      <p:sp>
        <p:nvSpPr>
          <p:cNvPr id="168492880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bg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t>© Copyright Microsoft Corporation. All rights reserved.</a:t>
            </a:r>
            <a:endParaRPr/>
          </a:p>
        </p:txBody>
      </p:sp>
    </p:spTree>
    <p:extLst>
      <p:ext uri="{BB962C8B-B14F-4D97-AF65-F5344CB8AC3E}">
        <p14:creationId xmlns:p14="http://schemas.microsoft.com/office/powerpoint/2010/main" val="2875378907"/>
      </p:ext>
    </p:extLst>
  </p:cSld>
  <p:clrMapOvr>
    <a:overrideClrMapping bg1="lt1" tx1="dk1" bg2="lt2" tx2="dk2" accent1="accent1" accent2="accent2" accent3="accent3" accent4="accent4" accent5="accent5" accent6="accent6" hlink="hlink" folHlink="folHlink"/>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showMasterPhAnim="0" preserve="1" userDrawn="1">
  <p:cSld name="Title Slide">
    <p:bg>
      <p:bgPr>
        <a:solidFill>
          <a:srgbClr val="E8E6DF"/>
        </a:solidFill>
        <a:effectLst/>
      </p:bgPr>
    </p:bg>
    <p:spTree>
      <p:nvGrpSpPr>
        <p:cNvPr id="1" name=""/>
        <p:cNvGrpSpPr/>
        <p:nvPr/>
      </p:nvGrpSpPr>
      <p:grpSpPr bwMode="auto">
        <a:xfrm>
          <a:off x="0" y="0"/>
          <a:ext cx="0" cy="0"/>
          <a:chOff x="0" y="0"/>
          <a:chExt cx="0" cy="0"/>
        </a:xfrm>
      </p:grpSpPr>
      <p:pic>
        <p:nvPicPr>
          <p:cNvPr id="1054591873" name="Picture 9"/>
          <p:cNvPicPr>
            <a:picLocks noChangeAspect="1"/>
          </p:cNvPicPr>
          <p:nvPr userDrawn="1"/>
        </p:nvPicPr>
        <p:blipFill rotWithShape="1">
          <a:blip r:embed="rId2"/>
          <a:stretch/>
        </p:blipFill>
        <p:spPr bwMode="auto">
          <a:xfrm>
            <a:off x="0" y="0"/>
            <a:ext cx="12192000" cy="6858000"/>
          </a:xfrm>
          <a:prstGeom prst="rect">
            <a:avLst/>
          </a:prstGeom>
        </p:spPr>
      </p:pic>
      <p:pic>
        <p:nvPicPr>
          <p:cNvPr id="855635261" name="MS logo gray - EMF" descr="Microsoft logo, gray text version"/>
          <p:cNvPicPr>
            <a:picLocks noChangeAspect="1"/>
          </p:cNvPicPr>
          <p:nvPr userDrawn="1"/>
        </p:nvPicPr>
        <p:blipFill rotWithShape="1">
          <a:blip r:embed="rId3"/>
          <a:stretch/>
        </p:blipFill>
        <p:spPr bwMode="black">
          <a:xfrm>
            <a:off x="584200" y="585788"/>
            <a:ext cx="1366440" cy="292608"/>
          </a:xfrm>
          <a:prstGeom prst="rect">
            <a:avLst/>
          </a:prstGeom>
        </p:spPr>
      </p:pic>
      <p:sp>
        <p:nvSpPr>
          <p:cNvPr id="1425461925" name="Title 1"/>
          <p:cNvSpPr>
            <a:spLocks noGrp="1"/>
          </p:cNvSpPr>
          <p:nvPr>
            <p:ph type="title" hasCustomPrompt="1"/>
          </p:nvPr>
        </p:nvSpPr>
        <p:spPr bwMode="auto">
          <a:xfrm>
            <a:off x="569912" y="3429000"/>
            <a:ext cx="5686955" cy="1231106"/>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Event name or </a:t>
            </a:r>
            <a:br>
              <a:rPr lang="en-US"/>
            </a:br>
            <a:r>
              <a:rPr lang="en-US"/>
              <a:t>presentation title </a:t>
            </a:r>
            <a:endParaRPr/>
          </a:p>
        </p:txBody>
      </p:sp>
      <p:sp>
        <p:nvSpPr>
          <p:cNvPr id="501412457" name="Text Placeholder 4"/>
          <p:cNvSpPr>
            <a:spLocks noGrp="1"/>
          </p:cNvSpPr>
          <p:nvPr>
            <p:ph type="body" sz="quarter" idx="13" hasCustomPrompt="1"/>
          </p:nvPr>
        </p:nvSpPr>
        <p:spPr bwMode="auto">
          <a:xfrm>
            <a:off x="4756150" y="6446520"/>
            <a:ext cx="1645920" cy="153888"/>
          </a:xfrm>
          <a:prstGeom prst="rect">
            <a:avLst/>
          </a:prstGeom>
          <a:noFill/>
        </p:spPr>
        <p:txBody>
          <a:bodyPr wrap="square" lIns="0" tIns="0" rIns="0" bIns="0">
            <a:spAutoFit/>
          </a:bodyPr>
          <a:lstStyle>
            <a:lvl1pPr marL="0" indent="0">
              <a:spcBef>
                <a:spcPts val="0"/>
              </a:spcBef>
              <a:buNone/>
              <a:defRPr sz="1000" spc="0">
                <a:solidFill>
                  <a:schemeClr val="tx1"/>
                </a:solidFill>
                <a:latin typeface="+mn-lt"/>
                <a:cs typeface="Segoe UI"/>
              </a:defRPr>
            </a:lvl1pPr>
          </a:lstStyle>
          <a:p>
            <a:pPr lvl="0">
              <a:defRPr/>
            </a:pPr>
            <a:r>
              <a:rPr lang="en-US"/>
              <a:t>Date</a:t>
            </a:r>
            <a:endParaRPr/>
          </a:p>
        </p:txBody>
      </p:sp>
      <p:sp>
        <p:nvSpPr>
          <p:cNvPr id="57103432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4016966515"/>
      </p:ext>
    </p:extLst>
  </p:cSld>
  <p:clrMapOvr>
    <a:overrideClrMapping bg1="lt1" tx1="dk1" bg2="lt2" tx2="dk2" accent1="accent1" accent2="accent2" accent3="accent3" accent4="accent4" accent5="accent5" accent6="accent6" hlink="hlink" folHlink="folHlink"/>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showMasterPhAnim="0" preserve="1" userDrawn="1">
  <p:cSld name="Section slide">
    <p:bg>
      <p:bgPr>
        <a:solidFill>
          <a:srgbClr val="E8E6DF"/>
        </a:solidFill>
        <a:effectLst/>
      </p:bgPr>
    </p:bg>
    <p:spTree>
      <p:nvGrpSpPr>
        <p:cNvPr id="1" name=""/>
        <p:cNvGrpSpPr/>
        <p:nvPr/>
      </p:nvGrpSpPr>
      <p:grpSpPr bwMode="auto">
        <a:xfrm>
          <a:off x="0" y="0"/>
          <a:ext cx="0" cy="0"/>
          <a:chOff x="0" y="0"/>
          <a:chExt cx="0" cy="0"/>
        </a:xfrm>
      </p:grpSpPr>
      <p:pic>
        <p:nvPicPr>
          <p:cNvPr id="920498284" name="Picture 1"/>
          <p:cNvPicPr>
            <a:picLocks noChangeAspect="1"/>
          </p:cNvPicPr>
          <p:nvPr userDrawn="1"/>
        </p:nvPicPr>
        <p:blipFill rotWithShape="1">
          <a:blip r:embed="rId2"/>
          <a:srcRect r="19823"/>
          <a:stretch/>
        </p:blipFill>
        <p:spPr bwMode="auto">
          <a:xfrm>
            <a:off x="2417010" y="0"/>
            <a:ext cx="9774990" cy="6858000"/>
          </a:xfrm>
          <a:prstGeom prst="rect">
            <a:avLst/>
          </a:prstGeom>
        </p:spPr>
      </p:pic>
      <p:sp>
        <p:nvSpPr>
          <p:cNvPr id="1903291452" name="Title 1"/>
          <p:cNvSpPr>
            <a:spLocks noGrp="1"/>
          </p:cNvSpPr>
          <p:nvPr>
            <p:ph type="title" hasCustomPrompt="1"/>
          </p:nvPr>
        </p:nvSpPr>
        <p:spPr bwMode="auto">
          <a:xfrm>
            <a:off x="569911" y="3384610"/>
            <a:ext cx="6345239" cy="615553"/>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Section divider title</a:t>
            </a:r>
            <a:endParaRPr/>
          </a:p>
        </p:txBody>
      </p:sp>
      <p:sp>
        <p:nvSpPr>
          <p:cNvPr id="76032752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725371276"/>
      </p:ext>
    </p:extLst>
  </p:cSld>
  <p:clrMapOvr>
    <a:overrideClrMapping bg1="lt1" tx1="dk1" bg2="lt2" tx2="dk2" accent1="accent1" accent2="accent2" accent3="accent3" accent4="accent4" accent5="accent5" accent6="accent6" hlink="hlink" folHlink="folHlink"/>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showMasterPhAnim="0" preserve="1" userDrawn="1">
  <p:cSld name="Agenda_1-column">
    <p:bg>
      <p:bgPr>
        <a:solidFill>
          <a:srgbClr val="E8E6DF"/>
        </a:solidFill>
        <a:effectLst/>
      </p:bgPr>
    </p:bg>
    <p:spTree>
      <p:nvGrpSpPr>
        <p:cNvPr id="1" name=""/>
        <p:cNvGrpSpPr/>
        <p:nvPr/>
      </p:nvGrpSpPr>
      <p:grpSpPr bwMode="auto">
        <a:xfrm>
          <a:off x="0" y="0"/>
          <a:ext cx="0" cy="0"/>
          <a:chOff x="0" y="0"/>
          <a:chExt cx="0" cy="0"/>
        </a:xfrm>
      </p:grpSpPr>
      <p:sp>
        <p:nvSpPr>
          <p:cNvPr id="2123160009" name="Title 1"/>
          <p:cNvSpPr>
            <a:spLocks noGrp="1"/>
          </p:cNvSpPr>
          <p:nvPr>
            <p:ph type="title" hasCustomPrompt="1"/>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Agenda</a:t>
            </a:r>
            <a:endParaRPr/>
          </a:p>
        </p:txBody>
      </p:sp>
      <p:cxnSp>
        <p:nvCxnSpPr>
          <p:cNvPr id="367358143" name="Straight Connector 3"/>
          <p:cNvCxnSpPr/>
          <p:nvPr userDrawn="1"/>
        </p:nvCxnSpPr>
        <p:spPr bwMode="auto">
          <a:xfrm>
            <a:off x="585216" y="1289050"/>
            <a:ext cx="3182112" cy="0"/>
          </a:xfrm>
          <a:prstGeom prst="line">
            <a:avLst/>
          </a:prstGeom>
          <a:ln w="76200" cap="rnd">
            <a:gradFill>
              <a:gsLst>
                <a:gs pos="0">
                  <a:schemeClr val="accent3"/>
                </a:gs>
                <a:gs pos="22000">
                  <a:srgbClr val="F4364C"/>
                </a:gs>
                <a:gs pos="48000">
                  <a:schemeClr val="accent2"/>
                </a:gs>
                <a:gs pos="97531">
                  <a:srgbClr val="8DC8E8"/>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42535031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024003902" name="Text Placeholder 3"/>
          <p:cNvSpPr>
            <a:spLocks noGrp="1"/>
          </p:cNvSpPr>
          <p:nvPr>
            <p:ph type="body" sz="quarter" idx="15"/>
          </p:nvPr>
        </p:nvSpPr>
        <p:spPr bwMode="auto">
          <a:xfrm>
            <a:off x="586388" y="1818177"/>
            <a:ext cx="5033361" cy="280782"/>
          </a:xfrm>
          <a:prstGeom prst="rect">
            <a:avLst/>
          </a:prstGeom>
        </p:spPr>
        <p:txBody>
          <a:bodyPr wrap="square">
            <a:spAutoFit/>
          </a:bodyPr>
          <a:lstStyle>
            <a:lvl1pPr marL="137160" indent="-137160">
              <a:lnSpc>
                <a:spcPct val="110000"/>
              </a:lnSpc>
              <a:spcBef>
                <a:spcPts val="0"/>
              </a:spcBef>
              <a:spcAft>
                <a:spcPts val="1200"/>
              </a:spcAft>
              <a:buFont typeface="Arial"/>
              <a:buChar char="•"/>
              <a:defRPr sz="1800">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4180841539"/>
      </p:ext>
    </p:extLst>
  </p:cSld>
  <p:clrMapOvr>
    <a:overrideClrMapping bg1="lt1" tx1="dk1" bg2="lt2" tx2="dk2" accent1="accent1" accent2="accent2" accent3="accent3" accent4="accent4" accent5="accent5" accent6="accent6" hlink="hlink" folHlink="folHlink"/>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showMasterPhAnim="0" preserve="1" userDrawn="1">
  <p:cSld name="3_Agenda_2-column">
    <p:bg>
      <p:bgPr>
        <a:solidFill>
          <a:srgbClr val="E8E6DF"/>
        </a:solidFill>
        <a:effectLst/>
      </p:bgPr>
    </p:bg>
    <p:spTree>
      <p:nvGrpSpPr>
        <p:cNvPr id="1" name=""/>
        <p:cNvGrpSpPr/>
        <p:nvPr/>
      </p:nvGrpSpPr>
      <p:grpSpPr bwMode="auto">
        <a:xfrm>
          <a:off x="0" y="0"/>
          <a:ext cx="0" cy="0"/>
          <a:chOff x="0" y="0"/>
          <a:chExt cx="0" cy="0"/>
        </a:xfrm>
      </p:grpSpPr>
      <p:sp>
        <p:nvSpPr>
          <p:cNvPr id="1644375280" name="Title 1"/>
          <p:cNvSpPr>
            <a:spLocks noGrp="1"/>
          </p:cNvSpPr>
          <p:nvPr>
            <p:ph type="title" hasCustomPrompt="1"/>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Agenda</a:t>
            </a:r>
            <a:endParaRPr/>
          </a:p>
        </p:txBody>
      </p:sp>
      <p:cxnSp>
        <p:nvCxnSpPr>
          <p:cNvPr id="1378724655" name="Straight Connector 3"/>
          <p:cNvCxnSpPr/>
          <p:nvPr userDrawn="1"/>
        </p:nvCxnSpPr>
        <p:spPr bwMode="auto">
          <a:xfrm>
            <a:off x="585216" y="1289050"/>
            <a:ext cx="3182112" cy="0"/>
          </a:xfrm>
          <a:prstGeom prst="line">
            <a:avLst/>
          </a:prstGeom>
          <a:ln w="76200" cap="rnd">
            <a:gradFill>
              <a:gsLst>
                <a:gs pos="0">
                  <a:schemeClr val="accent3"/>
                </a:gs>
                <a:gs pos="22000">
                  <a:srgbClr val="F4364C"/>
                </a:gs>
                <a:gs pos="48000">
                  <a:schemeClr val="accent2"/>
                </a:gs>
                <a:gs pos="97531">
                  <a:srgbClr val="8DC8E8"/>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5603218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650516608" name="Text Placeholder 3"/>
          <p:cNvSpPr>
            <a:spLocks noGrp="1"/>
          </p:cNvSpPr>
          <p:nvPr>
            <p:ph type="body" sz="quarter" idx="17"/>
          </p:nvPr>
        </p:nvSpPr>
        <p:spPr bwMode="auto">
          <a:xfrm>
            <a:off x="586388"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65063428" name="Text Placeholder 3"/>
          <p:cNvSpPr>
            <a:spLocks noGrp="1"/>
          </p:cNvSpPr>
          <p:nvPr>
            <p:ph type="body" sz="quarter" idx="18"/>
          </p:nvPr>
        </p:nvSpPr>
        <p:spPr bwMode="auto">
          <a:xfrm>
            <a:off x="6891338"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1167031067"/>
      </p:ext>
    </p:extLst>
  </p:cSld>
  <p:clrMapOvr>
    <a:overrideClrMapping bg1="lt1" tx1="dk1" bg2="lt2" tx2="dk2" accent1="accent1" accent2="accent2" accent3="accent3" accent4="accent4" accent5="accent5" accent6="accent6" hlink="hlink" folHlink="folHlink"/>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showMasterPhAnim="0" preserve="1" userDrawn="1">
  <p:cSld name="Presenter-BIo">
    <p:bg>
      <p:bgPr>
        <a:solidFill>
          <a:srgbClr val="E8E6DF"/>
        </a:solidFill>
        <a:effectLst/>
      </p:bgPr>
    </p:bg>
    <p:spTree>
      <p:nvGrpSpPr>
        <p:cNvPr id="1" name=""/>
        <p:cNvGrpSpPr/>
        <p:nvPr/>
      </p:nvGrpSpPr>
      <p:grpSpPr bwMode="auto">
        <a:xfrm>
          <a:off x="0" y="0"/>
          <a:ext cx="0" cy="0"/>
          <a:chOff x="0" y="0"/>
          <a:chExt cx="0" cy="0"/>
        </a:xfrm>
      </p:grpSpPr>
      <p:sp>
        <p:nvSpPr>
          <p:cNvPr id="797500849" name="Rectangle 18"/>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a:lnSpc>
                <a:spcPct val="100000"/>
              </a:lnSpc>
              <a:spcBef>
                <a:spcPts val="0"/>
              </a:spcBef>
              <a:spcAft>
                <a:spcPts val="0"/>
              </a:spcAft>
              <a:buClrTx/>
              <a:buSzTx/>
              <a:buFontTx/>
              <a:buNone/>
              <a:defRPr/>
            </a:pPr>
            <a:endParaRPr lang="en-US" sz="2000" b="0" i="0" u="none" strike="noStrike" cap="none" spc="0">
              <a:ln>
                <a:noFill/>
              </a:ln>
              <a:solidFill>
                <a:srgbClr val="FFFFFF"/>
              </a:solidFill>
              <a:latin typeface="Segoe UI"/>
              <a:ea typeface="Segoe UI"/>
              <a:cs typeface="Segoe UI"/>
            </a:endParaRPr>
          </a:p>
        </p:txBody>
      </p:sp>
      <p:sp>
        <p:nvSpPr>
          <p:cNvPr id="214019855" name="Title 1"/>
          <p:cNvSpPr>
            <a:spLocks noGrp="1"/>
          </p:cNvSpPr>
          <p:nvPr>
            <p:ph type="title"/>
          </p:nvPr>
        </p:nvSpPr>
        <p:spPr bwMode="auto">
          <a:xfrm>
            <a:off x="588262" y="585216"/>
            <a:ext cx="5749038"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574509048" name="Picture Placeholder" descr="This photo is a 'placeholder' only. Drag or drop your photo here, or click and tap the center to insert a photo."/>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2060332885" name="Picture Placeholder" descr="This photo is a 'placeholder' only. Drag or drop your photo here, or click and tap the center to insert a photo."/>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75169819" name="Picture Placeholder" descr="This photo is a 'placeholder' only. Drag or drop your photo here, or click and tap the center to insert a photo."/>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744717225" name="Picture Placeholder" descr="This photo is a 'placeholder' only. Drag or drop your photo here, or click and tap the center to insert a photo."/>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92339850" name="Picture Placeholder" descr="This photo is a 'placeholder' only. Drag or drop your photo here, or click and tap the center to insert a photo."/>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391866625" name="Picture Placeholder" descr="This photo is a 'placeholder' only. Drag or drop your photo here, or click and tap the center to insert a photo."/>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801580217" name="Picture Placeholder" descr="This photo is a 'placeholder' only. Drag or drop your photo here, or click and tap the center to insert a photo."/>
          <p:cNvSpPr>
            <a:spLocks noGrp="1"/>
          </p:cNvSpPr>
          <p:nvPr>
            <p:ph type="pic" sz="quarter" idx="14" hasCustomPrompt="1"/>
          </p:nvPr>
        </p:nvSpPr>
        <p:spPr bwMode="ltGray">
          <a:xfrm>
            <a:off x="8165231" y="457200"/>
            <a:ext cx="2849035" cy="2874212"/>
          </a:xfrm>
          <a:prstGeom prst="roundRect">
            <a:avLst>
              <a:gd name="adj" fmla="val 21738"/>
            </a:avLst>
          </a:prstGeom>
          <a:blipFill rotWithShape="1">
            <a:blip r:embed="rId2"/>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50" b="1">
                <a:solidFill>
                  <a:srgbClr val="000000"/>
                </a:solidFill>
                <a:latin typeface="+mn-lt"/>
                <a:cs typeface="Segoe UI"/>
              </a:defRPr>
            </a:lvl1pPr>
          </a:lstStyle>
          <a:p>
            <a:pPr>
              <a:defRPr/>
            </a:pPr>
            <a:r>
              <a:rPr lang="en-US"/>
              <a:t>Click icon to </a:t>
            </a:r>
            <a:br>
              <a:rPr lang="en-US"/>
            </a:br>
            <a:r>
              <a:rPr lang="en-US"/>
              <a:t>add your picture here</a:t>
            </a:r>
            <a:endParaRPr/>
          </a:p>
        </p:txBody>
      </p:sp>
      <p:sp>
        <p:nvSpPr>
          <p:cNvPr id="61044510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386104728"/>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showMasterPhAnim="0" preserve="1" userDrawn="1">
  <p:cSld name="Summary page_Big headline_Learn">
    <p:bg>
      <p:bgPr>
        <a:solidFill>
          <a:srgbClr val="E8E6DF"/>
        </a:solidFill>
        <a:effectLst/>
      </p:bgPr>
    </p:bg>
    <p:spTree>
      <p:nvGrpSpPr>
        <p:cNvPr id="1" name=""/>
        <p:cNvGrpSpPr/>
        <p:nvPr/>
      </p:nvGrpSpPr>
      <p:grpSpPr bwMode="auto">
        <a:xfrm>
          <a:off x="0" y="0"/>
          <a:ext cx="0" cy="0"/>
          <a:chOff x="0" y="0"/>
          <a:chExt cx="0" cy="0"/>
        </a:xfrm>
      </p:grpSpPr>
      <p:pic>
        <p:nvPicPr>
          <p:cNvPr id="162672429" name="Picture 2"/>
          <p:cNvPicPr>
            <a:picLocks noChangeAspect="1"/>
          </p:cNvPicPr>
          <p:nvPr userDrawn="1"/>
        </p:nvPicPr>
        <p:blipFill rotWithShape="1">
          <a:blip r:embed="rId2"/>
          <a:stretch/>
        </p:blipFill>
        <p:spPr bwMode="auto">
          <a:xfrm>
            <a:off x="0" y="0"/>
            <a:ext cx="12192000" cy="6858000"/>
          </a:xfrm>
          <a:prstGeom prst="rect">
            <a:avLst/>
          </a:prstGeom>
        </p:spPr>
      </p:pic>
      <p:sp>
        <p:nvSpPr>
          <p:cNvPr id="687550810" name="Title 4"/>
          <p:cNvSpPr>
            <a:spLocks noGrp="1"/>
          </p:cNvSpPr>
          <p:nvPr>
            <p:ph type="title" hasCustomPrompt="1"/>
          </p:nvPr>
        </p:nvSpPr>
        <p:spPr bwMode="auto">
          <a:xfrm>
            <a:off x="525081" y="2448062"/>
            <a:ext cx="10430257" cy="1015663"/>
          </a:xfrm>
        </p:spPr>
        <p:txBody>
          <a:bodyPr anchor="b" anchorCtr="0"/>
          <a:lstStyle>
            <a:lvl1pPr>
              <a:defRPr sz="6600" spc="-100">
                <a:latin typeface="+mn-lt"/>
              </a:defRPr>
            </a:lvl1pPr>
          </a:lstStyle>
          <a:p>
            <a:pPr>
              <a:defRPr/>
            </a:pPr>
            <a:r>
              <a:rPr lang="en-US"/>
              <a:t>Big headline</a:t>
            </a:r>
            <a:endParaRPr/>
          </a:p>
        </p:txBody>
      </p:sp>
      <p:sp>
        <p:nvSpPr>
          <p:cNvPr id="1898349040" name="Text Placeholder 3"/>
          <p:cNvSpPr>
            <a:spLocks noGrp="1"/>
          </p:cNvSpPr>
          <p:nvPr>
            <p:ph type="body" sz="quarter" idx="15"/>
          </p:nvPr>
        </p:nvSpPr>
        <p:spPr bwMode="auto">
          <a:xfrm>
            <a:off x="586390" y="4278313"/>
            <a:ext cx="4712686"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65176" indent="-128016">
              <a:spcAft>
                <a:spcPts val="0"/>
              </a:spcAft>
              <a:buFont typeface="Arial"/>
              <a:buChar char="•"/>
              <a:defRPr>
                <a:solidFill>
                  <a:schemeClr val="tx1"/>
                </a:solidFill>
              </a:defRPr>
            </a:lvl2pPr>
            <a:lvl3pPr marL="384048" indent="-118872">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941179188" name="Text Placeholder 3"/>
          <p:cNvSpPr>
            <a:spLocks noGrp="1"/>
          </p:cNvSpPr>
          <p:nvPr>
            <p:ph type="body" sz="quarter" idx="16"/>
          </p:nvPr>
        </p:nvSpPr>
        <p:spPr bwMode="auto">
          <a:xfrm>
            <a:off x="6246410" y="4278313"/>
            <a:ext cx="3765954"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65176" indent="-128016">
              <a:spcAft>
                <a:spcPts val="0"/>
              </a:spcAft>
              <a:buFont typeface="Arial"/>
              <a:buChar char="•"/>
              <a:defRPr>
                <a:solidFill>
                  <a:schemeClr val="tx1"/>
                </a:solidFill>
              </a:defRPr>
            </a:lvl2pPr>
            <a:lvl3pPr marL="384048" indent="-118872">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40106934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944427119"/>
      </p:ext>
    </p:extLst>
  </p:cSld>
  <p:clrMapOvr>
    <a:overrideClrMapping bg1="lt1" tx1="dk1" bg2="lt2" tx2="dk2" accent1="accent1" accent2="accent2" accent3="accent3" accent4="accent4" accent5="accent5" accent6="accent6" hlink="hlink" folHlink="folHlink"/>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showMasterPhAnim="0" preserve="1" userDrawn="1">
  <p:cSld name="1-column_Text">
    <p:bg>
      <p:bgRef idx="1001">
        <a:schemeClr val="bg1"/>
      </p:bgRef>
    </p:bg>
    <p:spTree>
      <p:nvGrpSpPr>
        <p:cNvPr id="1" name=""/>
        <p:cNvGrpSpPr/>
        <p:nvPr/>
      </p:nvGrpSpPr>
      <p:grpSpPr bwMode="auto">
        <a:xfrm>
          <a:off x="0" y="0"/>
          <a:ext cx="0" cy="0"/>
          <a:chOff x="0" y="0"/>
          <a:chExt cx="0" cy="0"/>
        </a:xfrm>
      </p:grpSpPr>
      <p:sp>
        <p:nvSpPr>
          <p:cNvPr id="410791849" name="Title 1"/>
          <p:cNvSpPr>
            <a:spLocks noGrp="1"/>
          </p:cNvSpPr>
          <p:nvPr>
            <p:ph type="title"/>
          </p:nvPr>
        </p:nvSpPr>
        <p:spPr bwMode="auto">
          <a:xfrm>
            <a:off x="588262" y="585216"/>
            <a:ext cx="11013473"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654726490" name="Text Placeholder 3"/>
          <p:cNvSpPr>
            <a:spLocks noGrp="1"/>
          </p:cNvSpPr>
          <p:nvPr>
            <p:ph type="body" sz="quarter" idx="15"/>
          </p:nvPr>
        </p:nvSpPr>
        <p:spPr bwMode="auto">
          <a:xfrm>
            <a:off x="586388" y="1591056"/>
            <a:ext cx="110134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77202991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519076908"/>
      </p:ext>
    </p:extLst>
  </p:cSld>
  <p:clrMapOvr>
    <a:overrideClrMapping bg1="lt1" tx1="dk1" bg2="lt2" tx2="dk2" accent1="accent1" accent2="accent2" accent3="accent3" accent4="accent4" accent5="accent5" accent6="accent6" hlink="hlink" folHlink="folHlink"/>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showMasterPhAnim="0" preserve="1" userDrawn="1">
  <p:cSld name="Title and subheading">
    <p:spTree>
      <p:nvGrpSpPr>
        <p:cNvPr id="1" name=""/>
        <p:cNvGrpSpPr/>
        <p:nvPr/>
      </p:nvGrpSpPr>
      <p:grpSpPr bwMode="auto">
        <a:xfrm>
          <a:off x="0" y="0"/>
          <a:ext cx="0" cy="0"/>
          <a:chOff x="0" y="0"/>
          <a:chExt cx="0" cy="0"/>
        </a:xfrm>
      </p:grpSpPr>
      <p:sp>
        <p:nvSpPr>
          <p:cNvPr id="805465159" name="Title 1"/>
          <p:cNvSpPr>
            <a:spLocks noGrp="1"/>
          </p:cNvSpPr>
          <p:nvPr>
            <p:ph type="title"/>
          </p:nvPr>
        </p:nvSpPr>
        <p:spPr bwMode="auto">
          <a:xfrm>
            <a:off x="588261" y="585216"/>
            <a:ext cx="11011601" cy="707281"/>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00705140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338222769" name="Text Placeholder 11"/>
          <p:cNvSpPr>
            <a:spLocks noGrp="1"/>
          </p:cNvSpPr>
          <p:nvPr>
            <p:ph type="body" sz="quarter" idx="17"/>
          </p:nvPr>
        </p:nvSpPr>
        <p:spPr bwMode="auto">
          <a:xfrm>
            <a:off x="584199" y="1386766"/>
            <a:ext cx="1101160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Tree>
    <p:extLst>
      <p:ext uri="{BB962C8B-B14F-4D97-AF65-F5344CB8AC3E}">
        <p14:creationId xmlns:p14="http://schemas.microsoft.com/office/powerpoint/2010/main" val="1091288021"/>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showMasterPhAnim="0" preserve="1" userDrawn="1">
  <p:cSld name="1_1-column_Text">
    <p:bg>
      <p:bgRef idx="1001">
        <a:schemeClr val="bg1"/>
      </p:bgRef>
    </p:bg>
    <p:spTree>
      <p:nvGrpSpPr>
        <p:cNvPr id="1" name=""/>
        <p:cNvGrpSpPr/>
        <p:nvPr/>
      </p:nvGrpSpPr>
      <p:grpSpPr bwMode="auto">
        <a:xfrm>
          <a:off x="0" y="0"/>
          <a:ext cx="0" cy="0"/>
          <a:chOff x="0" y="0"/>
          <a:chExt cx="0" cy="0"/>
        </a:xfrm>
      </p:grpSpPr>
      <p:sp>
        <p:nvSpPr>
          <p:cNvPr id="1407210116" name="Title 1"/>
          <p:cNvSpPr>
            <a:spLocks noGrp="1"/>
          </p:cNvSpPr>
          <p:nvPr>
            <p:ph type="title"/>
          </p:nvPr>
        </p:nvSpPr>
        <p:spPr bwMode="auto">
          <a:xfrm>
            <a:off x="588261" y="585216"/>
            <a:ext cx="8189027"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521329357" name="Text Placeholder 11"/>
          <p:cNvSpPr>
            <a:spLocks noGrp="1"/>
          </p:cNvSpPr>
          <p:nvPr>
            <p:ph type="body" sz="quarter" idx="17"/>
          </p:nvPr>
        </p:nvSpPr>
        <p:spPr bwMode="auto">
          <a:xfrm>
            <a:off x="584200" y="1594155"/>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730639413" name="Text Placeholder 3"/>
          <p:cNvSpPr>
            <a:spLocks noGrp="1"/>
          </p:cNvSpPr>
          <p:nvPr>
            <p:ph type="body" sz="quarter" idx="15"/>
          </p:nvPr>
        </p:nvSpPr>
        <p:spPr bwMode="auto">
          <a:xfrm>
            <a:off x="586390" y="2085764"/>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95266600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042189679"/>
      </p:ext>
    </p:extLst>
  </p:cSld>
  <p:clrMapOvr>
    <a:overrideClrMapping bg1="lt1" tx1="dk1" bg2="lt2" tx2="dk2" accent1="accent1" accent2="accent2" accent3="accent3" accent4="accent4" accent5="accent5" accent6="accent6" hlink="hlink" folHlink="folHlink"/>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showMasterPhAnim="0" preserve="1" userDrawn="1">
  <p:cSld name="2-column_Text">
    <p:bg>
      <p:bgRef idx="1001">
        <a:schemeClr val="bg1"/>
      </p:bgRef>
    </p:bg>
    <p:spTree>
      <p:nvGrpSpPr>
        <p:cNvPr id="1" name=""/>
        <p:cNvGrpSpPr/>
        <p:nvPr/>
      </p:nvGrpSpPr>
      <p:grpSpPr bwMode="auto">
        <a:xfrm>
          <a:off x="0" y="0"/>
          <a:ext cx="0" cy="0"/>
          <a:chOff x="0" y="0"/>
          <a:chExt cx="0" cy="0"/>
        </a:xfrm>
      </p:grpSpPr>
      <p:sp>
        <p:nvSpPr>
          <p:cNvPr id="1557702565"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375879708" name="Text Placeholder 3"/>
          <p:cNvSpPr>
            <a:spLocks noGrp="1"/>
          </p:cNvSpPr>
          <p:nvPr>
            <p:ph type="body" sz="quarter" idx="15"/>
          </p:nvPr>
        </p:nvSpPr>
        <p:spPr bwMode="auto">
          <a:xfrm>
            <a:off x="586390" y="1591056"/>
            <a:ext cx="5217510"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736337405" name="Text Placeholder 3"/>
          <p:cNvSpPr>
            <a:spLocks noGrp="1"/>
          </p:cNvSpPr>
          <p:nvPr>
            <p:ph type="body" sz="quarter" idx="20"/>
          </p:nvPr>
        </p:nvSpPr>
        <p:spPr bwMode="auto">
          <a:xfrm>
            <a:off x="6253664" y="1591056"/>
            <a:ext cx="5187106"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24103263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340505488"/>
      </p:ext>
    </p:extLst>
  </p:cSld>
  <p:clrMapOvr>
    <a:overrideClrMapping bg1="lt1" tx1="dk1" bg2="lt2" tx2="dk2" accent1="accent1" accent2="accent2" accent3="accent3" accent4="accent4" accent5="accent5" accent6="accent6" hlink="hlink" folHlink="folHlink"/>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showMasterPhAnim="0" preserve="1" userDrawn="1">
  <p:cSld name="2-column_Text_with Subheads">
    <p:bg>
      <p:bgRef idx="1001">
        <a:schemeClr val="bg1"/>
      </p:bgRef>
    </p:bg>
    <p:spTree>
      <p:nvGrpSpPr>
        <p:cNvPr id="1" name=""/>
        <p:cNvGrpSpPr/>
        <p:nvPr/>
      </p:nvGrpSpPr>
      <p:grpSpPr bwMode="auto">
        <a:xfrm>
          <a:off x="0" y="0"/>
          <a:ext cx="0" cy="0"/>
          <a:chOff x="0" y="0"/>
          <a:chExt cx="0" cy="0"/>
        </a:xfrm>
      </p:grpSpPr>
      <p:sp>
        <p:nvSpPr>
          <p:cNvPr id="22113477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89163950" name="Text Placeholder 11"/>
          <p:cNvSpPr>
            <a:spLocks noGrp="1"/>
          </p:cNvSpPr>
          <p:nvPr>
            <p:ph type="body" sz="quarter" idx="16"/>
          </p:nvPr>
        </p:nvSpPr>
        <p:spPr bwMode="auto">
          <a:xfrm>
            <a:off x="58420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047649193" name="Text Placeholder 3"/>
          <p:cNvSpPr>
            <a:spLocks noGrp="1"/>
          </p:cNvSpPr>
          <p:nvPr>
            <p:ph type="body" sz="quarter" idx="15"/>
          </p:nvPr>
        </p:nvSpPr>
        <p:spPr bwMode="auto">
          <a:xfrm>
            <a:off x="586390" y="2085764"/>
            <a:ext cx="5217510"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939302413" name="Text Placeholder 11"/>
          <p:cNvSpPr>
            <a:spLocks noGrp="1"/>
          </p:cNvSpPr>
          <p:nvPr>
            <p:ph type="body" sz="quarter" idx="19"/>
          </p:nvPr>
        </p:nvSpPr>
        <p:spPr bwMode="auto">
          <a:xfrm>
            <a:off x="624422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404737793" name="Text Placeholder 3"/>
          <p:cNvSpPr>
            <a:spLocks noGrp="1"/>
          </p:cNvSpPr>
          <p:nvPr>
            <p:ph type="body" sz="quarter" idx="20"/>
          </p:nvPr>
        </p:nvSpPr>
        <p:spPr bwMode="auto">
          <a:xfrm>
            <a:off x="6253664" y="2085764"/>
            <a:ext cx="5187106"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09630633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865682682"/>
      </p:ext>
    </p:extLst>
  </p:cSld>
  <p:clrMapOvr>
    <a:overrideClrMapping bg1="lt1" tx1="dk1" bg2="lt2" tx2="dk2" accent1="accent1" accent2="accent2" accent3="accent3" accent4="accent4" accent5="accent5" accent6="accent6" hlink="hlink" folHlink="folHlink"/>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showMasterPhAnim="0" preserve="1" userDrawn="1">
  <p:cSld name="3-column_Text">
    <p:bg>
      <p:bgRef idx="1001">
        <a:schemeClr val="bg1"/>
      </p:bgRef>
    </p:bg>
    <p:spTree>
      <p:nvGrpSpPr>
        <p:cNvPr id="1" name=""/>
        <p:cNvGrpSpPr/>
        <p:nvPr/>
      </p:nvGrpSpPr>
      <p:grpSpPr bwMode="auto">
        <a:xfrm>
          <a:off x="0" y="0"/>
          <a:ext cx="0" cy="0"/>
          <a:chOff x="0" y="0"/>
          <a:chExt cx="0" cy="0"/>
        </a:xfrm>
      </p:grpSpPr>
      <p:sp>
        <p:nvSpPr>
          <p:cNvPr id="58574210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607589951" name="Text Placeholder 3"/>
          <p:cNvSpPr>
            <a:spLocks noGrp="1"/>
          </p:cNvSpPr>
          <p:nvPr>
            <p:ph type="body" sz="quarter" idx="15"/>
          </p:nvPr>
        </p:nvSpPr>
        <p:spPr bwMode="auto">
          <a:xfrm>
            <a:off x="586390"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17284948" name="Text Placeholder 3"/>
          <p:cNvSpPr>
            <a:spLocks noGrp="1"/>
          </p:cNvSpPr>
          <p:nvPr>
            <p:ph type="body" sz="quarter" idx="16"/>
          </p:nvPr>
        </p:nvSpPr>
        <p:spPr bwMode="auto">
          <a:xfrm>
            <a:off x="4362862"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24953861" name="Text Placeholder 3"/>
          <p:cNvSpPr>
            <a:spLocks noGrp="1"/>
          </p:cNvSpPr>
          <p:nvPr>
            <p:ph type="body" sz="quarter" idx="17"/>
          </p:nvPr>
        </p:nvSpPr>
        <p:spPr bwMode="auto">
          <a:xfrm>
            <a:off x="8130190"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52932057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081477526"/>
      </p:ext>
    </p:extLst>
  </p:cSld>
  <p:clrMapOvr>
    <a:overrideClrMapping bg1="lt1" tx1="dk1" bg2="lt2" tx2="dk2" accent1="accent1" accent2="accent2" accent3="accent3" accent4="accent4" accent5="accent5" accent6="accent6" hlink="hlink" folHlink="folHlink"/>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showMasterPhAnim="0" preserve="1" userDrawn="1">
  <p:cSld name="3-column_Text_with Subheads">
    <p:bg>
      <p:bgRef idx="1001">
        <a:schemeClr val="bg1"/>
      </p:bgRef>
    </p:bg>
    <p:spTree>
      <p:nvGrpSpPr>
        <p:cNvPr id="1" name=""/>
        <p:cNvGrpSpPr/>
        <p:nvPr/>
      </p:nvGrpSpPr>
      <p:grpSpPr bwMode="auto">
        <a:xfrm>
          <a:off x="0" y="0"/>
          <a:ext cx="0" cy="0"/>
          <a:chOff x="0" y="0"/>
          <a:chExt cx="0" cy="0"/>
        </a:xfrm>
      </p:grpSpPr>
      <p:sp>
        <p:nvSpPr>
          <p:cNvPr id="40630562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837357008" name="Text Placeholder 11"/>
          <p:cNvSpPr>
            <a:spLocks noGrp="1"/>
          </p:cNvSpPr>
          <p:nvPr>
            <p:ph type="body" sz="quarter" idx="16"/>
          </p:nvPr>
        </p:nvSpPr>
        <p:spPr bwMode="auto">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086467241" name="Text Placeholder 3"/>
          <p:cNvSpPr>
            <a:spLocks noGrp="1"/>
          </p:cNvSpPr>
          <p:nvPr>
            <p:ph type="body" sz="quarter" idx="15"/>
          </p:nvPr>
        </p:nvSpPr>
        <p:spPr bwMode="auto">
          <a:xfrm>
            <a:off x="586390"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292925667" name="Text Placeholder 11"/>
          <p:cNvSpPr>
            <a:spLocks noGrp="1"/>
          </p:cNvSpPr>
          <p:nvPr>
            <p:ph type="body" sz="quarter" idx="22"/>
          </p:nvPr>
        </p:nvSpPr>
        <p:spPr bwMode="auto">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229317947" name="Text Placeholder 3"/>
          <p:cNvSpPr>
            <a:spLocks noGrp="1"/>
          </p:cNvSpPr>
          <p:nvPr>
            <p:ph type="body" sz="quarter" idx="23"/>
          </p:nvPr>
        </p:nvSpPr>
        <p:spPr bwMode="auto">
          <a:xfrm>
            <a:off x="4359737"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671076326" name="Text Placeholder 11"/>
          <p:cNvSpPr>
            <a:spLocks noGrp="1"/>
          </p:cNvSpPr>
          <p:nvPr>
            <p:ph type="body" sz="quarter" idx="24"/>
          </p:nvPr>
        </p:nvSpPr>
        <p:spPr bwMode="auto">
          <a:xfrm>
            <a:off x="8130894"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547981180" name="Text Placeholder 3"/>
          <p:cNvSpPr>
            <a:spLocks noGrp="1"/>
          </p:cNvSpPr>
          <p:nvPr>
            <p:ph type="body" sz="quarter" idx="25"/>
          </p:nvPr>
        </p:nvSpPr>
        <p:spPr bwMode="auto">
          <a:xfrm>
            <a:off x="8133084"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62876820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347193271"/>
      </p:ext>
    </p:extLst>
  </p:cSld>
  <p:clrMapOvr>
    <a:overrideClrMapping bg1="lt1" tx1="dk1" bg2="lt2" tx2="dk2" accent1="accent1" accent2="accent2" accent3="accent3" accent4="accent4" accent5="accent5" accent6="accent6" hlink="hlink" folHlink="folHlink"/>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showMasterPhAnim="0" preserve="1" userDrawn="1">
  <p:cSld name="3-column_Text_with Subheads-Icons">
    <p:bg>
      <p:bgRef idx="1001">
        <a:schemeClr val="bg1"/>
      </p:bgRef>
    </p:bg>
    <p:spTree>
      <p:nvGrpSpPr>
        <p:cNvPr id="1" name=""/>
        <p:cNvGrpSpPr/>
        <p:nvPr/>
      </p:nvGrpSpPr>
      <p:grpSpPr bwMode="auto">
        <a:xfrm>
          <a:off x="0" y="0"/>
          <a:ext cx="0" cy="0"/>
          <a:chOff x="0" y="0"/>
          <a:chExt cx="0" cy="0"/>
        </a:xfrm>
      </p:grpSpPr>
      <p:sp>
        <p:nvSpPr>
          <p:cNvPr id="77814836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772947593" name="Text Placeholder 11"/>
          <p:cNvSpPr>
            <a:spLocks noGrp="1"/>
          </p:cNvSpPr>
          <p:nvPr>
            <p:ph type="body" sz="quarter" idx="16"/>
          </p:nvPr>
        </p:nvSpPr>
        <p:spPr bwMode="auto">
          <a:xfrm>
            <a:off x="584200"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420702785" name="Text Placeholder 3"/>
          <p:cNvSpPr>
            <a:spLocks noGrp="1"/>
          </p:cNvSpPr>
          <p:nvPr>
            <p:ph type="body" sz="quarter" idx="15"/>
          </p:nvPr>
        </p:nvSpPr>
        <p:spPr bwMode="auto">
          <a:xfrm>
            <a:off x="586390"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701064652" name="Text Placeholder 11"/>
          <p:cNvSpPr>
            <a:spLocks noGrp="1"/>
          </p:cNvSpPr>
          <p:nvPr>
            <p:ph type="body" sz="quarter" idx="22"/>
          </p:nvPr>
        </p:nvSpPr>
        <p:spPr bwMode="auto">
          <a:xfrm>
            <a:off x="4357547"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694374473" name="Text Placeholder 3"/>
          <p:cNvSpPr>
            <a:spLocks noGrp="1"/>
          </p:cNvSpPr>
          <p:nvPr>
            <p:ph type="body" sz="quarter" idx="23"/>
          </p:nvPr>
        </p:nvSpPr>
        <p:spPr bwMode="auto">
          <a:xfrm>
            <a:off x="4359737"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446846812" name="Text Placeholder 11"/>
          <p:cNvSpPr>
            <a:spLocks noGrp="1"/>
          </p:cNvSpPr>
          <p:nvPr>
            <p:ph type="body" sz="quarter" idx="24"/>
          </p:nvPr>
        </p:nvSpPr>
        <p:spPr bwMode="auto">
          <a:xfrm>
            <a:off x="8130894"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378484585" name="Text Placeholder 3"/>
          <p:cNvSpPr>
            <a:spLocks noGrp="1"/>
          </p:cNvSpPr>
          <p:nvPr>
            <p:ph type="body" sz="quarter" idx="25"/>
          </p:nvPr>
        </p:nvSpPr>
        <p:spPr bwMode="auto">
          <a:xfrm>
            <a:off x="8133084"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15426907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278290120"/>
      </p:ext>
    </p:extLst>
  </p:cSld>
  <p:clrMapOvr>
    <a:overrideClrMapping bg1="lt1" tx1="dk1" bg2="lt2" tx2="dk2" accent1="accent1" accent2="accent2" accent3="accent3" accent4="accent4" accent5="accent5" accent6="accent6" hlink="hlink" folHlink="folHlink"/>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showMasterPhAnim="0" preserve="1" userDrawn="1">
  <p:cSld name="2_3-column_Text_with Subheads-Icons">
    <p:bg>
      <p:bgRef idx="1001">
        <a:schemeClr val="bg1"/>
      </p:bgRef>
    </p:bg>
    <p:spTree>
      <p:nvGrpSpPr>
        <p:cNvPr id="1" name=""/>
        <p:cNvGrpSpPr/>
        <p:nvPr/>
      </p:nvGrpSpPr>
      <p:grpSpPr bwMode="auto">
        <a:xfrm>
          <a:off x="0" y="0"/>
          <a:ext cx="0" cy="0"/>
          <a:chOff x="0" y="0"/>
          <a:chExt cx="0" cy="0"/>
        </a:xfrm>
      </p:grpSpPr>
      <p:cxnSp>
        <p:nvCxnSpPr>
          <p:cNvPr id="1178608881"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173761133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61092107"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677718522"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42273525"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2046121014"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3268218"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599252659"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64671905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689640244"/>
      </p:ext>
    </p:extLst>
  </p:cSld>
  <p:clrMapOvr>
    <a:overrideClrMapping bg1="lt1" tx1="dk1" bg2="lt2" tx2="dk2" accent1="accent1" accent2="accent2" accent3="accent3" accent4="accent4" accent5="accent5" accent6="accent6" hlink="hlink" folHlink="folHlink"/>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showMasterPhAnim="0" preserve="1" userDrawn="1">
  <p:cSld name="4_3-column_Text_with Subheads-Icons">
    <p:bg>
      <p:bgRef idx="1001">
        <a:schemeClr val="bg1"/>
      </p:bgRef>
    </p:bg>
    <p:spTree>
      <p:nvGrpSpPr>
        <p:cNvPr id="1" name=""/>
        <p:cNvGrpSpPr/>
        <p:nvPr/>
      </p:nvGrpSpPr>
      <p:grpSpPr bwMode="auto">
        <a:xfrm>
          <a:off x="0" y="0"/>
          <a:ext cx="0" cy="0"/>
          <a:chOff x="0" y="0"/>
          <a:chExt cx="0" cy="0"/>
        </a:xfrm>
      </p:grpSpPr>
      <p:cxnSp>
        <p:nvCxnSpPr>
          <p:cNvPr id="413614626"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117738890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611396790"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33446084"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215803394"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522946063"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7290918"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272125262"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69021832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458553198"/>
      </p:ext>
    </p:extLst>
  </p:cSld>
  <p:clrMapOvr>
    <a:overrideClrMapping bg1="lt1" tx1="dk1" bg2="lt2" tx2="dk2" accent1="accent1" accent2="accent2" accent3="accent3" accent4="accent4" accent5="accent5" accent6="accent6" hlink="hlink" folHlink="folHlink"/>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showMasterPhAnim="0" preserve="1" userDrawn="1">
  <p:cSld name="3_3-column_Text_with Subheads-Icons">
    <p:bg>
      <p:bgRef idx="1001">
        <a:schemeClr val="bg1"/>
      </p:bgRef>
    </p:bg>
    <p:spTree>
      <p:nvGrpSpPr>
        <p:cNvPr id="1" name=""/>
        <p:cNvGrpSpPr/>
        <p:nvPr/>
      </p:nvGrpSpPr>
      <p:grpSpPr bwMode="auto">
        <a:xfrm>
          <a:off x="0" y="0"/>
          <a:ext cx="0" cy="0"/>
          <a:chOff x="0" y="0"/>
          <a:chExt cx="0" cy="0"/>
        </a:xfrm>
      </p:grpSpPr>
      <p:cxnSp>
        <p:nvCxnSpPr>
          <p:cNvPr id="2007071839"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160091666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82173584"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987680564"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127361526"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214370322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470993011"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332887694"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953830784"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1631038146"/>
      </p:ext>
    </p:extLst>
  </p:cSld>
  <p:clrMapOvr>
    <a:overrideClrMapping bg1="lt1" tx1="dk1" bg2="lt2" tx2="dk2" accent1="accent1" accent2="accent2" accent3="accent3" accent4="accent4" accent5="accent5" accent6="accent6" hlink="hlink" folHlink="folHlink"/>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and title">
    <p:spTree>
      <p:nvGrpSpPr>
        <p:cNvPr id="1" name=""/>
        <p:cNvGrpSpPr/>
        <p:nvPr/>
      </p:nvGrpSpPr>
      <p:grpSpPr bwMode="auto">
        <a:xfrm>
          <a:off x="0" y="0"/>
          <a:ext cx="0" cy="0"/>
          <a:chOff x="0" y="0"/>
          <a:chExt cx="0" cy="0"/>
        </a:xfrm>
      </p:grpSpPr>
      <p:sp>
        <p:nvSpPr>
          <p:cNvPr id="1018116814" name="Text Placeholder 3"/>
          <p:cNvSpPr>
            <a:spLocks noGrp="1"/>
          </p:cNvSpPr>
          <p:nvPr>
            <p:ph type="body" sz="quarter" idx="15"/>
          </p:nvPr>
        </p:nvSpPr>
        <p:spPr bwMode="auto">
          <a:xfrm>
            <a:off x="586390" y="4978880"/>
            <a:ext cx="5217510"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374328852" name="Text Placeholder 3"/>
          <p:cNvSpPr>
            <a:spLocks noGrp="1"/>
          </p:cNvSpPr>
          <p:nvPr>
            <p:ph type="body" sz="quarter" idx="20"/>
          </p:nvPr>
        </p:nvSpPr>
        <p:spPr bwMode="auto">
          <a:xfrm>
            <a:off x="6253664" y="4978880"/>
            <a:ext cx="5187106"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044081115" name="Picture Placeholder" descr="This photo is a 'placeholder' only. Drag or drop your photo here, or click and tap the center to insert a photo."/>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10763048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06445867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372692908"/>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p:spTree>
      <p:nvGrpSpPr>
        <p:cNvPr id="1" name=""/>
        <p:cNvGrpSpPr/>
        <p:nvPr/>
      </p:nvGrpSpPr>
      <p:grpSpPr bwMode="auto">
        <a:xfrm>
          <a:off x="0" y="0"/>
          <a:ext cx="0" cy="0"/>
          <a:chOff x="0" y="0"/>
          <a:chExt cx="0" cy="0"/>
        </a:xfrm>
      </p:grpSpPr>
      <p:sp>
        <p:nvSpPr>
          <p:cNvPr id="1240674219" name="Text Placeholder 3"/>
          <p:cNvSpPr>
            <a:spLocks noGrp="1"/>
          </p:cNvSpPr>
          <p:nvPr>
            <p:ph type="body" sz="quarter" idx="15"/>
          </p:nvPr>
        </p:nvSpPr>
        <p:spPr bwMode="auto">
          <a:xfrm>
            <a:off x="586390" y="4978880"/>
            <a:ext cx="5217510"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450191818" name="Text Placeholder 3"/>
          <p:cNvSpPr>
            <a:spLocks noGrp="1"/>
          </p:cNvSpPr>
          <p:nvPr>
            <p:ph type="body" sz="quarter" idx="20"/>
          </p:nvPr>
        </p:nvSpPr>
        <p:spPr bwMode="auto">
          <a:xfrm>
            <a:off x="6253664" y="4978880"/>
            <a:ext cx="5187106"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344328220" name="Picture Placeholder" descr="This photo is a 'placeholder' only. Drag or drop your photo here, or click and tap the center to insert a photo."/>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57995441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922172945"/>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subheads, and title">
    <p:spTree>
      <p:nvGrpSpPr>
        <p:cNvPr id="1" name=""/>
        <p:cNvGrpSpPr/>
        <p:nvPr/>
      </p:nvGrpSpPr>
      <p:grpSpPr bwMode="auto">
        <a:xfrm>
          <a:off x="0" y="0"/>
          <a:ext cx="0" cy="0"/>
          <a:chOff x="0" y="0"/>
          <a:chExt cx="0" cy="0"/>
        </a:xfrm>
      </p:grpSpPr>
      <p:sp>
        <p:nvSpPr>
          <p:cNvPr id="207873128" name="Text Placeholder 11"/>
          <p:cNvSpPr>
            <a:spLocks noGrp="1"/>
          </p:cNvSpPr>
          <p:nvPr>
            <p:ph type="body" sz="quarter" idx="16"/>
          </p:nvPr>
        </p:nvSpPr>
        <p:spPr bwMode="auto">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228260102" name="Text Placeholder 3"/>
          <p:cNvSpPr>
            <a:spLocks noGrp="1"/>
          </p:cNvSpPr>
          <p:nvPr>
            <p:ph type="body" sz="quarter" idx="15"/>
          </p:nvPr>
        </p:nvSpPr>
        <p:spPr bwMode="auto">
          <a:xfrm>
            <a:off x="586390" y="5357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144823449" name="Text Placeholder 11"/>
          <p:cNvSpPr>
            <a:spLocks noGrp="1"/>
          </p:cNvSpPr>
          <p:nvPr>
            <p:ph type="body" sz="quarter" idx="22"/>
          </p:nvPr>
        </p:nvSpPr>
        <p:spPr bwMode="auto">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675302234" name="Text Placeholder 3"/>
          <p:cNvSpPr>
            <a:spLocks noGrp="1"/>
          </p:cNvSpPr>
          <p:nvPr>
            <p:ph type="body" sz="quarter" idx="33"/>
          </p:nvPr>
        </p:nvSpPr>
        <p:spPr bwMode="auto">
          <a:xfrm>
            <a:off x="6252435" y="5357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97597921"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56477515" name="Picture Placeholder" descr="This photo is a 'placeholder' only. Drag or drop your photo here, or click and tap the center to insert a photo."/>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13011827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756649582"/>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and subheads">
    <p:spTree>
      <p:nvGrpSpPr>
        <p:cNvPr id="1" name=""/>
        <p:cNvGrpSpPr/>
        <p:nvPr/>
      </p:nvGrpSpPr>
      <p:grpSpPr bwMode="auto">
        <a:xfrm>
          <a:off x="0" y="0"/>
          <a:ext cx="0" cy="0"/>
          <a:chOff x="0" y="0"/>
          <a:chExt cx="0" cy="0"/>
        </a:xfrm>
      </p:grpSpPr>
      <p:sp>
        <p:nvSpPr>
          <p:cNvPr id="1038971909" name="Rectangle 10"/>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400">
              <a:gradFill>
                <a:gsLst>
                  <a:gs pos="0">
                    <a:srgbClr val="FFFFFF"/>
                  </a:gs>
                  <a:gs pos="100000">
                    <a:srgbClr val="FFFFFF"/>
                  </a:gs>
                </a:gsLst>
                <a:lin ang="5400000" scaled="0"/>
              </a:gradFill>
              <a:ea typeface="Segoe UI"/>
              <a:cs typeface="Segoe UI"/>
            </a:endParaRPr>
          </a:p>
        </p:txBody>
      </p:sp>
      <p:sp>
        <p:nvSpPr>
          <p:cNvPr id="453078543" name="Text Placeholder 11"/>
          <p:cNvSpPr>
            <a:spLocks noGrp="1"/>
          </p:cNvSpPr>
          <p:nvPr>
            <p:ph type="body" sz="quarter" idx="16"/>
          </p:nvPr>
        </p:nvSpPr>
        <p:spPr bwMode="auto">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672136704" name="Text Placeholder 3"/>
          <p:cNvSpPr>
            <a:spLocks noGrp="1"/>
          </p:cNvSpPr>
          <p:nvPr>
            <p:ph type="body" sz="quarter" idx="15"/>
          </p:nvPr>
        </p:nvSpPr>
        <p:spPr bwMode="auto">
          <a:xfrm>
            <a:off x="586390" y="5357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956045723" name="Text Placeholder 11"/>
          <p:cNvSpPr>
            <a:spLocks noGrp="1"/>
          </p:cNvSpPr>
          <p:nvPr>
            <p:ph type="body" sz="quarter" idx="22"/>
          </p:nvPr>
        </p:nvSpPr>
        <p:spPr bwMode="auto">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83818257" name="Text Placeholder 3"/>
          <p:cNvSpPr>
            <a:spLocks noGrp="1"/>
          </p:cNvSpPr>
          <p:nvPr>
            <p:ph type="body" sz="quarter" idx="33"/>
          </p:nvPr>
        </p:nvSpPr>
        <p:spPr bwMode="auto">
          <a:xfrm>
            <a:off x="6252435" y="5357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256600007" name="Picture Placeholder" descr="This photo is a 'placeholder' only. Drag or drop your photo here, or click and tap the center to insert a photo."/>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50607295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634359743"/>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showMasterPhAnim="0" userDrawn="1">
  <p:cSld name="1-column_Callout_with Image">
    <p:bg>
      <p:bgRef idx="1001">
        <a:schemeClr val="bg1"/>
      </p:bgRef>
    </p:bg>
    <p:spTree>
      <p:nvGrpSpPr>
        <p:cNvPr id="1" name=""/>
        <p:cNvGrpSpPr/>
        <p:nvPr/>
      </p:nvGrpSpPr>
      <p:grpSpPr bwMode="auto">
        <a:xfrm>
          <a:off x="0" y="0"/>
          <a:ext cx="0" cy="0"/>
          <a:chOff x="0" y="0"/>
          <a:chExt cx="0" cy="0"/>
        </a:xfrm>
      </p:grpSpPr>
      <p:sp>
        <p:nvSpPr>
          <p:cNvPr id="1988393751" name="Footer Placeholder 10"/>
          <p:cNvSpPr>
            <a:spLocks noGrp="1"/>
          </p:cNvSpPr>
          <p:nvPr>
            <p:ph type="ftr" sz="quarter" idx="3"/>
          </p:nvPr>
        </p:nvSpPr>
        <p:spPr bwMode="auto">
          <a:xfrm>
            <a:off x="40640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504580545"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34053917" name="Picture Placeholder" descr="This photo is a 'placeholder' only. Drag or drop your photo here, or click and tap the center to insert a photo."/>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522543282" name="Text Placeholder 11"/>
          <p:cNvSpPr>
            <a:spLocks noGrp="1"/>
          </p:cNvSpPr>
          <p:nvPr>
            <p:ph type="body" sz="quarter" idx="16"/>
          </p:nvPr>
        </p:nvSpPr>
        <p:spPr bwMode="auto">
          <a:xfrm>
            <a:off x="584200" y="1594155"/>
            <a:ext cx="3174143"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409072962" name="Text Placeholder 3"/>
          <p:cNvSpPr>
            <a:spLocks noGrp="1"/>
          </p:cNvSpPr>
          <p:nvPr>
            <p:ph type="body" sz="quarter" idx="15"/>
          </p:nvPr>
        </p:nvSpPr>
        <p:spPr bwMode="auto">
          <a:xfrm>
            <a:off x="586388" y="2085764"/>
            <a:ext cx="3172810"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65176" indent="-128016">
              <a:spcAft>
                <a:spcPts val="0"/>
              </a:spcAft>
              <a:buFont typeface="Arial"/>
              <a:buChar char="•"/>
              <a:defRPr>
                <a:solidFill>
                  <a:schemeClr val="tx1"/>
                </a:solidFill>
              </a:defRPr>
            </a:lvl2pPr>
            <a:lvl3pPr marL="384048" indent="-118872">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Tree>
    <p:extLst>
      <p:ext uri="{BB962C8B-B14F-4D97-AF65-F5344CB8AC3E}">
        <p14:creationId xmlns:p14="http://schemas.microsoft.com/office/powerpoint/2010/main" val="3203736105"/>
      </p:ext>
    </p:extLst>
  </p:cSld>
  <p:clrMapOvr>
    <a:overrideClrMapping bg1="lt1" tx1="dk1" bg2="lt2" tx2="dk2" accent1="accent1" accent2="accent2" accent3="accent3" accent4="accent4" accent5="accent5" accent6="accent6" hlink="hlink" folHlink="folHlink"/>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showMasterPhAnim="0" preserve="1" userDrawn="1">
  <p:cSld name="1-column_Text_with Image">
    <p:bg>
      <p:bgRef idx="1001">
        <a:schemeClr val="bg1"/>
      </p:bgRef>
    </p:bg>
    <p:spTree>
      <p:nvGrpSpPr>
        <p:cNvPr id="1" name=""/>
        <p:cNvGrpSpPr/>
        <p:nvPr/>
      </p:nvGrpSpPr>
      <p:grpSpPr bwMode="auto">
        <a:xfrm>
          <a:off x="0" y="0"/>
          <a:ext cx="0" cy="0"/>
          <a:chOff x="0" y="0"/>
          <a:chExt cx="0" cy="0"/>
        </a:xfrm>
      </p:grpSpPr>
      <p:sp>
        <p:nvSpPr>
          <p:cNvPr id="1673802678" name="Title 1"/>
          <p:cNvSpPr>
            <a:spLocks noGrp="1"/>
          </p:cNvSpPr>
          <p:nvPr>
            <p:ph type="title"/>
          </p:nvPr>
        </p:nvSpPr>
        <p:spPr bwMode="auto">
          <a:xfrm>
            <a:off x="588261" y="585216"/>
            <a:ext cx="4710689"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888198130" name="Text Placeholder 11"/>
          <p:cNvSpPr>
            <a:spLocks noGrp="1"/>
          </p:cNvSpPr>
          <p:nvPr>
            <p:ph type="body" sz="quarter" idx="16"/>
          </p:nvPr>
        </p:nvSpPr>
        <p:spPr bwMode="auto">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500763668" name="Text Placeholder 3"/>
          <p:cNvSpPr>
            <a:spLocks noGrp="1"/>
          </p:cNvSpPr>
          <p:nvPr>
            <p:ph type="body" sz="quarter" idx="15"/>
          </p:nvPr>
        </p:nvSpPr>
        <p:spPr bwMode="auto">
          <a:xfrm>
            <a:off x="586388" y="2085764"/>
            <a:ext cx="4712685"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65176" indent="-128016">
              <a:spcAft>
                <a:spcPts val="0"/>
              </a:spcAft>
              <a:buFont typeface="Arial"/>
              <a:buChar char="•"/>
              <a:defRPr>
                <a:solidFill>
                  <a:schemeClr val="tx1"/>
                </a:solidFill>
              </a:defRPr>
            </a:lvl2pPr>
            <a:lvl3pPr marL="384048" indent="-118872">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593549605" name="Picture Placeholder" descr="This photo is a 'placeholder' only. Drag or drop your photo here, or click and tap the center to insert a photo."/>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a:defRPr>
            </a:lvl1pPr>
          </a:lstStyle>
          <a:p>
            <a:pPr>
              <a:defRPr/>
            </a:pPr>
            <a:r>
              <a:rPr lang="en-US"/>
              <a:t>Drag &amp; drop your photo here </a:t>
            </a:r>
            <a:br>
              <a:rPr lang="en-US"/>
            </a:br>
            <a:r>
              <a:rPr lang="en-US"/>
              <a:t>or click or tap icon below </a:t>
            </a:r>
            <a:br>
              <a:rPr lang="en-US"/>
            </a:br>
            <a:r>
              <a:rPr lang="en-US"/>
              <a:t>to insert</a:t>
            </a:r>
            <a:endParaRPr/>
          </a:p>
          <a:p>
            <a:pPr>
              <a:defRPr/>
            </a:pPr>
            <a:endParaRPr lang="en-US"/>
          </a:p>
          <a:p>
            <a:pPr>
              <a:defRPr/>
            </a:pPr>
            <a:endParaRPr lang="en-US"/>
          </a:p>
        </p:txBody>
      </p:sp>
      <p:sp>
        <p:nvSpPr>
          <p:cNvPr id="16491006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848655003"/>
      </p:ext>
    </p:extLst>
  </p:cSld>
  <p:clrMapOvr>
    <a:overrideClrMapping bg1="lt1" tx1="dk1" bg2="lt2" tx2="dk2" accent1="accent1" accent2="accent2" accent3="accent3" accent4="accent4" accent5="accent5" accent6="accent6" hlink="hlink" folHlink="folHlink"/>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showMasterPhAnim="0" preserve="1" userDrawn="1">
  <p:cSld name="2-column_Text_with Image">
    <p:bg>
      <p:bgRef idx="1001">
        <a:schemeClr val="bg1"/>
      </p:bgRef>
    </p:bg>
    <p:spTree>
      <p:nvGrpSpPr>
        <p:cNvPr id="1" name=""/>
        <p:cNvGrpSpPr/>
        <p:nvPr/>
      </p:nvGrpSpPr>
      <p:grpSpPr bwMode="auto">
        <a:xfrm>
          <a:off x="0" y="0"/>
          <a:ext cx="0" cy="0"/>
          <a:chOff x="0" y="0"/>
          <a:chExt cx="0" cy="0"/>
        </a:xfrm>
      </p:grpSpPr>
      <p:sp>
        <p:nvSpPr>
          <p:cNvPr id="761232367" name="Title 1"/>
          <p:cNvSpPr>
            <a:spLocks noGrp="1"/>
          </p:cNvSpPr>
          <p:nvPr>
            <p:ph type="title"/>
          </p:nvPr>
        </p:nvSpPr>
        <p:spPr bwMode="auto">
          <a:xfrm>
            <a:off x="588262" y="585216"/>
            <a:ext cx="7248356" cy="307777"/>
          </a:xfrm>
        </p:spPr>
        <p:txBody>
          <a:bodyPr/>
          <a:lstStyle>
            <a:lvl1pPr>
              <a:defRPr sz="2000" b="0" i="0">
                <a:solidFill>
                  <a:srgbClr val="001F2D"/>
                </a:solidFill>
                <a:latin typeface="+mj-lt"/>
                <a:cs typeface="Segoe UI Semibold"/>
              </a:defRPr>
            </a:lvl1pPr>
          </a:lstStyle>
          <a:p>
            <a:pPr>
              <a:defRPr/>
            </a:pPr>
            <a:r>
              <a:rPr lang="en-US"/>
              <a:t>Click to edit Master title style</a:t>
            </a:r>
            <a:endParaRPr/>
          </a:p>
        </p:txBody>
      </p:sp>
      <p:sp>
        <p:nvSpPr>
          <p:cNvPr id="1319079280" name="Text Placeholder 11"/>
          <p:cNvSpPr>
            <a:spLocks noGrp="1"/>
          </p:cNvSpPr>
          <p:nvPr>
            <p:ph type="body" sz="quarter" idx="16"/>
          </p:nvPr>
        </p:nvSpPr>
        <p:spPr bwMode="auto">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277110663" name="Text Placeholder 3"/>
          <p:cNvSpPr>
            <a:spLocks noGrp="1"/>
          </p:cNvSpPr>
          <p:nvPr>
            <p:ph type="body" sz="quarter" idx="15"/>
          </p:nvPr>
        </p:nvSpPr>
        <p:spPr bwMode="auto">
          <a:xfrm>
            <a:off x="586390" y="2085764"/>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242151614" name="Text Placeholder 11"/>
          <p:cNvSpPr>
            <a:spLocks noGrp="1"/>
          </p:cNvSpPr>
          <p:nvPr>
            <p:ph type="body" sz="quarter" idx="22"/>
          </p:nvPr>
        </p:nvSpPr>
        <p:spPr bwMode="auto">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490810638" name="Text Placeholder 3"/>
          <p:cNvSpPr>
            <a:spLocks noGrp="1"/>
          </p:cNvSpPr>
          <p:nvPr>
            <p:ph type="body" sz="quarter" idx="23"/>
          </p:nvPr>
        </p:nvSpPr>
        <p:spPr bwMode="auto">
          <a:xfrm>
            <a:off x="4359737" y="2085764"/>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739836139" name="Picture Placeholder" descr="This photo is a 'placeholder' only. Drag or drop your photo here, or click and tap the center to insert a photo."/>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a:defRPr>
            </a:lvl1pPr>
          </a:lstStyle>
          <a:p>
            <a:pPr>
              <a:defRPr/>
            </a:pPr>
            <a:r>
              <a:rPr lang="en-US"/>
              <a:t>Drag &amp; drop your photo here </a:t>
            </a:r>
            <a:br>
              <a:rPr lang="en-US"/>
            </a:br>
            <a:r>
              <a:rPr lang="en-US"/>
              <a:t>or click or tap icon below </a:t>
            </a:r>
            <a:br>
              <a:rPr lang="en-US"/>
            </a:br>
            <a:r>
              <a:rPr lang="en-US"/>
              <a:t>to insert</a:t>
            </a:r>
            <a:endParaRPr/>
          </a:p>
          <a:p>
            <a:pPr>
              <a:defRPr/>
            </a:pPr>
            <a:endParaRPr lang="en-US"/>
          </a:p>
          <a:p>
            <a:pPr>
              <a:defRPr/>
            </a:pPr>
            <a:endParaRPr lang="en-US"/>
          </a:p>
        </p:txBody>
      </p:sp>
      <p:sp>
        <p:nvSpPr>
          <p:cNvPr id="206439670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633979081"/>
      </p:ext>
    </p:extLst>
  </p:cSld>
  <p:clrMapOvr>
    <a:overrideClrMapping bg1="lt1" tx1="dk1" bg2="lt2" tx2="dk2" accent1="accent1" accent2="accent2" accent3="accent3" accent4="accent4" accent5="accent5" accent6="accent6" hlink="hlink" folHlink="folHlink"/>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showMasterPhAnim="0" userDrawn="1">
  <p:cSld name="1_Two photos_with Captions">
    <p:bg>
      <p:bgRef idx="1001">
        <a:schemeClr val="bg1"/>
      </p:bgRef>
    </p:bg>
    <p:spTree>
      <p:nvGrpSpPr>
        <p:cNvPr id="1" name=""/>
        <p:cNvGrpSpPr/>
        <p:nvPr/>
      </p:nvGrpSpPr>
      <p:grpSpPr bwMode="auto">
        <a:xfrm>
          <a:off x="0" y="0"/>
          <a:ext cx="0" cy="0"/>
          <a:chOff x="0" y="0"/>
          <a:chExt cx="0" cy="0"/>
        </a:xfrm>
      </p:grpSpPr>
      <p:sp>
        <p:nvSpPr>
          <p:cNvPr id="19990457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170659871" name="Picture Placeholder" descr="This photo is a 'placeholder' only. Drag or drop your photo here, or click and tap the center to insert a photo."/>
          <p:cNvSpPr>
            <a:spLocks noGrp="1"/>
          </p:cNvSpPr>
          <p:nvPr>
            <p:ph type="pic" sz="quarter" idx="19" hasCustomPrompt="1"/>
          </p:nvPr>
        </p:nvSpPr>
        <p:spPr bwMode="ltGray">
          <a:xfrm>
            <a:off x="584200" y="1591310"/>
            <a:ext cx="5365752"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696458437" name="Text Placeholder 11"/>
          <p:cNvSpPr>
            <a:spLocks noGrp="1"/>
          </p:cNvSpPr>
          <p:nvPr>
            <p:ph type="body" sz="quarter" idx="16"/>
          </p:nvPr>
        </p:nvSpPr>
        <p:spPr bwMode="auto">
          <a:xfrm>
            <a:off x="584199" y="4575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502813975" name="Text Placeholder 3"/>
          <p:cNvSpPr>
            <a:spLocks noGrp="1"/>
          </p:cNvSpPr>
          <p:nvPr>
            <p:ph type="body" sz="quarter" idx="15"/>
          </p:nvPr>
        </p:nvSpPr>
        <p:spPr bwMode="auto">
          <a:xfrm>
            <a:off x="586390" y="4976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583075151" name="Picture Placeholder" descr="This photo is a 'placeholder' only. Drag or drop your photo here, or click and tap the center to insert a photo."/>
          <p:cNvSpPr>
            <a:spLocks noGrp="1"/>
          </p:cNvSpPr>
          <p:nvPr>
            <p:ph type="pic" sz="quarter" idx="20" hasCustomPrompt="1"/>
          </p:nvPr>
        </p:nvSpPr>
        <p:spPr bwMode="ltGray">
          <a:xfrm>
            <a:off x="6242049" y="1591310"/>
            <a:ext cx="5357813"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589324949" name="Text Placeholder 11"/>
          <p:cNvSpPr>
            <a:spLocks noGrp="1"/>
          </p:cNvSpPr>
          <p:nvPr>
            <p:ph type="body" sz="quarter" idx="22"/>
          </p:nvPr>
        </p:nvSpPr>
        <p:spPr bwMode="auto">
          <a:xfrm>
            <a:off x="6243372" y="4575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655237" name="Text Placeholder 3"/>
          <p:cNvSpPr>
            <a:spLocks noGrp="1"/>
          </p:cNvSpPr>
          <p:nvPr>
            <p:ph type="body" sz="quarter" idx="33"/>
          </p:nvPr>
        </p:nvSpPr>
        <p:spPr bwMode="auto">
          <a:xfrm>
            <a:off x="6252435" y="4976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47451331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579210723"/>
      </p:ext>
    </p:extLst>
  </p:cSld>
  <p:clrMapOvr>
    <a:overrideClrMapping bg1="lt1" tx1="dk1" bg2="lt2" tx2="dk2" accent1="accent1" accent2="accent2" accent3="accent3" accent4="accent4" accent5="accent5" accent6="accent6" hlink="hlink" folHlink="folHlink"/>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showMasterPhAnim="0" userDrawn="1">
  <p:cSld name="1_Three photos_with Captions">
    <p:bg>
      <p:bgRef idx="1001">
        <a:schemeClr val="bg1"/>
      </p:bgRef>
    </p:bg>
    <p:spTree>
      <p:nvGrpSpPr>
        <p:cNvPr id="1" name=""/>
        <p:cNvGrpSpPr/>
        <p:nvPr/>
      </p:nvGrpSpPr>
      <p:grpSpPr bwMode="auto">
        <a:xfrm>
          <a:off x="0" y="0"/>
          <a:ext cx="0" cy="0"/>
          <a:chOff x="0" y="0"/>
          <a:chExt cx="0" cy="0"/>
        </a:xfrm>
      </p:grpSpPr>
      <p:sp>
        <p:nvSpPr>
          <p:cNvPr id="120354708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819165964" name="Picture Placeholder" descr="This photo is a 'placeholder' only. Drag or drop your photo here, or click and tap the center to insert a photo."/>
          <p:cNvSpPr>
            <a:spLocks noGrp="1"/>
          </p:cNvSpPr>
          <p:nvPr>
            <p:ph type="pic" sz="quarter" idx="19" hasCustomPrompt="1"/>
          </p:nvPr>
        </p:nvSpPr>
        <p:spPr bwMode="ltGray">
          <a:xfrm>
            <a:off x="58420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12689737" name="Text Placeholder 11"/>
          <p:cNvSpPr>
            <a:spLocks noGrp="1"/>
          </p:cNvSpPr>
          <p:nvPr>
            <p:ph type="body" sz="quarter" idx="16"/>
          </p:nvPr>
        </p:nvSpPr>
        <p:spPr bwMode="auto">
          <a:xfrm>
            <a:off x="584200" y="4575104"/>
            <a:ext cx="3479070"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932981542" name="Text Placeholder 3"/>
          <p:cNvSpPr>
            <a:spLocks noGrp="1"/>
          </p:cNvSpPr>
          <p:nvPr>
            <p:ph type="body" sz="quarter" idx="15"/>
          </p:nvPr>
        </p:nvSpPr>
        <p:spPr bwMode="auto">
          <a:xfrm>
            <a:off x="586390" y="4976443"/>
            <a:ext cx="347761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103124822" name="Picture Placeholder" descr="This photo is a 'placeholder' only. Drag or drop your photo here, or click and tap the center to insert a photo."/>
          <p:cNvSpPr>
            <a:spLocks noGrp="1"/>
          </p:cNvSpPr>
          <p:nvPr>
            <p:ph type="pic" sz="quarter" idx="20" hasCustomPrompt="1"/>
          </p:nvPr>
        </p:nvSpPr>
        <p:spPr bwMode="ltGray">
          <a:xfrm>
            <a:off x="435356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877320779" name="Text Placeholder 11"/>
          <p:cNvSpPr>
            <a:spLocks noGrp="1"/>
          </p:cNvSpPr>
          <p:nvPr>
            <p:ph type="body" sz="quarter" idx="22"/>
          </p:nvPr>
        </p:nvSpPr>
        <p:spPr bwMode="auto">
          <a:xfrm>
            <a:off x="4374792" y="4575104"/>
            <a:ext cx="3476891"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2101416345" name="Text Placeholder 3"/>
          <p:cNvSpPr>
            <a:spLocks noGrp="1"/>
          </p:cNvSpPr>
          <p:nvPr>
            <p:ph type="body" sz="quarter" idx="33"/>
          </p:nvPr>
        </p:nvSpPr>
        <p:spPr bwMode="auto">
          <a:xfrm>
            <a:off x="4383855" y="4976442"/>
            <a:ext cx="347761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612901250" name="Picture Placeholder" descr="This photo is a 'placeholder' only. Drag or drop your photo here, or click and tap the center to insert a photo."/>
          <p:cNvSpPr>
            <a:spLocks noGrp="1"/>
          </p:cNvSpPr>
          <p:nvPr>
            <p:ph type="pic" sz="quarter" idx="21" hasCustomPrompt="1"/>
          </p:nvPr>
        </p:nvSpPr>
        <p:spPr bwMode="ltGray">
          <a:xfrm>
            <a:off x="8128000" y="1591309"/>
            <a:ext cx="3486092" cy="2684159"/>
          </a:xfrm>
          <a:prstGeom prst="rect">
            <a:avLst/>
          </a:prstGeom>
          <a:solidFill>
            <a:srgbClr val="F4F4F7"/>
          </a:solidFill>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552971097" name="Text Placeholder 11"/>
          <p:cNvSpPr>
            <a:spLocks noGrp="1"/>
          </p:cNvSpPr>
          <p:nvPr>
            <p:ph type="body" sz="quarter" idx="24"/>
          </p:nvPr>
        </p:nvSpPr>
        <p:spPr bwMode="auto">
          <a:xfrm>
            <a:off x="8133626" y="4571913"/>
            <a:ext cx="3485370" cy="187857"/>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573498912" name="Text Placeholder 3"/>
          <p:cNvSpPr>
            <a:spLocks noGrp="1"/>
          </p:cNvSpPr>
          <p:nvPr>
            <p:ph type="body" sz="quarter" idx="34"/>
          </p:nvPr>
        </p:nvSpPr>
        <p:spPr bwMode="auto">
          <a:xfrm>
            <a:off x="8128000" y="4973784"/>
            <a:ext cx="3486092" cy="156547"/>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86751630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916340636"/>
      </p:ext>
    </p:extLst>
  </p:cSld>
  <p:clrMapOvr>
    <a:overrideClrMapping bg1="lt1" tx1="dk1" bg2="lt2" tx2="dk2" accent1="accent1" accent2="accent2" accent3="accent3" accent4="accent4" accent5="accent5" accent6="accent6" hlink="hlink" folHlink="folHlink"/>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showMasterPhAnim="0" userDrawn="1">
  <p:cSld name="1_Four photos_with Captions">
    <p:bg>
      <p:bgRef idx="1001">
        <a:schemeClr val="bg1"/>
      </p:bgRef>
    </p:bg>
    <p:spTree>
      <p:nvGrpSpPr>
        <p:cNvPr id="1" name=""/>
        <p:cNvGrpSpPr/>
        <p:nvPr/>
      </p:nvGrpSpPr>
      <p:grpSpPr bwMode="auto">
        <a:xfrm>
          <a:off x="0" y="0"/>
          <a:ext cx="0" cy="0"/>
          <a:chOff x="0" y="0"/>
          <a:chExt cx="0" cy="0"/>
        </a:xfrm>
      </p:grpSpPr>
      <p:sp>
        <p:nvSpPr>
          <p:cNvPr id="1824752837"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76849200" name="Picture Placeholder" descr="This photo is a 'placeholder' only. Drag or drop your photo here, or click and tap the center to insert a photo."/>
          <p:cNvSpPr>
            <a:spLocks noGrp="1"/>
          </p:cNvSpPr>
          <p:nvPr>
            <p:ph type="pic" sz="quarter" idx="19"/>
          </p:nvPr>
        </p:nvSpPr>
        <p:spPr bwMode="ltGray">
          <a:xfrm>
            <a:off x="5842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1182939584" name="Text Placeholder 11"/>
          <p:cNvSpPr>
            <a:spLocks noGrp="1"/>
          </p:cNvSpPr>
          <p:nvPr>
            <p:ph type="body" sz="quarter" idx="16"/>
          </p:nvPr>
        </p:nvSpPr>
        <p:spPr bwMode="auto">
          <a:xfrm>
            <a:off x="584200" y="4575104"/>
            <a:ext cx="2535699"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47598515" name="Text Placeholder 3"/>
          <p:cNvSpPr>
            <a:spLocks noGrp="1"/>
          </p:cNvSpPr>
          <p:nvPr>
            <p:ph type="body" sz="quarter" idx="15"/>
          </p:nvPr>
        </p:nvSpPr>
        <p:spPr bwMode="auto">
          <a:xfrm>
            <a:off x="586390"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529176678" name="Picture Placeholder" descr="This photo is a 'placeholder' only. Drag or drop your photo here, or click and tap the center to insert a photo."/>
          <p:cNvSpPr>
            <a:spLocks noGrp="1"/>
          </p:cNvSpPr>
          <p:nvPr>
            <p:ph type="pic" sz="quarter" idx="29"/>
          </p:nvPr>
        </p:nvSpPr>
        <p:spPr bwMode="ltGray">
          <a:xfrm>
            <a:off x="34290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1205048578" name="Text Placeholder 11"/>
          <p:cNvSpPr>
            <a:spLocks noGrp="1"/>
          </p:cNvSpPr>
          <p:nvPr>
            <p:ph type="body" sz="quarter" idx="22"/>
          </p:nvPr>
        </p:nvSpPr>
        <p:spPr bwMode="auto">
          <a:xfrm>
            <a:off x="3413125"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798910528" name="Text Placeholder 3"/>
          <p:cNvSpPr>
            <a:spLocks noGrp="1"/>
          </p:cNvSpPr>
          <p:nvPr>
            <p:ph type="body" sz="quarter" idx="33"/>
          </p:nvPr>
        </p:nvSpPr>
        <p:spPr bwMode="auto">
          <a:xfrm>
            <a:off x="3422188"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663288155" name="Picture Placeholder" descr="This photo is a 'placeholder' only. Drag or drop your photo here, or click and tap the center to insert a photo."/>
          <p:cNvSpPr>
            <a:spLocks noGrp="1"/>
          </p:cNvSpPr>
          <p:nvPr>
            <p:ph type="pic" sz="quarter" idx="30"/>
          </p:nvPr>
        </p:nvSpPr>
        <p:spPr bwMode="ltGray">
          <a:xfrm>
            <a:off x="62484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441860561" name="Text Placeholder 11"/>
          <p:cNvSpPr>
            <a:spLocks noGrp="1"/>
          </p:cNvSpPr>
          <p:nvPr>
            <p:ph type="body" sz="quarter" idx="24"/>
          </p:nvPr>
        </p:nvSpPr>
        <p:spPr bwMode="auto">
          <a:xfrm>
            <a:off x="6240462"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352363565" name="Text Placeholder 3"/>
          <p:cNvSpPr>
            <a:spLocks noGrp="1"/>
          </p:cNvSpPr>
          <p:nvPr>
            <p:ph type="body" sz="quarter" idx="34"/>
          </p:nvPr>
        </p:nvSpPr>
        <p:spPr bwMode="auto">
          <a:xfrm>
            <a:off x="6234836"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38031211" name="Picture Placeholder" descr="This photo is a 'placeholder' only. Drag or drop your photo here, or click and tap the center to insert a photo."/>
          <p:cNvSpPr>
            <a:spLocks noGrp="1"/>
          </p:cNvSpPr>
          <p:nvPr>
            <p:ph type="pic" sz="quarter" idx="31"/>
          </p:nvPr>
        </p:nvSpPr>
        <p:spPr bwMode="ltGray">
          <a:xfrm>
            <a:off x="90678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1342330546" name="Text Placeholder 11"/>
          <p:cNvSpPr>
            <a:spLocks noGrp="1"/>
          </p:cNvSpPr>
          <p:nvPr>
            <p:ph type="body" sz="quarter" idx="26"/>
          </p:nvPr>
        </p:nvSpPr>
        <p:spPr bwMode="auto">
          <a:xfrm>
            <a:off x="9076259"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2119724700" name="Text Placeholder 3"/>
          <p:cNvSpPr>
            <a:spLocks noGrp="1"/>
          </p:cNvSpPr>
          <p:nvPr>
            <p:ph type="body" sz="quarter" idx="35"/>
          </p:nvPr>
        </p:nvSpPr>
        <p:spPr bwMode="auto">
          <a:xfrm>
            <a:off x="9082208"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442958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61946037"/>
      </p:ext>
    </p:extLst>
  </p:cSld>
  <p:clrMapOvr>
    <a:overrideClrMapping bg1="lt1" tx1="dk1" bg2="lt2" tx2="dk2" accent1="accent1" accent2="accent2" accent3="accent3" accent4="accent4" accent5="accent5" accent6="accent6" hlink="hlink" folHlink="folHlink"/>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showMasterPhAnim="0" preserve="1" userDrawn="1">
  <p:cSld name="Summary">
    <p:spTree>
      <p:nvGrpSpPr>
        <p:cNvPr id="1" name=""/>
        <p:cNvGrpSpPr/>
        <p:nvPr/>
      </p:nvGrpSpPr>
      <p:grpSpPr bwMode="auto">
        <a:xfrm>
          <a:off x="0" y="0"/>
          <a:ext cx="0" cy="0"/>
          <a:chOff x="0" y="0"/>
          <a:chExt cx="0" cy="0"/>
        </a:xfrm>
      </p:grpSpPr>
      <p:sp>
        <p:nvSpPr>
          <p:cNvPr id="1692626791"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085698269" name="Footer Placeholder 10"/>
          <p:cNvSpPr>
            <a:spLocks noGrp="1"/>
          </p:cNvSpPr>
          <p:nvPr>
            <p:ph type="ftr" sz="quarter" idx="3"/>
          </p:nvPr>
        </p:nvSpPr>
        <p:spPr bwMode="auto">
          <a:xfrm>
            <a:off x="43561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308347486" name="Rectangle: Single Corner Rounded 5"/>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400">
              <a:gradFill>
                <a:gsLst>
                  <a:gs pos="0">
                    <a:srgbClr val="FFFFFF"/>
                  </a:gs>
                  <a:gs pos="100000">
                    <a:srgbClr val="FFFFFF"/>
                  </a:gs>
                </a:gsLst>
                <a:lin ang="5400000" scaled="0"/>
              </a:gradFill>
              <a:ea typeface="Segoe UI"/>
              <a:cs typeface="Segoe UI"/>
            </a:endParaRPr>
          </a:p>
        </p:txBody>
      </p:sp>
      <p:sp>
        <p:nvSpPr>
          <p:cNvPr id="1146266501" name="Text Placeholder 11"/>
          <p:cNvSpPr>
            <a:spLocks noGrp="1"/>
          </p:cNvSpPr>
          <p:nvPr>
            <p:ph type="body" sz="quarter" idx="17"/>
          </p:nvPr>
        </p:nvSpPr>
        <p:spPr bwMode="auto">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283170942" name="Text Placeholder 3"/>
          <p:cNvSpPr>
            <a:spLocks noGrp="1"/>
          </p:cNvSpPr>
          <p:nvPr>
            <p:ph type="body" sz="quarter" idx="35"/>
          </p:nvPr>
        </p:nvSpPr>
        <p:spPr bwMode="auto">
          <a:xfrm>
            <a:off x="4358229" y="2578100"/>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81526356" name="Text Placeholder 11"/>
          <p:cNvSpPr>
            <a:spLocks noGrp="1"/>
          </p:cNvSpPr>
          <p:nvPr>
            <p:ph type="body" sz="quarter" idx="34"/>
          </p:nvPr>
        </p:nvSpPr>
        <p:spPr bwMode="auto">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Tree>
    <p:extLst>
      <p:ext uri="{BB962C8B-B14F-4D97-AF65-F5344CB8AC3E}">
        <p14:creationId xmlns:p14="http://schemas.microsoft.com/office/powerpoint/2010/main" val="3444306853"/>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showMasterPhAnim="0" preserve="1" userDrawn="1">
  <p:cSld name="2-column_Callout_with Image">
    <p:bg>
      <p:bgRef idx="1001">
        <a:schemeClr val="bg1"/>
      </p:bgRef>
    </p:bg>
    <p:spTree>
      <p:nvGrpSpPr>
        <p:cNvPr id="1" name=""/>
        <p:cNvGrpSpPr/>
        <p:nvPr/>
      </p:nvGrpSpPr>
      <p:grpSpPr bwMode="auto">
        <a:xfrm>
          <a:off x="0" y="0"/>
          <a:ext cx="0" cy="0"/>
          <a:chOff x="0" y="0"/>
          <a:chExt cx="0" cy="0"/>
        </a:xfrm>
      </p:grpSpPr>
      <p:sp>
        <p:nvSpPr>
          <p:cNvPr id="532436207" name="Footer Placeholder 10"/>
          <p:cNvSpPr>
            <a:spLocks noGrp="1"/>
          </p:cNvSpPr>
          <p:nvPr>
            <p:ph type="ftr" sz="quarter" idx="3"/>
          </p:nvPr>
        </p:nvSpPr>
        <p:spPr bwMode="auto">
          <a:xfrm>
            <a:off x="40640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80901256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139266125" name="Picture Placeholder" descr="This photo is a 'placeholder' only. Drag or drop your photo here, or click and tap the center to insert a photo."/>
          <p:cNvSpPr>
            <a:spLocks noGrp="1"/>
          </p:cNvSpPr>
          <p:nvPr>
            <p:ph type="pic" sz="quarter" idx="20" hasCustomPrompt="1"/>
          </p:nvPr>
        </p:nvSpPr>
        <p:spPr bwMode="ltGray">
          <a:xfrm>
            <a:off x="4064000" y="1292233"/>
            <a:ext cx="7535862" cy="3279767"/>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69397538" name="Text Placeholder 11"/>
          <p:cNvSpPr>
            <a:spLocks noGrp="1"/>
          </p:cNvSpPr>
          <p:nvPr>
            <p:ph type="body" sz="quarter" idx="22"/>
          </p:nvPr>
        </p:nvSpPr>
        <p:spPr bwMode="auto">
          <a:xfrm>
            <a:off x="4064000" y="4830309"/>
            <a:ext cx="7535862"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897147242" name="Text Placeholder 3"/>
          <p:cNvSpPr>
            <a:spLocks noGrp="1"/>
          </p:cNvSpPr>
          <p:nvPr>
            <p:ph type="body" sz="quarter" idx="33"/>
          </p:nvPr>
        </p:nvSpPr>
        <p:spPr bwMode="auto">
          <a:xfrm>
            <a:off x="4073063" y="5231647"/>
            <a:ext cx="752680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653317743" name="Rectangle: Single Corner Rounded 4"/>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400">
              <a:gradFill>
                <a:gsLst>
                  <a:gs pos="0">
                    <a:srgbClr val="FFFFFF"/>
                  </a:gs>
                  <a:gs pos="100000">
                    <a:srgbClr val="FFFFFF"/>
                  </a:gs>
                </a:gsLst>
                <a:lin ang="5400000" scaled="0"/>
              </a:gradFill>
              <a:ea typeface="Segoe UI"/>
              <a:cs typeface="Segoe UI"/>
            </a:endParaRPr>
          </a:p>
        </p:txBody>
      </p:sp>
      <p:sp>
        <p:nvSpPr>
          <p:cNvPr id="342998119" name="Text Placeholder 11"/>
          <p:cNvSpPr>
            <a:spLocks noGrp="1"/>
          </p:cNvSpPr>
          <p:nvPr>
            <p:ph type="body" sz="quarter" idx="34"/>
          </p:nvPr>
        </p:nvSpPr>
        <p:spPr bwMode="auto">
          <a:xfrm>
            <a:off x="588262" y="2210101"/>
            <a:ext cx="2113253" cy="492443"/>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Tree>
    <p:extLst>
      <p:ext uri="{BB962C8B-B14F-4D97-AF65-F5344CB8AC3E}">
        <p14:creationId xmlns:p14="http://schemas.microsoft.com/office/powerpoint/2010/main" val="4113238029"/>
      </p:ext>
    </p:extLst>
  </p:cSld>
  <p:clrMapOvr>
    <a:overrideClrMapping bg1="lt1" tx1="dk1" bg2="lt2" tx2="dk2" accent1="accent1" accent2="accent2" accent3="accent3" accent4="accent4" accent5="accent5" accent6="accent6" hlink="hlink" folHlink="folHlink"/>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showMasterPhAnim="0" preserve="1" userDrawn="1">
  <p:cSld name="Learn Clickdown">
    <p:bg>
      <p:bgPr>
        <a:solidFill>
          <a:srgbClr val="E8E6DF"/>
        </a:solidFill>
        <a:effectLst/>
      </p:bgPr>
    </p:bg>
    <p:spTree>
      <p:nvGrpSpPr>
        <p:cNvPr id="1" name=""/>
        <p:cNvGrpSpPr/>
        <p:nvPr/>
      </p:nvGrpSpPr>
      <p:grpSpPr bwMode="auto">
        <a:xfrm>
          <a:off x="0" y="0"/>
          <a:ext cx="0" cy="0"/>
          <a:chOff x="0" y="0"/>
          <a:chExt cx="0" cy="0"/>
        </a:xfrm>
      </p:grpSpPr>
      <p:sp>
        <p:nvSpPr>
          <p:cNvPr id="355371882" name="Rectangle 5"/>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400">
              <a:gradFill>
                <a:gsLst>
                  <a:gs pos="0">
                    <a:srgbClr val="FFFFFF"/>
                  </a:gs>
                  <a:gs pos="100000">
                    <a:srgbClr val="FFFFFF"/>
                  </a:gs>
                </a:gsLst>
                <a:lin ang="5400000" scaled="0"/>
              </a:gradFill>
              <a:ea typeface="Segoe UI"/>
              <a:cs typeface="Segoe UI"/>
            </a:endParaRPr>
          </a:p>
        </p:txBody>
      </p:sp>
      <p:sp>
        <p:nvSpPr>
          <p:cNvPr id="1855295653" name="Rectangle: Top Corners Rounded 1"/>
          <p:cNvSpPr/>
          <p:nvPr userDrawn="1"/>
        </p:nvSpPr>
        <p:spPr bwMode="auto">
          <a:xfrm rot="16199998"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a:lnSpc>
                <a:spcPct val="100000"/>
              </a:lnSpc>
              <a:spcBef>
                <a:spcPts val="0"/>
              </a:spcBef>
              <a:spcAft>
                <a:spcPts val="0"/>
              </a:spcAft>
              <a:buClrTx/>
              <a:buSzTx/>
              <a:buFontTx/>
              <a:buNone/>
              <a:defRPr/>
            </a:pPr>
            <a:endParaRPr lang="en-US" sz="2000" b="0" i="0" u="none" strike="noStrike" cap="none" spc="0" baseline="30000">
              <a:ln>
                <a:noFill/>
              </a:ln>
              <a:solidFill>
                <a:srgbClr val="FFFFFF"/>
              </a:solidFill>
              <a:latin typeface="Segoe UI"/>
              <a:ea typeface="+mn-ea"/>
              <a:cs typeface="+mn-cs"/>
            </a:endParaRPr>
          </a:p>
        </p:txBody>
      </p:sp>
      <p:pic>
        <p:nvPicPr>
          <p:cNvPr id="552784754" name="Picture 2"/>
          <p:cNvPicPr>
            <a:picLocks noChangeAspect="1"/>
          </p:cNvPicPr>
          <p:nvPr userDrawn="1"/>
        </p:nvPicPr>
        <p:blipFill rotWithShape="1">
          <a:blip r:embed="rId2"/>
          <a:srcRect l="15" r="15210"/>
          <a:stretch/>
        </p:blipFill>
        <p:spPr bwMode="auto">
          <a:xfrm>
            <a:off x="7458887" y="1759165"/>
            <a:ext cx="4737876" cy="3870680"/>
          </a:xfrm>
          <a:prstGeom prst="rect">
            <a:avLst/>
          </a:prstGeom>
          <a:noFill/>
          <a:ln w="38100">
            <a:noFill/>
          </a:ln>
          <a:effectLst/>
        </p:spPr>
      </p:pic>
      <p:sp>
        <p:nvSpPr>
          <p:cNvPr id="1700624765" name="Picture Placeholder" descr="This photo is a 'placeholder' only. Drag or drop your photo here, or click and tap the center to insert a photo."/>
          <p:cNvSpPr>
            <a:spLocks noGrp="1"/>
          </p:cNvSpPr>
          <p:nvPr>
            <p:ph type="pic" sz="quarter" idx="20" hasCustomPrompt="1"/>
          </p:nvPr>
        </p:nvSpPr>
        <p:spPr bwMode="ltGray">
          <a:xfrm>
            <a:off x="7724774"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website screenshot here or click or tap icon below to insert</a:t>
            </a:r>
            <a:endParaRPr/>
          </a:p>
          <a:p>
            <a:pPr>
              <a:defRPr/>
            </a:pPr>
            <a:endParaRPr lang="en-US"/>
          </a:p>
          <a:p>
            <a:pPr>
              <a:defRPr/>
            </a:pPr>
            <a:endParaRPr lang="en-US"/>
          </a:p>
        </p:txBody>
      </p:sp>
      <p:sp>
        <p:nvSpPr>
          <p:cNvPr id="2067441795" name="Title 1"/>
          <p:cNvSpPr>
            <a:spLocks noGrp="1"/>
          </p:cNvSpPr>
          <p:nvPr>
            <p:ph type="title"/>
          </p:nvPr>
        </p:nvSpPr>
        <p:spPr bwMode="auto">
          <a:xfrm>
            <a:off x="588262" y="585216"/>
            <a:ext cx="5652201"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79341852" name="Text Placeholder 11"/>
          <p:cNvSpPr>
            <a:spLocks noGrp="1"/>
          </p:cNvSpPr>
          <p:nvPr>
            <p:ph type="body" sz="quarter" idx="16"/>
          </p:nvPr>
        </p:nvSpPr>
        <p:spPr bwMode="auto">
          <a:xfrm>
            <a:off x="584199" y="1594155"/>
            <a:ext cx="5654573"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867388625" name="Text Placeholder 3"/>
          <p:cNvSpPr>
            <a:spLocks noGrp="1"/>
          </p:cNvSpPr>
          <p:nvPr>
            <p:ph type="body" sz="quarter" idx="15"/>
          </p:nvPr>
        </p:nvSpPr>
        <p:spPr bwMode="auto">
          <a:xfrm>
            <a:off x="586388" y="2085764"/>
            <a:ext cx="565220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79066814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038750791"/>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
    <p:spTree>
      <p:nvGrpSpPr>
        <p:cNvPr id="1" name=""/>
        <p:cNvGrpSpPr/>
        <p:nvPr/>
      </p:nvGrpSpPr>
      <p:grpSpPr bwMode="auto">
        <a:xfrm>
          <a:off x="0" y="0"/>
          <a:ext cx="0" cy="0"/>
          <a:chOff x="0" y="0"/>
          <a:chExt cx="0" cy="0"/>
        </a:xfrm>
      </p:grpSpPr>
      <p:sp>
        <p:nvSpPr>
          <p:cNvPr id="76336719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9862590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795117068"/>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_Off-white">
    <p:bg>
      <p:bgPr>
        <a:solidFill>
          <a:srgbClr val="F4F3F5"/>
        </a:solidFill>
        <a:effectLst/>
      </p:bgPr>
    </p:bg>
    <p:spTree>
      <p:nvGrpSpPr>
        <p:cNvPr id="1" name=""/>
        <p:cNvGrpSpPr/>
        <p:nvPr/>
      </p:nvGrpSpPr>
      <p:grpSpPr bwMode="auto">
        <a:xfrm>
          <a:off x="0" y="0"/>
          <a:ext cx="0" cy="0"/>
          <a:chOff x="0" y="0"/>
          <a:chExt cx="0" cy="0"/>
        </a:xfrm>
      </p:grpSpPr>
      <p:sp>
        <p:nvSpPr>
          <p:cNvPr id="125169605"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00550586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909441463"/>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_WmGray">
    <p:bg>
      <p:bgPr>
        <a:solidFill>
          <a:srgbClr val="E8E6DF"/>
        </a:solidFill>
        <a:effectLst/>
      </p:bgPr>
    </p:bg>
    <p:spTree>
      <p:nvGrpSpPr>
        <p:cNvPr id="1" name=""/>
        <p:cNvGrpSpPr/>
        <p:nvPr/>
      </p:nvGrpSpPr>
      <p:grpSpPr bwMode="auto">
        <a:xfrm>
          <a:off x="0" y="0"/>
          <a:ext cx="0" cy="0"/>
          <a:chOff x="0" y="0"/>
          <a:chExt cx="0" cy="0"/>
        </a:xfrm>
      </p:grpSpPr>
      <p:sp>
        <p:nvSpPr>
          <p:cNvPr id="194551260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99242880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103889837"/>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showMasterPhAnim="0" preserve="1" userDrawn="1">
  <p:cSld name="1-column container">
    <p:spTree>
      <p:nvGrpSpPr>
        <p:cNvPr id="1" name=""/>
        <p:cNvGrpSpPr/>
        <p:nvPr/>
      </p:nvGrpSpPr>
      <p:grpSpPr bwMode="auto">
        <a:xfrm>
          <a:off x="0" y="0"/>
          <a:ext cx="0" cy="0"/>
          <a:chOff x="0" y="0"/>
          <a:chExt cx="0" cy="0"/>
        </a:xfrm>
      </p:grpSpPr>
      <p:sp>
        <p:nvSpPr>
          <p:cNvPr id="70735831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65718078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321601908" name="Rounded Rectangle 3_1"/>
          <p:cNvSpPr/>
          <p:nvPr userDrawn="1"/>
        </p:nvSpPr>
        <p:spPr bwMode="auto">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ts val="0"/>
              </a:spcBef>
              <a:spcAft>
                <a:spcPts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1379083888" name="Text Placeholder 11"/>
          <p:cNvSpPr>
            <a:spLocks noGrp="1"/>
          </p:cNvSpPr>
          <p:nvPr>
            <p:ph type="body" sz="quarter" idx="17"/>
          </p:nvPr>
        </p:nvSpPr>
        <p:spPr bwMode="auto">
          <a:xfrm>
            <a:off x="1235075" y="1771955"/>
            <a:ext cx="8778782"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003007922" name="Text Placeholder 3"/>
          <p:cNvSpPr>
            <a:spLocks noGrp="1"/>
          </p:cNvSpPr>
          <p:nvPr>
            <p:ph type="body" sz="quarter" idx="15"/>
          </p:nvPr>
        </p:nvSpPr>
        <p:spPr bwMode="auto">
          <a:xfrm>
            <a:off x="1237265" y="2263564"/>
            <a:ext cx="87750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Tree>
    <p:extLst>
      <p:ext uri="{BB962C8B-B14F-4D97-AF65-F5344CB8AC3E}">
        <p14:creationId xmlns:p14="http://schemas.microsoft.com/office/powerpoint/2010/main" val="87292416"/>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showMasterPhAnim="0" preserve="1" userDrawn="1">
  <p:cSld name="Knowledge Check">
    <p:spTree>
      <p:nvGrpSpPr>
        <p:cNvPr id="1" name=""/>
        <p:cNvGrpSpPr/>
        <p:nvPr/>
      </p:nvGrpSpPr>
      <p:grpSpPr bwMode="auto">
        <a:xfrm>
          <a:off x="0" y="0"/>
          <a:ext cx="0" cy="0"/>
          <a:chOff x="0" y="0"/>
          <a:chExt cx="0" cy="0"/>
        </a:xfrm>
      </p:grpSpPr>
      <p:sp>
        <p:nvSpPr>
          <p:cNvPr id="939397634"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5640298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370752801" name="Rounded Rectangle 3_1"/>
          <p:cNvSpPr/>
          <p:nvPr userDrawn="1"/>
        </p:nvSpPr>
        <p:spPr bwMode="auto">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ts val="0"/>
              </a:spcBef>
              <a:spcAft>
                <a:spcPts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1683248963" name="Text Placeholder 11"/>
          <p:cNvSpPr>
            <a:spLocks noGrp="1"/>
          </p:cNvSpPr>
          <p:nvPr>
            <p:ph type="body" sz="quarter" idx="17"/>
          </p:nvPr>
        </p:nvSpPr>
        <p:spPr bwMode="auto">
          <a:xfrm>
            <a:off x="1235075" y="1594151"/>
            <a:ext cx="8778782" cy="399973"/>
          </a:xfrm>
          <a:prstGeom prst="rect">
            <a:avLst/>
          </a:prstGeom>
        </p:spPr>
        <p:txBody>
          <a:bodyPr anchor="t"/>
          <a:lstStyle>
            <a:lvl1pPr marL="0" indent="0">
              <a:spcBef>
                <a:spcPts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987213518" name="Text Placeholder 3"/>
          <p:cNvSpPr>
            <a:spLocks noGrp="1"/>
          </p:cNvSpPr>
          <p:nvPr>
            <p:ph type="body" sz="quarter" idx="15"/>
          </p:nvPr>
        </p:nvSpPr>
        <p:spPr bwMode="auto">
          <a:xfrm>
            <a:off x="1237265" y="1994124"/>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grpSp>
        <p:nvGrpSpPr>
          <p:cNvPr id="157986548" name="Group 6"/>
          <p:cNvGrpSpPr/>
          <p:nvPr userDrawn="1"/>
        </p:nvGrpSpPr>
        <p:grpSpPr bwMode="auto">
          <a:xfrm>
            <a:off x="10107938" y="893763"/>
            <a:ext cx="1110600" cy="1110600"/>
            <a:chOff x="5540700" y="2116300"/>
            <a:chExt cx="1110600" cy="1110600"/>
          </a:xfrm>
        </p:grpSpPr>
        <p:sp>
          <p:nvSpPr>
            <p:cNvPr id="8" name="Oval 7"/>
            <p:cNvSpPr/>
            <p:nvPr/>
          </p:nvSpPr>
          <p:spPr bwMode="auto">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a:lnSpc>
                  <a:spcPct val="100000"/>
                </a:lnSpc>
                <a:spcBef>
                  <a:spcPts val="0"/>
                </a:spcBef>
                <a:spcAft>
                  <a:spcPts val="0"/>
                </a:spcAft>
                <a:buClrTx/>
                <a:buSzTx/>
                <a:buFontTx/>
                <a:buNone/>
                <a:defRPr/>
              </a:pPr>
              <a:endParaRPr lang="en-US" sz="1800" b="0" i="0" u="none" strike="noStrike" cap="none" spc="0">
                <a:ln>
                  <a:noFill/>
                </a:ln>
                <a:solidFill>
                  <a:srgbClr val="FFFFFF"/>
                </a:solidFill>
                <a:latin typeface="Segoe UI"/>
                <a:ea typeface="+mn-ea"/>
                <a:cs typeface="+mn-cs"/>
              </a:endParaRPr>
            </a:p>
          </p:txBody>
        </p:sp>
        <p:pic>
          <p:nvPicPr>
            <p:cNvPr id="9" name="Picture 8"/>
            <p:cNvPicPr/>
            <p:nvPr/>
          </p:nvPicPr>
          <p:blipFill rotWithShape="1">
            <a:blip r:embed="rId2"/>
            <a:stretch/>
          </p:blipFill>
          <p:spPr bwMode="auto">
            <a:xfrm>
              <a:off x="5749602" y="2325202"/>
              <a:ext cx="692796" cy="692796"/>
            </a:xfrm>
            <a:prstGeom prst="rect">
              <a:avLst/>
            </a:prstGeom>
            <a:noFill/>
          </p:spPr>
        </p:pic>
      </p:grpSp>
      <p:sp>
        <p:nvSpPr>
          <p:cNvPr id="577902712" name="Text Placeholder 11"/>
          <p:cNvSpPr>
            <a:spLocks noGrp="1"/>
          </p:cNvSpPr>
          <p:nvPr>
            <p:ph type="body" sz="quarter" idx="20"/>
          </p:nvPr>
        </p:nvSpPr>
        <p:spPr bwMode="auto">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defRPr/>
            </a:pPr>
            <a:r>
              <a:rPr lang="en-US"/>
              <a:t>Click to edit Master text styles</a:t>
            </a:r>
            <a:endParaRPr/>
          </a:p>
        </p:txBody>
      </p:sp>
      <p:sp>
        <p:nvSpPr>
          <p:cNvPr id="1019923609" name="Text Placeholder 3"/>
          <p:cNvSpPr>
            <a:spLocks noGrp="1"/>
          </p:cNvSpPr>
          <p:nvPr>
            <p:ph type="body" sz="quarter" idx="21"/>
          </p:nvPr>
        </p:nvSpPr>
        <p:spPr bwMode="auto">
          <a:xfrm>
            <a:off x="1237265" y="4898755"/>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599565541" name="Text Placeholder 11"/>
          <p:cNvSpPr>
            <a:spLocks noGrp="1"/>
          </p:cNvSpPr>
          <p:nvPr>
            <p:ph type="body" sz="quarter" idx="22"/>
          </p:nvPr>
        </p:nvSpPr>
        <p:spPr bwMode="auto">
          <a:xfrm>
            <a:off x="1235075" y="3042690"/>
            <a:ext cx="8778782" cy="406323"/>
          </a:xfrm>
          <a:prstGeom prst="rect">
            <a:avLst/>
          </a:prstGeom>
        </p:spPr>
        <p:txBody>
          <a:bodyPr anchor="t"/>
          <a:lstStyle>
            <a:lvl1pPr marL="0" indent="0">
              <a:spcBef>
                <a:spcPts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1110486656" name="Text Placeholder 3"/>
          <p:cNvSpPr>
            <a:spLocks noGrp="1"/>
          </p:cNvSpPr>
          <p:nvPr>
            <p:ph type="body" sz="quarter" idx="23"/>
          </p:nvPr>
        </p:nvSpPr>
        <p:spPr bwMode="auto">
          <a:xfrm>
            <a:off x="1237265" y="3449013"/>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1515967264"/>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showMasterPhAnim="0" preserve="1" userDrawn="1">
  <p:cSld name="LearningPath1_WmGray">
    <p:bg>
      <p:bgPr>
        <a:solidFill>
          <a:srgbClr val="E8E6DF"/>
        </a:solidFill>
        <a:effectLst/>
      </p:bgPr>
    </p:bg>
    <p:spTree>
      <p:nvGrpSpPr>
        <p:cNvPr id="1" name=""/>
        <p:cNvGrpSpPr/>
        <p:nvPr/>
      </p:nvGrpSpPr>
      <p:grpSpPr bwMode="auto">
        <a:xfrm>
          <a:off x="0" y="0"/>
          <a:ext cx="0" cy="0"/>
          <a:chOff x="0" y="0"/>
          <a:chExt cx="0" cy="0"/>
        </a:xfrm>
      </p:grpSpPr>
      <p:sp>
        <p:nvSpPr>
          <p:cNvPr id="1474136691"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51009469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093395287" name="Graphic 5"/>
          <p:cNvPicPr>
            <a:picLocks noChangeAspect="1"/>
          </p:cNvPicPr>
          <p:nvPr userDrawn="1"/>
        </p:nvPicPr>
        <p:blipFill rotWithShape="1">
          <a:blip r:embed="rId2"/>
          <a:stretch/>
        </p:blipFill>
        <p:spPr bwMode="auto">
          <a:xfrm>
            <a:off x="-1" y="2827846"/>
            <a:ext cx="12192001" cy="3035200"/>
          </a:xfrm>
          <a:prstGeom prst="rect">
            <a:avLst/>
          </a:prstGeom>
        </p:spPr>
      </p:pic>
    </p:spTree>
    <p:extLst>
      <p:ext uri="{BB962C8B-B14F-4D97-AF65-F5344CB8AC3E}">
        <p14:creationId xmlns:p14="http://schemas.microsoft.com/office/powerpoint/2010/main" val="3459766164"/>
      </p:ext>
    </p:extLst>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showMasterPhAnim="0" preserve="1" userDrawn="1">
  <p:cSld name="LearningPath3_OffWhite">
    <p:bg>
      <p:bgPr>
        <a:solidFill>
          <a:srgbClr val="F4F3F5"/>
        </a:solidFill>
        <a:effectLst/>
      </p:bgPr>
    </p:bg>
    <p:spTree>
      <p:nvGrpSpPr>
        <p:cNvPr id="1" name=""/>
        <p:cNvGrpSpPr/>
        <p:nvPr/>
      </p:nvGrpSpPr>
      <p:grpSpPr bwMode="auto">
        <a:xfrm>
          <a:off x="0" y="0"/>
          <a:ext cx="0" cy="0"/>
          <a:chOff x="0" y="0"/>
          <a:chExt cx="0" cy="0"/>
        </a:xfrm>
      </p:grpSpPr>
      <p:sp>
        <p:nvSpPr>
          <p:cNvPr id="18288435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85501870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729593883" name="Graphic 4"/>
          <p:cNvPicPr>
            <a:picLocks noChangeAspect="1"/>
          </p:cNvPicPr>
          <p:nvPr userDrawn="1"/>
        </p:nvPicPr>
        <p:blipFill rotWithShape="1">
          <a:blip r:embed="rId2"/>
          <a:stretch/>
        </p:blipFill>
        <p:spPr bwMode="auto">
          <a:xfrm>
            <a:off x="-1" y="3144660"/>
            <a:ext cx="12192001" cy="3035200"/>
          </a:xfrm>
          <a:prstGeom prst="rect">
            <a:avLst/>
          </a:prstGeom>
        </p:spPr>
      </p:pic>
    </p:spTree>
    <p:extLst>
      <p:ext uri="{BB962C8B-B14F-4D97-AF65-F5344CB8AC3E}">
        <p14:creationId xmlns:p14="http://schemas.microsoft.com/office/powerpoint/2010/main" val="3077154831"/>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showMasterPhAnim="0" preserve="1" userDrawn="1">
  <p:cSld name="Developer code full page">
    <p:bg>
      <p:bgPr>
        <a:solidFill>
          <a:srgbClr val="E8E6DF"/>
        </a:solidFill>
        <a:effectLst/>
      </p:bgPr>
    </p:bg>
    <p:spTree>
      <p:nvGrpSpPr>
        <p:cNvPr id="1" name=""/>
        <p:cNvGrpSpPr/>
        <p:nvPr/>
      </p:nvGrpSpPr>
      <p:grpSpPr bwMode="auto">
        <a:xfrm>
          <a:off x="0" y="0"/>
          <a:ext cx="0" cy="0"/>
          <a:chOff x="0" y="0"/>
          <a:chExt cx="0" cy="0"/>
        </a:xfrm>
      </p:grpSpPr>
      <p:sp>
        <p:nvSpPr>
          <p:cNvPr id="1496695563" name="Text Placeholder 14"/>
          <p:cNvSpPr>
            <a:spLocks noGrp="1"/>
          </p:cNvSpPr>
          <p:nvPr>
            <p:ph type="body" sz="quarter" idx="13" hasCustomPrompt="1"/>
          </p:nvPr>
        </p:nvSpPr>
        <p:spPr bwMode="auto">
          <a:xfrm>
            <a:off x="0" y="0"/>
            <a:ext cx="3788358" cy="446148"/>
          </a:xfrm>
          <a:prstGeom prst="rect">
            <a:avLst/>
          </a:prstGeom>
          <a:gradFill>
            <a:gsLst>
              <a:gs pos="0">
                <a:srgbClr val="000000"/>
              </a:gs>
              <a:gs pos="92000">
                <a:srgbClr val="000000"/>
              </a:gs>
              <a:gs pos="92000">
                <a:schemeClr val="accent3"/>
              </a:gs>
            </a:gsLst>
            <a:lin ang="16200000" scaled="1"/>
          </a:gradFill>
        </p:spPr>
        <p:txBody>
          <a:bodyPr vert="horz" wrap="square" lIns="585216" tIns="91440" rIns="0" bIns="45720" rtlCol="0">
            <a:spAutoFit/>
          </a:bodyPr>
          <a:lstStyle>
            <a:lvl1pPr marL="0" indent="0">
              <a:buNone/>
              <a:defRPr lang="en-US" sz="2000" b="0" i="0" u="none" strike="noStrike" cap="none">
                <a:ln>
                  <a:noFill/>
                </a:ln>
                <a:solidFill>
                  <a:srgbClr val="FFFFFF"/>
                </a:solidFill>
                <a:latin typeface="Segoe UI Semibold"/>
              </a:defRPr>
            </a:lvl1pPr>
          </a:lstStyle>
          <a:p>
            <a:pPr marL="228600" lvl="0" indent="-228600">
              <a:defRPr/>
            </a:pPr>
            <a:r>
              <a:rPr lang="en-US"/>
              <a:t>Click to enter title</a:t>
            </a:r>
            <a:endParaRPr/>
          </a:p>
        </p:txBody>
      </p:sp>
      <p:sp>
        <p:nvSpPr>
          <p:cNvPr id="1042913041" name="Footer Placeholder 10"/>
          <p:cNvSpPr>
            <a:spLocks noGrp="1"/>
          </p:cNvSpPr>
          <p:nvPr>
            <p:ph type="ftr" sz="quarter" idx="3"/>
          </p:nvPr>
        </p:nvSpPr>
        <p:spPr bwMode="auto">
          <a:xfrm>
            <a:off x="7448551" y="6421083"/>
            <a:ext cx="4151312" cy="197976"/>
          </a:xfrm>
          <a:prstGeom prst="rect">
            <a:avLst/>
          </a:prstGeom>
        </p:spPr>
        <p:txBody>
          <a:bodyPr vert="horz" lIns="0" tIns="0" rIns="0" bIns="0" rtlCol="0" anchor="ctr"/>
          <a:lstStyle>
            <a:lvl1pPr marL="0" algn="r"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739141167" name="Text Placeholder 3"/>
          <p:cNvSpPr txBox="1"/>
          <p:nvPr userDrawn="1"/>
        </p:nvSpPr>
        <p:spPr bwMode="auto">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a:lnSpc>
                <a:spcPct val="150000"/>
              </a:lnSpc>
              <a:spcBef>
                <a:spcPts val="0"/>
              </a:spcBef>
              <a:spcAft>
                <a:spcPts val="600"/>
              </a:spcAft>
              <a:buClr>
                <a:schemeClr val="bg1"/>
              </a:buClr>
              <a:buSzPct val="120000"/>
              <a:buFontTx/>
              <a:buNone/>
              <a:defRPr lang="en-US" sz="1400" b="0" i="0">
                <a:solidFill>
                  <a:schemeClr val="tx1"/>
                </a:solidFill>
                <a:latin typeface="Consolas"/>
                <a:ea typeface="Segoe UI Semibold"/>
                <a:cs typeface="Segoe UI Semibold"/>
              </a:defRPr>
            </a:lvl1pPr>
            <a:lvl2pPr marL="0" indent="0" algn="l" defTabSz="914132" rtl="0">
              <a:lnSpc>
                <a:spcPct val="110000"/>
              </a:lnSpc>
              <a:spcBef>
                <a:spcPts val="0"/>
              </a:spcBef>
              <a:spcAft>
                <a:spcPts val="600"/>
              </a:spcAft>
              <a:buClrTx/>
              <a:buSzPct val="110000"/>
              <a:buFont typeface="Arial"/>
              <a:buNone/>
              <a:defRPr lang="en-US" sz="2000" b="0" i="0">
                <a:solidFill>
                  <a:schemeClr val="tx1"/>
                </a:solidFill>
                <a:latin typeface="Segoe UI"/>
                <a:ea typeface="Segoe UI"/>
                <a:cs typeface="Segoe UI"/>
              </a:defRPr>
            </a:lvl2pPr>
            <a:lvl3pPr marL="288924" indent="-222250" algn="l" defTabSz="914132" rtl="0">
              <a:lnSpc>
                <a:spcPct val="110000"/>
              </a:lnSpc>
              <a:spcBef>
                <a:spcPts val="0"/>
              </a:spcBef>
              <a:spcAft>
                <a:spcPts val="600"/>
              </a:spcAft>
              <a:buClrTx/>
              <a:buSzPct val="120000"/>
              <a:buFont typeface="Arial"/>
              <a:buChar char="•"/>
              <a:defRPr lang="en-US" sz="2000" b="0" i="0">
                <a:solidFill>
                  <a:schemeClr val="tx1"/>
                </a:solidFill>
                <a:latin typeface="Segoe UI"/>
                <a:ea typeface="Segoe UI"/>
                <a:cs typeface="Segoe UI"/>
              </a:defRPr>
            </a:lvl3pPr>
            <a:lvl4pPr marL="631825" indent="-182880" algn="l" defTabSz="914132" rtl="0">
              <a:lnSpc>
                <a:spcPct val="110000"/>
              </a:lnSpc>
              <a:spcBef>
                <a:spcPts val="0"/>
              </a:spcBef>
              <a:spcAft>
                <a:spcPts val="600"/>
              </a:spcAft>
              <a:buClrTx/>
              <a:buFont typeface="Arial"/>
              <a:buChar char="•"/>
              <a:defRPr lang="en-US" sz="1800" b="0" i="0">
                <a:solidFill>
                  <a:schemeClr val="tx1"/>
                </a:solidFill>
                <a:latin typeface="Segoe UI"/>
                <a:ea typeface="Segoe UI"/>
                <a:cs typeface="Segoe UI"/>
              </a:defRPr>
            </a:lvl4pPr>
            <a:lvl5pPr marL="1162685" indent="-194310" algn="l" defTabSz="914132" rtl="0">
              <a:lnSpc>
                <a:spcPct val="110000"/>
              </a:lnSpc>
              <a:spcBef>
                <a:spcPts val="500"/>
              </a:spcBef>
              <a:buClr>
                <a:schemeClr val="tx1"/>
              </a:buClr>
              <a:buFont typeface="Arial"/>
              <a:buChar char="•"/>
              <a:defRPr lang="en-US" sz="1600" b="0" i="0">
                <a:solidFill>
                  <a:schemeClr val="tx1"/>
                </a:solidFill>
                <a:latin typeface="Segoe UI"/>
                <a:ea typeface="Segoe UI"/>
                <a:cs typeface="Segoe UI"/>
              </a:defRPr>
            </a:lvl5pPr>
            <a:lvl6pPr marL="1873781" indent="-228533" algn="l" defTabSz="914132" rtl="0">
              <a:lnSpc>
                <a:spcPct val="110000"/>
              </a:lnSpc>
              <a:spcBef>
                <a:spcPts val="500"/>
              </a:spcBef>
              <a:buFont typeface="Arial"/>
              <a:buChar char="•"/>
              <a:defRPr sz="1400">
                <a:solidFill>
                  <a:schemeClr val="tx1"/>
                </a:solidFill>
                <a:latin typeface="+mn-lt"/>
                <a:ea typeface="+mn-ea"/>
                <a:cs typeface="+mn-cs"/>
              </a:defRPr>
            </a:lvl6pPr>
            <a:lvl7pPr marL="2970926" indent="-228533" algn="l" defTabSz="914132" rtl="0">
              <a:lnSpc>
                <a:spcPct val="90000"/>
              </a:lnSpc>
              <a:spcBef>
                <a:spcPts val="500"/>
              </a:spcBef>
              <a:buFont typeface="Arial"/>
              <a:buChar char="•"/>
              <a:defRPr sz="1900">
                <a:solidFill>
                  <a:schemeClr val="tx1"/>
                </a:solidFill>
                <a:latin typeface="+mn-lt"/>
                <a:ea typeface="+mn-ea"/>
                <a:cs typeface="+mn-cs"/>
              </a:defRPr>
            </a:lvl7pPr>
            <a:lvl8pPr marL="3427992" indent="-228533" algn="l" defTabSz="914132" rtl="0">
              <a:lnSpc>
                <a:spcPct val="90000"/>
              </a:lnSpc>
              <a:spcBef>
                <a:spcPts val="500"/>
              </a:spcBef>
              <a:buFont typeface="Arial"/>
              <a:buChar char="•"/>
              <a:defRPr sz="1900">
                <a:solidFill>
                  <a:schemeClr val="tx1"/>
                </a:solidFill>
                <a:latin typeface="+mn-lt"/>
                <a:ea typeface="+mn-ea"/>
                <a:cs typeface="+mn-cs"/>
              </a:defRPr>
            </a:lvl8pPr>
            <a:lvl9pPr marL="3885057" indent="-228533" algn="l" defTabSz="914132" rtl="0">
              <a:lnSpc>
                <a:spcPct val="90000"/>
              </a:lnSpc>
              <a:spcBef>
                <a:spcPts val="500"/>
              </a:spcBef>
              <a:buFont typeface="Arial"/>
              <a:buChar char="•"/>
              <a:defRPr sz="1900">
                <a:solidFill>
                  <a:schemeClr val="tx1"/>
                </a:solidFill>
                <a:latin typeface="+mn-lt"/>
                <a:ea typeface="+mn-ea"/>
                <a:cs typeface="+mn-cs"/>
              </a:defRPr>
            </a:lvl9pPr>
          </a:lstStyle>
          <a:p>
            <a:pPr marL="0" marR="0" lvl="0" indent="0" algn="l" defTabSz="914132" rtl="0">
              <a:lnSpc>
                <a:spcPct val="150000"/>
              </a:lnSpc>
              <a:spcBef>
                <a:spcPts val="0"/>
              </a:spcBef>
              <a:spcAft>
                <a:spcPts val="600"/>
              </a:spcAft>
              <a:buClr>
                <a:srgbClr val="E9E9E9"/>
              </a:buClr>
              <a:buSzPct val="120000"/>
              <a:buFontTx/>
              <a:buNone/>
              <a:defRPr/>
            </a:pPr>
            <a:endParaRPr lang="en-US" sz="1400" b="0" i="0" u="none" strike="noStrike" cap="none" spc="0">
              <a:ln>
                <a:noFill/>
              </a:ln>
              <a:solidFill>
                <a:srgbClr val="000000"/>
              </a:solidFill>
              <a:latin typeface="Consolas"/>
              <a:cs typeface="Segoe UI Semibold"/>
            </a:endParaRPr>
          </a:p>
        </p:txBody>
      </p:sp>
      <p:sp>
        <p:nvSpPr>
          <p:cNvPr id="1010718580" name="Text Placeholder 4" descr="This layout should only be used for developer code. The font used is a monospace font which is ideal for showing code."/>
          <p:cNvSpPr>
            <a:spLocks noGrp="1"/>
          </p:cNvSpPr>
          <p:nvPr>
            <p:ph type="body" sz="quarter" idx="11" hasCustomPrompt="1"/>
          </p:nvPr>
        </p:nvSpPr>
        <p:spPr bwMode="auto">
          <a:xfrm>
            <a:off x="579438" y="1083733"/>
            <a:ext cx="11020424" cy="4885267"/>
          </a:xfrm>
        </p:spPr>
        <p:txBody>
          <a:bodyPr/>
          <a:lstStyle>
            <a:lvl1pPr marL="0" indent="0">
              <a:buNone/>
              <a:defRPr sz="1400">
                <a:solidFill>
                  <a:srgbClr val="2F2F2F"/>
                </a:solidFill>
                <a:latin typeface="Consolas"/>
                <a:cs typeface="Consolas"/>
              </a:defRPr>
            </a:lvl1pPr>
            <a:lvl2pPr marL="346448" indent="0">
              <a:buNone/>
              <a:defRPr sz="2400">
                <a:gradFill>
                  <a:gsLst>
                    <a:gs pos="43000">
                      <a:schemeClr val="tx1"/>
                    </a:gs>
                    <a:gs pos="61049">
                      <a:schemeClr val="tx1"/>
                    </a:gs>
                  </a:gsLst>
                  <a:lin ang="5400000" scaled="0"/>
                </a:gradFill>
                <a:latin typeface="Consolas"/>
                <a:cs typeface="Consolas"/>
              </a:defRPr>
            </a:lvl2pPr>
            <a:lvl3pPr marL="584432" indent="0">
              <a:buNone/>
              <a:defRPr sz="2000">
                <a:gradFill>
                  <a:gsLst>
                    <a:gs pos="43000">
                      <a:schemeClr val="tx1"/>
                    </a:gs>
                    <a:gs pos="61049">
                      <a:schemeClr val="tx1"/>
                    </a:gs>
                  </a:gsLst>
                  <a:lin ang="5400000" scaled="0"/>
                </a:gradFill>
                <a:latin typeface="Consolas"/>
                <a:cs typeface="Consolas"/>
              </a:defRPr>
            </a:lvl3pPr>
            <a:lvl4pPr marL="814319" indent="0">
              <a:buNone/>
              <a:defRPr sz="1800">
                <a:gradFill>
                  <a:gsLst>
                    <a:gs pos="43000">
                      <a:schemeClr val="tx1"/>
                    </a:gs>
                    <a:gs pos="61049">
                      <a:schemeClr val="tx1"/>
                    </a:gs>
                  </a:gsLst>
                  <a:lin ang="5400000" scaled="0"/>
                </a:gradFill>
                <a:latin typeface="Consolas"/>
                <a:cs typeface="Consolas"/>
              </a:defRPr>
            </a:lvl4pPr>
            <a:lvl5pPr marL="1050682" indent="0">
              <a:buNone/>
              <a:defRPr sz="1800">
                <a:gradFill>
                  <a:gsLst>
                    <a:gs pos="43000">
                      <a:schemeClr val="tx1"/>
                    </a:gs>
                    <a:gs pos="61049">
                      <a:schemeClr val="tx1"/>
                    </a:gs>
                  </a:gsLst>
                  <a:lin ang="5400000" scaled="0"/>
                </a:gradFill>
                <a:latin typeface="Consolas"/>
                <a:cs typeface="Consolas"/>
              </a:defRPr>
            </a:lvl5pPr>
          </a:lstStyle>
          <a:p>
            <a:pPr lvl="0">
              <a:defRPr/>
            </a:pPr>
            <a:r>
              <a:rPr lang="en-US"/>
              <a:t>Click to edit or paste code</a:t>
            </a:r>
            <a:endParaRPr/>
          </a:p>
        </p:txBody>
      </p:sp>
    </p:spTree>
    <p:extLst>
      <p:ext uri="{BB962C8B-B14F-4D97-AF65-F5344CB8AC3E}">
        <p14:creationId xmlns:p14="http://schemas.microsoft.com/office/powerpoint/2010/main" val="4051297369"/>
      </p:ext>
    </p:extLst>
  </p:cSld>
  <p:clrMapOvr>
    <a:overrideClrMapping bg1="lt1" tx1="dk1" bg2="lt2" tx2="dk2" accent1="accent1" accent2="accent2" accent3="accent3" accent4="accent4" accent5="accent5" accent6="accent6" hlink="hlink" folHlink="folHlink"/>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showMasterPhAnim="0" preserve="1" userDrawn="1">
  <p:cSld name="Developer code right">
    <p:bg>
      <p:bgPr>
        <a:solidFill>
          <a:srgbClr val="E8E6DF"/>
        </a:solidFill>
        <a:effectLst/>
      </p:bgPr>
    </p:bg>
    <p:spTree>
      <p:nvGrpSpPr>
        <p:cNvPr id="1" name=""/>
        <p:cNvGrpSpPr/>
        <p:nvPr/>
      </p:nvGrpSpPr>
      <p:grpSpPr bwMode="auto">
        <a:xfrm>
          <a:off x="0" y="0"/>
          <a:ext cx="0" cy="0"/>
          <a:chOff x="0" y="0"/>
          <a:chExt cx="0" cy="0"/>
        </a:xfrm>
      </p:grpSpPr>
      <p:sp>
        <p:nvSpPr>
          <p:cNvPr id="1176337373" name="Rectangle 2"/>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000">
              <a:solidFill>
                <a:srgbClr val="FFFFFF"/>
              </a:solidFill>
              <a:ea typeface="Segoe UI"/>
              <a:cs typeface="Segoe UI"/>
            </a:endParaRPr>
          </a:p>
        </p:txBody>
      </p:sp>
      <p:sp>
        <p:nvSpPr>
          <p:cNvPr id="893565391" name="Title 1"/>
          <p:cNvSpPr>
            <a:spLocks noGrp="1"/>
          </p:cNvSpPr>
          <p:nvPr>
            <p:ph type="title"/>
          </p:nvPr>
        </p:nvSpPr>
        <p:spPr bwMode="auto">
          <a:xfrm>
            <a:off x="588262" y="585216"/>
            <a:ext cx="4042761"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182371192" name="Text Placeholder 3"/>
          <p:cNvSpPr>
            <a:spLocks noGrp="1"/>
          </p:cNvSpPr>
          <p:nvPr>
            <p:ph type="body" sz="quarter" idx="15"/>
          </p:nvPr>
        </p:nvSpPr>
        <p:spPr bwMode="auto">
          <a:xfrm>
            <a:off x="586388" y="1594155"/>
            <a:ext cx="4042761" cy="726353"/>
          </a:xfrm>
          <a:prstGeom prst="rect">
            <a:avLst/>
          </a:prstGeom>
        </p:spPr>
        <p:txBody>
          <a:bodyPr wrap="square">
            <a:spAutoFit/>
          </a:bodyPr>
          <a:lstStyle>
            <a:lvl1pPr marL="0" indent="0">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243641607" name="Text Placeholder 4" descr="This layout should only be used for developer code. The font used is a monospace font which is ideal for showing code."/>
          <p:cNvSpPr>
            <a:spLocks noGrp="1"/>
          </p:cNvSpPr>
          <p:nvPr>
            <p:ph type="body" sz="quarter" idx="11" hasCustomPrompt="1"/>
          </p:nvPr>
        </p:nvSpPr>
        <p:spPr bwMode="auto">
          <a:xfrm>
            <a:off x="5800725" y="582613"/>
            <a:ext cx="5799138" cy="5692775"/>
          </a:xfrm>
        </p:spPr>
        <p:txBody>
          <a:bodyPr/>
          <a:lstStyle>
            <a:lvl1pPr marL="0" indent="0">
              <a:buNone/>
              <a:defRPr sz="1400">
                <a:solidFill>
                  <a:srgbClr val="2F2F2F"/>
                </a:solidFill>
                <a:latin typeface="Consolas"/>
                <a:cs typeface="Consolas"/>
              </a:defRPr>
            </a:lvl1pPr>
            <a:lvl2pPr marL="346448" indent="0">
              <a:buNone/>
              <a:defRPr sz="2400">
                <a:gradFill>
                  <a:gsLst>
                    <a:gs pos="43000">
                      <a:schemeClr val="tx1"/>
                    </a:gs>
                    <a:gs pos="61049">
                      <a:schemeClr val="tx1"/>
                    </a:gs>
                  </a:gsLst>
                  <a:lin ang="5400000" scaled="0"/>
                </a:gradFill>
                <a:latin typeface="Consolas"/>
                <a:cs typeface="Consolas"/>
              </a:defRPr>
            </a:lvl2pPr>
            <a:lvl3pPr marL="584432" indent="0">
              <a:buNone/>
              <a:defRPr sz="2000">
                <a:gradFill>
                  <a:gsLst>
                    <a:gs pos="43000">
                      <a:schemeClr val="tx1"/>
                    </a:gs>
                    <a:gs pos="61049">
                      <a:schemeClr val="tx1"/>
                    </a:gs>
                  </a:gsLst>
                  <a:lin ang="5400000" scaled="0"/>
                </a:gradFill>
                <a:latin typeface="Consolas"/>
                <a:cs typeface="Consolas"/>
              </a:defRPr>
            </a:lvl3pPr>
            <a:lvl4pPr marL="814319" indent="0">
              <a:buNone/>
              <a:defRPr sz="1800">
                <a:gradFill>
                  <a:gsLst>
                    <a:gs pos="43000">
                      <a:schemeClr val="tx1"/>
                    </a:gs>
                    <a:gs pos="61049">
                      <a:schemeClr val="tx1"/>
                    </a:gs>
                  </a:gsLst>
                  <a:lin ang="5400000" scaled="0"/>
                </a:gradFill>
                <a:latin typeface="Consolas"/>
                <a:cs typeface="Consolas"/>
              </a:defRPr>
            </a:lvl4pPr>
            <a:lvl5pPr marL="1050682" indent="0">
              <a:buNone/>
              <a:defRPr sz="1800">
                <a:gradFill>
                  <a:gsLst>
                    <a:gs pos="43000">
                      <a:schemeClr val="tx1"/>
                    </a:gs>
                    <a:gs pos="61049">
                      <a:schemeClr val="tx1"/>
                    </a:gs>
                  </a:gsLst>
                  <a:lin ang="5400000" scaled="0"/>
                </a:gradFill>
                <a:latin typeface="Consolas"/>
                <a:cs typeface="Consolas"/>
              </a:defRPr>
            </a:lvl5pPr>
          </a:lstStyle>
          <a:p>
            <a:pPr lvl="0">
              <a:defRPr/>
            </a:pPr>
            <a:r>
              <a:rPr lang="en-US"/>
              <a:t>Click to edit or paste code</a:t>
            </a:r>
            <a:endParaRPr/>
          </a:p>
        </p:txBody>
      </p:sp>
    </p:spTree>
    <p:extLst>
      <p:ext uri="{BB962C8B-B14F-4D97-AF65-F5344CB8AC3E}">
        <p14:creationId xmlns:p14="http://schemas.microsoft.com/office/powerpoint/2010/main" val="1691715936"/>
      </p:ext>
    </p:extLst>
  </p:cSld>
  <p:clrMapOvr>
    <a:overrideClrMapping bg1="lt1" tx1="dk1" bg2="lt2" tx2="dk2" accent1="accent1" accent2="accent2" accent3="accent3" accent4="accent4" accent5="accent5" accent6="accent6" hlink="hlink" folHlink="folHlink"/>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showMasterPhAnim="0" preserve="1" userDrawn="1">
  <p:cSld name="Resources">
    <p:bg>
      <p:bgPr>
        <a:solidFill>
          <a:srgbClr val="E8E6DF"/>
        </a:solidFill>
        <a:effectLst/>
      </p:bgPr>
    </p:bg>
    <p:spTree>
      <p:nvGrpSpPr>
        <p:cNvPr id="1" name=""/>
        <p:cNvGrpSpPr/>
        <p:nvPr/>
      </p:nvGrpSpPr>
      <p:grpSpPr bwMode="auto">
        <a:xfrm>
          <a:off x="0" y="0"/>
          <a:ext cx="0" cy="0"/>
          <a:chOff x="0" y="0"/>
          <a:chExt cx="0" cy="0"/>
        </a:xfrm>
      </p:grpSpPr>
      <p:sp>
        <p:nvSpPr>
          <p:cNvPr id="1160737994"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697340374" name="Text Placeholder 3"/>
          <p:cNvSpPr>
            <a:spLocks noGrp="1"/>
          </p:cNvSpPr>
          <p:nvPr>
            <p:ph type="body" sz="quarter" idx="15"/>
          </p:nvPr>
        </p:nvSpPr>
        <p:spPr bwMode="auto">
          <a:xfrm>
            <a:off x="586388" y="1591056"/>
            <a:ext cx="8193024" cy="541687"/>
          </a:xfrm>
          <a:prstGeom prst="rect">
            <a:avLst/>
          </a:prstGeom>
        </p:spPr>
        <p:txBody>
          <a:bodyPr wrap="square">
            <a:spAutoFit/>
          </a:bodyPr>
          <a:lstStyle>
            <a:lvl1pPr marL="0" indent="0">
              <a:buFont typeface="Arial"/>
              <a:buNone/>
              <a:defRPr>
                <a:solidFill>
                  <a:schemeClr val="tx1"/>
                </a:solidFill>
                <a:latin typeface="+mj-lt"/>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p:txBody>
      </p:sp>
      <p:sp>
        <p:nvSpPr>
          <p:cNvPr id="1740469998" name="Text Placeholder 3"/>
          <p:cNvSpPr>
            <a:spLocks noGrp="1"/>
          </p:cNvSpPr>
          <p:nvPr>
            <p:ph type="body" sz="quarter" idx="19"/>
          </p:nvPr>
        </p:nvSpPr>
        <p:spPr bwMode="auto">
          <a:xfrm>
            <a:off x="586388" y="2081710"/>
            <a:ext cx="8193024" cy="1132618"/>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p:txBody>
      </p:sp>
      <p:sp>
        <p:nvSpPr>
          <p:cNvPr id="2023410384" name="Text Placeholder 3"/>
          <p:cNvSpPr>
            <a:spLocks noGrp="1"/>
          </p:cNvSpPr>
          <p:nvPr>
            <p:ph type="body" sz="quarter" idx="20"/>
          </p:nvPr>
        </p:nvSpPr>
        <p:spPr bwMode="auto">
          <a:xfrm>
            <a:off x="586388" y="3587124"/>
            <a:ext cx="8193024" cy="541687"/>
          </a:xfrm>
          <a:prstGeom prst="rect">
            <a:avLst/>
          </a:prstGeom>
        </p:spPr>
        <p:txBody>
          <a:bodyPr wrap="square">
            <a:spAutoFit/>
          </a:bodyPr>
          <a:lstStyle>
            <a:lvl1pPr marL="0" indent="0">
              <a:buFont typeface="Arial"/>
              <a:buNone/>
              <a:defRPr>
                <a:solidFill>
                  <a:schemeClr val="tx1"/>
                </a:solidFill>
                <a:latin typeface="+mj-lt"/>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p:txBody>
      </p:sp>
      <p:sp>
        <p:nvSpPr>
          <p:cNvPr id="522221634" name="Text Placeholder 3"/>
          <p:cNvSpPr>
            <a:spLocks noGrp="1"/>
          </p:cNvSpPr>
          <p:nvPr>
            <p:ph type="body" sz="quarter" idx="21"/>
          </p:nvPr>
        </p:nvSpPr>
        <p:spPr bwMode="auto">
          <a:xfrm>
            <a:off x="586388" y="4077778"/>
            <a:ext cx="8193024" cy="1132618"/>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p:txBody>
      </p:sp>
      <p:sp>
        <p:nvSpPr>
          <p:cNvPr id="68692536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4206857230"/>
      </p:ext>
    </p:extLst>
  </p:cSld>
  <p:clrMapOvr>
    <a:overrideClrMapping bg1="lt1" tx1="dk1" bg2="lt2" tx2="dk2" accent1="accent1" accent2="accent2" accent3="accent3" accent4="accent4" accent5="accent5" accent6="accent6" hlink="hlink" folHlink="folHlink"/>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showMasterPhAnim="0" preserve="1" userDrawn="1">
  <p:cSld name="Closing slide_with Logo">
    <p:bg>
      <p:bgPr>
        <a:solidFill>
          <a:srgbClr val="E8E6DF"/>
        </a:solidFill>
        <a:effectLst/>
      </p:bgPr>
    </p:bg>
    <p:spTree>
      <p:nvGrpSpPr>
        <p:cNvPr id="1" name=""/>
        <p:cNvGrpSpPr/>
        <p:nvPr/>
      </p:nvGrpSpPr>
      <p:grpSpPr bwMode="auto">
        <a:xfrm>
          <a:off x="0" y="0"/>
          <a:ext cx="0" cy="0"/>
          <a:chOff x="0" y="0"/>
          <a:chExt cx="0" cy="0"/>
        </a:xfrm>
      </p:grpSpPr>
      <p:pic>
        <p:nvPicPr>
          <p:cNvPr id="1555428223" name="MS logo gray - EMF"/>
          <p:cNvPicPr>
            <a:picLocks noChangeAspect="1"/>
          </p:cNvPicPr>
          <p:nvPr userDrawn="1"/>
        </p:nvPicPr>
        <p:blipFill rotWithShape="1">
          <a:blip r:embed="rId2"/>
          <a:stretch/>
        </p:blipFill>
        <p:spPr bwMode="black">
          <a:xfrm>
            <a:off x="584200" y="585788"/>
            <a:ext cx="1366440" cy="292608"/>
          </a:xfrm>
          <a:prstGeom prst="rect">
            <a:avLst/>
          </a:prstGeom>
        </p:spPr>
      </p:pic>
      <p:sp>
        <p:nvSpPr>
          <p:cNvPr id="1853812355" name="Title 1"/>
          <p:cNvSpPr>
            <a:spLocks noGrp="1"/>
          </p:cNvSpPr>
          <p:nvPr>
            <p:ph type="title" hasCustomPrompt="1"/>
          </p:nvPr>
        </p:nvSpPr>
        <p:spPr bwMode="auto">
          <a:xfrm>
            <a:off x="588262" y="-612577"/>
            <a:ext cx="8193024" cy="307777"/>
          </a:xfrm>
        </p:spPr>
        <p:txBody>
          <a:bodyPr/>
          <a:lstStyle>
            <a:lvl1pPr>
              <a:defRPr sz="2000" b="0" i="0">
                <a:solidFill>
                  <a:srgbClr val="001F2D"/>
                </a:solidFill>
                <a:latin typeface="+mj-lt"/>
                <a:cs typeface="Segoe UI Semibold"/>
              </a:defRPr>
            </a:lvl1pPr>
          </a:lstStyle>
          <a:p>
            <a:pPr>
              <a:defRPr/>
            </a:pPr>
            <a:r>
              <a:rPr lang="en-US"/>
              <a:t>Final slide with logo</a:t>
            </a:r>
            <a:endParaRPr/>
          </a:p>
        </p:txBody>
      </p:sp>
      <p:sp>
        <p:nvSpPr>
          <p:cNvPr id="98727448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547933801"/>
      </p:ext>
    </p:extLst>
  </p:cSld>
  <p:clrMapOvr>
    <a:overrideClrMapping bg1="lt1" tx1="dk1" bg2="lt2" tx2="dk2" accent1="accent1" accent2="accent2" accent3="accent3" accent4="accent4" accent5="accent5" accent6="accent6" hlink="hlink" folHlink="folHlink"/>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showMasterPhAnim="0" preserve="1" userDrawn="1">
  <p:cSld name="2_Closing slide_with Logo">
    <p:bg>
      <p:bgPr>
        <a:solidFill>
          <a:srgbClr val="E8E6DF"/>
        </a:solidFill>
        <a:effectLst/>
      </p:bgPr>
    </p:bg>
    <p:spTree>
      <p:nvGrpSpPr>
        <p:cNvPr id="1" name=""/>
        <p:cNvGrpSpPr/>
        <p:nvPr/>
      </p:nvGrpSpPr>
      <p:grpSpPr bwMode="auto">
        <a:xfrm>
          <a:off x="0" y="0"/>
          <a:ext cx="0" cy="0"/>
          <a:chOff x="0" y="0"/>
          <a:chExt cx="0" cy="0"/>
        </a:xfrm>
      </p:grpSpPr>
      <p:pic>
        <p:nvPicPr>
          <p:cNvPr id="1575736286" name="MS logo gray - EMF"/>
          <p:cNvPicPr>
            <a:picLocks noChangeAspect="1"/>
          </p:cNvPicPr>
          <p:nvPr userDrawn="1"/>
        </p:nvPicPr>
        <p:blipFill rotWithShape="1">
          <a:blip r:embed="rId2"/>
          <a:stretch/>
        </p:blipFill>
        <p:spPr bwMode="black">
          <a:xfrm>
            <a:off x="584200" y="585788"/>
            <a:ext cx="1366440" cy="292608"/>
          </a:xfrm>
          <a:prstGeom prst="rect">
            <a:avLst/>
          </a:prstGeom>
        </p:spPr>
      </p:pic>
      <p:sp>
        <p:nvSpPr>
          <p:cNvPr id="1127825114" name="Title 1"/>
          <p:cNvSpPr>
            <a:spLocks noGrp="1"/>
          </p:cNvSpPr>
          <p:nvPr>
            <p:ph type="title" hasCustomPrompt="1"/>
          </p:nvPr>
        </p:nvSpPr>
        <p:spPr bwMode="auto">
          <a:xfrm>
            <a:off x="588262" y="-616043"/>
            <a:ext cx="8193024" cy="307777"/>
          </a:xfrm>
        </p:spPr>
        <p:txBody>
          <a:bodyPr/>
          <a:lstStyle>
            <a:lvl1pPr>
              <a:defRPr sz="2000" b="0" i="0">
                <a:solidFill>
                  <a:srgbClr val="001F2D"/>
                </a:solidFill>
                <a:latin typeface="+mj-lt"/>
                <a:cs typeface="Segoe UI Semibold"/>
              </a:defRPr>
            </a:lvl1pPr>
          </a:lstStyle>
          <a:p>
            <a:pPr>
              <a:defRPr/>
            </a:pPr>
            <a:r>
              <a:rPr lang="en-US"/>
              <a:t>Final slide with logo</a:t>
            </a:r>
            <a:endParaRPr/>
          </a:p>
        </p:txBody>
      </p:sp>
      <p:sp>
        <p:nvSpPr>
          <p:cNvPr id="1930315034" name="Text Placeholder 4"/>
          <p:cNvSpPr>
            <a:spLocks noGrp="1"/>
          </p:cNvSpPr>
          <p:nvPr>
            <p:ph type="body" sz="quarter" idx="12" hasCustomPrompt="1"/>
          </p:nvPr>
        </p:nvSpPr>
        <p:spPr bwMode="auto">
          <a:xfrm>
            <a:off x="585216" y="2080227"/>
            <a:ext cx="3361943" cy="553998"/>
          </a:xfrm>
          <a:prstGeom prst="rect">
            <a:avLst/>
          </a:prstGeom>
          <a:noFill/>
        </p:spPr>
        <p:txBody>
          <a:bodyPr wrap="square" lIns="0" tIns="0" rIns="0" bIns="0">
            <a:spAutoFit/>
          </a:bodyPr>
          <a:lstStyle>
            <a:lvl1pPr marL="0" indent="0" algn="l" defTabSz="457200" rtl="0">
              <a:lnSpc>
                <a:spcPct val="100000"/>
              </a:lnSpc>
              <a:spcBef>
                <a:spcPts val="0"/>
              </a:spcBef>
              <a:spcAft>
                <a:spcPts val="0"/>
              </a:spcAft>
              <a:buFont typeface="Arial"/>
              <a:buNone/>
              <a:defRPr lang="en-US" sz="3600" b="0" cap="none" spc="-50">
                <a:ln w="3175">
                  <a:noFill/>
                </a:ln>
                <a:solidFill>
                  <a:schemeClr val="accent3"/>
                </a:solidFill>
                <a:latin typeface="+mj-lt"/>
                <a:ea typeface="+mn-ea"/>
                <a:cs typeface="Segoe UI"/>
              </a:defRPr>
            </a:lvl1pPr>
          </a:lstStyle>
          <a:p>
            <a:pPr lvl="0">
              <a:defRPr/>
            </a:pPr>
            <a:r>
              <a:rPr lang="en-US"/>
              <a:t>Thank you.</a:t>
            </a:r>
            <a:endParaRPr/>
          </a:p>
        </p:txBody>
      </p:sp>
      <p:sp>
        <p:nvSpPr>
          <p:cNvPr id="1738596921" name="Text Placeholder 8"/>
          <p:cNvSpPr>
            <a:spLocks noGrp="1"/>
          </p:cNvSpPr>
          <p:nvPr>
            <p:ph type="body" sz="quarter" idx="13"/>
          </p:nvPr>
        </p:nvSpPr>
        <p:spPr bwMode="auto">
          <a:xfrm>
            <a:off x="4485640" y="2276475"/>
            <a:ext cx="7114222" cy="1689098"/>
          </a:xfrm>
        </p:spPr>
        <p:txBody>
          <a:bodyPr/>
          <a:lstStyle>
            <a:lvl1pPr marL="0" indent="0" algn="l" defTabSz="457200" rtl="0">
              <a:lnSpc>
                <a:spcPct val="100000"/>
              </a:lnSpc>
              <a:spcBef>
                <a:spcPts val="0"/>
              </a:spcBef>
              <a:buNone/>
              <a:defRPr lang="en-US" sz="2000" b="0" cap="none" spc="-50">
                <a:ln w="3175">
                  <a:noFill/>
                </a:ln>
                <a:solidFill>
                  <a:schemeClr val="tx1"/>
                </a:solidFill>
                <a:latin typeface="+mn-lt"/>
                <a:ea typeface="+mn-ea"/>
                <a:cs typeface="Segoe UI"/>
              </a:defRPr>
            </a:lvl1pPr>
            <a:lvl2pPr marL="155448" indent="0">
              <a:buNone/>
              <a:defRPr lang="en-US" sz="2000" b="0" cap="none" spc="-50">
                <a:ln w="3175">
                  <a:noFill/>
                </a:ln>
                <a:solidFill>
                  <a:schemeClr val="bg1"/>
                </a:solidFill>
                <a:latin typeface="+mn-lt"/>
                <a:ea typeface="+mn-ea"/>
                <a:cs typeface="Segoe UI"/>
              </a:defRPr>
            </a:lvl2pPr>
            <a:lvl3pPr marL="265176" indent="0">
              <a:buNone/>
              <a:defRPr/>
            </a:lvl3pPr>
            <a:lvl4pPr marL="661988" indent="0">
              <a:buNone/>
              <a:defRPr/>
            </a:lvl4pPr>
            <a:lvl5pPr marL="855663" indent="0">
              <a:buNone/>
              <a:defRPr/>
            </a:lvl5pPr>
          </a:lstStyle>
          <a:p>
            <a:pPr lvl="0">
              <a:defRPr/>
            </a:pPr>
            <a:r>
              <a:rPr lang="en-US"/>
              <a:t>Click to edit Master text styles</a:t>
            </a:r>
            <a:endParaRPr/>
          </a:p>
        </p:txBody>
      </p:sp>
      <p:sp>
        <p:nvSpPr>
          <p:cNvPr id="67032539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052677208"/>
      </p:ext>
    </p:extLst>
  </p:cSld>
  <p:clrMapOvr>
    <a:overrideClrMapping bg1="lt1" tx1="dk1" bg2="lt2" tx2="dk2" accent1="accent1" accent2="accent2" accent3="accent3" accent4="accent4" accent5="accent5" accent6="accent6" hlink="hlink" folHlink="folHlink"/>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showMasterPhAnim="0" userDrawn="1">
  <p:cSld name="Title_Gradient_Dark Blue">
    <p:bg>
      <p:bgPr>
        <a:solidFill>
          <a:schemeClr val="bg2"/>
        </a:solidFill>
        <a:effectLst/>
      </p:bgPr>
    </p:bg>
    <p:spTree>
      <p:nvGrpSpPr>
        <p:cNvPr id="1" name=""/>
        <p:cNvGrpSpPr/>
        <p:nvPr/>
      </p:nvGrpSpPr>
      <p:grpSpPr bwMode="auto">
        <a:xfrm>
          <a:off x="0" y="0"/>
          <a:ext cx="0" cy="0"/>
          <a:chOff x="0" y="0"/>
          <a:chExt cx="0" cy="0"/>
        </a:xfrm>
      </p:grpSpPr>
      <p:pic>
        <p:nvPicPr>
          <p:cNvPr id="781236854" name="Picture 6" descr="Background pattern&#10;&#10;Description automatically generated"/>
          <p:cNvPicPr>
            <a:picLocks noChangeAspect="1"/>
          </p:cNvPicPr>
          <p:nvPr userDrawn="1"/>
        </p:nvPicPr>
        <p:blipFill rotWithShape="1">
          <a:blip r:embed="rId2"/>
          <a:stretch/>
        </p:blipFill>
        <p:spPr bwMode="auto">
          <a:xfrm>
            <a:off x="0" y="0"/>
            <a:ext cx="12188952" cy="6856285"/>
          </a:xfrm>
          <a:prstGeom prst="rect">
            <a:avLst/>
          </a:prstGeom>
        </p:spPr>
      </p:pic>
      <p:pic>
        <p:nvPicPr>
          <p:cNvPr id="1386622710" name="MS logo white - EMF"/>
          <p:cNvPicPr>
            <a:picLocks noChangeAspect="1"/>
          </p:cNvPicPr>
          <p:nvPr userDrawn="1"/>
        </p:nvPicPr>
        <p:blipFill rotWithShape="1">
          <a:blip r:embed="rId3"/>
          <a:stretch/>
        </p:blipFill>
        <p:spPr bwMode="white">
          <a:xfrm>
            <a:off x="584200" y="585788"/>
            <a:ext cx="1366245" cy="292608"/>
          </a:xfrm>
          <a:prstGeom prst="rect">
            <a:avLst/>
          </a:prstGeom>
        </p:spPr>
      </p:pic>
      <p:sp>
        <p:nvSpPr>
          <p:cNvPr id="144370191" name="Title 1"/>
          <p:cNvSpPr>
            <a:spLocks noGrp="1"/>
          </p:cNvSpPr>
          <p:nvPr>
            <p:ph type="title" hasCustomPrompt="1"/>
          </p:nvPr>
        </p:nvSpPr>
        <p:spPr bwMode="white">
          <a:xfrm>
            <a:off x="569911" y="2769057"/>
            <a:ext cx="8193024" cy="1231106"/>
          </a:xfrm>
          <a:prstGeom prst="rect">
            <a:avLst/>
          </a:prstGeom>
          <a:noFill/>
        </p:spPr>
        <p:txBody>
          <a:bodyPr wrap="square" lIns="0" tIns="0" rIns="0" bIns="0" anchor="b" anchorCtr="0">
            <a:spAutoFit/>
          </a:bodyPr>
          <a:lstStyle>
            <a:lvl1pPr>
              <a:defRPr sz="4000" b="0" i="0" spc="-50">
                <a:solidFill>
                  <a:schemeClr val="bg1"/>
                </a:solidFill>
                <a:latin typeface="+mn-lt"/>
                <a:cs typeface="Segoe UI"/>
              </a:defRPr>
            </a:lvl1pPr>
          </a:lstStyle>
          <a:p>
            <a:pPr>
              <a:defRPr/>
            </a:pPr>
            <a:r>
              <a:rPr lang="en-US"/>
              <a:t>Event name or </a:t>
            </a:r>
            <a:br>
              <a:rPr lang="en-US"/>
            </a:br>
            <a:r>
              <a:rPr lang="en-US"/>
              <a:t>presentation title</a:t>
            </a:r>
            <a:endParaRPr/>
          </a:p>
        </p:txBody>
      </p:sp>
      <p:sp>
        <p:nvSpPr>
          <p:cNvPr id="30005919" name="Text Placeholder 4"/>
          <p:cNvSpPr>
            <a:spLocks noGrp="1"/>
          </p:cNvSpPr>
          <p:nvPr>
            <p:ph type="body" sz="quarter" idx="12" hasCustomPrompt="1"/>
          </p:nvPr>
        </p:nvSpPr>
        <p:spPr bwMode="white">
          <a:xfrm>
            <a:off x="582042" y="4215827"/>
            <a:ext cx="8193024" cy="246221"/>
          </a:xfrm>
          <a:prstGeom prst="rect">
            <a:avLst/>
          </a:prstGeom>
          <a:noFill/>
        </p:spPr>
        <p:txBody>
          <a:bodyPr wrap="square" lIns="0" tIns="0" rIns="0" bIns="0">
            <a:spAutoFit/>
          </a:bodyPr>
          <a:lstStyle>
            <a:lvl1pPr marL="0" indent="0">
              <a:spcBef>
                <a:spcPts val="0"/>
              </a:spcBef>
              <a:buNone/>
              <a:defRPr sz="1600" spc="0">
                <a:solidFill>
                  <a:schemeClr val="bg1"/>
                </a:solidFill>
                <a:latin typeface="+mn-lt"/>
                <a:cs typeface="Segoe UI"/>
              </a:defRPr>
            </a:lvl1pPr>
          </a:lstStyle>
          <a:p>
            <a:pPr lvl="0">
              <a:defRPr/>
            </a:pPr>
            <a:r>
              <a:rPr lang="en-US"/>
              <a:t>Speaker name or subtitle</a:t>
            </a:r>
            <a:endParaRPr/>
          </a:p>
        </p:txBody>
      </p:sp>
      <p:sp>
        <p:nvSpPr>
          <p:cNvPr id="1255210585" name="Text Placeholder 4"/>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ts val="0"/>
              </a:spcBef>
              <a:buNone/>
              <a:defRPr sz="1000" spc="0">
                <a:solidFill>
                  <a:schemeClr val="bg1"/>
                </a:solidFill>
                <a:latin typeface="+mn-lt"/>
                <a:cs typeface="Segoe UI"/>
              </a:defRPr>
            </a:lvl1pPr>
          </a:lstStyle>
          <a:p>
            <a:pPr lvl="0">
              <a:defRPr/>
            </a:pPr>
            <a:r>
              <a:rPr lang="en-US"/>
              <a:t>Date</a:t>
            </a:r>
            <a:endParaRPr/>
          </a:p>
        </p:txBody>
      </p:sp>
      <p:sp>
        <p:nvSpPr>
          <p:cNvPr id="1100209501" name="Text Placeholder 4"/>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ts val="0"/>
              </a:spcBef>
              <a:buNone/>
              <a:defRPr sz="1000" spc="0">
                <a:solidFill>
                  <a:schemeClr val="bg1"/>
                </a:solidFill>
                <a:latin typeface="+mn-lt"/>
                <a:cs typeface="Segoe UI"/>
              </a:defRPr>
            </a:lvl1pPr>
          </a:lstStyle>
          <a:p>
            <a:pPr lvl="0">
              <a:defRPr/>
            </a:pPr>
            <a:r>
              <a:rPr lang="en-US"/>
              <a:t>Microsoft confidential</a:t>
            </a:r>
            <a:endParaRPr/>
          </a:p>
        </p:txBody>
      </p:sp>
    </p:spTree>
    <p:extLst>
      <p:ext uri="{BB962C8B-B14F-4D97-AF65-F5344CB8AC3E}">
        <p14:creationId xmlns:p14="http://schemas.microsoft.com/office/powerpoint/2010/main" val="2237463185"/>
      </p:ext>
    </p:extLst>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showMasterPhAnim="0" userDrawn="1">
  <p:cSld name="Small title - half page">
    <p:spTree>
      <p:nvGrpSpPr>
        <p:cNvPr id="1" name=""/>
        <p:cNvGrpSpPr/>
        <p:nvPr/>
      </p:nvGrpSpPr>
      <p:grpSpPr bwMode="auto">
        <a:xfrm>
          <a:off x="0" y="0"/>
          <a:ext cx="0" cy="0"/>
          <a:chOff x="0" y="0"/>
          <a:chExt cx="0" cy="0"/>
        </a:xfrm>
      </p:grpSpPr>
      <p:sp>
        <p:nvSpPr>
          <p:cNvPr id="179573302" name="Title 2"/>
          <p:cNvSpPr>
            <a:spLocks noGrp="1"/>
          </p:cNvSpPr>
          <p:nvPr>
            <p:ph type="title" hasCustomPrompt="1"/>
          </p:nvPr>
        </p:nvSpPr>
        <p:spPr bwMode="auto">
          <a:xfrm>
            <a:off x="584200" y="457200"/>
            <a:ext cx="5508419" cy="372410"/>
          </a:xfrm>
        </p:spPr>
        <p:txBody>
          <a:bodyPr tIns="64008"/>
          <a:lstStyle>
            <a:lvl1pPr>
              <a:defRPr sz="2000" spc="0">
                <a:latin typeface="+mj-lt"/>
                <a:cs typeface="Segoe UI"/>
              </a:defRPr>
            </a:lvl1pPr>
          </a:lstStyle>
          <a:p>
            <a:pPr>
              <a:defRPr/>
            </a:pPr>
            <a:r>
              <a:rPr lang="en-US"/>
              <a:t>Click to edit title style</a:t>
            </a:r>
            <a:endParaRPr/>
          </a:p>
        </p:txBody>
      </p:sp>
      <p:sp>
        <p:nvSpPr>
          <p:cNvPr id="97335962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264879045"/>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showMasterPhAnim="0" userDrawn="1">
  <p:cSld name="Blank">
    <p:spTree>
      <p:nvGrpSpPr>
        <p:cNvPr id="1" name=""/>
        <p:cNvGrpSpPr/>
        <p:nvPr/>
      </p:nvGrpSpPr>
      <p:grpSpPr bwMode="auto">
        <a:xfrm>
          <a:off x="0" y="0"/>
          <a:ext cx="0" cy="0"/>
          <a:chOff x="0" y="0"/>
          <a:chExt cx="0" cy="0"/>
        </a:xfrm>
      </p:grpSpPr>
      <p:sp>
        <p:nvSpPr>
          <p:cNvPr id="150498574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616634831"/>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showMasterPhAnim="0" userDrawn="1">
  <p:cSld name="LearningPath2_WmGray">
    <p:bg>
      <p:bgPr>
        <a:blipFill dpi="0" rotWithShape="1">
          <a:blip r:embed="rId2">
            <a:lum/>
          </a:blip>
          <a:srcRect/>
          <a:stretch>
            <a:fillRect/>
          </a:stretch>
        </a:blipFill>
        <a:effectLst/>
      </p:bgPr>
    </p:bg>
    <p:spTree>
      <p:nvGrpSpPr>
        <p:cNvPr id="1" name=""/>
        <p:cNvGrpSpPr/>
        <p:nvPr/>
      </p:nvGrpSpPr>
      <p:grpSpPr bwMode="auto">
        <a:xfrm>
          <a:off x="0" y="0"/>
          <a:ext cx="0" cy="0"/>
          <a:chOff x="0" y="0"/>
          <a:chExt cx="0" cy="0"/>
        </a:xfrm>
      </p:grpSpPr>
      <p:sp>
        <p:nvSpPr>
          <p:cNvPr id="55402456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74439812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762515017"/>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showMasterPhAnim="0" userDrawn="1">
  <p:cSld name="Text option_3 rows">
    <p:spTree>
      <p:nvGrpSpPr>
        <p:cNvPr id="1" name=""/>
        <p:cNvGrpSpPr/>
        <p:nvPr/>
      </p:nvGrpSpPr>
      <p:grpSpPr bwMode="auto">
        <a:xfrm>
          <a:off x="0" y="0"/>
          <a:ext cx="0" cy="0"/>
          <a:chOff x="0" y="0"/>
          <a:chExt cx="0" cy="0"/>
        </a:xfrm>
      </p:grpSpPr>
      <p:sp>
        <p:nvSpPr>
          <p:cNvPr id="182548432" name="Text Placeholder 4"/>
          <p:cNvSpPr>
            <a:spLocks noGrp="1"/>
          </p:cNvSpPr>
          <p:nvPr>
            <p:ph type="body" sz="quarter" idx="11" hasCustomPrompt="1"/>
          </p:nvPr>
        </p:nvSpPr>
        <p:spPr bwMode="auto">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1429890912" name="Text Placeholder 4"/>
          <p:cNvSpPr>
            <a:spLocks noGrp="1"/>
          </p:cNvSpPr>
          <p:nvPr>
            <p:ph type="body" sz="quarter" idx="15" hasCustomPrompt="1"/>
          </p:nvPr>
        </p:nvSpPr>
        <p:spPr bwMode="auto">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26116202" name="Text Placeholder 4"/>
          <p:cNvSpPr>
            <a:spLocks noGrp="1"/>
          </p:cNvSpPr>
          <p:nvPr>
            <p:ph type="body" sz="quarter" idx="17" hasCustomPrompt="1"/>
          </p:nvPr>
        </p:nvSpPr>
        <p:spPr bwMode="auto">
          <a:xfrm>
            <a:off x="1389460" y="3545276"/>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91111253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67989440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cxnSp>
        <p:nvCxnSpPr>
          <p:cNvPr id="1851185798" name="Straight Connector 6"/>
          <p:cNvCxnSpPr/>
          <p:nvPr userDrawn="1"/>
        </p:nvCxnSpPr>
        <p:spPr bwMode="auto">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913176652" name="Straight Connector 7"/>
          <p:cNvCxnSpPr/>
          <p:nvPr userDrawn="1"/>
        </p:nvCxnSpPr>
        <p:spPr bwMode="auto">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7256408"/>
      </p:ext>
    </p:extLst>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showMasterPhAnim="0" userDrawn="1">
  <p:cSld name="Text option_4 rows">
    <p:spTree>
      <p:nvGrpSpPr>
        <p:cNvPr id="1" name=""/>
        <p:cNvGrpSpPr/>
        <p:nvPr/>
      </p:nvGrpSpPr>
      <p:grpSpPr bwMode="auto">
        <a:xfrm>
          <a:off x="0" y="0"/>
          <a:ext cx="0" cy="0"/>
          <a:chOff x="0" y="0"/>
          <a:chExt cx="0" cy="0"/>
        </a:xfrm>
      </p:grpSpPr>
      <p:sp>
        <p:nvSpPr>
          <p:cNvPr id="672583644" name="Text Placeholder 4"/>
          <p:cNvSpPr>
            <a:spLocks noGrp="1"/>
          </p:cNvSpPr>
          <p:nvPr>
            <p:ph type="body" sz="quarter" idx="11" hasCustomPrompt="1"/>
          </p:nvPr>
        </p:nvSpPr>
        <p:spPr bwMode="auto">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426461568" name="Straight Connector 19"/>
          <p:cNvCxnSpPr/>
          <p:nvPr userDrawn="1"/>
        </p:nvCxnSpPr>
        <p:spPr bwMode="auto">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424029612" name="Text Placeholder 4"/>
          <p:cNvSpPr>
            <a:spLocks noGrp="1"/>
          </p:cNvSpPr>
          <p:nvPr>
            <p:ph type="body" sz="quarter" idx="15" hasCustomPrompt="1"/>
          </p:nvPr>
        </p:nvSpPr>
        <p:spPr bwMode="auto">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969991175" name="Straight Connector 20"/>
          <p:cNvCxnSpPr/>
          <p:nvPr userDrawn="1"/>
        </p:nvCxnSpPr>
        <p:spPr bwMode="auto">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302656389" name="Text Placeholder 4"/>
          <p:cNvSpPr>
            <a:spLocks noGrp="1"/>
          </p:cNvSpPr>
          <p:nvPr>
            <p:ph type="body" sz="quarter" idx="17" hasCustomPrompt="1"/>
          </p:nvPr>
        </p:nvSpPr>
        <p:spPr bwMode="auto">
          <a:xfrm>
            <a:off x="1389460" y="3545276"/>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1614896366" name="Straight Connector 21"/>
          <p:cNvCxnSpPr/>
          <p:nvPr userDrawn="1"/>
        </p:nvCxnSpPr>
        <p:spPr bwMode="auto">
          <a:xfrm>
            <a:off x="1389695" y="445894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379173943" name="Text Placeholder 4"/>
          <p:cNvSpPr>
            <a:spLocks noGrp="1"/>
          </p:cNvSpPr>
          <p:nvPr>
            <p:ph type="body" sz="quarter" idx="19" hasCustomPrompt="1"/>
          </p:nvPr>
        </p:nvSpPr>
        <p:spPr bwMode="auto">
          <a:xfrm>
            <a:off x="1389460" y="4591438"/>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192006281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27408811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Tree>
    <p:extLst>
      <p:ext uri="{BB962C8B-B14F-4D97-AF65-F5344CB8AC3E}">
        <p14:creationId xmlns:p14="http://schemas.microsoft.com/office/powerpoint/2010/main" val="3235521925"/>
      </p:ext>
    </p:extLst>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showMasterPhAnim="0" userDrawn="1">
  <p:cSld name="Text option_5 rows">
    <p:spTree>
      <p:nvGrpSpPr>
        <p:cNvPr id="1" name=""/>
        <p:cNvGrpSpPr/>
        <p:nvPr/>
      </p:nvGrpSpPr>
      <p:grpSpPr bwMode="auto">
        <a:xfrm>
          <a:off x="0" y="0"/>
          <a:ext cx="0" cy="0"/>
          <a:chOff x="0" y="0"/>
          <a:chExt cx="0" cy="0"/>
        </a:xfrm>
      </p:grpSpPr>
      <p:sp>
        <p:nvSpPr>
          <p:cNvPr id="1237986021" name="Text Placeholder 4"/>
          <p:cNvSpPr>
            <a:spLocks noGrp="1"/>
          </p:cNvSpPr>
          <p:nvPr>
            <p:ph type="body" sz="quarter" idx="11" hasCustomPrompt="1"/>
          </p:nvPr>
        </p:nvSpPr>
        <p:spPr bwMode="auto">
          <a:xfrm>
            <a:off x="1389460" y="1456896"/>
            <a:ext cx="10210404" cy="64562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1991179646" name="Straight Connector 14"/>
          <p:cNvCxnSpPr/>
          <p:nvPr userDrawn="1"/>
        </p:nvCxnSpPr>
        <p:spPr bwMode="auto">
          <a:xfrm>
            <a:off x="1389695" y="2205973"/>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66263669" name="Text Placeholder 4"/>
          <p:cNvSpPr>
            <a:spLocks noGrp="1"/>
          </p:cNvSpPr>
          <p:nvPr>
            <p:ph type="body" sz="quarter" idx="15" hasCustomPrompt="1"/>
          </p:nvPr>
        </p:nvSpPr>
        <p:spPr bwMode="auto">
          <a:xfrm>
            <a:off x="1389460" y="2309426"/>
            <a:ext cx="10210404" cy="64890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846398360" name="Straight Connector 16"/>
          <p:cNvCxnSpPr/>
          <p:nvPr userDrawn="1"/>
        </p:nvCxnSpPr>
        <p:spPr bwMode="auto">
          <a:xfrm>
            <a:off x="1389695" y="306177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612057977" name="Text Placeholder 4"/>
          <p:cNvSpPr>
            <a:spLocks noGrp="1"/>
          </p:cNvSpPr>
          <p:nvPr>
            <p:ph type="body" sz="quarter" idx="17" hasCustomPrompt="1"/>
          </p:nvPr>
        </p:nvSpPr>
        <p:spPr bwMode="auto">
          <a:xfrm>
            <a:off x="1389460" y="3165232"/>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1102101262" name="Straight Connector 18"/>
          <p:cNvCxnSpPr/>
          <p:nvPr userDrawn="1"/>
        </p:nvCxnSpPr>
        <p:spPr bwMode="auto">
          <a:xfrm>
            <a:off x="1389695" y="391758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040723435" name="Text Placeholder 4"/>
          <p:cNvSpPr>
            <a:spLocks noGrp="1"/>
          </p:cNvSpPr>
          <p:nvPr>
            <p:ph type="body" sz="quarter" idx="19" hasCustomPrompt="1"/>
          </p:nvPr>
        </p:nvSpPr>
        <p:spPr bwMode="auto">
          <a:xfrm>
            <a:off x="1389460" y="4021038"/>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1009374243" name="Straight Connector 10"/>
          <p:cNvCxnSpPr/>
          <p:nvPr userDrawn="1"/>
        </p:nvCxnSpPr>
        <p:spPr bwMode="auto">
          <a:xfrm>
            <a:off x="1389695" y="4773391"/>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298902050" name="Text Placeholder 4"/>
          <p:cNvSpPr>
            <a:spLocks noGrp="1"/>
          </p:cNvSpPr>
          <p:nvPr>
            <p:ph type="body" sz="quarter" idx="21" hasCustomPrompt="1"/>
          </p:nvPr>
        </p:nvSpPr>
        <p:spPr bwMode="auto">
          <a:xfrm>
            <a:off x="1389460" y="4876845"/>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sp>
        <p:nvSpPr>
          <p:cNvPr id="153471950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30156568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Tree>
    <p:extLst>
      <p:ext uri="{BB962C8B-B14F-4D97-AF65-F5344CB8AC3E}">
        <p14:creationId xmlns:p14="http://schemas.microsoft.com/office/powerpoint/2010/main" val="88436773"/>
      </p:ext>
    </p:extLst>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showMasterPhAnim="0" userDrawn="1">
  <p:cSld name="1_Knowledge Check">
    <p:spTree>
      <p:nvGrpSpPr>
        <p:cNvPr id="1" name=""/>
        <p:cNvGrpSpPr/>
        <p:nvPr/>
      </p:nvGrpSpPr>
      <p:grpSpPr bwMode="auto">
        <a:xfrm>
          <a:off x="0" y="0"/>
          <a:ext cx="0" cy="0"/>
          <a:chOff x="0" y="0"/>
          <a:chExt cx="0" cy="0"/>
        </a:xfrm>
      </p:grpSpPr>
      <p:sp>
        <p:nvSpPr>
          <p:cNvPr id="22121854" name="Rounded Rectangle 3_1"/>
          <p:cNvSpPr/>
          <p:nvPr userDrawn="1"/>
        </p:nvSpPr>
        <p:spPr bwMode="auto">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ts val="0"/>
              </a:spcBef>
              <a:spcAft>
                <a:spcPts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1492055653" name="Title 1"/>
          <p:cNvSpPr>
            <a:spLocks noGrp="1"/>
          </p:cNvSpPr>
          <p:nvPr>
            <p:ph type="title"/>
          </p:nvPr>
        </p:nvSpPr>
        <p:spPr bwMode="auto">
          <a:xfrm>
            <a:off x="588262" y="585216"/>
            <a:ext cx="8193024" cy="369332"/>
          </a:xfrm>
        </p:spPr>
        <p:txBody>
          <a:bodyPr/>
          <a:lstStyle>
            <a:lvl1pPr>
              <a:defRPr sz="2400" b="0" i="0">
                <a:solidFill>
                  <a:schemeClr val="tx1"/>
                </a:solidFill>
                <a:latin typeface="+mj-lt"/>
                <a:cs typeface="Segoe UI Semibold"/>
              </a:defRPr>
            </a:lvl1pPr>
          </a:lstStyle>
          <a:p>
            <a:pPr>
              <a:defRPr/>
            </a:pPr>
            <a:r>
              <a:rPr lang="en-US"/>
              <a:t>Click to edit Master title style</a:t>
            </a:r>
            <a:endParaRPr/>
          </a:p>
        </p:txBody>
      </p:sp>
      <p:sp>
        <p:nvSpPr>
          <p:cNvPr id="14008061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874097900" name="Text Placeholder 11"/>
          <p:cNvSpPr>
            <a:spLocks noGrp="1"/>
          </p:cNvSpPr>
          <p:nvPr>
            <p:ph type="body" sz="quarter" idx="17"/>
          </p:nvPr>
        </p:nvSpPr>
        <p:spPr bwMode="auto">
          <a:xfrm>
            <a:off x="1235075" y="1594151"/>
            <a:ext cx="8778782" cy="399973"/>
          </a:xfrm>
          <a:prstGeom prst="rect">
            <a:avLst/>
          </a:prstGeom>
        </p:spPr>
        <p:txBody>
          <a:bodyPr anchor="t"/>
          <a:lstStyle>
            <a:lvl1pPr marL="0" indent="0">
              <a:spcBef>
                <a:spcPts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730200636" name="Text Placeholder 3"/>
          <p:cNvSpPr>
            <a:spLocks noGrp="1"/>
          </p:cNvSpPr>
          <p:nvPr>
            <p:ph type="body" sz="quarter" idx="15"/>
          </p:nvPr>
        </p:nvSpPr>
        <p:spPr bwMode="auto">
          <a:xfrm>
            <a:off x="1237265" y="1994124"/>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grpSp>
        <p:nvGrpSpPr>
          <p:cNvPr id="1980746835" name="Group 6"/>
          <p:cNvGrpSpPr/>
          <p:nvPr userDrawn="1"/>
        </p:nvGrpSpPr>
        <p:grpSpPr bwMode="auto">
          <a:xfrm>
            <a:off x="10107938" y="893763"/>
            <a:ext cx="1110600" cy="1110600"/>
            <a:chOff x="5540700" y="2116300"/>
            <a:chExt cx="1110600" cy="1110600"/>
          </a:xfrm>
        </p:grpSpPr>
        <p:sp>
          <p:nvSpPr>
            <p:cNvPr id="8" name="Oval 7"/>
            <p:cNvSpPr/>
            <p:nvPr/>
          </p:nvSpPr>
          <p:spPr bwMode="auto">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a:lnSpc>
                  <a:spcPct val="100000"/>
                </a:lnSpc>
                <a:spcBef>
                  <a:spcPts val="0"/>
                </a:spcBef>
                <a:spcAft>
                  <a:spcPts val="0"/>
                </a:spcAft>
                <a:buClrTx/>
                <a:buSzTx/>
                <a:buFontTx/>
                <a:buNone/>
                <a:defRPr/>
              </a:pPr>
              <a:endParaRPr lang="en-US" sz="1800" b="0" i="0" u="none" strike="noStrike" cap="none" spc="0">
                <a:ln>
                  <a:noFill/>
                </a:ln>
                <a:solidFill>
                  <a:srgbClr val="FFFFFF"/>
                </a:solidFill>
                <a:latin typeface="Segoe UI"/>
                <a:ea typeface="+mn-ea"/>
                <a:cs typeface="+mn-cs"/>
              </a:endParaRPr>
            </a:p>
          </p:txBody>
        </p:sp>
        <p:pic>
          <p:nvPicPr>
            <p:cNvPr id="9" name="Picture 8"/>
            <p:cNvPicPr/>
            <p:nvPr/>
          </p:nvPicPr>
          <p:blipFill rotWithShape="1">
            <a:blip r:embed="rId2"/>
            <a:stretch/>
          </p:blipFill>
          <p:spPr bwMode="auto">
            <a:xfrm>
              <a:off x="5749602" y="2325202"/>
              <a:ext cx="692796" cy="692796"/>
            </a:xfrm>
            <a:prstGeom prst="rect">
              <a:avLst/>
            </a:prstGeom>
            <a:noFill/>
          </p:spPr>
        </p:pic>
      </p:grpSp>
      <p:sp>
        <p:nvSpPr>
          <p:cNvPr id="1615929919" name="Text Placeholder 11"/>
          <p:cNvSpPr>
            <a:spLocks noGrp="1"/>
          </p:cNvSpPr>
          <p:nvPr>
            <p:ph type="body" sz="quarter" idx="20"/>
          </p:nvPr>
        </p:nvSpPr>
        <p:spPr bwMode="auto">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defRPr/>
            </a:pPr>
            <a:r>
              <a:rPr lang="en-US"/>
              <a:t>Click to edit Master text styles</a:t>
            </a:r>
            <a:endParaRPr/>
          </a:p>
        </p:txBody>
      </p:sp>
      <p:sp>
        <p:nvSpPr>
          <p:cNvPr id="1317694469" name="Text Placeholder 3"/>
          <p:cNvSpPr>
            <a:spLocks noGrp="1"/>
          </p:cNvSpPr>
          <p:nvPr>
            <p:ph type="body" sz="quarter" idx="21"/>
          </p:nvPr>
        </p:nvSpPr>
        <p:spPr bwMode="auto">
          <a:xfrm>
            <a:off x="1237265" y="4898755"/>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755014199" name="Text Placeholder 11"/>
          <p:cNvSpPr>
            <a:spLocks noGrp="1"/>
          </p:cNvSpPr>
          <p:nvPr>
            <p:ph type="body" sz="quarter" idx="22"/>
          </p:nvPr>
        </p:nvSpPr>
        <p:spPr bwMode="auto">
          <a:xfrm>
            <a:off x="1235075" y="3042690"/>
            <a:ext cx="8778782" cy="406323"/>
          </a:xfrm>
          <a:prstGeom prst="rect">
            <a:avLst/>
          </a:prstGeom>
        </p:spPr>
        <p:txBody>
          <a:bodyPr anchor="t"/>
          <a:lstStyle>
            <a:lvl1pPr marL="0" indent="0">
              <a:spcBef>
                <a:spcPts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428168055" name="Text Placeholder 3"/>
          <p:cNvSpPr>
            <a:spLocks noGrp="1"/>
          </p:cNvSpPr>
          <p:nvPr>
            <p:ph type="body" sz="quarter" idx="23"/>
          </p:nvPr>
        </p:nvSpPr>
        <p:spPr bwMode="auto">
          <a:xfrm>
            <a:off x="1237265" y="3449013"/>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3774877081"/>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showMasterPhAnim="0" preserve="1" userDrawn="1">
  <p:cSld name="Title Slide">
    <p:bg>
      <p:bgPr>
        <a:blipFill rotWithShape="1">
          <a:blip r:embed="rId2">
            <a:lum/>
          </a:blip>
          <a:stretch/>
        </a:blipFill>
        <a:effectLst/>
      </p:bgPr>
    </p:bg>
    <p:spTree>
      <p:nvGrpSpPr>
        <p:cNvPr id="1" name=""/>
        <p:cNvGrpSpPr/>
        <p:nvPr/>
      </p:nvGrpSpPr>
      <p:grpSpPr bwMode="auto">
        <a:xfrm>
          <a:off x="0" y="0"/>
          <a:ext cx="0" cy="0"/>
          <a:chOff x="0" y="0"/>
          <a:chExt cx="0" cy="0"/>
        </a:xfrm>
      </p:grpSpPr>
      <p:pic>
        <p:nvPicPr>
          <p:cNvPr id="439443448" name="MS logo gray - EMF" descr="Microsoft logo, gray text version"/>
          <p:cNvPicPr>
            <a:picLocks noChangeAspect="1"/>
          </p:cNvPicPr>
          <p:nvPr userDrawn="1"/>
        </p:nvPicPr>
        <p:blipFill rotWithShape="1">
          <a:blip>
            <a:extLst>
              <a:ext uri="{96DAC541-7B7A-43D3-8B79-37D633B846F1}">
                <asvg:svgBlip xmlns:asvg="http://schemas.microsoft.com/office/drawing/2016/SVG/main" r:embed="rId3"/>
              </a:ext>
            </a:extLst>
          </a:blip>
          <a:stretch/>
        </p:blipFill>
        <p:spPr bwMode="black">
          <a:xfrm>
            <a:off x="584200" y="585789"/>
            <a:ext cx="1366440" cy="292608"/>
          </a:xfrm>
          <a:prstGeom prst="rect">
            <a:avLst/>
          </a:prstGeom>
        </p:spPr>
      </p:pic>
      <p:sp>
        <p:nvSpPr>
          <p:cNvPr id="592664602" name="Title 1"/>
          <p:cNvSpPr>
            <a:spLocks noGrp="1"/>
          </p:cNvSpPr>
          <p:nvPr>
            <p:ph type="title" hasCustomPrompt="1"/>
          </p:nvPr>
        </p:nvSpPr>
        <p:spPr bwMode="auto">
          <a:xfrm>
            <a:off x="569913" y="3551986"/>
            <a:ext cx="5686955" cy="1108121"/>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Event name or </a:t>
            </a:r>
            <a:br>
              <a:rPr lang="en-US"/>
            </a:br>
            <a:r>
              <a:rPr lang="en-US"/>
              <a:t>presentation title </a:t>
            </a:r>
            <a:endParaRPr/>
          </a:p>
        </p:txBody>
      </p:sp>
    </p:spTree>
    <p:extLst>
      <p:ext uri="{BB962C8B-B14F-4D97-AF65-F5344CB8AC3E}">
        <p14:creationId xmlns:p14="http://schemas.microsoft.com/office/powerpoint/2010/main" val="302086892"/>
      </p:ext>
    </p:extLst>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showMasterPhAnim="0" preserve="1" userDrawn="1">
  <p:cSld name="Section Divider">
    <p:bg>
      <p:bgPr>
        <a:blipFill rotWithShape="1">
          <a:blip r:embed="rId2">
            <a:lum/>
          </a:blip>
          <a:stretch/>
        </a:blipFill>
        <a:effectLst/>
      </p:bgPr>
    </p:bg>
    <p:spTree>
      <p:nvGrpSpPr>
        <p:cNvPr id="1" name=""/>
        <p:cNvGrpSpPr/>
        <p:nvPr/>
      </p:nvGrpSpPr>
      <p:grpSpPr bwMode="auto">
        <a:xfrm>
          <a:off x="0" y="0"/>
          <a:ext cx="0" cy="0"/>
          <a:chOff x="0" y="0"/>
          <a:chExt cx="0" cy="0"/>
        </a:xfrm>
      </p:grpSpPr>
      <p:sp>
        <p:nvSpPr>
          <p:cNvPr id="762206409" name="Rectangle 7"/>
          <p:cNvSpPr/>
          <p:nvPr userDrawn="1"/>
        </p:nvSpPr>
        <p:spPr bwMode="auto">
          <a:xfrm>
            <a:off x="0" y="2396507"/>
            <a:ext cx="12192000" cy="1708727"/>
          </a:xfrm>
          <a:prstGeom prst="rect">
            <a:avLst/>
          </a:prstGeom>
          <a:solidFill>
            <a:srgbClr val="FCF7F4">
              <a:alpha val="4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10773024" name="Title 1"/>
          <p:cNvSpPr>
            <a:spLocks noGrp="1"/>
          </p:cNvSpPr>
          <p:nvPr>
            <p:ph type="title" hasCustomPrompt="1"/>
          </p:nvPr>
        </p:nvSpPr>
        <p:spPr bwMode="auto">
          <a:xfrm>
            <a:off x="0" y="2396508"/>
            <a:ext cx="9906000" cy="1708726"/>
          </a:xfrm>
          <a:prstGeom prst="rect">
            <a:avLst/>
          </a:prstGeom>
          <a:noFill/>
        </p:spPr>
        <p:txBody>
          <a:bodyPr wrap="square" lIns="640080" tIns="0" rIns="0" bIns="0" anchor="ctr" anchorCtr="0">
            <a:noAutofit/>
          </a:bodyPr>
          <a:lstStyle>
            <a:lvl1pPr>
              <a:defRPr sz="4100" b="0" i="0" spc="-51">
                <a:solidFill>
                  <a:schemeClr val="tx1"/>
                </a:solidFill>
                <a:latin typeface="+mn-lt"/>
                <a:cs typeface="Segoe UI"/>
              </a:defRPr>
            </a:lvl1pPr>
          </a:lstStyle>
          <a:p>
            <a:pPr>
              <a:defRPr/>
            </a:pPr>
            <a:r>
              <a:rPr lang="en-US"/>
              <a:t>Section divider title</a:t>
            </a:r>
            <a:endParaRPr/>
          </a:p>
        </p:txBody>
      </p:sp>
    </p:spTree>
    <p:extLst>
      <p:ext uri="{BB962C8B-B14F-4D97-AF65-F5344CB8AC3E}">
        <p14:creationId xmlns:p14="http://schemas.microsoft.com/office/powerpoint/2010/main" val="2328505195"/>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showMasterPhAnim="0" preserve="1" userDrawn="1">
  <p:cSld name="Custom Layout">
    <p:bg>
      <p:bgPr>
        <a:blipFill rotWithShape="1">
          <a:blip r:embed="rId2">
            <a:lum/>
          </a:blip>
          <a:stretch/>
        </a:blipFill>
        <a:effectLst/>
      </p:bgPr>
    </p:bg>
    <p:spTree>
      <p:nvGrpSpPr>
        <p:cNvPr id="1" name=""/>
        <p:cNvGrpSpPr/>
        <p:nvPr/>
      </p:nvGrpSpPr>
      <p:grpSpPr bwMode="auto">
        <a:xfrm>
          <a:off x="0" y="0"/>
          <a:ext cx="0" cy="0"/>
          <a:chOff x="0" y="0"/>
          <a:chExt cx="0" cy="0"/>
        </a:xfrm>
      </p:grpSpPr>
      <p:sp>
        <p:nvSpPr>
          <p:cNvPr id="603339981" name="PlaceHolder 1"/>
          <p:cNvSpPr>
            <a:spLocks noGrp="1"/>
          </p:cNvSpPr>
          <p:nvPr>
            <p:ph type="title"/>
          </p:nvPr>
        </p:nvSpPr>
        <p:spPr bwMode="auto">
          <a:xfrm>
            <a:off x="588240" y="1590480"/>
            <a:ext cx="5653440" cy="430560"/>
          </a:xfrm>
          <a:prstGeom prst="rect">
            <a:avLst/>
          </a:prstGeom>
          <a:noFill/>
          <a:ln w="0">
            <a:noFill/>
          </a:ln>
        </p:spPr>
        <p:txBody>
          <a:bodyPr lIns="0" tIns="0" rIns="0" bIns="0" anchor="t">
            <a:noAutofit/>
          </a:bodyPr>
          <a:lstStyle>
            <a:lvl1pPr indent="0" algn="l" defTabSz="932760">
              <a:lnSpc>
                <a:spcPct val="100000"/>
              </a:lnSpc>
              <a:buNone/>
              <a:defRPr lang="en-US" sz="2800" b="0" u="none" strike="noStrike">
                <a:solidFill>
                  <a:schemeClr val="dk1"/>
                </a:solidFill>
                <a:latin typeface="Segoe UI Semibold"/>
              </a:defRPr>
            </a:lvl1pPr>
          </a:lstStyle>
          <a:p>
            <a:pPr indent="0" algn="l" defTabSz="932760">
              <a:lnSpc>
                <a:spcPct val="100000"/>
              </a:lnSpc>
              <a:buNone/>
              <a:defRPr/>
            </a:pPr>
            <a:r>
              <a:rPr lang="en-US" sz="2800" b="0" u="none" strike="noStrike">
                <a:solidFill>
                  <a:schemeClr val="dk1"/>
                </a:solidFill>
                <a:latin typeface="Segoe UI Semibold"/>
              </a:rPr>
              <a:t>Click to edit Master title style</a:t>
            </a:r>
            <a:endParaRPr/>
          </a:p>
        </p:txBody>
      </p:sp>
    </p:spTree>
    <p:extLst>
      <p:ext uri="{BB962C8B-B14F-4D97-AF65-F5344CB8AC3E}">
        <p14:creationId xmlns:p14="http://schemas.microsoft.com/office/powerpoint/2010/main" val="1948991631"/>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showMasterPhAnim="0" preserve="1" userDrawn="1">
  <p:cSld name="Agenda">
    <p:bg>
      <p:bgPr>
        <a:blipFill rotWithShape="1">
          <a:blip r:embed="rId2">
            <a:lum/>
          </a:blip>
          <a:stretch/>
        </a:blipFill>
        <a:effectLst/>
      </p:bgPr>
    </p:bg>
    <p:spTree>
      <p:nvGrpSpPr>
        <p:cNvPr id="1" name=""/>
        <p:cNvGrpSpPr/>
        <p:nvPr/>
      </p:nvGrpSpPr>
      <p:grpSpPr bwMode="auto">
        <a:xfrm>
          <a:off x="0" y="0"/>
          <a:ext cx="0" cy="0"/>
          <a:chOff x="0" y="0"/>
          <a:chExt cx="0" cy="0"/>
        </a:xfrm>
      </p:grpSpPr>
      <p:sp>
        <p:nvSpPr>
          <p:cNvPr id="1859097175" name="Title 1"/>
          <p:cNvSpPr>
            <a:spLocks noGrp="1"/>
          </p:cNvSpPr>
          <p:nvPr>
            <p:ph type="title" hasCustomPrompt="1"/>
          </p:nvPr>
        </p:nvSpPr>
        <p:spPr bwMode="auto"/>
        <p:txBody>
          <a:bodyPr/>
          <a:lstStyle>
            <a:lvl1pPr>
              <a:defRPr/>
            </a:lvl1pPr>
          </a:lstStyle>
          <a:p>
            <a:pPr>
              <a:defRPr/>
            </a:pPr>
            <a:r>
              <a:rPr lang="en-US"/>
              <a:t>Click to add text</a:t>
            </a:r>
            <a:endParaRPr/>
          </a:p>
        </p:txBody>
      </p:sp>
      <p:sp>
        <p:nvSpPr>
          <p:cNvPr id="1268204098"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p:txBody>
      </p:sp>
    </p:spTree>
    <p:extLst>
      <p:ext uri="{BB962C8B-B14F-4D97-AF65-F5344CB8AC3E}">
        <p14:creationId xmlns:p14="http://schemas.microsoft.com/office/powerpoint/2010/main" val="2141620837"/>
      </p:ext>
    </p:extLst>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showMasterPhAnim="0" preserve="1" userDrawn="1">
  <p:cSld name="Learning objectives">
    <p:bg>
      <p:bgPr>
        <a:blipFill rotWithShape="1">
          <a:blip r:embed="rId2">
            <a:lum/>
          </a:blip>
          <a:stretch/>
        </a:blipFill>
        <a:effectLst/>
      </p:bgPr>
    </p:bg>
    <p:spTree>
      <p:nvGrpSpPr>
        <p:cNvPr id="1" name=""/>
        <p:cNvGrpSpPr/>
        <p:nvPr/>
      </p:nvGrpSpPr>
      <p:grpSpPr bwMode="auto">
        <a:xfrm>
          <a:off x="0" y="0"/>
          <a:ext cx="0" cy="0"/>
          <a:chOff x="0" y="0"/>
          <a:chExt cx="0" cy="0"/>
        </a:xfrm>
      </p:grpSpPr>
      <p:sp>
        <p:nvSpPr>
          <p:cNvPr id="1581837858" name="Title 6"/>
          <p:cNvSpPr>
            <a:spLocks noGrp="1"/>
          </p:cNvSpPr>
          <p:nvPr>
            <p:ph type="title"/>
          </p:nvPr>
        </p:nvSpPr>
        <p:spPr bwMode="auto"/>
        <p:txBody>
          <a:bodyPr/>
          <a:lstStyle/>
          <a:p>
            <a:pPr>
              <a:defRPr/>
            </a:pPr>
            <a:r>
              <a:rPr lang="en-US"/>
              <a:t>Click to edit Master title style</a:t>
            </a:r>
            <a:endParaRPr/>
          </a:p>
        </p:txBody>
      </p:sp>
      <p:sp>
        <p:nvSpPr>
          <p:cNvPr id="1695727805"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extLst>
      <p:ext uri="{BB962C8B-B14F-4D97-AF65-F5344CB8AC3E}">
        <p14:creationId xmlns:p14="http://schemas.microsoft.com/office/powerpoint/2010/main" val="2503391945"/>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showMasterPhAnim="0" preserve="1" userDrawn="1">
  <p:cSld name="Title | Content">
    <p:spTree>
      <p:nvGrpSpPr>
        <p:cNvPr id="1" name=""/>
        <p:cNvGrpSpPr/>
        <p:nvPr/>
      </p:nvGrpSpPr>
      <p:grpSpPr bwMode="auto">
        <a:xfrm>
          <a:off x="0" y="0"/>
          <a:ext cx="0" cy="0"/>
          <a:chOff x="0" y="0"/>
          <a:chExt cx="0" cy="0"/>
        </a:xfrm>
      </p:grpSpPr>
      <p:sp>
        <p:nvSpPr>
          <p:cNvPr id="1017520847" name="Title 1"/>
          <p:cNvSpPr>
            <a:spLocks noGrp="1"/>
          </p:cNvSpPr>
          <p:nvPr>
            <p:ph type="title"/>
          </p:nvPr>
        </p:nvSpPr>
        <p:spPr bwMode="auto"/>
        <p:txBody>
          <a:bodyPr/>
          <a:lstStyle/>
          <a:p>
            <a:pPr>
              <a:defRPr/>
            </a:pPr>
            <a:r>
              <a:rPr lang="en-US"/>
              <a:t>Click to edit Master title style</a:t>
            </a:r>
            <a:endParaRPr/>
          </a:p>
        </p:txBody>
      </p:sp>
      <p:sp>
        <p:nvSpPr>
          <p:cNvPr id="1434272630"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extLst>
      <p:ext uri="{BB962C8B-B14F-4D97-AF65-F5344CB8AC3E}">
        <p14:creationId xmlns:p14="http://schemas.microsoft.com/office/powerpoint/2010/main" val="2266275680"/>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showMasterPhAnim="0" preserve="1" userDrawn="1">
  <p:cSld name="Title | Subtitle">
    <p:spTree>
      <p:nvGrpSpPr>
        <p:cNvPr id="1" name=""/>
        <p:cNvGrpSpPr/>
        <p:nvPr/>
      </p:nvGrpSpPr>
      <p:grpSpPr bwMode="auto">
        <a:xfrm>
          <a:off x="0" y="0"/>
          <a:ext cx="0" cy="0"/>
          <a:chOff x="0" y="0"/>
          <a:chExt cx="0" cy="0"/>
        </a:xfrm>
      </p:grpSpPr>
      <p:sp>
        <p:nvSpPr>
          <p:cNvPr id="1783593392" name="Title 1"/>
          <p:cNvSpPr>
            <a:spLocks noGrp="1"/>
          </p:cNvSpPr>
          <p:nvPr>
            <p:ph type="title"/>
          </p:nvPr>
        </p:nvSpPr>
        <p:spPr bwMode="auto"/>
        <p:txBody>
          <a:bodyPr/>
          <a:lstStyle/>
          <a:p>
            <a:pPr>
              <a:defRPr/>
            </a:pPr>
            <a:r>
              <a:rPr lang="en-US"/>
              <a:t>Click to edit Master title style</a:t>
            </a:r>
            <a:endParaRPr/>
          </a:p>
        </p:txBody>
      </p:sp>
      <p:sp>
        <p:nvSpPr>
          <p:cNvPr id="926116886" name="Content Placeholder 5"/>
          <p:cNvSpPr>
            <a:spLocks noGrp="1"/>
          </p:cNvSpPr>
          <p:nvPr>
            <p:ph sz="quarter" idx="10"/>
          </p:nvPr>
        </p:nvSpPr>
        <p:spPr bwMode="auto">
          <a:xfrm>
            <a:off x="457200" y="1506084"/>
            <a:ext cx="11222038" cy="4524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454075440" name="Text Placeholder 7"/>
          <p:cNvSpPr>
            <a:spLocks noGrp="1"/>
          </p:cNvSpPr>
          <p:nvPr>
            <p:ph type="body" sz="quarter" idx="11"/>
          </p:nvPr>
        </p:nvSpPr>
        <p:spPr bwMode="auto">
          <a:xfrm>
            <a:off x="457200" y="998538"/>
            <a:ext cx="11222038" cy="425450"/>
          </a:xfrm>
        </p:spPr>
        <p:txBody>
          <a:bodyPr/>
          <a:lstStyle>
            <a:lvl1pPr marL="0" indent="0">
              <a:buNone/>
              <a:defRPr lang="en-US" sz="2250" spc="0">
                <a:solidFill>
                  <a:srgbClr val="003C6A"/>
                </a:solidFill>
                <a:latin typeface="Segoe UI Semibold"/>
                <a:ea typeface="+mn-ea"/>
                <a:cs typeface="Segoe UI Semibold"/>
              </a:defRPr>
            </a:lvl1pPr>
          </a:lstStyle>
          <a:p>
            <a:pPr lvl="0">
              <a:defRPr/>
            </a:pPr>
            <a:r>
              <a:rPr lang="en-US"/>
              <a:t>Click to edit Master text styles</a:t>
            </a:r>
            <a:endParaRPr/>
          </a:p>
        </p:txBody>
      </p:sp>
    </p:spTree>
    <p:extLst>
      <p:ext uri="{BB962C8B-B14F-4D97-AF65-F5344CB8AC3E}">
        <p14:creationId xmlns:p14="http://schemas.microsoft.com/office/powerpoint/2010/main" val="3843606252"/>
      </p:ext>
    </p:extLst>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showMasterPhAnim="0" preserve="1" userDrawn="1">
  <p:cSld name="Lab | Exercise">
    <p:spTree>
      <p:nvGrpSpPr>
        <p:cNvPr id="1" name=""/>
        <p:cNvGrpSpPr/>
        <p:nvPr/>
      </p:nvGrpSpPr>
      <p:grpSpPr bwMode="auto">
        <a:xfrm>
          <a:off x="0" y="0"/>
          <a:ext cx="0" cy="0"/>
          <a:chOff x="0" y="0"/>
          <a:chExt cx="0" cy="0"/>
        </a:xfrm>
      </p:grpSpPr>
      <p:sp>
        <p:nvSpPr>
          <p:cNvPr id="1119062815" name="Title 1"/>
          <p:cNvSpPr>
            <a:spLocks noGrp="1"/>
          </p:cNvSpPr>
          <p:nvPr>
            <p:ph type="title" hasCustomPrompt="1"/>
          </p:nvPr>
        </p:nvSpPr>
        <p:spPr bwMode="auto"/>
        <p:txBody>
          <a:bodyPr/>
          <a:lstStyle>
            <a:lvl1pPr>
              <a:defRPr/>
            </a:lvl1pPr>
          </a:lstStyle>
          <a:p>
            <a:pPr>
              <a:defRPr/>
            </a:pPr>
            <a:r>
              <a:rPr lang="en-US"/>
              <a:t>Click to lab/exercise title</a:t>
            </a:r>
            <a:endParaRPr/>
          </a:p>
        </p:txBody>
      </p:sp>
      <p:sp>
        <p:nvSpPr>
          <p:cNvPr id="1514053224" name="Rectangle: Rounded Corners 3"/>
          <p:cNvSpPr/>
          <p:nvPr userDrawn="1"/>
        </p:nvSpPr>
        <p:spPr bwMode="auto">
          <a:xfrm>
            <a:off x="395187" y="1555423"/>
            <a:ext cx="5816337" cy="4383464"/>
          </a:xfrm>
          <a:prstGeom prst="roundRect">
            <a:avLst>
              <a:gd name="adj" fmla="val 5914"/>
            </a:avLst>
          </a:prstGeom>
          <a:solidFill>
            <a:srgbClr val="F4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445067236" name="Content Placeholder 4"/>
          <p:cNvSpPr>
            <a:spLocks noGrp="1"/>
          </p:cNvSpPr>
          <p:nvPr>
            <p:ph sz="quarter" idx="12"/>
          </p:nvPr>
        </p:nvSpPr>
        <p:spPr bwMode="auto">
          <a:xfrm>
            <a:off x="702393"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364946946" name="Content Placeholder 4"/>
          <p:cNvSpPr>
            <a:spLocks noGrp="1"/>
          </p:cNvSpPr>
          <p:nvPr>
            <p:ph sz="quarter" idx="13"/>
          </p:nvPr>
        </p:nvSpPr>
        <p:spPr bwMode="auto">
          <a:xfrm>
            <a:off x="6469932"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extLst>
      <p:ext uri="{BB962C8B-B14F-4D97-AF65-F5344CB8AC3E}">
        <p14:creationId xmlns:p14="http://schemas.microsoft.com/office/powerpoint/2010/main" val="963342658"/>
      </p:ext>
    </p:extLst>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showMasterPhAnim="0" preserve="1" userDrawn="1">
  <p:cSld name="Summary | KC">
    <p:spTree>
      <p:nvGrpSpPr>
        <p:cNvPr id="1" name=""/>
        <p:cNvGrpSpPr/>
        <p:nvPr/>
      </p:nvGrpSpPr>
      <p:grpSpPr bwMode="auto">
        <a:xfrm>
          <a:off x="0" y="0"/>
          <a:ext cx="0" cy="0"/>
          <a:chOff x="0" y="0"/>
          <a:chExt cx="0" cy="0"/>
        </a:xfrm>
      </p:grpSpPr>
      <p:sp>
        <p:nvSpPr>
          <p:cNvPr id="1144805794" name="Title 1"/>
          <p:cNvSpPr>
            <a:spLocks noGrp="1"/>
          </p:cNvSpPr>
          <p:nvPr>
            <p:ph type="title" hasCustomPrompt="1"/>
          </p:nvPr>
        </p:nvSpPr>
        <p:spPr bwMode="auto"/>
        <p:txBody>
          <a:bodyPr/>
          <a:lstStyle>
            <a:lvl1pPr>
              <a:defRPr/>
            </a:lvl1pPr>
          </a:lstStyle>
          <a:p>
            <a:pPr>
              <a:defRPr/>
            </a:pPr>
            <a:r>
              <a:rPr lang="en-US"/>
              <a:t>Click to add summary</a:t>
            </a:r>
            <a:endParaRPr/>
          </a:p>
        </p:txBody>
      </p:sp>
      <p:sp>
        <p:nvSpPr>
          <p:cNvPr id="2124195885" name="Rectangle: Rounded Corners 3"/>
          <p:cNvSpPr/>
          <p:nvPr userDrawn="1"/>
        </p:nvSpPr>
        <p:spPr bwMode="auto">
          <a:xfrm>
            <a:off x="5863473" y="1555423"/>
            <a:ext cx="5816337" cy="4383464"/>
          </a:xfrm>
          <a:prstGeom prst="roundRect">
            <a:avLst>
              <a:gd name="adj" fmla="val 5914"/>
            </a:avLst>
          </a:prstGeom>
          <a:solidFill>
            <a:srgbClr val="F4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094875764" name="Content Placeholder 4"/>
          <p:cNvSpPr>
            <a:spLocks noGrp="1"/>
          </p:cNvSpPr>
          <p:nvPr>
            <p:ph sz="quarter" idx="12"/>
          </p:nvPr>
        </p:nvSpPr>
        <p:spPr bwMode="auto">
          <a:xfrm>
            <a:off x="426610"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extLst>
      <p:ext uri="{BB962C8B-B14F-4D97-AF65-F5344CB8AC3E}">
        <p14:creationId xmlns:p14="http://schemas.microsoft.com/office/powerpoint/2010/main" val="3727873982"/>
      </p:ext>
    </p:extLst>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showMasterPhAnim="0" preserve="1" userDrawn="1">
  <p:cSld name="1_Summary | KC">
    <p:spTree>
      <p:nvGrpSpPr>
        <p:cNvPr id="1" name=""/>
        <p:cNvGrpSpPr/>
        <p:nvPr/>
      </p:nvGrpSpPr>
      <p:grpSpPr bwMode="auto">
        <a:xfrm>
          <a:off x="0" y="0"/>
          <a:ext cx="0" cy="0"/>
          <a:chOff x="0" y="0"/>
          <a:chExt cx="0" cy="0"/>
        </a:xfrm>
      </p:grpSpPr>
      <p:sp>
        <p:nvSpPr>
          <p:cNvPr id="351399453" name="Title 1"/>
          <p:cNvSpPr>
            <a:spLocks noGrp="1"/>
          </p:cNvSpPr>
          <p:nvPr>
            <p:ph type="title" hasCustomPrompt="1"/>
          </p:nvPr>
        </p:nvSpPr>
        <p:spPr bwMode="auto"/>
        <p:txBody>
          <a:bodyPr/>
          <a:lstStyle>
            <a:lvl1pPr>
              <a:defRPr/>
            </a:lvl1pPr>
          </a:lstStyle>
          <a:p>
            <a:pPr>
              <a:defRPr/>
            </a:pPr>
            <a:r>
              <a:rPr lang="en-US"/>
              <a:t>Click to add summary</a:t>
            </a:r>
            <a:endParaRPr/>
          </a:p>
        </p:txBody>
      </p:sp>
      <p:sp>
        <p:nvSpPr>
          <p:cNvPr id="319851531" name="Rectangle: Rounded Corners 3"/>
          <p:cNvSpPr/>
          <p:nvPr userDrawn="1"/>
        </p:nvSpPr>
        <p:spPr bwMode="auto">
          <a:xfrm>
            <a:off x="457201" y="1555423"/>
            <a:ext cx="11222610" cy="4383464"/>
          </a:xfrm>
          <a:prstGeom prst="roundRect">
            <a:avLst>
              <a:gd name="adj" fmla="val 5914"/>
            </a:avLst>
          </a:prstGeom>
          <a:solidFill>
            <a:srgbClr val="F4F3F5"/>
          </a:solidFill>
          <a:ln>
            <a:solidFill>
              <a:schemeClr val="accent5">
                <a:lumMod val="60000"/>
                <a:lumOff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extLst>
      <p:ext uri="{BB962C8B-B14F-4D97-AF65-F5344CB8AC3E}">
        <p14:creationId xmlns:p14="http://schemas.microsoft.com/office/powerpoint/2010/main" val="2331539261"/>
      </p:ext>
    </p:extLst>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showMasterPhAnim="0" userDrawn="1">
  <p:cSld name="Summary">
    <p:spTree>
      <p:nvGrpSpPr>
        <p:cNvPr id="1" name=""/>
        <p:cNvGrpSpPr/>
        <p:nvPr/>
      </p:nvGrpSpPr>
      <p:grpSpPr bwMode="auto">
        <a:xfrm>
          <a:off x="0" y="0"/>
          <a:ext cx="0" cy="0"/>
          <a:chOff x="0" y="0"/>
          <a:chExt cx="0" cy="0"/>
        </a:xfrm>
      </p:grpSpPr>
      <p:sp>
        <p:nvSpPr>
          <p:cNvPr id="895270552" name="Title 1"/>
          <p:cNvSpPr>
            <a:spLocks noGrp="1"/>
          </p:cNvSpPr>
          <p:nvPr>
            <p:ph type="title"/>
          </p:nvPr>
        </p:nvSpPr>
        <p:spPr bwMode="auto">
          <a:xfrm>
            <a:off x="588262" y="585216"/>
            <a:ext cx="8193024" cy="492443"/>
          </a:xfrm>
        </p:spPr>
        <p:txBody>
          <a:bodyPr/>
          <a:lstStyle>
            <a:lvl1pPr>
              <a:defRPr sz="3200" b="0" i="0">
                <a:solidFill>
                  <a:schemeClr val="tx1"/>
                </a:solidFill>
                <a:latin typeface="+mj-lt"/>
                <a:cs typeface="Segoe UI Semibold"/>
              </a:defRPr>
            </a:lvl1pPr>
          </a:lstStyle>
          <a:p>
            <a:pPr>
              <a:defRPr/>
            </a:pPr>
            <a:r>
              <a:rPr lang="en-US"/>
              <a:t>Click to edit Master title style</a:t>
            </a:r>
            <a:endParaRPr/>
          </a:p>
        </p:txBody>
      </p:sp>
      <p:sp>
        <p:nvSpPr>
          <p:cNvPr id="325109779" name="Footer Placeholder 10"/>
          <p:cNvSpPr>
            <a:spLocks noGrp="1"/>
          </p:cNvSpPr>
          <p:nvPr>
            <p:ph type="ftr" sz="quarter" idx="3"/>
          </p:nvPr>
        </p:nvSpPr>
        <p:spPr bwMode="auto">
          <a:xfrm>
            <a:off x="43561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706493386" name="Text Placeholder 11"/>
          <p:cNvSpPr>
            <a:spLocks noGrp="1"/>
          </p:cNvSpPr>
          <p:nvPr>
            <p:ph type="body" sz="quarter" idx="17"/>
          </p:nvPr>
        </p:nvSpPr>
        <p:spPr bwMode="auto">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803464598" name="Text Placeholder 3"/>
          <p:cNvSpPr>
            <a:spLocks noGrp="1"/>
          </p:cNvSpPr>
          <p:nvPr>
            <p:ph type="body" sz="quarter" idx="35"/>
          </p:nvPr>
        </p:nvSpPr>
        <p:spPr bwMode="auto">
          <a:xfrm>
            <a:off x="4358229" y="2578100"/>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75441614" name="Text Placeholder 11"/>
          <p:cNvSpPr>
            <a:spLocks noGrp="1"/>
          </p:cNvSpPr>
          <p:nvPr>
            <p:ph type="body" sz="quarter" idx="34"/>
          </p:nvPr>
        </p:nvSpPr>
        <p:spPr bwMode="auto">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Tree>
    <p:extLst>
      <p:ext uri="{BB962C8B-B14F-4D97-AF65-F5344CB8AC3E}">
        <p14:creationId xmlns:p14="http://schemas.microsoft.com/office/powerpoint/2010/main" val="1286800180"/>
      </p:ext>
    </p:extLst>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showMasterPhAnim="0" userDrawn="1">
  <p:cSld name="LearningPath1_WmGray">
    <p:bg>
      <p:bgPr>
        <a:solidFill>
          <a:srgbClr val="E8E6DF"/>
        </a:solidFill>
        <a:effectLst/>
      </p:bgPr>
    </p:bg>
    <p:spTree>
      <p:nvGrpSpPr>
        <p:cNvPr id="1" name=""/>
        <p:cNvGrpSpPr/>
        <p:nvPr/>
      </p:nvGrpSpPr>
      <p:grpSpPr bwMode="auto">
        <a:xfrm>
          <a:off x="0" y="0"/>
          <a:ext cx="0" cy="0"/>
          <a:chOff x="0" y="0"/>
          <a:chExt cx="0" cy="0"/>
        </a:xfrm>
      </p:grpSpPr>
      <p:sp>
        <p:nvSpPr>
          <p:cNvPr id="2070347662" name="Title 1"/>
          <p:cNvSpPr>
            <a:spLocks noGrp="1"/>
          </p:cNvSpPr>
          <p:nvPr>
            <p:ph type="title"/>
          </p:nvPr>
        </p:nvSpPr>
        <p:spPr bwMode="auto">
          <a:xfrm>
            <a:off x="588262" y="585216"/>
            <a:ext cx="8193024" cy="492443"/>
          </a:xfrm>
        </p:spPr>
        <p:txBody>
          <a:bodyPr/>
          <a:lstStyle>
            <a:lvl1pPr>
              <a:defRPr sz="3200" b="0" i="0">
                <a:solidFill>
                  <a:schemeClr val="tx1"/>
                </a:solidFill>
                <a:latin typeface="+mj-lt"/>
                <a:cs typeface="Segoe UI Semibold"/>
              </a:defRPr>
            </a:lvl1pPr>
          </a:lstStyle>
          <a:p>
            <a:pPr>
              <a:defRPr/>
            </a:pPr>
            <a:r>
              <a:rPr lang="en-US"/>
              <a:t>Click to edit Master title style</a:t>
            </a:r>
            <a:endParaRPr/>
          </a:p>
        </p:txBody>
      </p:sp>
      <p:sp>
        <p:nvSpPr>
          <p:cNvPr id="148321400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758678804" name="Graphic 5"/>
          <p:cNvPicPr>
            <a:picLocks noChangeAspect="1"/>
          </p:cNvPicPr>
          <p:nvPr userDrawn="1"/>
        </p:nvPicPr>
        <p:blipFill rotWithShape="1">
          <a:blip r:embed="rId2"/>
          <a:stretch/>
        </p:blipFill>
        <p:spPr bwMode="auto">
          <a:xfrm>
            <a:off x="-1" y="2827846"/>
            <a:ext cx="12192001" cy="3035200"/>
          </a:xfrm>
          <a:prstGeom prst="rect">
            <a:avLst/>
          </a:prstGeom>
        </p:spPr>
      </p:pic>
    </p:spTree>
    <p:extLst>
      <p:ext uri="{BB962C8B-B14F-4D97-AF65-F5344CB8AC3E}">
        <p14:creationId xmlns:p14="http://schemas.microsoft.com/office/powerpoint/2010/main" val="220234980"/>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showMasterPhAnim="0" preserve="1" userDrawn="1">
  <p:cSld name="Walk-in">
    <p:bg bwMode="gray">
      <p:bgPr>
        <a:solidFill>
          <a:schemeClr val="tx2"/>
        </a:solidFill>
        <a:effectLst/>
      </p:bgPr>
    </p:bg>
    <p:spTree>
      <p:nvGrpSpPr>
        <p:cNvPr id="1" name=""/>
        <p:cNvGrpSpPr/>
        <p:nvPr/>
      </p:nvGrpSpPr>
      <p:grpSpPr bwMode="auto">
        <a:xfrm>
          <a:off x="0" y="0"/>
          <a:ext cx="0" cy="0"/>
          <a:chOff x="0" y="0"/>
          <a:chExt cx="0" cy="0"/>
        </a:xfrm>
      </p:grpSpPr>
      <p:pic>
        <p:nvPicPr>
          <p:cNvPr id="1379888836" name="MS logo white - EMF" descr="Microsoft logo white text version"/>
          <p:cNvPicPr>
            <a:picLocks noChangeAspect="1"/>
          </p:cNvPicPr>
          <p:nvPr userDrawn="1"/>
        </p:nvPicPr>
        <p:blipFill rotWithShape="1">
          <a:blip>
            <a:extLst>
              <a:ext uri="{96DAC541-7B7A-43D3-8B79-37D633B846F1}">
                <asvg:svgBlip xmlns:asvg="http://schemas.microsoft.com/office/drawing/2016/SVG/main" r:embed="rId2"/>
              </a:ext>
            </a:extLst>
          </a:blip>
          <a:stretch/>
        </p:blipFill>
        <p:spPr bwMode="black">
          <a:xfrm>
            <a:off x="584200" y="585788"/>
            <a:ext cx="1366245" cy="292608"/>
          </a:xfrm>
          <a:prstGeom prst="rect">
            <a:avLst/>
          </a:prstGeom>
        </p:spPr>
      </p:pic>
      <p:pic>
        <p:nvPicPr>
          <p:cNvPr id="1650810162" name="Picture 3" descr="Microsoft Learn&#10;Spark possibility"/>
          <p:cNvPicPr>
            <a:picLocks noGrp="1" noRot="1" noMove="1" noResize="1" noEditPoints="1" noAdjustHandles="1" noChangeArrowheads="1" noChangeShapeType="1" noCrop="1"/>
          </p:cNvPicPr>
          <p:nvPr userDrawn="1"/>
        </p:nvPicPr>
        <p:blipFill rotWithShape="1">
          <a:blip r:embed="rId3"/>
          <a:stretch/>
        </p:blipFill>
        <p:spPr bwMode="auto">
          <a:xfrm>
            <a:off x="223228" y="2573202"/>
            <a:ext cx="5344642" cy="1681958"/>
          </a:xfrm>
          <a:prstGeom prst="rect">
            <a:avLst/>
          </a:prstGeom>
        </p:spPr>
      </p:pic>
      <p:sp>
        <p:nvSpPr>
          <p:cNvPr id="90631308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bg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t>© Copyright Microsoft Corporation. All rights reserved.</a:t>
            </a:r>
            <a:endParaRPr/>
          </a:p>
        </p:txBody>
      </p:sp>
    </p:spTree>
    <p:extLst>
      <p:ext uri="{BB962C8B-B14F-4D97-AF65-F5344CB8AC3E}">
        <p14:creationId xmlns:p14="http://schemas.microsoft.com/office/powerpoint/2010/main" val="2421428796"/>
      </p:ext>
    </p:extLst>
  </p:cSld>
  <p:clrMapOvr>
    <a:overrideClrMapping bg1="lt1" tx1="dk1" bg2="lt2" tx2="dk2" accent1="accent1" accent2="accent2" accent3="accent3" accent4="accent4" accent5="accent5" accent6="accent6" hlink="hlink" folHlink="folHlink"/>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showMasterPhAnim="0" preserve="1" userDrawn="1">
  <p:cSld name="Title Slide">
    <p:bg>
      <p:bgPr>
        <a:solidFill>
          <a:srgbClr val="E8E6DF"/>
        </a:solidFill>
        <a:effectLst/>
      </p:bgPr>
    </p:bg>
    <p:spTree>
      <p:nvGrpSpPr>
        <p:cNvPr id="1" name=""/>
        <p:cNvGrpSpPr/>
        <p:nvPr/>
      </p:nvGrpSpPr>
      <p:grpSpPr bwMode="auto">
        <a:xfrm>
          <a:off x="0" y="0"/>
          <a:ext cx="0" cy="0"/>
          <a:chOff x="0" y="0"/>
          <a:chExt cx="0" cy="0"/>
        </a:xfrm>
      </p:grpSpPr>
      <p:pic>
        <p:nvPicPr>
          <p:cNvPr id="818864265" name="Picture 9"/>
          <p:cNvPicPr>
            <a:picLocks noChangeAspect="1"/>
          </p:cNvPicPr>
          <p:nvPr userDrawn="1"/>
        </p:nvPicPr>
        <p:blipFill rotWithShape="1">
          <a:blip r:embed="rId2"/>
          <a:stretch/>
        </p:blipFill>
        <p:spPr bwMode="auto">
          <a:xfrm>
            <a:off x="0" y="0"/>
            <a:ext cx="12192000" cy="6858000"/>
          </a:xfrm>
          <a:prstGeom prst="rect">
            <a:avLst/>
          </a:prstGeom>
        </p:spPr>
      </p:pic>
      <p:pic>
        <p:nvPicPr>
          <p:cNvPr id="1831263611" name="MS logo gray - EMF" descr="Microsoft logo, gray text version"/>
          <p:cNvPicPr>
            <a:picLocks noChangeAspect="1"/>
          </p:cNvPicPr>
          <p:nvPr userDrawn="1"/>
        </p:nvPicPr>
        <p:blipFill rotWithShape="1">
          <a:blip r:embed="rId3"/>
          <a:stretch/>
        </p:blipFill>
        <p:spPr bwMode="black">
          <a:xfrm>
            <a:off x="584200" y="585788"/>
            <a:ext cx="1366440" cy="292608"/>
          </a:xfrm>
          <a:prstGeom prst="rect">
            <a:avLst/>
          </a:prstGeom>
        </p:spPr>
      </p:pic>
      <p:sp>
        <p:nvSpPr>
          <p:cNvPr id="312514415" name="Title 1"/>
          <p:cNvSpPr>
            <a:spLocks noGrp="1"/>
          </p:cNvSpPr>
          <p:nvPr>
            <p:ph type="title" hasCustomPrompt="1"/>
          </p:nvPr>
        </p:nvSpPr>
        <p:spPr bwMode="auto">
          <a:xfrm>
            <a:off x="569912" y="3429000"/>
            <a:ext cx="5686955" cy="1231106"/>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Event name or </a:t>
            </a:r>
            <a:br>
              <a:rPr lang="en-US"/>
            </a:br>
            <a:r>
              <a:rPr lang="en-US"/>
              <a:t>presentation title </a:t>
            </a:r>
            <a:endParaRPr/>
          </a:p>
        </p:txBody>
      </p:sp>
      <p:sp>
        <p:nvSpPr>
          <p:cNvPr id="857716026" name="Text Placeholder 4"/>
          <p:cNvSpPr>
            <a:spLocks noGrp="1"/>
          </p:cNvSpPr>
          <p:nvPr>
            <p:ph type="body" sz="quarter" idx="13" hasCustomPrompt="1"/>
          </p:nvPr>
        </p:nvSpPr>
        <p:spPr bwMode="auto">
          <a:xfrm>
            <a:off x="4756150" y="6446520"/>
            <a:ext cx="1645920" cy="153888"/>
          </a:xfrm>
          <a:prstGeom prst="rect">
            <a:avLst/>
          </a:prstGeom>
          <a:noFill/>
        </p:spPr>
        <p:txBody>
          <a:bodyPr wrap="square" lIns="0" tIns="0" rIns="0" bIns="0">
            <a:spAutoFit/>
          </a:bodyPr>
          <a:lstStyle>
            <a:lvl1pPr marL="0" indent="0">
              <a:spcBef>
                <a:spcPts val="0"/>
              </a:spcBef>
              <a:buNone/>
              <a:defRPr sz="1000" spc="0">
                <a:solidFill>
                  <a:schemeClr val="tx1"/>
                </a:solidFill>
                <a:latin typeface="+mn-lt"/>
                <a:cs typeface="Segoe UI"/>
              </a:defRPr>
            </a:lvl1pPr>
          </a:lstStyle>
          <a:p>
            <a:pPr lvl="0">
              <a:defRPr/>
            </a:pPr>
            <a:r>
              <a:rPr lang="en-US"/>
              <a:t>Date</a:t>
            </a:r>
            <a:endParaRPr/>
          </a:p>
        </p:txBody>
      </p:sp>
      <p:sp>
        <p:nvSpPr>
          <p:cNvPr id="41542082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042389479"/>
      </p:ext>
    </p:extLst>
  </p:cSld>
  <p:clrMapOvr>
    <a:overrideClrMapping bg1="lt1" tx1="dk1" bg2="lt2" tx2="dk2" accent1="accent1" accent2="accent2" accent3="accent3" accent4="accent4" accent5="accent5" accent6="accent6" hlink="hlink" folHlink="folHlink"/>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showMasterPhAnim="0" preserve="1" userDrawn="1">
  <p:cSld name="Section slide">
    <p:bg>
      <p:bgPr>
        <a:solidFill>
          <a:srgbClr val="E8E6DF"/>
        </a:solidFill>
        <a:effectLst/>
      </p:bgPr>
    </p:bg>
    <p:spTree>
      <p:nvGrpSpPr>
        <p:cNvPr id="1" name=""/>
        <p:cNvGrpSpPr/>
        <p:nvPr/>
      </p:nvGrpSpPr>
      <p:grpSpPr bwMode="auto">
        <a:xfrm>
          <a:off x="0" y="0"/>
          <a:ext cx="0" cy="0"/>
          <a:chOff x="0" y="0"/>
          <a:chExt cx="0" cy="0"/>
        </a:xfrm>
      </p:grpSpPr>
      <p:pic>
        <p:nvPicPr>
          <p:cNvPr id="499031144" name="Picture 1"/>
          <p:cNvPicPr>
            <a:picLocks noChangeAspect="1"/>
          </p:cNvPicPr>
          <p:nvPr userDrawn="1"/>
        </p:nvPicPr>
        <p:blipFill rotWithShape="1">
          <a:blip r:embed="rId2"/>
          <a:srcRect r="19823"/>
          <a:stretch/>
        </p:blipFill>
        <p:spPr bwMode="auto">
          <a:xfrm>
            <a:off x="2417010" y="0"/>
            <a:ext cx="9774990" cy="6858000"/>
          </a:xfrm>
          <a:prstGeom prst="rect">
            <a:avLst/>
          </a:prstGeom>
        </p:spPr>
      </p:pic>
      <p:sp>
        <p:nvSpPr>
          <p:cNvPr id="1331635720" name="Title 1"/>
          <p:cNvSpPr>
            <a:spLocks noGrp="1"/>
          </p:cNvSpPr>
          <p:nvPr>
            <p:ph type="title" hasCustomPrompt="1"/>
          </p:nvPr>
        </p:nvSpPr>
        <p:spPr bwMode="auto">
          <a:xfrm>
            <a:off x="569911" y="3384610"/>
            <a:ext cx="6345239" cy="615553"/>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Section divider title</a:t>
            </a:r>
            <a:endParaRPr/>
          </a:p>
        </p:txBody>
      </p:sp>
      <p:sp>
        <p:nvSpPr>
          <p:cNvPr id="94985476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623285402"/>
      </p:ext>
    </p:extLst>
  </p:cSld>
  <p:clrMapOvr>
    <a:overrideClrMapping bg1="lt1" tx1="dk1" bg2="lt2" tx2="dk2" accent1="accent1" accent2="accent2" accent3="accent3" accent4="accent4" accent5="accent5" accent6="accent6" hlink="hlink" folHlink="folHlink"/>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showMasterPhAnim="0" preserve="1" userDrawn="1">
  <p:cSld name="Agenda_1-column">
    <p:bg>
      <p:bgPr>
        <a:solidFill>
          <a:srgbClr val="E8E6DF"/>
        </a:solidFill>
        <a:effectLst/>
      </p:bgPr>
    </p:bg>
    <p:spTree>
      <p:nvGrpSpPr>
        <p:cNvPr id="1" name=""/>
        <p:cNvGrpSpPr/>
        <p:nvPr/>
      </p:nvGrpSpPr>
      <p:grpSpPr bwMode="auto">
        <a:xfrm>
          <a:off x="0" y="0"/>
          <a:ext cx="0" cy="0"/>
          <a:chOff x="0" y="0"/>
          <a:chExt cx="0" cy="0"/>
        </a:xfrm>
      </p:grpSpPr>
      <p:sp>
        <p:nvSpPr>
          <p:cNvPr id="1880525883" name="Title 1"/>
          <p:cNvSpPr>
            <a:spLocks noGrp="1"/>
          </p:cNvSpPr>
          <p:nvPr>
            <p:ph type="title" hasCustomPrompt="1"/>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Agenda</a:t>
            </a:r>
            <a:endParaRPr/>
          </a:p>
        </p:txBody>
      </p:sp>
      <p:cxnSp>
        <p:nvCxnSpPr>
          <p:cNvPr id="910027460" name="Straight Connector 3"/>
          <p:cNvCxnSpPr/>
          <p:nvPr userDrawn="1"/>
        </p:nvCxnSpPr>
        <p:spPr bwMode="auto">
          <a:xfrm>
            <a:off x="585216" y="1289050"/>
            <a:ext cx="3182112" cy="0"/>
          </a:xfrm>
          <a:prstGeom prst="line">
            <a:avLst/>
          </a:prstGeom>
          <a:ln w="76200" cap="rnd">
            <a:gradFill>
              <a:gsLst>
                <a:gs pos="0">
                  <a:schemeClr val="accent3"/>
                </a:gs>
                <a:gs pos="22000">
                  <a:srgbClr val="F4364C"/>
                </a:gs>
                <a:gs pos="48000">
                  <a:schemeClr val="accent2"/>
                </a:gs>
                <a:gs pos="97531">
                  <a:srgbClr val="8DC8E8"/>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71222540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2136665981" name="Text Placeholder 3"/>
          <p:cNvSpPr>
            <a:spLocks noGrp="1"/>
          </p:cNvSpPr>
          <p:nvPr>
            <p:ph type="body" sz="quarter" idx="15"/>
          </p:nvPr>
        </p:nvSpPr>
        <p:spPr bwMode="auto">
          <a:xfrm>
            <a:off x="586388" y="1818177"/>
            <a:ext cx="5033361" cy="280782"/>
          </a:xfrm>
          <a:prstGeom prst="rect">
            <a:avLst/>
          </a:prstGeom>
        </p:spPr>
        <p:txBody>
          <a:bodyPr wrap="square">
            <a:spAutoFit/>
          </a:bodyPr>
          <a:lstStyle>
            <a:lvl1pPr marL="137160" indent="-137160">
              <a:lnSpc>
                <a:spcPct val="110000"/>
              </a:lnSpc>
              <a:spcBef>
                <a:spcPts val="0"/>
              </a:spcBef>
              <a:spcAft>
                <a:spcPts val="1200"/>
              </a:spcAft>
              <a:buFont typeface="Arial"/>
              <a:buChar char="•"/>
              <a:defRPr sz="1800">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2251351597"/>
      </p:ext>
    </p:extLst>
  </p:cSld>
  <p:clrMapOvr>
    <a:overrideClrMapping bg1="lt1" tx1="dk1" bg2="lt2" tx2="dk2" accent1="accent1" accent2="accent2" accent3="accent3" accent4="accent4" accent5="accent5" accent6="accent6" hlink="hlink" folHlink="folHlink"/>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showMasterPhAnim="0" preserve="1" userDrawn="1">
  <p:cSld name="3_Agenda_2-column">
    <p:bg>
      <p:bgPr>
        <a:solidFill>
          <a:srgbClr val="E8E6DF"/>
        </a:solidFill>
        <a:effectLst/>
      </p:bgPr>
    </p:bg>
    <p:spTree>
      <p:nvGrpSpPr>
        <p:cNvPr id="1" name=""/>
        <p:cNvGrpSpPr/>
        <p:nvPr/>
      </p:nvGrpSpPr>
      <p:grpSpPr bwMode="auto">
        <a:xfrm>
          <a:off x="0" y="0"/>
          <a:ext cx="0" cy="0"/>
          <a:chOff x="0" y="0"/>
          <a:chExt cx="0" cy="0"/>
        </a:xfrm>
      </p:grpSpPr>
      <p:sp>
        <p:nvSpPr>
          <p:cNvPr id="1797244503" name="Title 1"/>
          <p:cNvSpPr>
            <a:spLocks noGrp="1"/>
          </p:cNvSpPr>
          <p:nvPr>
            <p:ph type="title" hasCustomPrompt="1"/>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Agenda</a:t>
            </a:r>
            <a:endParaRPr/>
          </a:p>
        </p:txBody>
      </p:sp>
      <p:cxnSp>
        <p:nvCxnSpPr>
          <p:cNvPr id="97885588" name="Straight Connector 3"/>
          <p:cNvCxnSpPr/>
          <p:nvPr userDrawn="1"/>
        </p:nvCxnSpPr>
        <p:spPr bwMode="auto">
          <a:xfrm>
            <a:off x="585216" y="1289050"/>
            <a:ext cx="3182112" cy="0"/>
          </a:xfrm>
          <a:prstGeom prst="line">
            <a:avLst/>
          </a:prstGeom>
          <a:ln w="76200" cap="rnd">
            <a:gradFill>
              <a:gsLst>
                <a:gs pos="0">
                  <a:schemeClr val="accent3"/>
                </a:gs>
                <a:gs pos="22000">
                  <a:srgbClr val="F4364C"/>
                </a:gs>
                <a:gs pos="48000">
                  <a:schemeClr val="accent2"/>
                </a:gs>
                <a:gs pos="97531">
                  <a:srgbClr val="8DC8E8"/>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8699619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331238818" name="Text Placeholder 3"/>
          <p:cNvSpPr>
            <a:spLocks noGrp="1"/>
          </p:cNvSpPr>
          <p:nvPr>
            <p:ph type="body" sz="quarter" idx="17"/>
          </p:nvPr>
        </p:nvSpPr>
        <p:spPr bwMode="auto">
          <a:xfrm>
            <a:off x="586388"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898526049" name="Text Placeholder 3"/>
          <p:cNvSpPr>
            <a:spLocks noGrp="1"/>
          </p:cNvSpPr>
          <p:nvPr>
            <p:ph type="body" sz="quarter" idx="18"/>
          </p:nvPr>
        </p:nvSpPr>
        <p:spPr bwMode="auto">
          <a:xfrm>
            <a:off x="6891338"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3143800337"/>
      </p:ext>
    </p:extLst>
  </p:cSld>
  <p:clrMapOvr>
    <a:overrideClrMapping bg1="lt1" tx1="dk1" bg2="lt2" tx2="dk2" accent1="accent1" accent2="accent2" accent3="accent3" accent4="accent4" accent5="accent5" accent6="accent6" hlink="hlink" folHlink="folHlink"/>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showMasterPhAnim="0" preserve="1" userDrawn="1">
  <p:cSld name="Presenter-BIo">
    <p:bg>
      <p:bgPr>
        <a:solidFill>
          <a:srgbClr val="E8E6DF"/>
        </a:solidFill>
        <a:effectLst/>
      </p:bgPr>
    </p:bg>
    <p:spTree>
      <p:nvGrpSpPr>
        <p:cNvPr id="1" name=""/>
        <p:cNvGrpSpPr/>
        <p:nvPr/>
      </p:nvGrpSpPr>
      <p:grpSpPr bwMode="auto">
        <a:xfrm>
          <a:off x="0" y="0"/>
          <a:ext cx="0" cy="0"/>
          <a:chOff x="0" y="0"/>
          <a:chExt cx="0" cy="0"/>
        </a:xfrm>
      </p:grpSpPr>
      <p:sp>
        <p:nvSpPr>
          <p:cNvPr id="1503048918" name="Rectangle 18"/>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a:lnSpc>
                <a:spcPct val="100000"/>
              </a:lnSpc>
              <a:spcBef>
                <a:spcPts val="0"/>
              </a:spcBef>
              <a:spcAft>
                <a:spcPts val="0"/>
              </a:spcAft>
              <a:buClrTx/>
              <a:buSzTx/>
              <a:buFontTx/>
              <a:buNone/>
              <a:defRPr/>
            </a:pPr>
            <a:endParaRPr lang="en-US" sz="2000" b="0" i="0" u="none" strike="noStrike" cap="none" spc="0">
              <a:ln>
                <a:noFill/>
              </a:ln>
              <a:solidFill>
                <a:srgbClr val="FFFFFF"/>
              </a:solidFill>
              <a:latin typeface="Segoe UI"/>
              <a:ea typeface="Segoe UI"/>
              <a:cs typeface="Segoe UI"/>
            </a:endParaRPr>
          </a:p>
        </p:txBody>
      </p:sp>
      <p:sp>
        <p:nvSpPr>
          <p:cNvPr id="36055969" name="Title 1"/>
          <p:cNvSpPr>
            <a:spLocks noGrp="1"/>
          </p:cNvSpPr>
          <p:nvPr>
            <p:ph type="title"/>
          </p:nvPr>
        </p:nvSpPr>
        <p:spPr bwMode="auto">
          <a:xfrm>
            <a:off x="588262" y="585216"/>
            <a:ext cx="5749038"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813533306" name="Picture Placeholder" descr="This photo is a 'placeholder' only. Drag or drop your photo here, or click and tap the center to insert a photo."/>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2077319812" name="Picture Placeholder" descr="This photo is a 'placeholder' only. Drag or drop your photo here, or click and tap the center to insert a photo."/>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719818181" name="Picture Placeholder" descr="This photo is a 'placeholder' only. Drag or drop your photo here, or click and tap the center to insert a photo."/>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1440639771" name="Picture Placeholder" descr="This photo is a 'placeholder' only. Drag or drop your photo here, or click and tap the center to insert a photo."/>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1589021471" name="Picture Placeholder" descr="This photo is a 'placeholder' only. Drag or drop your photo here, or click and tap the center to insert a photo."/>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783080688" name="Picture Placeholder" descr="This photo is a 'placeholder' only. Drag or drop your photo here, or click and tap the center to insert a photo."/>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1484081041" name="Picture Placeholder" descr="This photo is a 'placeholder' only. Drag or drop your photo here, or click and tap the center to insert a photo."/>
          <p:cNvSpPr>
            <a:spLocks noGrp="1"/>
          </p:cNvSpPr>
          <p:nvPr>
            <p:ph type="pic" sz="quarter" idx="14" hasCustomPrompt="1"/>
          </p:nvPr>
        </p:nvSpPr>
        <p:spPr bwMode="ltGray">
          <a:xfrm>
            <a:off x="8165231" y="457200"/>
            <a:ext cx="2849035" cy="2874212"/>
          </a:xfrm>
          <a:prstGeom prst="roundRect">
            <a:avLst>
              <a:gd name="adj" fmla="val 21738"/>
            </a:avLst>
          </a:prstGeom>
          <a:blipFill rotWithShape="1">
            <a:blip r:embed="rId2"/>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50" b="1">
                <a:solidFill>
                  <a:srgbClr val="000000"/>
                </a:solidFill>
                <a:latin typeface="+mn-lt"/>
                <a:cs typeface="Segoe UI"/>
              </a:defRPr>
            </a:lvl1pPr>
          </a:lstStyle>
          <a:p>
            <a:pPr>
              <a:defRPr/>
            </a:pPr>
            <a:r>
              <a:rPr lang="en-US"/>
              <a:t>Click icon to </a:t>
            </a:r>
            <a:br>
              <a:rPr lang="en-US"/>
            </a:br>
            <a:r>
              <a:rPr lang="en-US"/>
              <a:t>add your picture here</a:t>
            </a:r>
            <a:endParaRPr/>
          </a:p>
        </p:txBody>
      </p:sp>
      <p:sp>
        <p:nvSpPr>
          <p:cNvPr id="79287067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760444416"/>
      </p:ext>
    </p:extLst>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showMasterPhAnim="0" preserve="1" userDrawn="1">
  <p:cSld name="Summary page_Big headline_Learn">
    <p:bg>
      <p:bgPr>
        <a:solidFill>
          <a:srgbClr val="E8E6DF"/>
        </a:solidFill>
        <a:effectLst/>
      </p:bgPr>
    </p:bg>
    <p:spTree>
      <p:nvGrpSpPr>
        <p:cNvPr id="1" name=""/>
        <p:cNvGrpSpPr/>
        <p:nvPr/>
      </p:nvGrpSpPr>
      <p:grpSpPr bwMode="auto">
        <a:xfrm>
          <a:off x="0" y="0"/>
          <a:ext cx="0" cy="0"/>
          <a:chOff x="0" y="0"/>
          <a:chExt cx="0" cy="0"/>
        </a:xfrm>
      </p:grpSpPr>
      <p:pic>
        <p:nvPicPr>
          <p:cNvPr id="417203380" name="Picture 2"/>
          <p:cNvPicPr>
            <a:picLocks noChangeAspect="1"/>
          </p:cNvPicPr>
          <p:nvPr userDrawn="1"/>
        </p:nvPicPr>
        <p:blipFill rotWithShape="1">
          <a:blip r:embed="rId2"/>
          <a:stretch/>
        </p:blipFill>
        <p:spPr bwMode="auto">
          <a:xfrm>
            <a:off x="0" y="0"/>
            <a:ext cx="12192000" cy="6858000"/>
          </a:xfrm>
          <a:prstGeom prst="rect">
            <a:avLst/>
          </a:prstGeom>
        </p:spPr>
      </p:pic>
      <p:sp>
        <p:nvSpPr>
          <p:cNvPr id="452308552" name="Title 4"/>
          <p:cNvSpPr>
            <a:spLocks noGrp="1"/>
          </p:cNvSpPr>
          <p:nvPr>
            <p:ph type="title" hasCustomPrompt="1"/>
          </p:nvPr>
        </p:nvSpPr>
        <p:spPr bwMode="auto">
          <a:xfrm>
            <a:off x="525081" y="2448062"/>
            <a:ext cx="10430257" cy="1015663"/>
          </a:xfrm>
        </p:spPr>
        <p:txBody>
          <a:bodyPr anchor="b" anchorCtr="0"/>
          <a:lstStyle>
            <a:lvl1pPr>
              <a:defRPr sz="6600" spc="-100">
                <a:latin typeface="+mn-lt"/>
              </a:defRPr>
            </a:lvl1pPr>
          </a:lstStyle>
          <a:p>
            <a:pPr>
              <a:defRPr/>
            </a:pPr>
            <a:r>
              <a:rPr lang="en-US"/>
              <a:t>Big headline</a:t>
            </a:r>
            <a:endParaRPr/>
          </a:p>
        </p:txBody>
      </p:sp>
      <p:sp>
        <p:nvSpPr>
          <p:cNvPr id="345496363" name="Text Placeholder 3"/>
          <p:cNvSpPr>
            <a:spLocks noGrp="1"/>
          </p:cNvSpPr>
          <p:nvPr>
            <p:ph type="body" sz="quarter" idx="15"/>
          </p:nvPr>
        </p:nvSpPr>
        <p:spPr bwMode="auto">
          <a:xfrm>
            <a:off x="586390" y="4278313"/>
            <a:ext cx="4712686"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65176" indent="-128016">
              <a:spcAft>
                <a:spcPts val="0"/>
              </a:spcAft>
              <a:buFont typeface="Arial"/>
              <a:buChar char="•"/>
              <a:defRPr>
                <a:solidFill>
                  <a:schemeClr val="tx1"/>
                </a:solidFill>
              </a:defRPr>
            </a:lvl2pPr>
            <a:lvl3pPr marL="384048" indent="-118872">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305190999" name="Text Placeholder 3"/>
          <p:cNvSpPr>
            <a:spLocks noGrp="1"/>
          </p:cNvSpPr>
          <p:nvPr>
            <p:ph type="body" sz="quarter" idx="16"/>
          </p:nvPr>
        </p:nvSpPr>
        <p:spPr bwMode="auto">
          <a:xfrm>
            <a:off x="6246410" y="4278313"/>
            <a:ext cx="3765954"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65176" indent="-128016">
              <a:spcAft>
                <a:spcPts val="0"/>
              </a:spcAft>
              <a:buFont typeface="Arial"/>
              <a:buChar char="•"/>
              <a:defRPr>
                <a:solidFill>
                  <a:schemeClr val="tx1"/>
                </a:solidFill>
              </a:defRPr>
            </a:lvl2pPr>
            <a:lvl3pPr marL="384048" indent="-118872">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87754869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240509636"/>
      </p:ext>
    </p:extLst>
  </p:cSld>
  <p:clrMapOvr>
    <a:overrideClrMapping bg1="lt1" tx1="dk1" bg2="lt2" tx2="dk2" accent1="accent1" accent2="accent2" accent3="accent3" accent4="accent4" accent5="accent5" accent6="accent6" hlink="hlink" folHlink="folHlink"/>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showMasterPhAnim="0" preserve="1" userDrawn="1">
  <p:cSld name="1-column_Text">
    <p:bg>
      <p:bgRef idx="1001">
        <a:schemeClr val="bg1"/>
      </p:bgRef>
    </p:bg>
    <p:spTree>
      <p:nvGrpSpPr>
        <p:cNvPr id="1" name=""/>
        <p:cNvGrpSpPr/>
        <p:nvPr/>
      </p:nvGrpSpPr>
      <p:grpSpPr bwMode="auto">
        <a:xfrm>
          <a:off x="0" y="0"/>
          <a:ext cx="0" cy="0"/>
          <a:chOff x="0" y="0"/>
          <a:chExt cx="0" cy="0"/>
        </a:xfrm>
      </p:grpSpPr>
      <p:sp>
        <p:nvSpPr>
          <p:cNvPr id="1039219800" name="Title 1"/>
          <p:cNvSpPr>
            <a:spLocks noGrp="1"/>
          </p:cNvSpPr>
          <p:nvPr>
            <p:ph type="title"/>
          </p:nvPr>
        </p:nvSpPr>
        <p:spPr bwMode="auto">
          <a:xfrm>
            <a:off x="588262" y="585216"/>
            <a:ext cx="11013473"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430774813" name="Text Placeholder 3"/>
          <p:cNvSpPr>
            <a:spLocks noGrp="1"/>
          </p:cNvSpPr>
          <p:nvPr>
            <p:ph type="body" sz="quarter" idx="15"/>
          </p:nvPr>
        </p:nvSpPr>
        <p:spPr bwMode="auto">
          <a:xfrm>
            <a:off x="586388" y="1591056"/>
            <a:ext cx="110134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68826641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897275657"/>
      </p:ext>
    </p:extLst>
  </p:cSld>
  <p:clrMapOvr>
    <a:overrideClrMapping bg1="lt1" tx1="dk1" bg2="lt2" tx2="dk2" accent1="accent1" accent2="accent2" accent3="accent3" accent4="accent4" accent5="accent5" accent6="accent6" hlink="hlink" folHlink="folHlink"/>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showMasterPhAnim="0" preserve="1" userDrawn="1">
  <p:cSld name="Title and subheading">
    <p:spTree>
      <p:nvGrpSpPr>
        <p:cNvPr id="1" name=""/>
        <p:cNvGrpSpPr/>
        <p:nvPr/>
      </p:nvGrpSpPr>
      <p:grpSpPr bwMode="auto">
        <a:xfrm>
          <a:off x="0" y="0"/>
          <a:ext cx="0" cy="0"/>
          <a:chOff x="0" y="0"/>
          <a:chExt cx="0" cy="0"/>
        </a:xfrm>
      </p:grpSpPr>
      <p:sp>
        <p:nvSpPr>
          <p:cNvPr id="1266770056" name="Title 1"/>
          <p:cNvSpPr>
            <a:spLocks noGrp="1"/>
          </p:cNvSpPr>
          <p:nvPr>
            <p:ph type="title"/>
          </p:nvPr>
        </p:nvSpPr>
        <p:spPr bwMode="auto">
          <a:xfrm>
            <a:off x="588261" y="585216"/>
            <a:ext cx="11011601" cy="707281"/>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8570157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034538143" name="Text Placeholder 11"/>
          <p:cNvSpPr>
            <a:spLocks noGrp="1"/>
          </p:cNvSpPr>
          <p:nvPr>
            <p:ph type="body" sz="quarter" idx="17"/>
          </p:nvPr>
        </p:nvSpPr>
        <p:spPr bwMode="auto">
          <a:xfrm>
            <a:off x="584199" y="1386766"/>
            <a:ext cx="1101160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Tree>
    <p:extLst>
      <p:ext uri="{BB962C8B-B14F-4D97-AF65-F5344CB8AC3E}">
        <p14:creationId xmlns:p14="http://schemas.microsoft.com/office/powerpoint/2010/main" val="1663323913"/>
      </p:ext>
    </p:extLst>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showMasterPhAnim="0" preserve="1" userDrawn="1">
  <p:cSld name="1_1-column_Text">
    <p:bg>
      <p:bgRef idx="1001">
        <a:schemeClr val="bg1"/>
      </p:bgRef>
    </p:bg>
    <p:spTree>
      <p:nvGrpSpPr>
        <p:cNvPr id="1" name=""/>
        <p:cNvGrpSpPr/>
        <p:nvPr/>
      </p:nvGrpSpPr>
      <p:grpSpPr bwMode="auto">
        <a:xfrm>
          <a:off x="0" y="0"/>
          <a:ext cx="0" cy="0"/>
          <a:chOff x="0" y="0"/>
          <a:chExt cx="0" cy="0"/>
        </a:xfrm>
      </p:grpSpPr>
      <p:sp>
        <p:nvSpPr>
          <p:cNvPr id="1265942986" name="Title 1"/>
          <p:cNvSpPr>
            <a:spLocks noGrp="1"/>
          </p:cNvSpPr>
          <p:nvPr>
            <p:ph type="title"/>
          </p:nvPr>
        </p:nvSpPr>
        <p:spPr bwMode="auto">
          <a:xfrm>
            <a:off x="588261" y="585216"/>
            <a:ext cx="8189027"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514051819" name="Text Placeholder 11"/>
          <p:cNvSpPr>
            <a:spLocks noGrp="1"/>
          </p:cNvSpPr>
          <p:nvPr>
            <p:ph type="body" sz="quarter" idx="17"/>
          </p:nvPr>
        </p:nvSpPr>
        <p:spPr bwMode="auto">
          <a:xfrm>
            <a:off x="584200" y="1594155"/>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619262738" name="Text Placeholder 3"/>
          <p:cNvSpPr>
            <a:spLocks noGrp="1"/>
          </p:cNvSpPr>
          <p:nvPr>
            <p:ph type="body" sz="quarter" idx="15"/>
          </p:nvPr>
        </p:nvSpPr>
        <p:spPr bwMode="auto">
          <a:xfrm>
            <a:off x="586390" y="2085764"/>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41749600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4236263763"/>
      </p:ext>
    </p:extLst>
  </p:cSld>
  <p:clrMapOvr>
    <a:overrideClrMapping bg1="lt1" tx1="dk1" bg2="lt2" tx2="dk2" accent1="accent1" accent2="accent2" accent3="accent3" accent4="accent4" accent5="accent5" accent6="accent6" hlink="hlink" folHlink="folHlink"/>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showMasterPhAnim="0" preserve="1" userDrawn="1">
  <p:cSld name="2-column_Text">
    <p:bg>
      <p:bgRef idx="1001">
        <a:schemeClr val="bg1"/>
      </p:bgRef>
    </p:bg>
    <p:spTree>
      <p:nvGrpSpPr>
        <p:cNvPr id="1" name=""/>
        <p:cNvGrpSpPr/>
        <p:nvPr/>
      </p:nvGrpSpPr>
      <p:grpSpPr bwMode="auto">
        <a:xfrm>
          <a:off x="0" y="0"/>
          <a:ext cx="0" cy="0"/>
          <a:chOff x="0" y="0"/>
          <a:chExt cx="0" cy="0"/>
        </a:xfrm>
      </p:grpSpPr>
      <p:sp>
        <p:nvSpPr>
          <p:cNvPr id="1220408551"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809022862" name="Text Placeholder 3"/>
          <p:cNvSpPr>
            <a:spLocks noGrp="1"/>
          </p:cNvSpPr>
          <p:nvPr>
            <p:ph type="body" sz="quarter" idx="15"/>
          </p:nvPr>
        </p:nvSpPr>
        <p:spPr bwMode="auto">
          <a:xfrm>
            <a:off x="586390" y="1591056"/>
            <a:ext cx="5217510"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604643218" name="Text Placeholder 3"/>
          <p:cNvSpPr>
            <a:spLocks noGrp="1"/>
          </p:cNvSpPr>
          <p:nvPr>
            <p:ph type="body" sz="quarter" idx="20"/>
          </p:nvPr>
        </p:nvSpPr>
        <p:spPr bwMode="auto">
          <a:xfrm>
            <a:off x="6253664" y="1591056"/>
            <a:ext cx="5187106"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09801416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506436143"/>
      </p:ext>
    </p:extLst>
  </p:cSld>
  <p:clrMapOvr>
    <a:overrideClrMapping bg1="lt1" tx1="dk1" bg2="lt2" tx2="dk2" accent1="accent1" accent2="accent2" accent3="accent3" accent4="accent4" accent5="accent5" accent6="accent6" hlink="hlink" folHlink="folHlink"/>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showMasterPhAnim="0" preserve="1" userDrawn="1">
  <p:cSld name="2-column_Text_with Subheads">
    <p:bg>
      <p:bgRef idx="1001">
        <a:schemeClr val="bg1"/>
      </p:bgRef>
    </p:bg>
    <p:spTree>
      <p:nvGrpSpPr>
        <p:cNvPr id="1" name=""/>
        <p:cNvGrpSpPr/>
        <p:nvPr/>
      </p:nvGrpSpPr>
      <p:grpSpPr bwMode="auto">
        <a:xfrm>
          <a:off x="0" y="0"/>
          <a:ext cx="0" cy="0"/>
          <a:chOff x="0" y="0"/>
          <a:chExt cx="0" cy="0"/>
        </a:xfrm>
      </p:grpSpPr>
      <p:sp>
        <p:nvSpPr>
          <p:cNvPr id="341452534"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640493389" name="Text Placeholder 11"/>
          <p:cNvSpPr>
            <a:spLocks noGrp="1"/>
          </p:cNvSpPr>
          <p:nvPr>
            <p:ph type="body" sz="quarter" idx="16"/>
          </p:nvPr>
        </p:nvSpPr>
        <p:spPr bwMode="auto">
          <a:xfrm>
            <a:off x="58420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936186730" name="Text Placeholder 3"/>
          <p:cNvSpPr>
            <a:spLocks noGrp="1"/>
          </p:cNvSpPr>
          <p:nvPr>
            <p:ph type="body" sz="quarter" idx="15"/>
          </p:nvPr>
        </p:nvSpPr>
        <p:spPr bwMode="auto">
          <a:xfrm>
            <a:off x="586390" y="2085764"/>
            <a:ext cx="5217510"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446245796" name="Text Placeholder 11"/>
          <p:cNvSpPr>
            <a:spLocks noGrp="1"/>
          </p:cNvSpPr>
          <p:nvPr>
            <p:ph type="body" sz="quarter" idx="19"/>
          </p:nvPr>
        </p:nvSpPr>
        <p:spPr bwMode="auto">
          <a:xfrm>
            <a:off x="624422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835435304" name="Text Placeholder 3"/>
          <p:cNvSpPr>
            <a:spLocks noGrp="1"/>
          </p:cNvSpPr>
          <p:nvPr>
            <p:ph type="body" sz="quarter" idx="20"/>
          </p:nvPr>
        </p:nvSpPr>
        <p:spPr bwMode="auto">
          <a:xfrm>
            <a:off x="6253664" y="2085764"/>
            <a:ext cx="5187106"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60308429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4009002343"/>
      </p:ext>
    </p:extLst>
  </p:cSld>
  <p:clrMapOvr>
    <a:overrideClrMapping bg1="lt1" tx1="dk1" bg2="lt2" tx2="dk2" accent1="accent1" accent2="accent2" accent3="accent3" accent4="accent4" accent5="accent5" accent6="accent6" hlink="hlink" folHlink="folHlink"/>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showMasterPhAnim="0" preserve="1" userDrawn="1">
  <p:cSld name="3-column_Text">
    <p:bg>
      <p:bgRef idx="1001">
        <a:schemeClr val="bg1"/>
      </p:bgRef>
    </p:bg>
    <p:spTree>
      <p:nvGrpSpPr>
        <p:cNvPr id="1" name=""/>
        <p:cNvGrpSpPr/>
        <p:nvPr/>
      </p:nvGrpSpPr>
      <p:grpSpPr bwMode="auto">
        <a:xfrm>
          <a:off x="0" y="0"/>
          <a:ext cx="0" cy="0"/>
          <a:chOff x="0" y="0"/>
          <a:chExt cx="0" cy="0"/>
        </a:xfrm>
      </p:grpSpPr>
      <p:sp>
        <p:nvSpPr>
          <p:cNvPr id="1213911684"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443837592" name="Text Placeholder 3"/>
          <p:cNvSpPr>
            <a:spLocks noGrp="1"/>
          </p:cNvSpPr>
          <p:nvPr>
            <p:ph type="body" sz="quarter" idx="15"/>
          </p:nvPr>
        </p:nvSpPr>
        <p:spPr bwMode="auto">
          <a:xfrm>
            <a:off x="586390"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835421025" name="Text Placeholder 3"/>
          <p:cNvSpPr>
            <a:spLocks noGrp="1"/>
          </p:cNvSpPr>
          <p:nvPr>
            <p:ph type="body" sz="quarter" idx="16"/>
          </p:nvPr>
        </p:nvSpPr>
        <p:spPr bwMode="auto">
          <a:xfrm>
            <a:off x="4362862"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700266478" name="Text Placeholder 3"/>
          <p:cNvSpPr>
            <a:spLocks noGrp="1"/>
          </p:cNvSpPr>
          <p:nvPr>
            <p:ph type="body" sz="quarter" idx="17"/>
          </p:nvPr>
        </p:nvSpPr>
        <p:spPr bwMode="auto">
          <a:xfrm>
            <a:off x="8130190"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53632719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075379637"/>
      </p:ext>
    </p:extLst>
  </p:cSld>
  <p:clrMapOvr>
    <a:overrideClrMapping bg1="lt1" tx1="dk1" bg2="lt2" tx2="dk2" accent1="accent1" accent2="accent2" accent3="accent3" accent4="accent4" accent5="accent5" accent6="accent6" hlink="hlink" folHlink="folHlink"/>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showMasterPhAnim="0" preserve="1" userDrawn="1">
  <p:cSld name="3-column_Text_with Subheads">
    <p:bg>
      <p:bgRef idx="1001">
        <a:schemeClr val="bg1"/>
      </p:bgRef>
    </p:bg>
    <p:spTree>
      <p:nvGrpSpPr>
        <p:cNvPr id="1" name=""/>
        <p:cNvGrpSpPr/>
        <p:nvPr/>
      </p:nvGrpSpPr>
      <p:grpSpPr bwMode="auto">
        <a:xfrm>
          <a:off x="0" y="0"/>
          <a:ext cx="0" cy="0"/>
          <a:chOff x="0" y="0"/>
          <a:chExt cx="0" cy="0"/>
        </a:xfrm>
      </p:grpSpPr>
      <p:sp>
        <p:nvSpPr>
          <p:cNvPr id="1429995542"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755150837" name="Text Placeholder 11"/>
          <p:cNvSpPr>
            <a:spLocks noGrp="1"/>
          </p:cNvSpPr>
          <p:nvPr>
            <p:ph type="body" sz="quarter" idx="16"/>
          </p:nvPr>
        </p:nvSpPr>
        <p:spPr bwMode="auto">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237219331" name="Text Placeholder 3"/>
          <p:cNvSpPr>
            <a:spLocks noGrp="1"/>
          </p:cNvSpPr>
          <p:nvPr>
            <p:ph type="body" sz="quarter" idx="15"/>
          </p:nvPr>
        </p:nvSpPr>
        <p:spPr bwMode="auto">
          <a:xfrm>
            <a:off x="586390"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559722833" name="Text Placeholder 11"/>
          <p:cNvSpPr>
            <a:spLocks noGrp="1"/>
          </p:cNvSpPr>
          <p:nvPr>
            <p:ph type="body" sz="quarter" idx="22"/>
          </p:nvPr>
        </p:nvSpPr>
        <p:spPr bwMode="auto">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797868875" name="Text Placeholder 3"/>
          <p:cNvSpPr>
            <a:spLocks noGrp="1"/>
          </p:cNvSpPr>
          <p:nvPr>
            <p:ph type="body" sz="quarter" idx="23"/>
          </p:nvPr>
        </p:nvSpPr>
        <p:spPr bwMode="auto">
          <a:xfrm>
            <a:off x="4359737"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976669535" name="Text Placeholder 11"/>
          <p:cNvSpPr>
            <a:spLocks noGrp="1"/>
          </p:cNvSpPr>
          <p:nvPr>
            <p:ph type="body" sz="quarter" idx="24"/>
          </p:nvPr>
        </p:nvSpPr>
        <p:spPr bwMode="auto">
          <a:xfrm>
            <a:off x="8130894"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227393523" name="Text Placeholder 3"/>
          <p:cNvSpPr>
            <a:spLocks noGrp="1"/>
          </p:cNvSpPr>
          <p:nvPr>
            <p:ph type="body" sz="quarter" idx="25"/>
          </p:nvPr>
        </p:nvSpPr>
        <p:spPr bwMode="auto">
          <a:xfrm>
            <a:off x="8133084"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6813306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732570661"/>
      </p:ext>
    </p:extLst>
  </p:cSld>
  <p:clrMapOvr>
    <a:overrideClrMapping bg1="lt1" tx1="dk1" bg2="lt2" tx2="dk2" accent1="accent1" accent2="accent2" accent3="accent3" accent4="accent4" accent5="accent5" accent6="accent6" hlink="hlink" folHlink="folHlink"/>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showMasterPhAnim="0" preserve="1" userDrawn="1">
  <p:cSld name="3-column_Text_with Subheads-Icons">
    <p:bg>
      <p:bgRef idx="1001">
        <a:schemeClr val="bg1"/>
      </p:bgRef>
    </p:bg>
    <p:spTree>
      <p:nvGrpSpPr>
        <p:cNvPr id="1" name=""/>
        <p:cNvGrpSpPr/>
        <p:nvPr/>
      </p:nvGrpSpPr>
      <p:grpSpPr bwMode="auto">
        <a:xfrm>
          <a:off x="0" y="0"/>
          <a:ext cx="0" cy="0"/>
          <a:chOff x="0" y="0"/>
          <a:chExt cx="0" cy="0"/>
        </a:xfrm>
      </p:grpSpPr>
      <p:sp>
        <p:nvSpPr>
          <p:cNvPr id="587801244"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759474676" name="Text Placeholder 11"/>
          <p:cNvSpPr>
            <a:spLocks noGrp="1"/>
          </p:cNvSpPr>
          <p:nvPr>
            <p:ph type="body" sz="quarter" idx="16"/>
          </p:nvPr>
        </p:nvSpPr>
        <p:spPr bwMode="auto">
          <a:xfrm>
            <a:off x="584200"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796392511" name="Text Placeholder 3"/>
          <p:cNvSpPr>
            <a:spLocks noGrp="1"/>
          </p:cNvSpPr>
          <p:nvPr>
            <p:ph type="body" sz="quarter" idx="15"/>
          </p:nvPr>
        </p:nvSpPr>
        <p:spPr bwMode="auto">
          <a:xfrm>
            <a:off x="586390"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966431747" name="Text Placeholder 11"/>
          <p:cNvSpPr>
            <a:spLocks noGrp="1"/>
          </p:cNvSpPr>
          <p:nvPr>
            <p:ph type="body" sz="quarter" idx="22"/>
          </p:nvPr>
        </p:nvSpPr>
        <p:spPr bwMode="auto">
          <a:xfrm>
            <a:off x="4357547"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908641727" name="Text Placeholder 3"/>
          <p:cNvSpPr>
            <a:spLocks noGrp="1"/>
          </p:cNvSpPr>
          <p:nvPr>
            <p:ph type="body" sz="quarter" idx="23"/>
          </p:nvPr>
        </p:nvSpPr>
        <p:spPr bwMode="auto">
          <a:xfrm>
            <a:off x="4359737"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668447145" name="Text Placeholder 11"/>
          <p:cNvSpPr>
            <a:spLocks noGrp="1"/>
          </p:cNvSpPr>
          <p:nvPr>
            <p:ph type="body" sz="quarter" idx="24"/>
          </p:nvPr>
        </p:nvSpPr>
        <p:spPr bwMode="auto">
          <a:xfrm>
            <a:off x="8130894"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499954277" name="Text Placeholder 3"/>
          <p:cNvSpPr>
            <a:spLocks noGrp="1"/>
          </p:cNvSpPr>
          <p:nvPr>
            <p:ph type="body" sz="quarter" idx="25"/>
          </p:nvPr>
        </p:nvSpPr>
        <p:spPr bwMode="auto">
          <a:xfrm>
            <a:off x="8133084"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47252093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115711605"/>
      </p:ext>
    </p:extLst>
  </p:cSld>
  <p:clrMapOvr>
    <a:overrideClrMapping bg1="lt1" tx1="dk1" bg2="lt2" tx2="dk2" accent1="accent1" accent2="accent2" accent3="accent3" accent4="accent4" accent5="accent5" accent6="accent6" hlink="hlink" folHlink="folHlink"/>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showMasterPhAnim="0" preserve="1" userDrawn="1">
  <p:cSld name="2_3-column_Text_with Subheads-Icons">
    <p:bg>
      <p:bgRef idx="1001">
        <a:schemeClr val="bg1"/>
      </p:bgRef>
    </p:bg>
    <p:spTree>
      <p:nvGrpSpPr>
        <p:cNvPr id="1" name=""/>
        <p:cNvGrpSpPr/>
        <p:nvPr/>
      </p:nvGrpSpPr>
      <p:grpSpPr bwMode="auto">
        <a:xfrm>
          <a:off x="0" y="0"/>
          <a:ext cx="0" cy="0"/>
          <a:chOff x="0" y="0"/>
          <a:chExt cx="0" cy="0"/>
        </a:xfrm>
      </p:grpSpPr>
      <p:cxnSp>
        <p:nvCxnSpPr>
          <p:cNvPr id="1152580574"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135470144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788730189"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380601805"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834440627"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699793903"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013392886"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659031841"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32275618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736256886"/>
      </p:ext>
    </p:extLst>
  </p:cSld>
  <p:clrMapOvr>
    <a:overrideClrMapping bg1="lt1" tx1="dk1" bg2="lt2" tx2="dk2" accent1="accent1" accent2="accent2" accent3="accent3" accent4="accent4" accent5="accent5" accent6="accent6" hlink="hlink" folHlink="folHlink"/>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showMasterPhAnim="0" preserve="1" userDrawn="1">
  <p:cSld name="4_3-column_Text_with Subheads-Icons">
    <p:bg>
      <p:bgRef idx="1001">
        <a:schemeClr val="bg1"/>
      </p:bgRef>
    </p:bg>
    <p:spTree>
      <p:nvGrpSpPr>
        <p:cNvPr id="1" name=""/>
        <p:cNvGrpSpPr/>
        <p:nvPr/>
      </p:nvGrpSpPr>
      <p:grpSpPr bwMode="auto">
        <a:xfrm>
          <a:off x="0" y="0"/>
          <a:ext cx="0" cy="0"/>
          <a:chOff x="0" y="0"/>
          <a:chExt cx="0" cy="0"/>
        </a:xfrm>
      </p:grpSpPr>
      <p:cxnSp>
        <p:nvCxnSpPr>
          <p:cNvPr id="1655566908"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109699962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146166417"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517694729"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440453063"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350608691"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106828438"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459405883"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24503491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984718326"/>
      </p:ext>
    </p:extLst>
  </p:cSld>
  <p:clrMapOvr>
    <a:overrideClrMapping bg1="lt1" tx1="dk1" bg2="lt2" tx2="dk2" accent1="accent1" accent2="accent2" accent3="accent3" accent4="accent4" accent5="accent5" accent6="accent6" hlink="hlink" folHlink="folHlink"/>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showMasterPhAnim="0" preserve="1" userDrawn="1">
  <p:cSld name="3_3-column_Text_with Subheads-Icons">
    <p:bg>
      <p:bgRef idx="1001">
        <a:schemeClr val="bg1"/>
      </p:bgRef>
    </p:bg>
    <p:spTree>
      <p:nvGrpSpPr>
        <p:cNvPr id="1" name=""/>
        <p:cNvGrpSpPr/>
        <p:nvPr/>
      </p:nvGrpSpPr>
      <p:grpSpPr bwMode="auto">
        <a:xfrm>
          <a:off x="0" y="0"/>
          <a:ext cx="0" cy="0"/>
          <a:chOff x="0" y="0"/>
          <a:chExt cx="0" cy="0"/>
        </a:xfrm>
      </p:grpSpPr>
      <p:cxnSp>
        <p:nvCxnSpPr>
          <p:cNvPr id="1169776389"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4946445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384773622"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589113852"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25037031"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69383884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557258051"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730545867"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682040792"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1767610446"/>
      </p:ext>
    </p:extLst>
  </p:cSld>
  <p:clrMapOvr>
    <a:overrideClrMapping bg1="lt1" tx1="dk1" bg2="lt2" tx2="dk2" accent1="accent1" accent2="accent2" accent3="accent3" accent4="accent4" accent5="accent5" accent6="accent6" hlink="hlink" folHlink="folHlink"/>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and title">
    <p:spTree>
      <p:nvGrpSpPr>
        <p:cNvPr id="1" name=""/>
        <p:cNvGrpSpPr/>
        <p:nvPr/>
      </p:nvGrpSpPr>
      <p:grpSpPr bwMode="auto">
        <a:xfrm>
          <a:off x="0" y="0"/>
          <a:ext cx="0" cy="0"/>
          <a:chOff x="0" y="0"/>
          <a:chExt cx="0" cy="0"/>
        </a:xfrm>
      </p:grpSpPr>
      <p:sp>
        <p:nvSpPr>
          <p:cNvPr id="1176891156" name="Text Placeholder 3"/>
          <p:cNvSpPr>
            <a:spLocks noGrp="1"/>
          </p:cNvSpPr>
          <p:nvPr>
            <p:ph type="body" sz="quarter" idx="15"/>
          </p:nvPr>
        </p:nvSpPr>
        <p:spPr bwMode="auto">
          <a:xfrm>
            <a:off x="586390" y="4978880"/>
            <a:ext cx="5217510"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720167488" name="Text Placeholder 3"/>
          <p:cNvSpPr>
            <a:spLocks noGrp="1"/>
          </p:cNvSpPr>
          <p:nvPr>
            <p:ph type="body" sz="quarter" idx="20"/>
          </p:nvPr>
        </p:nvSpPr>
        <p:spPr bwMode="auto">
          <a:xfrm>
            <a:off x="6253664" y="4978880"/>
            <a:ext cx="5187106"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043704790" name="Picture Placeholder" descr="This photo is a 'placeholder' only. Drag or drop your photo here, or click and tap the center to insert a photo."/>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888720292"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64310055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846830294"/>
      </p:ext>
    </p:extLst>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p:spTree>
      <p:nvGrpSpPr>
        <p:cNvPr id="1" name=""/>
        <p:cNvGrpSpPr/>
        <p:nvPr/>
      </p:nvGrpSpPr>
      <p:grpSpPr bwMode="auto">
        <a:xfrm>
          <a:off x="0" y="0"/>
          <a:ext cx="0" cy="0"/>
          <a:chOff x="0" y="0"/>
          <a:chExt cx="0" cy="0"/>
        </a:xfrm>
      </p:grpSpPr>
      <p:sp>
        <p:nvSpPr>
          <p:cNvPr id="1954122681" name="Text Placeholder 3"/>
          <p:cNvSpPr>
            <a:spLocks noGrp="1"/>
          </p:cNvSpPr>
          <p:nvPr>
            <p:ph type="body" sz="quarter" idx="15"/>
          </p:nvPr>
        </p:nvSpPr>
        <p:spPr bwMode="auto">
          <a:xfrm>
            <a:off x="586390" y="4978880"/>
            <a:ext cx="5217510"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282630921" name="Text Placeholder 3"/>
          <p:cNvSpPr>
            <a:spLocks noGrp="1"/>
          </p:cNvSpPr>
          <p:nvPr>
            <p:ph type="body" sz="quarter" idx="20"/>
          </p:nvPr>
        </p:nvSpPr>
        <p:spPr bwMode="auto">
          <a:xfrm>
            <a:off x="6253664" y="4978880"/>
            <a:ext cx="5187106"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300784432" name="Picture Placeholder" descr="This photo is a 'placeholder' only. Drag or drop your photo here, or click and tap the center to insert a photo."/>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89759990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936766522"/>
      </p:ext>
    </p:extLst>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subheads, and title">
    <p:spTree>
      <p:nvGrpSpPr>
        <p:cNvPr id="1" name=""/>
        <p:cNvGrpSpPr/>
        <p:nvPr/>
      </p:nvGrpSpPr>
      <p:grpSpPr bwMode="auto">
        <a:xfrm>
          <a:off x="0" y="0"/>
          <a:ext cx="0" cy="0"/>
          <a:chOff x="0" y="0"/>
          <a:chExt cx="0" cy="0"/>
        </a:xfrm>
      </p:grpSpPr>
      <p:sp>
        <p:nvSpPr>
          <p:cNvPr id="1309630957" name="Text Placeholder 11"/>
          <p:cNvSpPr>
            <a:spLocks noGrp="1"/>
          </p:cNvSpPr>
          <p:nvPr>
            <p:ph type="body" sz="quarter" idx="16"/>
          </p:nvPr>
        </p:nvSpPr>
        <p:spPr bwMode="auto">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252637791" name="Text Placeholder 3"/>
          <p:cNvSpPr>
            <a:spLocks noGrp="1"/>
          </p:cNvSpPr>
          <p:nvPr>
            <p:ph type="body" sz="quarter" idx="15"/>
          </p:nvPr>
        </p:nvSpPr>
        <p:spPr bwMode="auto">
          <a:xfrm>
            <a:off x="586390" y="5357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310043898" name="Text Placeholder 11"/>
          <p:cNvSpPr>
            <a:spLocks noGrp="1"/>
          </p:cNvSpPr>
          <p:nvPr>
            <p:ph type="body" sz="quarter" idx="22"/>
          </p:nvPr>
        </p:nvSpPr>
        <p:spPr bwMode="auto">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4227186" name="Text Placeholder 3"/>
          <p:cNvSpPr>
            <a:spLocks noGrp="1"/>
          </p:cNvSpPr>
          <p:nvPr>
            <p:ph type="body" sz="quarter" idx="33"/>
          </p:nvPr>
        </p:nvSpPr>
        <p:spPr bwMode="auto">
          <a:xfrm>
            <a:off x="6252435" y="5357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38337622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119557748" name="Picture Placeholder" descr="This photo is a 'placeholder' only. Drag or drop your photo here, or click and tap the center to insert a photo."/>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29774471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434007274"/>
      </p:ext>
    </p:extLst>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and subheads">
    <p:spTree>
      <p:nvGrpSpPr>
        <p:cNvPr id="1" name=""/>
        <p:cNvGrpSpPr/>
        <p:nvPr/>
      </p:nvGrpSpPr>
      <p:grpSpPr bwMode="auto">
        <a:xfrm>
          <a:off x="0" y="0"/>
          <a:ext cx="0" cy="0"/>
          <a:chOff x="0" y="0"/>
          <a:chExt cx="0" cy="0"/>
        </a:xfrm>
      </p:grpSpPr>
      <p:sp>
        <p:nvSpPr>
          <p:cNvPr id="733359862" name="Rectangle 10"/>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400">
              <a:gradFill>
                <a:gsLst>
                  <a:gs pos="0">
                    <a:srgbClr val="FFFFFF"/>
                  </a:gs>
                  <a:gs pos="100000">
                    <a:srgbClr val="FFFFFF"/>
                  </a:gs>
                </a:gsLst>
                <a:lin ang="5400000" scaled="0"/>
              </a:gradFill>
              <a:ea typeface="Segoe UI"/>
              <a:cs typeface="Segoe UI"/>
            </a:endParaRPr>
          </a:p>
        </p:txBody>
      </p:sp>
      <p:sp>
        <p:nvSpPr>
          <p:cNvPr id="1329098235" name="Text Placeholder 11"/>
          <p:cNvSpPr>
            <a:spLocks noGrp="1"/>
          </p:cNvSpPr>
          <p:nvPr>
            <p:ph type="body" sz="quarter" idx="16"/>
          </p:nvPr>
        </p:nvSpPr>
        <p:spPr bwMode="auto">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497907838" name="Text Placeholder 3"/>
          <p:cNvSpPr>
            <a:spLocks noGrp="1"/>
          </p:cNvSpPr>
          <p:nvPr>
            <p:ph type="body" sz="quarter" idx="15"/>
          </p:nvPr>
        </p:nvSpPr>
        <p:spPr bwMode="auto">
          <a:xfrm>
            <a:off x="586390" y="5357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560535123" name="Text Placeholder 11"/>
          <p:cNvSpPr>
            <a:spLocks noGrp="1"/>
          </p:cNvSpPr>
          <p:nvPr>
            <p:ph type="body" sz="quarter" idx="22"/>
          </p:nvPr>
        </p:nvSpPr>
        <p:spPr bwMode="auto">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586783075" name="Text Placeholder 3"/>
          <p:cNvSpPr>
            <a:spLocks noGrp="1"/>
          </p:cNvSpPr>
          <p:nvPr>
            <p:ph type="body" sz="quarter" idx="33"/>
          </p:nvPr>
        </p:nvSpPr>
        <p:spPr bwMode="auto">
          <a:xfrm>
            <a:off x="6252435" y="5357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030476115" name="Picture Placeholder" descr="This photo is a 'placeholder' only. Drag or drop your photo here, or click and tap the center to insert a photo."/>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87835244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797046180"/>
      </p:ext>
    </p:extLst>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showMasterPhAnim="0" userDrawn="1">
  <p:cSld name="1-column_Callout_with Image">
    <p:bg>
      <p:bgRef idx="1001">
        <a:schemeClr val="bg1"/>
      </p:bgRef>
    </p:bg>
    <p:spTree>
      <p:nvGrpSpPr>
        <p:cNvPr id="1" name=""/>
        <p:cNvGrpSpPr/>
        <p:nvPr/>
      </p:nvGrpSpPr>
      <p:grpSpPr bwMode="auto">
        <a:xfrm>
          <a:off x="0" y="0"/>
          <a:ext cx="0" cy="0"/>
          <a:chOff x="0" y="0"/>
          <a:chExt cx="0" cy="0"/>
        </a:xfrm>
      </p:grpSpPr>
      <p:sp>
        <p:nvSpPr>
          <p:cNvPr id="306238205" name="Footer Placeholder 10"/>
          <p:cNvSpPr>
            <a:spLocks noGrp="1"/>
          </p:cNvSpPr>
          <p:nvPr>
            <p:ph type="ftr" sz="quarter" idx="3"/>
          </p:nvPr>
        </p:nvSpPr>
        <p:spPr bwMode="auto">
          <a:xfrm>
            <a:off x="40640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00993351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391799513" name="Picture Placeholder" descr="This photo is a 'placeholder' only. Drag or drop your photo here, or click and tap the center to insert a photo."/>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5518859" name="Text Placeholder 11"/>
          <p:cNvSpPr>
            <a:spLocks noGrp="1"/>
          </p:cNvSpPr>
          <p:nvPr>
            <p:ph type="body" sz="quarter" idx="16"/>
          </p:nvPr>
        </p:nvSpPr>
        <p:spPr bwMode="auto">
          <a:xfrm>
            <a:off x="584200" y="1594155"/>
            <a:ext cx="3174143"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2028050567" name="Text Placeholder 3"/>
          <p:cNvSpPr>
            <a:spLocks noGrp="1"/>
          </p:cNvSpPr>
          <p:nvPr>
            <p:ph type="body" sz="quarter" idx="15"/>
          </p:nvPr>
        </p:nvSpPr>
        <p:spPr bwMode="auto">
          <a:xfrm>
            <a:off x="586388" y="2085764"/>
            <a:ext cx="3172810"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65176" indent="-128016">
              <a:spcAft>
                <a:spcPts val="0"/>
              </a:spcAft>
              <a:buFont typeface="Arial"/>
              <a:buChar char="•"/>
              <a:defRPr>
                <a:solidFill>
                  <a:schemeClr val="tx1"/>
                </a:solidFill>
              </a:defRPr>
            </a:lvl2pPr>
            <a:lvl3pPr marL="384048" indent="-118872">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Tree>
    <p:extLst>
      <p:ext uri="{BB962C8B-B14F-4D97-AF65-F5344CB8AC3E}">
        <p14:creationId xmlns:p14="http://schemas.microsoft.com/office/powerpoint/2010/main" val="4221433845"/>
      </p:ext>
    </p:extLst>
  </p:cSld>
  <p:clrMapOvr>
    <a:overrideClrMapping bg1="lt1" tx1="dk1" bg2="lt2" tx2="dk2" accent1="accent1" accent2="accent2" accent3="accent3" accent4="accent4" accent5="accent5" accent6="accent6" hlink="hlink" folHlink="folHlink"/>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showMasterPhAnim="0" preserve="1" userDrawn="1">
  <p:cSld name="1-column_Text_with Image">
    <p:bg>
      <p:bgRef idx="1001">
        <a:schemeClr val="bg1"/>
      </p:bgRef>
    </p:bg>
    <p:spTree>
      <p:nvGrpSpPr>
        <p:cNvPr id="1" name=""/>
        <p:cNvGrpSpPr/>
        <p:nvPr/>
      </p:nvGrpSpPr>
      <p:grpSpPr bwMode="auto">
        <a:xfrm>
          <a:off x="0" y="0"/>
          <a:ext cx="0" cy="0"/>
          <a:chOff x="0" y="0"/>
          <a:chExt cx="0" cy="0"/>
        </a:xfrm>
      </p:grpSpPr>
      <p:sp>
        <p:nvSpPr>
          <p:cNvPr id="869130588" name="Title 1"/>
          <p:cNvSpPr>
            <a:spLocks noGrp="1"/>
          </p:cNvSpPr>
          <p:nvPr>
            <p:ph type="title"/>
          </p:nvPr>
        </p:nvSpPr>
        <p:spPr bwMode="auto">
          <a:xfrm>
            <a:off x="588261" y="585216"/>
            <a:ext cx="4710689"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312358084" name="Text Placeholder 11"/>
          <p:cNvSpPr>
            <a:spLocks noGrp="1"/>
          </p:cNvSpPr>
          <p:nvPr>
            <p:ph type="body" sz="quarter" idx="16"/>
          </p:nvPr>
        </p:nvSpPr>
        <p:spPr bwMode="auto">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410362293" name="Text Placeholder 3"/>
          <p:cNvSpPr>
            <a:spLocks noGrp="1"/>
          </p:cNvSpPr>
          <p:nvPr>
            <p:ph type="body" sz="quarter" idx="15"/>
          </p:nvPr>
        </p:nvSpPr>
        <p:spPr bwMode="auto">
          <a:xfrm>
            <a:off x="586388" y="2085764"/>
            <a:ext cx="4712685"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65176" indent="-128016">
              <a:spcAft>
                <a:spcPts val="0"/>
              </a:spcAft>
              <a:buFont typeface="Arial"/>
              <a:buChar char="•"/>
              <a:defRPr>
                <a:solidFill>
                  <a:schemeClr val="tx1"/>
                </a:solidFill>
              </a:defRPr>
            </a:lvl2pPr>
            <a:lvl3pPr marL="384048" indent="-118872">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610535805" name="Picture Placeholder" descr="This photo is a 'placeholder' only. Drag or drop your photo here, or click and tap the center to insert a photo."/>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a:defRPr>
            </a:lvl1pPr>
          </a:lstStyle>
          <a:p>
            <a:pPr>
              <a:defRPr/>
            </a:pPr>
            <a:r>
              <a:rPr lang="en-US"/>
              <a:t>Drag &amp; drop your photo here </a:t>
            </a:r>
            <a:br>
              <a:rPr lang="en-US"/>
            </a:br>
            <a:r>
              <a:rPr lang="en-US"/>
              <a:t>or click or tap icon below </a:t>
            </a:r>
            <a:br>
              <a:rPr lang="en-US"/>
            </a:br>
            <a:r>
              <a:rPr lang="en-US"/>
              <a:t>to insert</a:t>
            </a:r>
            <a:endParaRPr/>
          </a:p>
          <a:p>
            <a:pPr>
              <a:defRPr/>
            </a:pPr>
            <a:endParaRPr lang="en-US"/>
          </a:p>
          <a:p>
            <a:pPr>
              <a:defRPr/>
            </a:pPr>
            <a:endParaRPr lang="en-US"/>
          </a:p>
        </p:txBody>
      </p:sp>
      <p:sp>
        <p:nvSpPr>
          <p:cNvPr id="43641235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617711618"/>
      </p:ext>
    </p:extLst>
  </p:cSld>
  <p:clrMapOvr>
    <a:overrideClrMapping bg1="lt1" tx1="dk1" bg2="lt2" tx2="dk2" accent1="accent1" accent2="accent2" accent3="accent3" accent4="accent4" accent5="accent5" accent6="accent6" hlink="hlink" folHlink="folHlink"/>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showMasterPhAnim="0" preserve="1" userDrawn="1">
  <p:cSld name="2-column_Text_with Image">
    <p:bg>
      <p:bgRef idx="1001">
        <a:schemeClr val="bg1"/>
      </p:bgRef>
    </p:bg>
    <p:spTree>
      <p:nvGrpSpPr>
        <p:cNvPr id="1" name=""/>
        <p:cNvGrpSpPr/>
        <p:nvPr/>
      </p:nvGrpSpPr>
      <p:grpSpPr bwMode="auto">
        <a:xfrm>
          <a:off x="0" y="0"/>
          <a:ext cx="0" cy="0"/>
          <a:chOff x="0" y="0"/>
          <a:chExt cx="0" cy="0"/>
        </a:xfrm>
      </p:grpSpPr>
      <p:sp>
        <p:nvSpPr>
          <p:cNvPr id="1404366692" name="Title 1"/>
          <p:cNvSpPr>
            <a:spLocks noGrp="1"/>
          </p:cNvSpPr>
          <p:nvPr>
            <p:ph type="title"/>
          </p:nvPr>
        </p:nvSpPr>
        <p:spPr bwMode="auto">
          <a:xfrm>
            <a:off x="588262" y="585216"/>
            <a:ext cx="7248356" cy="307777"/>
          </a:xfrm>
        </p:spPr>
        <p:txBody>
          <a:bodyPr/>
          <a:lstStyle>
            <a:lvl1pPr>
              <a:defRPr sz="2000" b="0" i="0">
                <a:solidFill>
                  <a:srgbClr val="001F2D"/>
                </a:solidFill>
                <a:latin typeface="+mj-lt"/>
                <a:cs typeface="Segoe UI Semibold"/>
              </a:defRPr>
            </a:lvl1pPr>
          </a:lstStyle>
          <a:p>
            <a:pPr>
              <a:defRPr/>
            </a:pPr>
            <a:r>
              <a:rPr lang="en-US"/>
              <a:t>Click to edit Master title style</a:t>
            </a:r>
            <a:endParaRPr/>
          </a:p>
        </p:txBody>
      </p:sp>
      <p:sp>
        <p:nvSpPr>
          <p:cNvPr id="604408376" name="Text Placeholder 11"/>
          <p:cNvSpPr>
            <a:spLocks noGrp="1"/>
          </p:cNvSpPr>
          <p:nvPr>
            <p:ph type="body" sz="quarter" idx="16"/>
          </p:nvPr>
        </p:nvSpPr>
        <p:spPr bwMode="auto">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883933672" name="Text Placeholder 3"/>
          <p:cNvSpPr>
            <a:spLocks noGrp="1"/>
          </p:cNvSpPr>
          <p:nvPr>
            <p:ph type="body" sz="quarter" idx="15"/>
          </p:nvPr>
        </p:nvSpPr>
        <p:spPr bwMode="auto">
          <a:xfrm>
            <a:off x="586390" y="2085764"/>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16546280" name="Text Placeholder 11"/>
          <p:cNvSpPr>
            <a:spLocks noGrp="1"/>
          </p:cNvSpPr>
          <p:nvPr>
            <p:ph type="body" sz="quarter" idx="22"/>
          </p:nvPr>
        </p:nvSpPr>
        <p:spPr bwMode="auto">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988778419" name="Text Placeholder 3"/>
          <p:cNvSpPr>
            <a:spLocks noGrp="1"/>
          </p:cNvSpPr>
          <p:nvPr>
            <p:ph type="body" sz="quarter" idx="23"/>
          </p:nvPr>
        </p:nvSpPr>
        <p:spPr bwMode="auto">
          <a:xfrm>
            <a:off x="4359737" y="2085764"/>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313958847" name="Picture Placeholder" descr="This photo is a 'placeholder' only. Drag or drop your photo here, or click and tap the center to insert a photo."/>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a:defRPr>
            </a:lvl1pPr>
          </a:lstStyle>
          <a:p>
            <a:pPr>
              <a:defRPr/>
            </a:pPr>
            <a:r>
              <a:rPr lang="en-US"/>
              <a:t>Drag &amp; drop your photo here </a:t>
            </a:r>
            <a:br>
              <a:rPr lang="en-US"/>
            </a:br>
            <a:r>
              <a:rPr lang="en-US"/>
              <a:t>or click or tap icon below </a:t>
            </a:r>
            <a:br>
              <a:rPr lang="en-US"/>
            </a:br>
            <a:r>
              <a:rPr lang="en-US"/>
              <a:t>to insert</a:t>
            </a:r>
            <a:endParaRPr/>
          </a:p>
          <a:p>
            <a:pPr>
              <a:defRPr/>
            </a:pPr>
            <a:endParaRPr lang="en-US"/>
          </a:p>
          <a:p>
            <a:pPr>
              <a:defRPr/>
            </a:pPr>
            <a:endParaRPr lang="en-US"/>
          </a:p>
        </p:txBody>
      </p:sp>
      <p:sp>
        <p:nvSpPr>
          <p:cNvPr id="213061952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312814127"/>
      </p:ext>
    </p:extLst>
  </p:cSld>
  <p:clrMapOvr>
    <a:overrideClrMapping bg1="lt1" tx1="dk1" bg2="lt2" tx2="dk2" accent1="accent1" accent2="accent2" accent3="accent3" accent4="accent4" accent5="accent5" accent6="accent6" hlink="hlink" folHlink="folHlink"/>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showMasterPhAnim="0" userDrawn="1">
  <p:cSld name="1_Two photos_with Captions">
    <p:bg>
      <p:bgRef idx="1001">
        <a:schemeClr val="bg1"/>
      </p:bgRef>
    </p:bg>
    <p:spTree>
      <p:nvGrpSpPr>
        <p:cNvPr id="1" name=""/>
        <p:cNvGrpSpPr/>
        <p:nvPr/>
      </p:nvGrpSpPr>
      <p:grpSpPr bwMode="auto">
        <a:xfrm>
          <a:off x="0" y="0"/>
          <a:ext cx="0" cy="0"/>
          <a:chOff x="0" y="0"/>
          <a:chExt cx="0" cy="0"/>
        </a:xfrm>
      </p:grpSpPr>
      <p:sp>
        <p:nvSpPr>
          <p:cNvPr id="67115212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437761273" name="Picture Placeholder" descr="This photo is a 'placeholder' only. Drag or drop your photo here, or click and tap the center to insert a photo."/>
          <p:cNvSpPr>
            <a:spLocks noGrp="1"/>
          </p:cNvSpPr>
          <p:nvPr>
            <p:ph type="pic" sz="quarter" idx="19" hasCustomPrompt="1"/>
          </p:nvPr>
        </p:nvSpPr>
        <p:spPr bwMode="ltGray">
          <a:xfrm>
            <a:off x="584200" y="1591310"/>
            <a:ext cx="5365752"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2075312791" name="Text Placeholder 11"/>
          <p:cNvSpPr>
            <a:spLocks noGrp="1"/>
          </p:cNvSpPr>
          <p:nvPr>
            <p:ph type="body" sz="quarter" idx="16"/>
          </p:nvPr>
        </p:nvSpPr>
        <p:spPr bwMode="auto">
          <a:xfrm>
            <a:off x="584199" y="4575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497200937" name="Text Placeholder 3"/>
          <p:cNvSpPr>
            <a:spLocks noGrp="1"/>
          </p:cNvSpPr>
          <p:nvPr>
            <p:ph type="body" sz="quarter" idx="15"/>
          </p:nvPr>
        </p:nvSpPr>
        <p:spPr bwMode="auto">
          <a:xfrm>
            <a:off x="586390" y="4976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615008035" name="Picture Placeholder" descr="This photo is a 'placeholder' only. Drag or drop your photo here, or click and tap the center to insert a photo."/>
          <p:cNvSpPr>
            <a:spLocks noGrp="1"/>
          </p:cNvSpPr>
          <p:nvPr>
            <p:ph type="pic" sz="quarter" idx="20" hasCustomPrompt="1"/>
          </p:nvPr>
        </p:nvSpPr>
        <p:spPr bwMode="ltGray">
          <a:xfrm>
            <a:off x="6242049" y="1591310"/>
            <a:ext cx="5357813"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2076074275" name="Text Placeholder 11"/>
          <p:cNvSpPr>
            <a:spLocks noGrp="1"/>
          </p:cNvSpPr>
          <p:nvPr>
            <p:ph type="body" sz="quarter" idx="22"/>
          </p:nvPr>
        </p:nvSpPr>
        <p:spPr bwMode="auto">
          <a:xfrm>
            <a:off x="6243372" y="4575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674657081" name="Text Placeholder 3"/>
          <p:cNvSpPr>
            <a:spLocks noGrp="1"/>
          </p:cNvSpPr>
          <p:nvPr>
            <p:ph type="body" sz="quarter" idx="33"/>
          </p:nvPr>
        </p:nvSpPr>
        <p:spPr bwMode="auto">
          <a:xfrm>
            <a:off x="6252435" y="4976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06138140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000377791"/>
      </p:ext>
    </p:extLst>
  </p:cSld>
  <p:clrMapOvr>
    <a:overrideClrMapping bg1="lt1" tx1="dk1" bg2="lt2" tx2="dk2" accent1="accent1" accent2="accent2" accent3="accent3" accent4="accent4" accent5="accent5" accent6="accent6" hlink="hlink" folHlink="folHlink"/>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showMasterPhAnim="0" userDrawn="1">
  <p:cSld name="1_Three photos_with Captions">
    <p:bg>
      <p:bgRef idx="1001">
        <a:schemeClr val="bg1"/>
      </p:bgRef>
    </p:bg>
    <p:spTree>
      <p:nvGrpSpPr>
        <p:cNvPr id="1" name=""/>
        <p:cNvGrpSpPr/>
        <p:nvPr/>
      </p:nvGrpSpPr>
      <p:grpSpPr bwMode="auto">
        <a:xfrm>
          <a:off x="0" y="0"/>
          <a:ext cx="0" cy="0"/>
          <a:chOff x="0" y="0"/>
          <a:chExt cx="0" cy="0"/>
        </a:xfrm>
      </p:grpSpPr>
      <p:sp>
        <p:nvSpPr>
          <p:cNvPr id="555707701"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256474074" name="Picture Placeholder" descr="This photo is a 'placeholder' only. Drag or drop your photo here, or click and tap the center to insert a photo."/>
          <p:cNvSpPr>
            <a:spLocks noGrp="1"/>
          </p:cNvSpPr>
          <p:nvPr>
            <p:ph type="pic" sz="quarter" idx="19" hasCustomPrompt="1"/>
          </p:nvPr>
        </p:nvSpPr>
        <p:spPr bwMode="ltGray">
          <a:xfrm>
            <a:off x="58420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811859516" name="Text Placeholder 11"/>
          <p:cNvSpPr>
            <a:spLocks noGrp="1"/>
          </p:cNvSpPr>
          <p:nvPr>
            <p:ph type="body" sz="quarter" idx="16"/>
          </p:nvPr>
        </p:nvSpPr>
        <p:spPr bwMode="auto">
          <a:xfrm>
            <a:off x="584200" y="4575104"/>
            <a:ext cx="3479070"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94995876" name="Text Placeholder 3"/>
          <p:cNvSpPr>
            <a:spLocks noGrp="1"/>
          </p:cNvSpPr>
          <p:nvPr>
            <p:ph type="body" sz="quarter" idx="15"/>
          </p:nvPr>
        </p:nvSpPr>
        <p:spPr bwMode="auto">
          <a:xfrm>
            <a:off x="586390" y="4976443"/>
            <a:ext cx="347761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700691971" name="Picture Placeholder" descr="This photo is a 'placeholder' only. Drag or drop your photo here, or click and tap the center to insert a photo."/>
          <p:cNvSpPr>
            <a:spLocks noGrp="1"/>
          </p:cNvSpPr>
          <p:nvPr>
            <p:ph type="pic" sz="quarter" idx="20" hasCustomPrompt="1"/>
          </p:nvPr>
        </p:nvSpPr>
        <p:spPr bwMode="ltGray">
          <a:xfrm>
            <a:off x="435356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555918844" name="Text Placeholder 11"/>
          <p:cNvSpPr>
            <a:spLocks noGrp="1"/>
          </p:cNvSpPr>
          <p:nvPr>
            <p:ph type="body" sz="quarter" idx="22"/>
          </p:nvPr>
        </p:nvSpPr>
        <p:spPr bwMode="auto">
          <a:xfrm>
            <a:off x="4374792" y="4575104"/>
            <a:ext cx="3476891"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641275055" name="Text Placeholder 3"/>
          <p:cNvSpPr>
            <a:spLocks noGrp="1"/>
          </p:cNvSpPr>
          <p:nvPr>
            <p:ph type="body" sz="quarter" idx="33"/>
          </p:nvPr>
        </p:nvSpPr>
        <p:spPr bwMode="auto">
          <a:xfrm>
            <a:off x="4383855" y="4976442"/>
            <a:ext cx="347761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613532609" name="Picture Placeholder" descr="This photo is a 'placeholder' only. Drag or drop your photo here, or click and tap the center to insert a photo."/>
          <p:cNvSpPr>
            <a:spLocks noGrp="1"/>
          </p:cNvSpPr>
          <p:nvPr>
            <p:ph type="pic" sz="quarter" idx="21" hasCustomPrompt="1"/>
          </p:nvPr>
        </p:nvSpPr>
        <p:spPr bwMode="ltGray">
          <a:xfrm>
            <a:off x="8128000" y="1591309"/>
            <a:ext cx="3486092" cy="2684159"/>
          </a:xfrm>
          <a:prstGeom prst="rect">
            <a:avLst/>
          </a:prstGeom>
          <a:solidFill>
            <a:srgbClr val="F4F4F7"/>
          </a:solidFill>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565029512" name="Text Placeholder 11"/>
          <p:cNvSpPr>
            <a:spLocks noGrp="1"/>
          </p:cNvSpPr>
          <p:nvPr>
            <p:ph type="body" sz="quarter" idx="24"/>
          </p:nvPr>
        </p:nvSpPr>
        <p:spPr bwMode="auto">
          <a:xfrm>
            <a:off x="8133626" y="4571913"/>
            <a:ext cx="3485370" cy="187857"/>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842501654" name="Text Placeholder 3"/>
          <p:cNvSpPr>
            <a:spLocks noGrp="1"/>
          </p:cNvSpPr>
          <p:nvPr>
            <p:ph type="body" sz="quarter" idx="34"/>
          </p:nvPr>
        </p:nvSpPr>
        <p:spPr bwMode="auto">
          <a:xfrm>
            <a:off x="8128000" y="4973784"/>
            <a:ext cx="3486092" cy="156547"/>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64168287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204408267"/>
      </p:ext>
    </p:extLst>
  </p:cSld>
  <p:clrMapOvr>
    <a:overrideClrMapping bg1="lt1" tx1="dk1" bg2="lt2" tx2="dk2" accent1="accent1" accent2="accent2" accent3="accent3" accent4="accent4" accent5="accent5" accent6="accent6" hlink="hlink" folHlink="folHlink"/>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showMasterPhAnim="0" userDrawn="1">
  <p:cSld name="1_Four photos_with Captions">
    <p:bg>
      <p:bgRef idx="1001">
        <a:schemeClr val="bg1"/>
      </p:bgRef>
    </p:bg>
    <p:spTree>
      <p:nvGrpSpPr>
        <p:cNvPr id="1" name=""/>
        <p:cNvGrpSpPr/>
        <p:nvPr/>
      </p:nvGrpSpPr>
      <p:grpSpPr bwMode="auto">
        <a:xfrm>
          <a:off x="0" y="0"/>
          <a:ext cx="0" cy="0"/>
          <a:chOff x="0" y="0"/>
          <a:chExt cx="0" cy="0"/>
        </a:xfrm>
      </p:grpSpPr>
      <p:sp>
        <p:nvSpPr>
          <p:cNvPr id="363633645"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792485208" name="Picture Placeholder" descr="This photo is a 'placeholder' only. Drag or drop your photo here, or click and tap the center to insert a photo."/>
          <p:cNvSpPr>
            <a:spLocks noGrp="1"/>
          </p:cNvSpPr>
          <p:nvPr>
            <p:ph type="pic" sz="quarter" idx="19"/>
          </p:nvPr>
        </p:nvSpPr>
        <p:spPr bwMode="ltGray">
          <a:xfrm>
            <a:off x="5842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1996532692" name="Text Placeholder 11"/>
          <p:cNvSpPr>
            <a:spLocks noGrp="1"/>
          </p:cNvSpPr>
          <p:nvPr>
            <p:ph type="body" sz="quarter" idx="16"/>
          </p:nvPr>
        </p:nvSpPr>
        <p:spPr bwMode="auto">
          <a:xfrm>
            <a:off x="584200" y="4575104"/>
            <a:ext cx="2535699"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237007560" name="Text Placeholder 3"/>
          <p:cNvSpPr>
            <a:spLocks noGrp="1"/>
          </p:cNvSpPr>
          <p:nvPr>
            <p:ph type="body" sz="quarter" idx="15"/>
          </p:nvPr>
        </p:nvSpPr>
        <p:spPr bwMode="auto">
          <a:xfrm>
            <a:off x="586390"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805618614" name="Picture Placeholder" descr="This photo is a 'placeholder' only. Drag or drop your photo here, or click and tap the center to insert a photo."/>
          <p:cNvSpPr>
            <a:spLocks noGrp="1"/>
          </p:cNvSpPr>
          <p:nvPr>
            <p:ph type="pic" sz="quarter" idx="29"/>
          </p:nvPr>
        </p:nvSpPr>
        <p:spPr bwMode="ltGray">
          <a:xfrm>
            <a:off x="34290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391706182" name="Text Placeholder 11"/>
          <p:cNvSpPr>
            <a:spLocks noGrp="1"/>
          </p:cNvSpPr>
          <p:nvPr>
            <p:ph type="body" sz="quarter" idx="22"/>
          </p:nvPr>
        </p:nvSpPr>
        <p:spPr bwMode="auto">
          <a:xfrm>
            <a:off x="3413125"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965887966" name="Text Placeholder 3"/>
          <p:cNvSpPr>
            <a:spLocks noGrp="1"/>
          </p:cNvSpPr>
          <p:nvPr>
            <p:ph type="body" sz="quarter" idx="33"/>
          </p:nvPr>
        </p:nvSpPr>
        <p:spPr bwMode="auto">
          <a:xfrm>
            <a:off x="3422188"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738800325" name="Picture Placeholder" descr="This photo is a 'placeholder' only. Drag or drop your photo here, or click and tap the center to insert a photo."/>
          <p:cNvSpPr>
            <a:spLocks noGrp="1"/>
          </p:cNvSpPr>
          <p:nvPr>
            <p:ph type="pic" sz="quarter" idx="30"/>
          </p:nvPr>
        </p:nvSpPr>
        <p:spPr bwMode="ltGray">
          <a:xfrm>
            <a:off x="62484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692921512" name="Text Placeholder 11"/>
          <p:cNvSpPr>
            <a:spLocks noGrp="1"/>
          </p:cNvSpPr>
          <p:nvPr>
            <p:ph type="body" sz="quarter" idx="24"/>
          </p:nvPr>
        </p:nvSpPr>
        <p:spPr bwMode="auto">
          <a:xfrm>
            <a:off x="6240462"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555357907" name="Text Placeholder 3"/>
          <p:cNvSpPr>
            <a:spLocks noGrp="1"/>
          </p:cNvSpPr>
          <p:nvPr>
            <p:ph type="body" sz="quarter" idx="34"/>
          </p:nvPr>
        </p:nvSpPr>
        <p:spPr bwMode="auto">
          <a:xfrm>
            <a:off x="6234836"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487596682" name="Picture Placeholder" descr="This photo is a 'placeholder' only. Drag or drop your photo here, or click and tap the center to insert a photo."/>
          <p:cNvSpPr>
            <a:spLocks noGrp="1"/>
          </p:cNvSpPr>
          <p:nvPr>
            <p:ph type="pic" sz="quarter" idx="31"/>
          </p:nvPr>
        </p:nvSpPr>
        <p:spPr bwMode="ltGray">
          <a:xfrm>
            <a:off x="90678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481077907" name="Text Placeholder 11"/>
          <p:cNvSpPr>
            <a:spLocks noGrp="1"/>
          </p:cNvSpPr>
          <p:nvPr>
            <p:ph type="body" sz="quarter" idx="26"/>
          </p:nvPr>
        </p:nvSpPr>
        <p:spPr bwMode="auto">
          <a:xfrm>
            <a:off x="9076259"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032193242" name="Text Placeholder 3"/>
          <p:cNvSpPr>
            <a:spLocks noGrp="1"/>
          </p:cNvSpPr>
          <p:nvPr>
            <p:ph type="body" sz="quarter" idx="35"/>
          </p:nvPr>
        </p:nvSpPr>
        <p:spPr bwMode="auto">
          <a:xfrm>
            <a:off x="9082208"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39803030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92461821"/>
      </p:ext>
    </p:extLst>
  </p:cSld>
  <p:clrMapOvr>
    <a:overrideClrMapping bg1="lt1" tx1="dk1" bg2="lt2" tx2="dk2" accent1="accent1" accent2="accent2" accent3="accent3" accent4="accent4" accent5="accent5" accent6="accent6" hlink="hlink" folHlink="folHlink"/>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showMasterPhAnim="0" preserve="1" userDrawn="1">
  <p:cSld name="Summary">
    <p:spTree>
      <p:nvGrpSpPr>
        <p:cNvPr id="1" name=""/>
        <p:cNvGrpSpPr/>
        <p:nvPr/>
      </p:nvGrpSpPr>
      <p:grpSpPr bwMode="auto">
        <a:xfrm>
          <a:off x="0" y="0"/>
          <a:ext cx="0" cy="0"/>
          <a:chOff x="0" y="0"/>
          <a:chExt cx="0" cy="0"/>
        </a:xfrm>
      </p:grpSpPr>
      <p:sp>
        <p:nvSpPr>
          <p:cNvPr id="167704709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127436970" name="Footer Placeholder 10"/>
          <p:cNvSpPr>
            <a:spLocks noGrp="1"/>
          </p:cNvSpPr>
          <p:nvPr>
            <p:ph type="ftr" sz="quarter" idx="3"/>
          </p:nvPr>
        </p:nvSpPr>
        <p:spPr bwMode="auto">
          <a:xfrm>
            <a:off x="43561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90505181" name="Rectangle: Single Corner Rounded 5"/>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400">
              <a:gradFill>
                <a:gsLst>
                  <a:gs pos="0">
                    <a:srgbClr val="FFFFFF"/>
                  </a:gs>
                  <a:gs pos="100000">
                    <a:srgbClr val="FFFFFF"/>
                  </a:gs>
                </a:gsLst>
                <a:lin ang="5400000" scaled="0"/>
              </a:gradFill>
              <a:ea typeface="Segoe UI"/>
              <a:cs typeface="Segoe UI"/>
            </a:endParaRPr>
          </a:p>
        </p:txBody>
      </p:sp>
      <p:sp>
        <p:nvSpPr>
          <p:cNvPr id="181182883" name="Text Placeholder 11"/>
          <p:cNvSpPr>
            <a:spLocks noGrp="1"/>
          </p:cNvSpPr>
          <p:nvPr>
            <p:ph type="body" sz="quarter" idx="17"/>
          </p:nvPr>
        </p:nvSpPr>
        <p:spPr bwMode="auto">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695980791" name="Text Placeholder 3"/>
          <p:cNvSpPr>
            <a:spLocks noGrp="1"/>
          </p:cNvSpPr>
          <p:nvPr>
            <p:ph type="body" sz="quarter" idx="35"/>
          </p:nvPr>
        </p:nvSpPr>
        <p:spPr bwMode="auto">
          <a:xfrm>
            <a:off x="4358229" y="2578100"/>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399715130" name="Text Placeholder 11"/>
          <p:cNvSpPr>
            <a:spLocks noGrp="1"/>
          </p:cNvSpPr>
          <p:nvPr>
            <p:ph type="body" sz="quarter" idx="34"/>
          </p:nvPr>
        </p:nvSpPr>
        <p:spPr bwMode="auto">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Tree>
    <p:extLst>
      <p:ext uri="{BB962C8B-B14F-4D97-AF65-F5344CB8AC3E}">
        <p14:creationId xmlns:p14="http://schemas.microsoft.com/office/powerpoint/2010/main" val="1187753626"/>
      </p:ext>
    </p:extLst>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showMasterPhAnim="0" preserve="1" userDrawn="1">
  <p:cSld name="2-column_Callout_with Image">
    <p:bg>
      <p:bgRef idx="1001">
        <a:schemeClr val="bg1"/>
      </p:bgRef>
    </p:bg>
    <p:spTree>
      <p:nvGrpSpPr>
        <p:cNvPr id="1" name=""/>
        <p:cNvGrpSpPr/>
        <p:nvPr/>
      </p:nvGrpSpPr>
      <p:grpSpPr bwMode="auto">
        <a:xfrm>
          <a:off x="0" y="0"/>
          <a:ext cx="0" cy="0"/>
          <a:chOff x="0" y="0"/>
          <a:chExt cx="0" cy="0"/>
        </a:xfrm>
      </p:grpSpPr>
      <p:sp>
        <p:nvSpPr>
          <p:cNvPr id="1704112952" name="Footer Placeholder 10"/>
          <p:cNvSpPr>
            <a:spLocks noGrp="1"/>
          </p:cNvSpPr>
          <p:nvPr>
            <p:ph type="ftr" sz="quarter" idx="3"/>
          </p:nvPr>
        </p:nvSpPr>
        <p:spPr bwMode="auto">
          <a:xfrm>
            <a:off x="40640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63644543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017971216" name="Picture Placeholder" descr="This photo is a 'placeholder' only. Drag or drop your photo here, or click and tap the center to insert a photo."/>
          <p:cNvSpPr>
            <a:spLocks noGrp="1"/>
          </p:cNvSpPr>
          <p:nvPr>
            <p:ph type="pic" sz="quarter" idx="20" hasCustomPrompt="1"/>
          </p:nvPr>
        </p:nvSpPr>
        <p:spPr bwMode="ltGray">
          <a:xfrm>
            <a:off x="4064000" y="1292233"/>
            <a:ext cx="7535862" cy="3279767"/>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2096988421" name="Text Placeholder 11"/>
          <p:cNvSpPr>
            <a:spLocks noGrp="1"/>
          </p:cNvSpPr>
          <p:nvPr>
            <p:ph type="body" sz="quarter" idx="22"/>
          </p:nvPr>
        </p:nvSpPr>
        <p:spPr bwMode="auto">
          <a:xfrm>
            <a:off x="4064000" y="4830309"/>
            <a:ext cx="7535862"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320798158" name="Text Placeholder 3"/>
          <p:cNvSpPr>
            <a:spLocks noGrp="1"/>
          </p:cNvSpPr>
          <p:nvPr>
            <p:ph type="body" sz="quarter" idx="33"/>
          </p:nvPr>
        </p:nvSpPr>
        <p:spPr bwMode="auto">
          <a:xfrm>
            <a:off x="4073063" y="5231647"/>
            <a:ext cx="752680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644574919" name="Rectangle: Single Corner Rounded 4"/>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400">
              <a:gradFill>
                <a:gsLst>
                  <a:gs pos="0">
                    <a:srgbClr val="FFFFFF"/>
                  </a:gs>
                  <a:gs pos="100000">
                    <a:srgbClr val="FFFFFF"/>
                  </a:gs>
                </a:gsLst>
                <a:lin ang="5400000" scaled="0"/>
              </a:gradFill>
              <a:ea typeface="Segoe UI"/>
              <a:cs typeface="Segoe UI"/>
            </a:endParaRPr>
          </a:p>
        </p:txBody>
      </p:sp>
      <p:sp>
        <p:nvSpPr>
          <p:cNvPr id="1923104482" name="Text Placeholder 11"/>
          <p:cNvSpPr>
            <a:spLocks noGrp="1"/>
          </p:cNvSpPr>
          <p:nvPr>
            <p:ph type="body" sz="quarter" idx="34"/>
          </p:nvPr>
        </p:nvSpPr>
        <p:spPr bwMode="auto">
          <a:xfrm>
            <a:off x="588262" y="2210101"/>
            <a:ext cx="2113253" cy="492443"/>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Tree>
    <p:extLst>
      <p:ext uri="{BB962C8B-B14F-4D97-AF65-F5344CB8AC3E}">
        <p14:creationId xmlns:p14="http://schemas.microsoft.com/office/powerpoint/2010/main" val="442211281"/>
      </p:ext>
    </p:extLst>
  </p:cSld>
  <p:clrMapOvr>
    <a:overrideClrMapping bg1="lt1" tx1="dk1" bg2="lt2" tx2="dk2" accent1="accent1" accent2="accent2" accent3="accent3" accent4="accent4" accent5="accent5" accent6="accent6" hlink="hlink" folHlink="folHlink"/>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showMasterPhAnim="0" preserve="1" userDrawn="1">
  <p:cSld name="Learn Clickdown">
    <p:bg>
      <p:bgPr>
        <a:blipFill rotWithShape="1">
          <a:blip r:embed="rId2">
            <a:lum/>
          </a:blip>
          <a:stretch/>
        </a:blipFill>
        <a:effectLst/>
      </p:bgPr>
    </p:bg>
    <p:spTree>
      <p:nvGrpSpPr>
        <p:cNvPr id="1" name=""/>
        <p:cNvGrpSpPr/>
        <p:nvPr/>
      </p:nvGrpSpPr>
      <p:grpSpPr bwMode="auto">
        <a:xfrm>
          <a:off x="0" y="0"/>
          <a:ext cx="0" cy="0"/>
          <a:chOff x="0" y="0"/>
          <a:chExt cx="0" cy="0"/>
        </a:xfrm>
      </p:grpSpPr>
      <p:sp>
        <p:nvSpPr>
          <p:cNvPr id="462040861" name="Rectangle 5"/>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400">
              <a:gradFill>
                <a:gsLst>
                  <a:gs pos="0">
                    <a:srgbClr val="FFFFFF"/>
                  </a:gs>
                  <a:gs pos="100000">
                    <a:srgbClr val="FFFFFF"/>
                  </a:gs>
                </a:gsLst>
                <a:lin ang="5400000" scaled="0"/>
              </a:gradFill>
              <a:ea typeface="Segoe UI"/>
              <a:cs typeface="Segoe UI"/>
            </a:endParaRPr>
          </a:p>
        </p:txBody>
      </p:sp>
      <p:sp>
        <p:nvSpPr>
          <p:cNvPr id="1175441995" name="Rectangle: Top Corners Rounded 1"/>
          <p:cNvSpPr/>
          <p:nvPr userDrawn="1"/>
        </p:nvSpPr>
        <p:spPr bwMode="auto">
          <a:xfrm rot="16199998"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a:lnSpc>
                <a:spcPct val="100000"/>
              </a:lnSpc>
              <a:spcBef>
                <a:spcPts val="0"/>
              </a:spcBef>
              <a:spcAft>
                <a:spcPts val="0"/>
              </a:spcAft>
              <a:buClrTx/>
              <a:buSzTx/>
              <a:buFontTx/>
              <a:buNone/>
              <a:defRPr/>
            </a:pPr>
            <a:endParaRPr lang="en-US" sz="2000" b="0" i="0" u="none" strike="noStrike" cap="none" spc="0" baseline="30000">
              <a:ln>
                <a:noFill/>
              </a:ln>
              <a:solidFill>
                <a:srgbClr val="FFFFFF"/>
              </a:solidFill>
              <a:latin typeface="Segoe UI"/>
              <a:ea typeface="+mn-ea"/>
              <a:cs typeface="+mn-cs"/>
            </a:endParaRPr>
          </a:p>
        </p:txBody>
      </p:sp>
      <p:pic>
        <p:nvPicPr>
          <p:cNvPr id="237718306" name="Picture 2"/>
          <p:cNvPicPr>
            <a:picLocks noChangeAspect="1"/>
          </p:cNvPicPr>
          <p:nvPr userDrawn="1"/>
        </p:nvPicPr>
        <p:blipFill rotWithShape="1">
          <a:blip r:embed="rId3"/>
          <a:srcRect l="15" r="15210"/>
          <a:stretch/>
        </p:blipFill>
        <p:spPr bwMode="auto">
          <a:xfrm>
            <a:off x="7458887" y="1759165"/>
            <a:ext cx="4737876" cy="3870680"/>
          </a:xfrm>
          <a:prstGeom prst="rect">
            <a:avLst/>
          </a:prstGeom>
          <a:noFill/>
          <a:ln w="38100">
            <a:noFill/>
          </a:ln>
          <a:effectLst/>
        </p:spPr>
      </p:pic>
      <p:sp>
        <p:nvSpPr>
          <p:cNvPr id="964555227" name="Picture Placeholder" descr="This photo is a 'placeholder' only. Drag or drop your photo here, or click and tap the center to insert a photo."/>
          <p:cNvSpPr>
            <a:spLocks noGrp="1"/>
          </p:cNvSpPr>
          <p:nvPr>
            <p:ph type="pic" sz="quarter" idx="20" hasCustomPrompt="1"/>
          </p:nvPr>
        </p:nvSpPr>
        <p:spPr bwMode="ltGray">
          <a:xfrm>
            <a:off x="7724774"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website screenshot here or click or tap icon below to insert</a:t>
            </a:r>
            <a:endParaRPr/>
          </a:p>
          <a:p>
            <a:pPr>
              <a:defRPr/>
            </a:pPr>
            <a:endParaRPr lang="en-US"/>
          </a:p>
          <a:p>
            <a:pPr>
              <a:defRPr/>
            </a:pPr>
            <a:endParaRPr lang="en-US"/>
          </a:p>
        </p:txBody>
      </p:sp>
      <p:sp>
        <p:nvSpPr>
          <p:cNvPr id="685944170" name="Title 1"/>
          <p:cNvSpPr>
            <a:spLocks noGrp="1"/>
          </p:cNvSpPr>
          <p:nvPr>
            <p:ph type="title"/>
          </p:nvPr>
        </p:nvSpPr>
        <p:spPr bwMode="auto">
          <a:xfrm>
            <a:off x="588262" y="585216"/>
            <a:ext cx="5652201"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263213759" name="Text Placeholder 11"/>
          <p:cNvSpPr>
            <a:spLocks noGrp="1"/>
          </p:cNvSpPr>
          <p:nvPr>
            <p:ph type="body" sz="quarter" idx="16"/>
          </p:nvPr>
        </p:nvSpPr>
        <p:spPr bwMode="auto">
          <a:xfrm>
            <a:off x="584199" y="1594155"/>
            <a:ext cx="5654573"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483510247" name="Text Placeholder 3"/>
          <p:cNvSpPr>
            <a:spLocks noGrp="1"/>
          </p:cNvSpPr>
          <p:nvPr>
            <p:ph type="body" sz="quarter" idx="15"/>
          </p:nvPr>
        </p:nvSpPr>
        <p:spPr bwMode="auto">
          <a:xfrm>
            <a:off x="586388" y="2085764"/>
            <a:ext cx="565220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82303535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655273955"/>
      </p:ext>
    </p:extLst>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
    <p:spTree>
      <p:nvGrpSpPr>
        <p:cNvPr id="1" name=""/>
        <p:cNvGrpSpPr/>
        <p:nvPr/>
      </p:nvGrpSpPr>
      <p:grpSpPr bwMode="auto">
        <a:xfrm>
          <a:off x="0" y="0"/>
          <a:ext cx="0" cy="0"/>
          <a:chOff x="0" y="0"/>
          <a:chExt cx="0" cy="0"/>
        </a:xfrm>
      </p:grpSpPr>
      <p:sp>
        <p:nvSpPr>
          <p:cNvPr id="1870388111"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49117777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68548554"/>
      </p:ext>
    </p:extLst>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_Off-white">
    <p:bg>
      <p:bgPr>
        <a:solidFill>
          <a:srgbClr val="F4F3F5"/>
        </a:solidFill>
        <a:effectLst/>
      </p:bgPr>
    </p:bg>
    <p:spTree>
      <p:nvGrpSpPr>
        <p:cNvPr id="1" name=""/>
        <p:cNvGrpSpPr/>
        <p:nvPr/>
      </p:nvGrpSpPr>
      <p:grpSpPr bwMode="auto">
        <a:xfrm>
          <a:off x="0" y="0"/>
          <a:ext cx="0" cy="0"/>
          <a:chOff x="0" y="0"/>
          <a:chExt cx="0" cy="0"/>
        </a:xfrm>
      </p:grpSpPr>
      <p:sp>
        <p:nvSpPr>
          <p:cNvPr id="1016034462"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76087953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680172972"/>
      </p:ext>
    </p:extLst>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_WmGray">
    <p:bg>
      <p:bgPr>
        <a:solidFill>
          <a:srgbClr val="E8E6DF"/>
        </a:solidFill>
        <a:effectLst/>
      </p:bgPr>
    </p:bg>
    <p:spTree>
      <p:nvGrpSpPr>
        <p:cNvPr id="1" name=""/>
        <p:cNvGrpSpPr/>
        <p:nvPr/>
      </p:nvGrpSpPr>
      <p:grpSpPr bwMode="auto">
        <a:xfrm>
          <a:off x="0" y="0"/>
          <a:ext cx="0" cy="0"/>
          <a:chOff x="0" y="0"/>
          <a:chExt cx="0" cy="0"/>
        </a:xfrm>
      </p:grpSpPr>
      <p:sp>
        <p:nvSpPr>
          <p:cNvPr id="207552612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35138817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08172959"/>
      </p:ext>
    </p:extLst>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showMasterPhAnim="0" preserve="1" userDrawn="1">
  <p:cSld name="1-column container">
    <p:spTree>
      <p:nvGrpSpPr>
        <p:cNvPr id="1" name=""/>
        <p:cNvGrpSpPr/>
        <p:nvPr/>
      </p:nvGrpSpPr>
      <p:grpSpPr bwMode="auto">
        <a:xfrm>
          <a:off x="0" y="0"/>
          <a:ext cx="0" cy="0"/>
          <a:chOff x="0" y="0"/>
          <a:chExt cx="0" cy="0"/>
        </a:xfrm>
      </p:grpSpPr>
      <p:sp>
        <p:nvSpPr>
          <p:cNvPr id="1960198892"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1530793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530915613" name="Rounded Rectangle 3_1"/>
          <p:cNvSpPr/>
          <p:nvPr userDrawn="1"/>
        </p:nvSpPr>
        <p:spPr bwMode="auto">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ts val="0"/>
              </a:spcBef>
              <a:spcAft>
                <a:spcPts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800150594" name="Text Placeholder 11"/>
          <p:cNvSpPr>
            <a:spLocks noGrp="1"/>
          </p:cNvSpPr>
          <p:nvPr>
            <p:ph type="body" sz="quarter" idx="17"/>
          </p:nvPr>
        </p:nvSpPr>
        <p:spPr bwMode="auto">
          <a:xfrm>
            <a:off x="1235075" y="1771955"/>
            <a:ext cx="8778782"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449310467" name="Text Placeholder 3"/>
          <p:cNvSpPr>
            <a:spLocks noGrp="1"/>
          </p:cNvSpPr>
          <p:nvPr>
            <p:ph type="body" sz="quarter" idx="15"/>
          </p:nvPr>
        </p:nvSpPr>
        <p:spPr bwMode="auto">
          <a:xfrm>
            <a:off x="1237265" y="2263564"/>
            <a:ext cx="87750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Tree>
    <p:extLst>
      <p:ext uri="{BB962C8B-B14F-4D97-AF65-F5344CB8AC3E}">
        <p14:creationId xmlns:p14="http://schemas.microsoft.com/office/powerpoint/2010/main" val="3993674050"/>
      </p:ext>
    </p:extLst>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showMasterPhAnim="0" preserve="1" userDrawn="1">
  <p:cSld name="Knowledge Check">
    <p:spTree>
      <p:nvGrpSpPr>
        <p:cNvPr id="1" name=""/>
        <p:cNvGrpSpPr/>
        <p:nvPr/>
      </p:nvGrpSpPr>
      <p:grpSpPr bwMode="auto">
        <a:xfrm>
          <a:off x="0" y="0"/>
          <a:ext cx="0" cy="0"/>
          <a:chOff x="0" y="0"/>
          <a:chExt cx="0" cy="0"/>
        </a:xfrm>
      </p:grpSpPr>
      <p:sp>
        <p:nvSpPr>
          <p:cNvPr id="25577420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0144803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365761142" name="Rounded Rectangle 3_1"/>
          <p:cNvSpPr/>
          <p:nvPr userDrawn="1"/>
        </p:nvSpPr>
        <p:spPr bwMode="auto">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ts val="0"/>
              </a:spcBef>
              <a:spcAft>
                <a:spcPts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1329038275" name="Text Placeholder 11"/>
          <p:cNvSpPr>
            <a:spLocks noGrp="1"/>
          </p:cNvSpPr>
          <p:nvPr>
            <p:ph type="body" sz="quarter" idx="17"/>
          </p:nvPr>
        </p:nvSpPr>
        <p:spPr bwMode="auto">
          <a:xfrm>
            <a:off x="1235075" y="1594151"/>
            <a:ext cx="8778782" cy="399973"/>
          </a:xfrm>
          <a:prstGeom prst="rect">
            <a:avLst/>
          </a:prstGeom>
        </p:spPr>
        <p:txBody>
          <a:bodyPr anchor="t"/>
          <a:lstStyle>
            <a:lvl1pPr marL="0" indent="0">
              <a:spcBef>
                <a:spcPts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1365357280" name="Text Placeholder 3"/>
          <p:cNvSpPr>
            <a:spLocks noGrp="1"/>
          </p:cNvSpPr>
          <p:nvPr>
            <p:ph type="body" sz="quarter" idx="15"/>
          </p:nvPr>
        </p:nvSpPr>
        <p:spPr bwMode="auto">
          <a:xfrm>
            <a:off x="1237265" y="1994124"/>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grpSp>
        <p:nvGrpSpPr>
          <p:cNvPr id="2062445086" name="Group 6"/>
          <p:cNvGrpSpPr/>
          <p:nvPr userDrawn="1"/>
        </p:nvGrpSpPr>
        <p:grpSpPr bwMode="auto">
          <a:xfrm>
            <a:off x="10107938" y="893763"/>
            <a:ext cx="1110600" cy="1110600"/>
            <a:chOff x="5540700" y="2116300"/>
            <a:chExt cx="1110600" cy="1110600"/>
          </a:xfrm>
        </p:grpSpPr>
        <p:sp>
          <p:nvSpPr>
            <p:cNvPr id="8" name="Oval 7"/>
            <p:cNvSpPr/>
            <p:nvPr/>
          </p:nvSpPr>
          <p:spPr bwMode="auto">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a:lnSpc>
                  <a:spcPct val="100000"/>
                </a:lnSpc>
                <a:spcBef>
                  <a:spcPts val="0"/>
                </a:spcBef>
                <a:spcAft>
                  <a:spcPts val="0"/>
                </a:spcAft>
                <a:buClrTx/>
                <a:buSzTx/>
                <a:buFontTx/>
                <a:buNone/>
                <a:defRPr/>
              </a:pPr>
              <a:endParaRPr lang="en-US" sz="1800" b="0" i="0" u="none" strike="noStrike" cap="none" spc="0">
                <a:ln>
                  <a:noFill/>
                </a:ln>
                <a:solidFill>
                  <a:srgbClr val="FFFFFF"/>
                </a:solidFill>
                <a:latin typeface="Segoe UI"/>
                <a:ea typeface="+mn-ea"/>
                <a:cs typeface="+mn-cs"/>
              </a:endParaRPr>
            </a:p>
          </p:txBody>
        </p:sp>
        <p:pic>
          <p:nvPicPr>
            <p:cNvPr id="9" name="Picture 8"/>
            <p:cNvPicPr/>
            <p:nvPr/>
          </p:nvPicPr>
          <p:blipFill rotWithShape="1">
            <a:blip r:embed="rId2"/>
            <a:stretch/>
          </p:blipFill>
          <p:spPr bwMode="auto">
            <a:xfrm>
              <a:off x="5749602" y="2325202"/>
              <a:ext cx="692796" cy="692796"/>
            </a:xfrm>
            <a:prstGeom prst="rect">
              <a:avLst/>
            </a:prstGeom>
            <a:noFill/>
          </p:spPr>
        </p:pic>
      </p:grpSp>
      <p:sp>
        <p:nvSpPr>
          <p:cNvPr id="512227735" name="Text Placeholder 11"/>
          <p:cNvSpPr>
            <a:spLocks noGrp="1"/>
          </p:cNvSpPr>
          <p:nvPr>
            <p:ph type="body" sz="quarter" idx="20"/>
          </p:nvPr>
        </p:nvSpPr>
        <p:spPr bwMode="auto">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defRPr/>
            </a:pPr>
            <a:r>
              <a:rPr lang="en-US"/>
              <a:t>Click to edit Master text styles</a:t>
            </a:r>
            <a:endParaRPr/>
          </a:p>
        </p:txBody>
      </p:sp>
      <p:sp>
        <p:nvSpPr>
          <p:cNvPr id="99470262" name="Text Placeholder 3"/>
          <p:cNvSpPr>
            <a:spLocks noGrp="1"/>
          </p:cNvSpPr>
          <p:nvPr>
            <p:ph type="body" sz="quarter" idx="21"/>
          </p:nvPr>
        </p:nvSpPr>
        <p:spPr bwMode="auto">
          <a:xfrm>
            <a:off x="1237265" y="4898755"/>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433490647" name="Text Placeholder 11"/>
          <p:cNvSpPr>
            <a:spLocks noGrp="1"/>
          </p:cNvSpPr>
          <p:nvPr>
            <p:ph type="body" sz="quarter" idx="22"/>
          </p:nvPr>
        </p:nvSpPr>
        <p:spPr bwMode="auto">
          <a:xfrm>
            <a:off x="1235075" y="3042690"/>
            <a:ext cx="8778782" cy="406323"/>
          </a:xfrm>
          <a:prstGeom prst="rect">
            <a:avLst/>
          </a:prstGeom>
        </p:spPr>
        <p:txBody>
          <a:bodyPr anchor="t"/>
          <a:lstStyle>
            <a:lvl1pPr marL="0" indent="0">
              <a:spcBef>
                <a:spcPts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1910959217" name="Text Placeholder 3"/>
          <p:cNvSpPr>
            <a:spLocks noGrp="1"/>
          </p:cNvSpPr>
          <p:nvPr>
            <p:ph type="body" sz="quarter" idx="23"/>
          </p:nvPr>
        </p:nvSpPr>
        <p:spPr bwMode="auto">
          <a:xfrm>
            <a:off x="1237265" y="3449013"/>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2905084425"/>
      </p:ext>
    </p:extLst>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showMasterPhAnim="0" preserve="1" userDrawn="1">
  <p:cSld name="LearningPath1_WmGray">
    <p:bg>
      <p:bgPr>
        <a:solidFill>
          <a:srgbClr val="E8E6DF"/>
        </a:solidFill>
        <a:effectLst/>
      </p:bgPr>
    </p:bg>
    <p:spTree>
      <p:nvGrpSpPr>
        <p:cNvPr id="1" name=""/>
        <p:cNvGrpSpPr/>
        <p:nvPr/>
      </p:nvGrpSpPr>
      <p:grpSpPr bwMode="auto">
        <a:xfrm>
          <a:off x="0" y="0"/>
          <a:ext cx="0" cy="0"/>
          <a:chOff x="0" y="0"/>
          <a:chExt cx="0" cy="0"/>
        </a:xfrm>
      </p:grpSpPr>
      <p:sp>
        <p:nvSpPr>
          <p:cNvPr id="745189481"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74989983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390825148" name="Graphic 5"/>
          <p:cNvPicPr>
            <a:picLocks noChangeAspect="1"/>
          </p:cNvPicPr>
          <p:nvPr userDrawn="1"/>
        </p:nvPicPr>
        <p:blipFill rotWithShape="1">
          <a:blip r:embed="rId2"/>
          <a:stretch/>
        </p:blipFill>
        <p:spPr bwMode="auto">
          <a:xfrm>
            <a:off x="-1" y="2827846"/>
            <a:ext cx="12192001" cy="3035200"/>
          </a:xfrm>
          <a:prstGeom prst="rect">
            <a:avLst/>
          </a:prstGeom>
        </p:spPr>
      </p:pic>
    </p:spTree>
    <p:extLst>
      <p:ext uri="{BB962C8B-B14F-4D97-AF65-F5344CB8AC3E}">
        <p14:creationId xmlns:p14="http://schemas.microsoft.com/office/powerpoint/2010/main" val="4138703907"/>
      </p:ext>
    </p:extLst>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showMasterPhAnim="0" preserve="1" userDrawn="1">
  <p:cSld name="LearningPath3_OffWhite">
    <p:bg>
      <p:bgPr>
        <a:solidFill>
          <a:srgbClr val="F4F3F5"/>
        </a:solidFill>
        <a:effectLst/>
      </p:bgPr>
    </p:bg>
    <p:spTree>
      <p:nvGrpSpPr>
        <p:cNvPr id="1" name=""/>
        <p:cNvGrpSpPr/>
        <p:nvPr/>
      </p:nvGrpSpPr>
      <p:grpSpPr bwMode="auto">
        <a:xfrm>
          <a:off x="0" y="0"/>
          <a:ext cx="0" cy="0"/>
          <a:chOff x="0" y="0"/>
          <a:chExt cx="0" cy="0"/>
        </a:xfrm>
      </p:grpSpPr>
      <p:sp>
        <p:nvSpPr>
          <p:cNvPr id="1827530782"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27511964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265339526" name="Graphic 4"/>
          <p:cNvPicPr>
            <a:picLocks noChangeAspect="1"/>
          </p:cNvPicPr>
          <p:nvPr userDrawn="1"/>
        </p:nvPicPr>
        <p:blipFill rotWithShape="1">
          <a:blip r:embed="rId2"/>
          <a:stretch/>
        </p:blipFill>
        <p:spPr bwMode="auto">
          <a:xfrm>
            <a:off x="-1" y="3144660"/>
            <a:ext cx="12192001" cy="3035200"/>
          </a:xfrm>
          <a:prstGeom prst="rect">
            <a:avLst/>
          </a:prstGeom>
        </p:spPr>
      </p:pic>
    </p:spTree>
    <p:extLst>
      <p:ext uri="{BB962C8B-B14F-4D97-AF65-F5344CB8AC3E}">
        <p14:creationId xmlns:p14="http://schemas.microsoft.com/office/powerpoint/2010/main" val="2024918010"/>
      </p:ext>
    </p:extLst>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showMasterPhAnim="0" preserve="1" userDrawn="1">
  <p:cSld name="Developer code full page">
    <p:bg>
      <p:bgPr>
        <a:solidFill>
          <a:srgbClr val="E8E6DF"/>
        </a:solidFill>
        <a:effectLst/>
      </p:bgPr>
    </p:bg>
    <p:spTree>
      <p:nvGrpSpPr>
        <p:cNvPr id="1" name=""/>
        <p:cNvGrpSpPr/>
        <p:nvPr/>
      </p:nvGrpSpPr>
      <p:grpSpPr bwMode="auto">
        <a:xfrm>
          <a:off x="0" y="0"/>
          <a:ext cx="0" cy="0"/>
          <a:chOff x="0" y="0"/>
          <a:chExt cx="0" cy="0"/>
        </a:xfrm>
      </p:grpSpPr>
      <p:sp>
        <p:nvSpPr>
          <p:cNvPr id="592544653" name="Text Placeholder 14"/>
          <p:cNvSpPr>
            <a:spLocks noGrp="1"/>
          </p:cNvSpPr>
          <p:nvPr>
            <p:ph type="body" sz="quarter" idx="13" hasCustomPrompt="1"/>
          </p:nvPr>
        </p:nvSpPr>
        <p:spPr bwMode="auto">
          <a:xfrm>
            <a:off x="0" y="0"/>
            <a:ext cx="3788358" cy="446148"/>
          </a:xfrm>
          <a:prstGeom prst="rect">
            <a:avLst/>
          </a:prstGeom>
          <a:gradFill>
            <a:gsLst>
              <a:gs pos="0">
                <a:srgbClr val="000000"/>
              </a:gs>
              <a:gs pos="92000">
                <a:srgbClr val="000000"/>
              </a:gs>
              <a:gs pos="92000">
                <a:schemeClr val="accent3"/>
              </a:gs>
            </a:gsLst>
            <a:lin ang="16200000" scaled="1"/>
          </a:gradFill>
        </p:spPr>
        <p:txBody>
          <a:bodyPr vert="horz" wrap="square" lIns="585216" tIns="91440" rIns="0" bIns="45720" rtlCol="0">
            <a:spAutoFit/>
          </a:bodyPr>
          <a:lstStyle>
            <a:lvl1pPr marL="0" indent="0">
              <a:buNone/>
              <a:defRPr lang="en-US" sz="2000" b="0" i="0" u="none" strike="noStrike" cap="none">
                <a:ln>
                  <a:noFill/>
                </a:ln>
                <a:solidFill>
                  <a:srgbClr val="FFFFFF"/>
                </a:solidFill>
                <a:latin typeface="Segoe UI Semibold"/>
              </a:defRPr>
            </a:lvl1pPr>
          </a:lstStyle>
          <a:p>
            <a:pPr marL="228600" lvl="0" indent="-228600">
              <a:defRPr/>
            </a:pPr>
            <a:r>
              <a:rPr lang="en-US"/>
              <a:t>Click to enter title</a:t>
            </a:r>
            <a:endParaRPr/>
          </a:p>
        </p:txBody>
      </p:sp>
      <p:sp>
        <p:nvSpPr>
          <p:cNvPr id="1653467920" name="Footer Placeholder 10"/>
          <p:cNvSpPr>
            <a:spLocks noGrp="1"/>
          </p:cNvSpPr>
          <p:nvPr>
            <p:ph type="ftr" sz="quarter" idx="3"/>
          </p:nvPr>
        </p:nvSpPr>
        <p:spPr bwMode="auto">
          <a:xfrm>
            <a:off x="7448551" y="6421083"/>
            <a:ext cx="4151312" cy="197976"/>
          </a:xfrm>
          <a:prstGeom prst="rect">
            <a:avLst/>
          </a:prstGeom>
        </p:spPr>
        <p:txBody>
          <a:bodyPr vert="horz" lIns="0" tIns="0" rIns="0" bIns="0" rtlCol="0" anchor="ctr"/>
          <a:lstStyle>
            <a:lvl1pPr marL="0" algn="r"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662604081" name="Text Placeholder 3"/>
          <p:cNvSpPr txBox="1"/>
          <p:nvPr userDrawn="1"/>
        </p:nvSpPr>
        <p:spPr bwMode="auto">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a:lnSpc>
                <a:spcPct val="150000"/>
              </a:lnSpc>
              <a:spcBef>
                <a:spcPts val="0"/>
              </a:spcBef>
              <a:spcAft>
                <a:spcPts val="600"/>
              </a:spcAft>
              <a:buClr>
                <a:schemeClr val="bg1"/>
              </a:buClr>
              <a:buSzPct val="120000"/>
              <a:buFontTx/>
              <a:buNone/>
              <a:defRPr lang="en-US" sz="1400" b="0" i="0">
                <a:solidFill>
                  <a:schemeClr val="tx1"/>
                </a:solidFill>
                <a:latin typeface="Consolas"/>
                <a:ea typeface="Segoe UI Semibold"/>
                <a:cs typeface="Segoe UI Semibold"/>
              </a:defRPr>
            </a:lvl1pPr>
            <a:lvl2pPr marL="0" indent="0" algn="l" defTabSz="914132" rtl="0">
              <a:lnSpc>
                <a:spcPct val="110000"/>
              </a:lnSpc>
              <a:spcBef>
                <a:spcPts val="0"/>
              </a:spcBef>
              <a:spcAft>
                <a:spcPts val="600"/>
              </a:spcAft>
              <a:buClrTx/>
              <a:buSzPct val="110000"/>
              <a:buFont typeface="Arial"/>
              <a:buNone/>
              <a:defRPr lang="en-US" sz="2000" b="0" i="0">
                <a:solidFill>
                  <a:schemeClr val="tx1"/>
                </a:solidFill>
                <a:latin typeface="Segoe UI"/>
                <a:ea typeface="Segoe UI"/>
                <a:cs typeface="Segoe UI"/>
              </a:defRPr>
            </a:lvl2pPr>
            <a:lvl3pPr marL="288924" indent="-222250" algn="l" defTabSz="914132" rtl="0">
              <a:lnSpc>
                <a:spcPct val="110000"/>
              </a:lnSpc>
              <a:spcBef>
                <a:spcPts val="0"/>
              </a:spcBef>
              <a:spcAft>
                <a:spcPts val="600"/>
              </a:spcAft>
              <a:buClrTx/>
              <a:buSzPct val="120000"/>
              <a:buFont typeface="Arial"/>
              <a:buChar char="•"/>
              <a:defRPr lang="en-US" sz="2000" b="0" i="0">
                <a:solidFill>
                  <a:schemeClr val="tx1"/>
                </a:solidFill>
                <a:latin typeface="Segoe UI"/>
                <a:ea typeface="Segoe UI"/>
                <a:cs typeface="Segoe UI"/>
              </a:defRPr>
            </a:lvl3pPr>
            <a:lvl4pPr marL="631825" indent="-182880" algn="l" defTabSz="914132" rtl="0">
              <a:lnSpc>
                <a:spcPct val="110000"/>
              </a:lnSpc>
              <a:spcBef>
                <a:spcPts val="0"/>
              </a:spcBef>
              <a:spcAft>
                <a:spcPts val="600"/>
              </a:spcAft>
              <a:buClrTx/>
              <a:buFont typeface="Arial"/>
              <a:buChar char="•"/>
              <a:defRPr lang="en-US" sz="1800" b="0" i="0">
                <a:solidFill>
                  <a:schemeClr val="tx1"/>
                </a:solidFill>
                <a:latin typeface="Segoe UI"/>
                <a:ea typeface="Segoe UI"/>
                <a:cs typeface="Segoe UI"/>
              </a:defRPr>
            </a:lvl4pPr>
            <a:lvl5pPr marL="1162685" indent="-194310" algn="l" defTabSz="914132" rtl="0">
              <a:lnSpc>
                <a:spcPct val="110000"/>
              </a:lnSpc>
              <a:spcBef>
                <a:spcPts val="500"/>
              </a:spcBef>
              <a:buClr>
                <a:schemeClr val="tx1"/>
              </a:buClr>
              <a:buFont typeface="Arial"/>
              <a:buChar char="•"/>
              <a:defRPr lang="en-US" sz="1600" b="0" i="0">
                <a:solidFill>
                  <a:schemeClr val="tx1"/>
                </a:solidFill>
                <a:latin typeface="Segoe UI"/>
                <a:ea typeface="Segoe UI"/>
                <a:cs typeface="Segoe UI"/>
              </a:defRPr>
            </a:lvl5pPr>
            <a:lvl6pPr marL="1873781" indent="-228533" algn="l" defTabSz="914132" rtl="0">
              <a:lnSpc>
                <a:spcPct val="110000"/>
              </a:lnSpc>
              <a:spcBef>
                <a:spcPts val="500"/>
              </a:spcBef>
              <a:buFont typeface="Arial"/>
              <a:buChar char="•"/>
              <a:defRPr sz="1400">
                <a:solidFill>
                  <a:schemeClr val="tx1"/>
                </a:solidFill>
                <a:latin typeface="+mn-lt"/>
                <a:ea typeface="+mn-ea"/>
                <a:cs typeface="+mn-cs"/>
              </a:defRPr>
            </a:lvl6pPr>
            <a:lvl7pPr marL="2970926" indent="-228533" algn="l" defTabSz="914132" rtl="0">
              <a:lnSpc>
                <a:spcPct val="90000"/>
              </a:lnSpc>
              <a:spcBef>
                <a:spcPts val="500"/>
              </a:spcBef>
              <a:buFont typeface="Arial"/>
              <a:buChar char="•"/>
              <a:defRPr sz="1900">
                <a:solidFill>
                  <a:schemeClr val="tx1"/>
                </a:solidFill>
                <a:latin typeface="+mn-lt"/>
                <a:ea typeface="+mn-ea"/>
                <a:cs typeface="+mn-cs"/>
              </a:defRPr>
            </a:lvl7pPr>
            <a:lvl8pPr marL="3427992" indent="-228533" algn="l" defTabSz="914132" rtl="0">
              <a:lnSpc>
                <a:spcPct val="90000"/>
              </a:lnSpc>
              <a:spcBef>
                <a:spcPts val="500"/>
              </a:spcBef>
              <a:buFont typeface="Arial"/>
              <a:buChar char="•"/>
              <a:defRPr sz="1900">
                <a:solidFill>
                  <a:schemeClr val="tx1"/>
                </a:solidFill>
                <a:latin typeface="+mn-lt"/>
                <a:ea typeface="+mn-ea"/>
                <a:cs typeface="+mn-cs"/>
              </a:defRPr>
            </a:lvl8pPr>
            <a:lvl9pPr marL="3885057" indent="-228533" algn="l" defTabSz="914132" rtl="0">
              <a:lnSpc>
                <a:spcPct val="90000"/>
              </a:lnSpc>
              <a:spcBef>
                <a:spcPts val="500"/>
              </a:spcBef>
              <a:buFont typeface="Arial"/>
              <a:buChar char="•"/>
              <a:defRPr sz="1900">
                <a:solidFill>
                  <a:schemeClr val="tx1"/>
                </a:solidFill>
                <a:latin typeface="+mn-lt"/>
                <a:ea typeface="+mn-ea"/>
                <a:cs typeface="+mn-cs"/>
              </a:defRPr>
            </a:lvl9pPr>
          </a:lstStyle>
          <a:p>
            <a:pPr marL="0" marR="0" lvl="0" indent="0" algn="l" defTabSz="914132" rtl="0">
              <a:lnSpc>
                <a:spcPct val="150000"/>
              </a:lnSpc>
              <a:spcBef>
                <a:spcPts val="0"/>
              </a:spcBef>
              <a:spcAft>
                <a:spcPts val="600"/>
              </a:spcAft>
              <a:buClr>
                <a:srgbClr val="E9E9E9"/>
              </a:buClr>
              <a:buSzPct val="120000"/>
              <a:buFontTx/>
              <a:buNone/>
              <a:defRPr/>
            </a:pPr>
            <a:endParaRPr lang="en-US" sz="1400" b="0" i="0" u="none" strike="noStrike" cap="none" spc="0">
              <a:ln>
                <a:noFill/>
              </a:ln>
              <a:solidFill>
                <a:srgbClr val="000000"/>
              </a:solidFill>
              <a:latin typeface="Consolas"/>
              <a:cs typeface="Segoe UI Semibold"/>
            </a:endParaRPr>
          </a:p>
        </p:txBody>
      </p:sp>
      <p:sp>
        <p:nvSpPr>
          <p:cNvPr id="1815763551" name="Text Placeholder 4" descr="This layout should only be used for developer code. The font used is a monospace font which is ideal for showing code."/>
          <p:cNvSpPr>
            <a:spLocks noGrp="1"/>
          </p:cNvSpPr>
          <p:nvPr>
            <p:ph type="body" sz="quarter" idx="11" hasCustomPrompt="1"/>
          </p:nvPr>
        </p:nvSpPr>
        <p:spPr bwMode="auto">
          <a:xfrm>
            <a:off x="579438" y="1083733"/>
            <a:ext cx="11020424" cy="4885267"/>
          </a:xfrm>
        </p:spPr>
        <p:txBody>
          <a:bodyPr/>
          <a:lstStyle>
            <a:lvl1pPr marL="0" indent="0">
              <a:buNone/>
              <a:defRPr sz="1400">
                <a:solidFill>
                  <a:srgbClr val="2F2F2F"/>
                </a:solidFill>
                <a:latin typeface="Consolas"/>
                <a:cs typeface="Consolas"/>
              </a:defRPr>
            </a:lvl1pPr>
            <a:lvl2pPr marL="346448" indent="0">
              <a:buNone/>
              <a:defRPr sz="2400">
                <a:gradFill>
                  <a:gsLst>
                    <a:gs pos="43000">
                      <a:schemeClr val="tx1"/>
                    </a:gs>
                    <a:gs pos="61049">
                      <a:schemeClr val="tx1"/>
                    </a:gs>
                  </a:gsLst>
                  <a:lin ang="5400000" scaled="0"/>
                </a:gradFill>
                <a:latin typeface="Consolas"/>
                <a:cs typeface="Consolas"/>
              </a:defRPr>
            </a:lvl2pPr>
            <a:lvl3pPr marL="584432" indent="0">
              <a:buNone/>
              <a:defRPr sz="2000">
                <a:gradFill>
                  <a:gsLst>
                    <a:gs pos="43000">
                      <a:schemeClr val="tx1"/>
                    </a:gs>
                    <a:gs pos="61049">
                      <a:schemeClr val="tx1"/>
                    </a:gs>
                  </a:gsLst>
                  <a:lin ang="5400000" scaled="0"/>
                </a:gradFill>
                <a:latin typeface="Consolas"/>
                <a:cs typeface="Consolas"/>
              </a:defRPr>
            </a:lvl3pPr>
            <a:lvl4pPr marL="814319" indent="0">
              <a:buNone/>
              <a:defRPr sz="1800">
                <a:gradFill>
                  <a:gsLst>
                    <a:gs pos="43000">
                      <a:schemeClr val="tx1"/>
                    </a:gs>
                    <a:gs pos="61049">
                      <a:schemeClr val="tx1"/>
                    </a:gs>
                  </a:gsLst>
                  <a:lin ang="5400000" scaled="0"/>
                </a:gradFill>
                <a:latin typeface="Consolas"/>
                <a:cs typeface="Consolas"/>
              </a:defRPr>
            </a:lvl4pPr>
            <a:lvl5pPr marL="1050682" indent="0">
              <a:buNone/>
              <a:defRPr sz="1800">
                <a:gradFill>
                  <a:gsLst>
                    <a:gs pos="43000">
                      <a:schemeClr val="tx1"/>
                    </a:gs>
                    <a:gs pos="61049">
                      <a:schemeClr val="tx1"/>
                    </a:gs>
                  </a:gsLst>
                  <a:lin ang="5400000" scaled="0"/>
                </a:gradFill>
                <a:latin typeface="Consolas"/>
                <a:cs typeface="Consolas"/>
              </a:defRPr>
            </a:lvl5pPr>
          </a:lstStyle>
          <a:p>
            <a:pPr lvl="0">
              <a:defRPr/>
            </a:pPr>
            <a:r>
              <a:rPr lang="en-US"/>
              <a:t>Click to edit or paste code</a:t>
            </a:r>
            <a:endParaRPr/>
          </a:p>
        </p:txBody>
      </p:sp>
    </p:spTree>
    <p:extLst>
      <p:ext uri="{BB962C8B-B14F-4D97-AF65-F5344CB8AC3E}">
        <p14:creationId xmlns:p14="http://schemas.microsoft.com/office/powerpoint/2010/main" val="2274617664"/>
      </p:ext>
    </p:extLst>
  </p:cSld>
  <p:clrMapOvr>
    <a:overrideClrMapping bg1="lt1" tx1="dk1" bg2="lt2" tx2="dk2" accent1="accent1" accent2="accent2" accent3="accent3" accent4="accent4" accent5="accent5" accent6="accent6" hlink="hlink" folHlink="folHlink"/>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showMasterPhAnim="0" preserve="1" userDrawn="1">
  <p:cSld name="Developer code right">
    <p:bg>
      <p:bgPr>
        <a:solidFill>
          <a:srgbClr val="E8E6DF"/>
        </a:solidFill>
        <a:effectLst/>
      </p:bgPr>
    </p:bg>
    <p:spTree>
      <p:nvGrpSpPr>
        <p:cNvPr id="1" name=""/>
        <p:cNvGrpSpPr/>
        <p:nvPr/>
      </p:nvGrpSpPr>
      <p:grpSpPr bwMode="auto">
        <a:xfrm>
          <a:off x="0" y="0"/>
          <a:ext cx="0" cy="0"/>
          <a:chOff x="0" y="0"/>
          <a:chExt cx="0" cy="0"/>
        </a:xfrm>
      </p:grpSpPr>
      <p:sp>
        <p:nvSpPr>
          <p:cNvPr id="1155914948" name="Rectangle 2"/>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000">
              <a:solidFill>
                <a:srgbClr val="FFFFFF"/>
              </a:solidFill>
              <a:ea typeface="Segoe UI"/>
              <a:cs typeface="Segoe UI"/>
            </a:endParaRPr>
          </a:p>
        </p:txBody>
      </p:sp>
      <p:sp>
        <p:nvSpPr>
          <p:cNvPr id="1703627172" name="Title 1"/>
          <p:cNvSpPr>
            <a:spLocks noGrp="1"/>
          </p:cNvSpPr>
          <p:nvPr>
            <p:ph type="title"/>
          </p:nvPr>
        </p:nvSpPr>
        <p:spPr bwMode="auto">
          <a:xfrm>
            <a:off x="588262" y="585216"/>
            <a:ext cx="4042761"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275779283" name="Text Placeholder 3"/>
          <p:cNvSpPr>
            <a:spLocks noGrp="1"/>
          </p:cNvSpPr>
          <p:nvPr>
            <p:ph type="body" sz="quarter" idx="15"/>
          </p:nvPr>
        </p:nvSpPr>
        <p:spPr bwMode="auto">
          <a:xfrm>
            <a:off x="586388" y="1594155"/>
            <a:ext cx="4042761" cy="726353"/>
          </a:xfrm>
          <a:prstGeom prst="rect">
            <a:avLst/>
          </a:prstGeom>
        </p:spPr>
        <p:txBody>
          <a:bodyPr wrap="square">
            <a:spAutoFit/>
          </a:bodyPr>
          <a:lstStyle>
            <a:lvl1pPr marL="0" indent="0">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72330207" name="Text Placeholder 4" descr="This layout should only be used for developer code. The font used is a monospace font which is ideal for showing code."/>
          <p:cNvSpPr>
            <a:spLocks noGrp="1"/>
          </p:cNvSpPr>
          <p:nvPr>
            <p:ph type="body" sz="quarter" idx="11" hasCustomPrompt="1"/>
          </p:nvPr>
        </p:nvSpPr>
        <p:spPr bwMode="auto">
          <a:xfrm>
            <a:off x="5800725" y="582613"/>
            <a:ext cx="5799138" cy="5692775"/>
          </a:xfrm>
        </p:spPr>
        <p:txBody>
          <a:bodyPr/>
          <a:lstStyle>
            <a:lvl1pPr marL="0" indent="0">
              <a:buNone/>
              <a:defRPr sz="1400">
                <a:solidFill>
                  <a:srgbClr val="2F2F2F"/>
                </a:solidFill>
                <a:latin typeface="Consolas"/>
                <a:cs typeface="Consolas"/>
              </a:defRPr>
            </a:lvl1pPr>
            <a:lvl2pPr marL="346448" indent="0">
              <a:buNone/>
              <a:defRPr sz="2400">
                <a:gradFill>
                  <a:gsLst>
                    <a:gs pos="43000">
                      <a:schemeClr val="tx1"/>
                    </a:gs>
                    <a:gs pos="61049">
                      <a:schemeClr val="tx1"/>
                    </a:gs>
                  </a:gsLst>
                  <a:lin ang="5400000" scaled="0"/>
                </a:gradFill>
                <a:latin typeface="Consolas"/>
                <a:cs typeface="Consolas"/>
              </a:defRPr>
            </a:lvl2pPr>
            <a:lvl3pPr marL="584432" indent="0">
              <a:buNone/>
              <a:defRPr sz="2000">
                <a:gradFill>
                  <a:gsLst>
                    <a:gs pos="43000">
                      <a:schemeClr val="tx1"/>
                    </a:gs>
                    <a:gs pos="61049">
                      <a:schemeClr val="tx1"/>
                    </a:gs>
                  </a:gsLst>
                  <a:lin ang="5400000" scaled="0"/>
                </a:gradFill>
                <a:latin typeface="Consolas"/>
                <a:cs typeface="Consolas"/>
              </a:defRPr>
            </a:lvl3pPr>
            <a:lvl4pPr marL="814319" indent="0">
              <a:buNone/>
              <a:defRPr sz="1800">
                <a:gradFill>
                  <a:gsLst>
                    <a:gs pos="43000">
                      <a:schemeClr val="tx1"/>
                    </a:gs>
                    <a:gs pos="61049">
                      <a:schemeClr val="tx1"/>
                    </a:gs>
                  </a:gsLst>
                  <a:lin ang="5400000" scaled="0"/>
                </a:gradFill>
                <a:latin typeface="Consolas"/>
                <a:cs typeface="Consolas"/>
              </a:defRPr>
            </a:lvl4pPr>
            <a:lvl5pPr marL="1050682" indent="0">
              <a:buNone/>
              <a:defRPr sz="1800">
                <a:gradFill>
                  <a:gsLst>
                    <a:gs pos="43000">
                      <a:schemeClr val="tx1"/>
                    </a:gs>
                    <a:gs pos="61049">
                      <a:schemeClr val="tx1"/>
                    </a:gs>
                  </a:gsLst>
                  <a:lin ang="5400000" scaled="0"/>
                </a:gradFill>
                <a:latin typeface="Consolas"/>
                <a:cs typeface="Consolas"/>
              </a:defRPr>
            </a:lvl5pPr>
          </a:lstStyle>
          <a:p>
            <a:pPr lvl="0">
              <a:defRPr/>
            </a:pPr>
            <a:r>
              <a:rPr lang="en-US"/>
              <a:t>Click to edit or paste code</a:t>
            </a:r>
            <a:endParaRPr/>
          </a:p>
        </p:txBody>
      </p:sp>
    </p:spTree>
    <p:extLst>
      <p:ext uri="{BB962C8B-B14F-4D97-AF65-F5344CB8AC3E}">
        <p14:creationId xmlns:p14="http://schemas.microsoft.com/office/powerpoint/2010/main" val="3836969311"/>
      </p:ext>
    </p:extLst>
  </p:cSld>
  <p:clrMapOvr>
    <a:overrideClrMapping bg1="lt1" tx1="dk1" bg2="lt2" tx2="dk2" accent1="accent1" accent2="accent2" accent3="accent3" accent4="accent4" accent5="accent5" accent6="accent6" hlink="hlink" folHlink="folHlink"/>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showMasterPhAnim="0" preserve="1" userDrawn="1">
  <p:cSld name="Resources">
    <p:bg>
      <p:bgPr>
        <a:solidFill>
          <a:srgbClr val="E8E6DF"/>
        </a:solidFill>
        <a:effectLst/>
      </p:bgPr>
    </p:bg>
    <p:spTree>
      <p:nvGrpSpPr>
        <p:cNvPr id="1" name=""/>
        <p:cNvGrpSpPr/>
        <p:nvPr/>
      </p:nvGrpSpPr>
      <p:grpSpPr bwMode="auto">
        <a:xfrm>
          <a:off x="0" y="0"/>
          <a:ext cx="0" cy="0"/>
          <a:chOff x="0" y="0"/>
          <a:chExt cx="0" cy="0"/>
        </a:xfrm>
      </p:grpSpPr>
      <p:sp>
        <p:nvSpPr>
          <p:cNvPr id="75311379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329443269" name="Text Placeholder 3"/>
          <p:cNvSpPr>
            <a:spLocks noGrp="1"/>
          </p:cNvSpPr>
          <p:nvPr>
            <p:ph type="body" sz="quarter" idx="15"/>
          </p:nvPr>
        </p:nvSpPr>
        <p:spPr bwMode="auto">
          <a:xfrm>
            <a:off x="586388" y="1591056"/>
            <a:ext cx="8193024" cy="541687"/>
          </a:xfrm>
          <a:prstGeom prst="rect">
            <a:avLst/>
          </a:prstGeom>
        </p:spPr>
        <p:txBody>
          <a:bodyPr wrap="square">
            <a:spAutoFit/>
          </a:bodyPr>
          <a:lstStyle>
            <a:lvl1pPr marL="0" indent="0">
              <a:buFont typeface="Arial"/>
              <a:buNone/>
              <a:defRPr>
                <a:solidFill>
                  <a:schemeClr val="tx1"/>
                </a:solidFill>
                <a:latin typeface="+mj-lt"/>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p:txBody>
      </p:sp>
      <p:sp>
        <p:nvSpPr>
          <p:cNvPr id="448852957" name="Text Placeholder 3"/>
          <p:cNvSpPr>
            <a:spLocks noGrp="1"/>
          </p:cNvSpPr>
          <p:nvPr>
            <p:ph type="body" sz="quarter" idx="19"/>
          </p:nvPr>
        </p:nvSpPr>
        <p:spPr bwMode="auto">
          <a:xfrm>
            <a:off x="586388" y="2081710"/>
            <a:ext cx="8193024" cy="1132618"/>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p:txBody>
      </p:sp>
      <p:sp>
        <p:nvSpPr>
          <p:cNvPr id="1139927582" name="Text Placeholder 3"/>
          <p:cNvSpPr>
            <a:spLocks noGrp="1"/>
          </p:cNvSpPr>
          <p:nvPr>
            <p:ph type="body" sz="quarter" idx="20"/>
          </p:nvPr>
        </p:nvSpPr>
        <p:spPr bwMode="auto">
          <a:xfrm>
            <a:off x="586388" y="3587124"/>
            <a:ext cx="8193024" cy="541687"/>
          </a:xfrm>
          <a:prstGeom prst="rect">
            <a:avLst/>
          </a:prstGeom>
        </p:spPr>
        <p:txBody>
          <a:bodyPr wrap="square">
            <a:spAutoFit/>
          </a:bodyPr>
          <a:lstStyle>
            <a:lvl1pPr marL="0" indent="0">
              <a:buFont typeface="Arial"/>
              <a:buNone/>
              <a:defRPr>
                <a:solidFill>
                  <a:schemeClr val="tx1"/>
                </a:solidFill>
                <a:latin typeface="+mj-lt"/>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p:txBody>
      </p:sp>
      <p:sp>
        <p:nvSpPr>
          <p:cNvPr id="1698995923" name="Text Placeholder 3"/>
          <p:cNvSpPr>
            <a:spLocks noGrp="1"/>
          </p:cNvSpPr>
          <p:nvPr>
            <p:ph type="body" sz="quarter" idx="21"/>
          </p:nvPr>
        </p:nvSpPr>
        <p:spPr bwMode="auto">
          <a:xfrm>
            <a:off x="586388" y="4077778"/>
            <a:ext cx="8193024" cy="1132618"/>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p:txBody>
      </p:sp>
      <p:sp>
        <p:nvSpPr>
          <p:cNvPr id="18973446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608717930"/>
      </p:ext>
    </p:extLst>
  </p:cSld>
  <p:clrMapOvr>
    <a:overrideClrMapping bg1="lt1" tx1="dk1" bg2="lt2" tx2="dk2" accent1="accent1" accent2="accent2" accent3="accent3" accent4="accent4" accent5="accent5" accent6="accent6" hlink="hlink" folHlink="folHlink"/>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showMasterPhAnim="0" preserve="1" userDrawn="1">
  <p:cSld name="Closing slide_with Logo">
    <p:bg>
      <p:bgPr>
        <a:solidFill>
          <a:srgbClr val="E8E6DF"/>
        </a:solidFill>
        <a:effectLst/>
      </p:bgPr>
    </p:bg>
    <p:spTree>
      <p:nvGrpSpPr>
        <p:cNvPr id="1" name=""/>
        <p:cNvGrpSpPr/>
        <p:nvPr/>
      </p:nvGrpSpPr>
      <p:grpSpPr bwMode="auto">
        <a:xfrm>
          <a:off x="0" y="0"/>
          <a:ext cx="0" cy="0"/>
          <a:chOff x="0" y="0"/>
          <a:chExt cx="0" cy="0"/>
        </a:xfrm>
      </p:grpSpPr>
      <p:pic>
        <p:nvPicPr>
          <p:cNvPr id="1415026305" name="MS logo gray - EMF"/>
          <p:cNvPicPr>
            <a:picLocks noChangeAspect="1"/>
          </p:cNvPicPr>
          <p:nvPr userDrawn="1"/>
        </p:nvPicPr>
        <p:blipFill rotWithShape="1">
          <a:blip r:embed="rId2"/>
          <a:stretch/>
        </p:blipFill>
        <p:spPr bwMode="black">
          <a:xfrm>
            <a:off x="584200" y="585788"/>
            <a:ext cx="1366440" cy="292608"/>
          </a:xfrm>
          <a:prstGeom prst="rect">
            <a:avLst/>
          </a:prstGeom>
        </p:spPr>
      </p:pic>
      <p:sp>
        <p:nvSpPr>
          <p:cNvPr id="129579061" name="Title 1"/>
          <p:cNvSpPr>
            <a:spLocks noGrp="1"/>
          </p:cNvSpPr>
          <p:nvPr>
            <p:ph type="title" hasCustomPrompt="1"/>
          </p:nvPr>
        </p:nvSpPr>
        <p:spPr bwMode="auto">
          <a:xfrm>
            <a:off x="588262" y="-612577"/>
            <a:ext cx="8193024" cy="307777"/>
          </a:xfrm>
        </p:spPr>
        <p:txBody>
          <a:bodyPr/>
          <a:lstStyle>
            <a:lvl1pPr>
              <a:defRPr sz="2000" b="0" i="0">
                <a:solidFill>
                  <a:srgbClr val="001F2D"/>
                </a:solidFill>
                <a:latin typeface="+mj-lt"/>
                <a:cs typeface="Segoe UI Semibold"/>
              </a:defRPr>
            </a:lvl1pPr>
          </a:lstStyle>
          <a:p>
            <a:pPr>
              <a:defRPr/>
            </a:pPr>
            <a:r>
              <a:rPr lang="en-US"/>
              <a:t>Final slide with logo</a:t>
            </a:r>
            <a:endParaRPr/>
          </a:p>
        </p:txBody>
      </p:sp>
      <p:sp>
        <p:nvSpPr>
          <p:cNvPr id="97625985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026224901"/>
      </p:ext>
    </p:extLst>
  </p:cSld>
  <p:clrMapOvr>
    <a:overrideClrMapping bg1="lt1" tx1="dk1" bg2="lt2" tx2="dk2" accent1="accent1" accent2="accent2" accent3="accent3" accent4="accent4" accent5="accent5" accent6="accent6" hlink="hlink" folHlink="folHlink"/>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showMasterPhAnim="0" preserve="1" userDrawn="1">
  <p:cSld name="2_Closing slide_with Logo">
    <p:bg>
      <p:bgPr>
        <a:solidFill>
          <a:srgbClr val="E8E6DF"/>
        </a:solidFill>
        <a:effectLst/>
      </p:bgPr>
    </p:bg>
    <p:spTree>
      <p:nvGrpSpPr>
        <p:cNvPr id="1" name=""/>
        <p:cNvGrpSpPr/>
        <p:nvPr/>
      </p:nvGrpSpPr>
      <p:grpSpPr bwMode="auto">
        <a:xfrm>
          <a:off x="0" y="0"/>
          <a:ext cx="0" cy="0"/>
          <a:chOff x="0" y="0"/>
          <a:chExt cx="0" cy="0"/>
        </a:xfrm>
      </p:grpSpPr>
      <p:pic>
        <p:nvPicPr>
          <p:cNvPr id="2146985745" name="MS logo gray - EMF"/>
          <p:cNvPicPr>
            <a:picLocks noChangeAspect="1"/>
          </p:cNvPicPr>
          <p:nvPr userDrawn="1"/>
        </p:nvPicPr>
        <p:blipFill rotWithShape="1">
          <a:blip r:embed="rId2"/>
          <a:stretch/>
        </p:blipFill>
        <p:spPr bwMode="black">
          <a:xfrm>
            <a:off x="584200" y="585788"/>
            <a:ext cx="1366440" cy="292608"/>
          </a:xfrm>
          <a:prstGeom prst="rect">
            <a:avLst/>
          </a:prstGeom>
        </p:spPr>
      </p:pic>
      <p:sp>
        <p:nvSpPr>
          <p:cNvPr id="602443947" name="Title 1"/>
          <p:cNvSpPr>
            <a:spLocks noGrp="1"/>
          </p:cNvSpPr>
          <p:nvPr>
            <p:ph type="title" hasCustomPrompt="1"/>
          </p:nvPr>
        </p:nvSpPr>
        <p:spPr bwMode="auto">
          <a:xfrm>
            <a:off x="588262" y="-616043"/>
            <a:ext cx="8193024" cy="307777"/>
          </a:xfrm>
        </p:spPr>
        <p:txBody>
          <a:bodyPr/>
          <a:lstStyle>
            <a:lvl1pPr>
              <a:defRPr sz="2000" b="0" i="0">
                <a:solidFill>
                  <a:srgbClr val="001F2D"/>
                </a:solidFill>
                <a:latin typeface="+mj-lt"/>
                <a:cs typeface="Segoe UI Semibold"/>
              </a:defRPr>
            </a:lvl1pPr>
          </a:lstStyle>
          <a:p>
            <a:pPr>
              <a:defRPr/>
            </a:pPr>
            <a:r>
              <a:rPr lang="en-US"/>
              <a:t>Final slide with logo</a:t>
            </a:r>
            <a:endParaRPr/>
          </a:p>
        </p:txBody>
      </p:sp>
      <p:sp>
        <p:nvSpPr>
          <p:cNvPr id="1414692127" name="Text Placeholder 4"/>
          <p:cNvSpPr>
            <a:spLocks noGrp="1"/>
          </p:cNvSpPr>
          <p:nvPr>
            <p:ph type="body" sz="quarter" idx="12" hasCustomPrompt="1"/>
          </p:nvPr>
        </p:nvSpPr>
        <p:spPr bwMode="auto">
          <a:xfrm>
            <a:off x="585216" y="2080227"/>
            <a:ext cx="3361943" cy="553998"/>
          </a:xfrm>
          <a:prstGeom prst="rect">
            <a:avLst/>
          </a:prstGeom>
          <a:noFill/>
        </p:spPr>
        <p:txBody>
          <a:bodyPr wrap="square" lIns="0" tIns="0" rIns="0" bIns="0">
            <a:spAutoFit/>
          </a:bodyPr>
          <a:lstStyle>
            <a:lvl1pPr marL="0" indent="0" algn="l" defTabSz="457200" rtl="0">
              <a:lnSpc>
                <a:spcPct val="100000"/>
              </a:lnSpc>
              <a:spcBef>
                <a:spcPts val="0"/>
              </a:spcBef>
              <a:spcAft>
                <a:spcPts val="0"/>
              </a:spcAft>
              <a:buFont typeface="Arial"/>
              <a:buNone/>
              <a:defRPr lang="en-US" sz="3600" b="0" cap="none" spc="-50">
                <a:ln w="3175">
                  <a:noFill/>
                </a:ln>
                <a:solidFill>
                  <a:schemeClr val="accent3"/>
                </a:solidFill>
                <a:latin typeface="+mj-lt"/>
                <a:ea typeface="+mn-ea"/>
                <a:cs typeface="Segoe UI"/>
              </a:defRPr>
            </a:lvl1pPr>
          </a:lstStyle>
          <a:p>
            <a:pPr lvl="0">
              <a:defRPr/>
            </a:pPr>
            <a:r>
              <a:rPr lang="en-US"/>
              <a:t>Thank you.</a:t>
            </a:r>
            <a:endParaRPr/>
          </a:p>
        </p:txBody>
      </p:sp>
      <p:sp>
        <p:nvSpPr>
          <p:cNvPr id="1323861003" name="Text Placeholder 8"/>
          <p:cNvSpPr>
            <a:spLocks noGrp="1"/>
          </p:cNvSpPr>
          <p:nvPr>
            <p:ph type="body" sz="quarter" idx="13"/>
          </p:nvPr>
        </p:nvSpPr>
        <p:spPr bwMode="auto">
          <a:xfrm>
            <a:off x="4485640" y="2276475"/>
            <a:ext cx="7114222" cy="1689098"/>
          </a:xfrm>
        </p:spPr>
        <p:txBody>
          <a:bodyPr/>
          <a:lstStyle>
            <a:lvl1pPr marL="0" indent="0" algn="l" defTabSz="457200" rtl="0">
              <a:lnSpc>
                <a:spcPct val="100000"/>
              </a:lnSpc>
              <a:spcBef>
                <a:spcPts val="0"/>
              </a:spcBef>
              <a:buNone/>
              <a:defRPr lang="en-US" sz="2000" b="0" cap="none" spc="-50">
                <a:ln w="3175">
                  <a:noFill/>
                </a:ln>
                <a:solidFill>
                  <a:schemeClr val="tx1"/>
                </a:solidFill>
                <a:latin typeface="+mn-lt"/>
                <a:ea typeface="+mn-ea"/>
                <a:cs typeface="Segoe UI"/>
              </a:defRPr>
            </a:lvl1pPr>
            <a:lvl2pPr marL="155448" indent="0">
              <a:buNone/>
              <a:defRPr lang="en-US" sz="2000" b="0" cap="none" spc="-50">
                <a:ln w="3175">
                  <a:noFill/>
                </a:ln>
                <a:solidFill>
                  <a:schemeClr val="bg1"/>
                </a:solidFill>
                <a:latin typeface="+mn-lt"/>
                <a:ea typeface="+mn-ea"/>
                <a:cs typeface="Segoe UI"/>
              </a:defRPr>
            </a:lvl2pPr>
            <a:lvl3pPr marL="265176" indent="0">
              <a:buNone/>
              <a:defRPr/>
            </a:lvl3pPr>
            <a:lvl4pPr marL="661988" indent="0">
              <a:buNone/>
              <a:defRPr/>
            </a:lvl4pPr>
            <a:lvl5pPr marL="855663" indent="0">
              <a:buNone/>
              <a:defRPr/>
            </a:lvl5pPr>
          </a:lstStyle>
          <a:p>
            <a:pPr lvl="0">
              <a:defRPr/>
            </a:pPr>
            <a:r>
              <a:rPr lang="en-US"/>
              <a:t>Click to edit Master text styles</a:t>
            </a:r>
            <a:endParaRPr/>
          </a:p>
        </p:txBody>
      </p:sp>
      <p:sp>
        <p:nvSpPr>
          <p:cNvPr id="36884694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926695831"/>
      </p:ext>
    </p:extLst>
  </p:cSld>
  <p:clrMapOvr>
    <a:overrideClrMapping bg1="lt1" tx1="dk1" bg2="lt2" tx2="dk2" accent1="accent1" accent2="accent2" accent3="accent3" accent4="accent4" accent5="accent5" accent6="accent6" hlink="hlink" folHlink="folHlink"/>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showMasterPhAnim="0" userDrawn="1">
  <p:cSld name="Title_Gradient_Dark Blue">
    <p:bg>
      <p:bgPr>
        <a:solidFill>
          <a:schemeClr val="bg2"/>
        </a:solidFill>
        <a:effectLst/>
      </p:bgPr>
    </p:bg>
    <p:spTree>
      <p:nvGrpSpPr>
        <p:cNvPr id="1" name=""/>
        <p:cNvGrpSpPr/>
        <p:nvPr/>
      </p:nvGrpSpPr>
      <p:grpSpPr bwMode="auto">
        <a:xfrm>
          <a:off x="0" y="0"/>
          <a:ext cx="0" cy="0"/>
          <a:chOff x="0" y="0"/>
          <a:chExt cx="0" cy="0"/>
        </a:xfrm>
      </p:grpSpPr>
      <p:pic>
        <p:nvPicPr>
          <p:cNvPr id="135709574" name="Picture 6" descr="Background pattern&#10;&#10;Description automatically generated"/>
          <p:cNvPicPr>
            <a:picLocks noChangeAspect="1"/>
          </p:cNvPicPr>
          <p:nvPr userDrawn="1"/>
        </p:nvPicPr>
        <p:blipFill rotWithShape="1">
          <a:blip r:embed="rId2"/>
          <a:stretch/>
        </p:blipFill>
        <p:spPr bwMode="auto">
          <a:xfrm>
            <a:off x="0" y="0"/>
            <a:ext cx="12188952" cy="6856285"/>
          </a:xfrm>
          <a:prstGeom prst="rect">
            <a:avLst/>
          </a:prstGeom>
        </p:spPr>
      </p:pic>
      <p:pic>
        <p:nvPicPr>
          <p:cNvPr id="933250100" name="MS logo white - EMF"/>
          <p:cNvPicPr>
            <a:picLocks noChangeAspect="1"/>
          </p:cNvPicPr>
          <p:nvPr userDrawn="1"/>
        </p:nvPicPr>
        <p:blipFill rotWithShape="1">
          <a:blip r:embed="rId3"/>
          <a:stretch/>
        </p:blipFill>
        <p:spPr bwMode="white">
          <a:xfrm>
            <a:off x="584200" y="585788"/>
            <a:ext cx="1366245" cy="292608"/>
          </a:xfrm>
          <a:prstGeom prst="rect">
            <a:avLst/>
          </a:prstGeom>
        </p:spPr>
      </p:pic>
      <p:sp>
        <p:nvSpPr>
          <p:cNvPr id="1275421149" name="Title 1"/>
          <p:cNvSpPr>
            <a:spLocks noGrp="1"/>
          </p:cNvSpPr>
          <p:nvPr>
            <p:ph type="title" hasCustomPrompt="1"/>
          </p:nvPr>
        </p:nvSpPr>
        <p:spPr bwMode="white">
          <a:xfrm>
            <a:off x="569911" y="2769057"/>
            <a:ext cx="8193024" cy="1231106"/>
          </a:xfrm>
          <a:prstGeom prst="rect">
            <a:avLst/>
          </a:prstGeom>
          <a:noFill/>
        </p:spPr>
        <p:txBody>
          <a:bodyPr wrap="square" lIns="0" tIns="0" rIns="0" bIns="0" anchor="b" anchorCtr="0">
            <a:spAutoFit/>
          </a:bodyPr>
          <a:lstStyle>
            <a:lvl1pPr>
              <a:defRPr sz="4000" b="0" i="0" spc="-50">
                <a:solidFill>
                  <a:schemeClr val="bg1"/>
                </a:solidFill>
                <a:latin typeface="+mn-lt"/>
                <a:cs typeface="Segoe UI"/>
              </a:defRPr>
            </a:lvl1pPr>
          </a:lstStyle>
          <a:p>
            <a:pPr>
              <a:defRPr/>
            </a:pPr>
            <a:r>
              <a:rPr lang="en-US"/>
              <a:t>Event name or </a:t>
            </a:r>
            <a:br>
              <a:rPr lang="en-US"/>
            </a:br>
            <a:r>
              <a:rPr lang="en-US"/>
              <a:t>presentation title</a:t>
            </a:r>
            <a:endParaRPr/>
          </a:p>
        </p:txBody>
      </p:sp>
      <p:sp>
        <p:nvSpPr>
          <p:cNvPr id="863777978" name="Text Placeholder 4"/>
          <p:cNvSpPr>
            <a:spLocks noGrp="1"/>
          </p:cNvSpPr>
          <p:nvPr>
            <p:ph type="body" sz="quarter" idx="12" hasCustomPrompt="1"/>
          </p:nvPr>
        </p:nvSpPr>
        <p:spPr bwMode="white">
          <a:xfrm>
            <a:off x="582042" y="4215827"/>
            <a:ext cx="8193024" cy="246221"/>
          </a:xfrm>
          <a:prstGeom prst="rect">
            <a:avLst/>
          </a:prstGeom>
          <a:noFill/>
        </p:spPr>
        <p:txBody>
          <a:bodyPr wrap="square" lIns="0" tIns="0" rIns="0" bIns="0">
            <a:spAutoFit/>
          </a:bodyPr>
          <a:lstStyle>
            <a:lvl1pPr marL="0" indent="0">
              <a:spcBef>
                <a:spcPts val="0"/>
              </a:spcBef>
              <a:buNone/>
              <a:defRPr sz="1600" spc="0">
                <a:solidFill>
                  <a:schemeClr val="bg1"/>
                </a:solidFill>
                <a:latin typeface="+mn-lt"/>
                <a:cs typeface="Segoe UI"/>
              </a:defRPr>
            </a:lvl1pPr>
          </a:lstStyle>
          <a:p>
            <a:pPr lvl="0">
              <a:defRPr/>
            </a:pPr>
            <a:r>
              <a:rPr lang="en-US"/>
              <a:t>Speaker name or subtitle</a:t>
            </a:r>
            <a:endParaRPr/>
          </a:p>
        </p:txBody>
      </p:sp>
      <p:sp>
        <p:nvSpPr>
          <p:cNvPr id="14824602" name="Text Placeholder 4"/>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ts val="0"/>
              </a:spcBef>
              <a:buNone/>
              <a:defRPr sz="1000" spc="0">
                <a:solidFill>
                  <a:schemeClr val="bg1"/>
                </a:solidFill>
                <a:latin typeface="+mn-lt"/>
                <a:cs typeface="Segoe UI"/>
              </a:defRPr>
            </a:lvl1pPr>
          </a:lstStyle>
          <a:p>
            <a:pPr lvl="0">
              <a:defRPr/>
            </a:pPr>
            <a:r>
              <a:rPr lang="en-US"/>
              <a:t>Date</a:t>
            </a:r>
            <a:endParaRPr/>
          </a:p>
        </p:txBody>
      </p:sp>
      <p:sp>
        <p:nvSpPr>
          <p:cNvPr id="1663759368" name="Text Placeholder 4"/>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ts val="0"/>
              </a:spcBef>
              <a:buNone/>
              <a:defRPr sz="1000" spc="0">
                <a:solidFill>
                  <a:schemeClr val="bg1"/>
                </a:solidFill>
                <a:latin typeface="+mn-lt"/>
                <a:cs typeface="Segoe UI"/>
              </a:defRPr>
            </a:lvl1pPr>
          </a:lstStyle>
          <a:p>
            <a:pPr lvl="0">
              <a:defRPr/>
            </a:pPr>
            <a:r>
              <a:rPr lang="en-US"/>
              <a:t>Microsoft confidential</a:t>
            </a:r>
            <a:endParaRPr/>
          </a:p>
        </p:txBody>
      </p:sp>
    </p:spTree>
    <p:extLst>
      <p:ext uri="{BB962C8B-B14F-4D97-AF65-F5344CB8AC3E}">
        <p14:creationId xmlns:p14="http://schemas.microsoft.com/office/powerpoint/2010/main" val="1967029876"/>
      </p:ext>
    </p:extLst>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showMasterPhAnim="0" userDrawn="1">
  <p:cSld name="Small title - half page">
    <p:spTree>
      <p:nvGrpSpPr>
        <p:cNvPr id="1" name=""/>
        <p:cNvGrpSpPr/>
        <p:nvPr/>
      </p:nvGrpSpPr>
      <p:grpSpPr bwMode="auto">
        <a:xfrm>
          <a:off x="0" y="0"/>
          <a:ext cx="0" cy="0"/>
          <a:chOff x="0" y="0"/>
          <a:chExt cx="0" cy="0"/>
        </a:xfrm>
      </p:grpSpPr>
      <p:sp>
        <p:nvSpPr>
          <p:cNvPr id="856669171" name="Title 2"/>
          <p:cNvSpPr>
            <a:spLocks noGrp="1"/>
          </p:cNvSpPr>
          <p:nvPr>
            <p:ph type="title" hasCustomPrompt="1"/>
          </p:nvPr>
        </p:nvSpPr>
        <p:spPr bwMode="auto">
          <a:xfrm>
            <a:off x="584200" y="457200"/>
            <a:ext cx="5508419" cy="372410"/>
          </a:xfrm>
        </p:spPr>
        <p:txBody>
          <a:bodyPr tIns="64008"/>
          <a:lstStyle>
            <a:lvl1pPr>
              <a:defRPr sz="2000" spc="0">
                <a:latin typeface="+mj-lt"/>
                <a:cs typeface="Segoe UI"/>
              </a:defRPr>
            </a:lvl1pPr>
          </a:lstStyle>
          <a:p>
            <a:pPr>
              <a:defRPr/>
            </a:pPr>
            <a:r>
              <a:rPr lang="en-US"/>
              <a:t>Click to edit title style</a:t>
            </a:r>
            <a:endParaRPr/>
          </a:p>
        </p:txBody>
      </p:sp>
      <p:sp>
        <p:nvSpPr>
          <p:cNvPr id="1424257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185790041"/>
      </p:ext>
    </p:extLst>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showMasterPhAnim="0" userDrawn="1">
  <p:cSld name="Blank">
    <p:spTree>
      <p:nvGrpSpPr>
        <p:cNvPr id="1" name=""/>
        <p:cNvGrpSpPr/>
        <p:nvPr/>
      </p:nvGrpSpPr>
      <p:grpSpPr bwMode="auto">
        <a:xfrm>
          <a:off x="0" y="0"/>
          <a:ext cx="0" cy="0"/>
          <a:chOff x="0" y="0"/>
          <a:chExt cx="0" cy="0"/>
        </a:xfrm>
      </p:grpSpPr>
      <p:sp>
        <p:nvSpPr>
          <p:cNvPr id="3343672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538683296"/>
      </p:ext>
    </p:extLst>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showMasterPhAnim="0" userDrawn="1">
  <p:cSld name="LearningPath2_WmGray">
    <p:bg>
      <p:bgPr>
        <a:blipFill rotWithShape="1">
          <a:blip r:embed="rId2">
            <a:lum/>
          </a:blip>
          <a:stretch/>
        </a:blipFill>
        <a:effectLst/>
      </p:bgPr>
    </p:bg>
    <p:spTree>
      <p:nvGrpSpPr>
        <p:cNvPr id="1" name=""/>
        <p:cNvGrpSpPr/>
        <p:nvPr/>
      </p:nvGrpSpPr>
      <p:grpSpPr bwMode="auto">
        <a:xfrm>
          <a:off x="0" y="0"/>
          <a:ext cx="0" cy="0"/>
          <a:chOff x="0" y="0"/>
          <a:chExt cx="0" cy="0"/>
        </a:xfrm>
      </p:grpSpPr>
      <p:sp>
        <p:nvSpPr>
          <p:cNvPr id="22250479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44922653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884302672"/>
      </p:ext>
    </p:extLst>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showMasterPhAnim="0" userDrawn="1">
  <p:cSld name="Text option_3 rows">
    <p:spTree>
      <p:nvGrpSpPr>
        <p:cNvPr id="1" name=""/>
        <p:cNvGrpSpPr/>
        <p:nvPr/>
      </p:nvGrpSpPr>
      <p:grpSpPr bwMode="auto">
        <a:xfrm>
          <a:off x="0" y="0"/>
          <a:ext cx="0" cy="0"/>
          <a:chOff x="0" y="0"/>
          <a:chExt cx="0" cy="0"/>
        </a:xfrm>
      </p:grpSpPr>
      <p:sp>
        <p:nvSpPr>
          <p:cNvPr id="72041455" name="Text Placeholder 4"/>
          <p:cNvSpPr>
            <a:spLocks noGrp="1"/>
          </p:cNvSpPr>
          <p:nvPr>
            <p:ph type="body" sz="quarter" idx="11" hasCustomPrompt="1"/>
          </p:nvPr>
        </p:nvSpPr>
        <p:spPr bwMode="auto">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1450390617" name="Text Placeholder 4"/>
          <p:cNvSpPr>
            <a:spLocks noGrp="1"/>
          </p:cNvSpPr>
          <p:nvPr>
            <p:ph type="body" sz="quarter" idx="15" hasCustomPrompt="1"/>
          </p:nvPr>
        </p:nvSpPr>
        <p:spPr bwMode="auto">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2011436481" name="Text Placeholder 4"/>
          <p:cNvSpPr>
            <a:spLocks noGrp="1"/>
          </p:cNvSpPr>
          <p:nvPr>
            <p:ph type="body" sz="quarter" idx="17" hasCustomPrompt="1"/>
          </p:nvPr>
        </p:nvSpPr>
        <p:spPr bwMode="auto">
          <a:xfrm>
            <a:off x="1389460" y="3545276"/>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88838833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24786756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cxnSp>
        <p:nvCxnSpPr>
          <p:cNvPr id="25113792" name="Straight Connector 6"/>
          <p:cNvCxnSpPr/>
          <p:nvPr userDrawn="1"/>
        </p:nvCxnSpPr>
        <p:spPr bwMode="auto">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743625917" name="Straight Connector 7"/>
          <p:cNvCxnSpPr/>
          <p:nvPr userDrawn="1"/>
        </p:nvCxnSpPr>
        <p:spPr bwMode="auto">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5182265"/>
      </p:ext>
    </p:extLst>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showMasterPhAnim="0" userDrawn="1">
  <p:cSld name="Text option_4 rows">
    <p:spTree>
      <p:nvGrpSpPr>
        <p:cNvPr id="1" name=""/>
        <p:cNvGrpSpPr/>
        <p:nvPr/>
      </p:nvGrpSpPr>
      <p:grpSpPr bwMode="auto">
        <a:xfrm>
          <a:off x="0" y="0"/>
          <a:ext cx="0" cy="0"/>
          <a:chOff x="0" y="0"/>
          <a:chExt cx="0" cy="0"/>
        </a:xfrm>
      </p:grpSpPr>
      <p:sp>
        <p:nvSpPr>
          <p:cNvPr id="785947505" name="Text Placeholder 4"/>
          <p:cNvSpPr>
            <a:spLocks noGrp="1"/>
          </p:cNvSpPr>
          <p:nvPr>
            <p:ph type="body" sz="quarter" idx="11" hasCustomPrompt="1"/>
          </p:nvPr>
        </p:nvSpPr>
        <p:spPr bwMode="auto">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1549829688" name="Straight Connector 19"/>
          <p:cNvCxnSpPr/>
          <p:nvPr userDrawn="1"/>
        </p:nvCxnSpPr>
        <p:spPr bwMode="auto">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595134592" name="Text Placeholder 4"/>
          <p:cNvSpPr>
            <a:spLocks noGrp="1"/>
          </p:cNvSpPr>
          <p:nvPr>
            <p:ph type="body" sz="quarter" idx="15" hasCustomPrompt="1"/>
          </p:nvPr>
        </p:nvSpPr>
        <p:spPr bwMode="auto">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1477426057" name="Straight Connector 20"/>
          <p:cNvCxnSpPr/>
          <p:nvPr userDrawn="1"/>
        </p:nvCxnSpPr>
        <p:spPr bwMode="auto">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547297944" name="Text Placeholder 4"/>
          <p:cNvSpPr>
            <a:spLocks noGrp="1"/>
          </p:cNvSpPr>
          <p:nvPr>
            <p:ph type="body" sz="quarter" idx="17" hasCustomPrompt="1"/>
          </p:nvPr>
        </p:nvSpPr>
        <p:spPr bwMode="auto">
          <a:xfrm>
            <a:off x="1389460" y="3545276"/>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1986450664" name="Straight Connector 21"/>
          <p:cNvCxnSpPr/>
          <p:nvPr userDrawn="1"/>
        </p:nvCxnSpPr>
        <p:spPr bwMode="auto">
          <a:xfrm>
            <a:off x="1389695" y="445894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175992116" name="Text Placeholder 4"/>
          <p:cNvSpPr>
            <a:spLocks noGrp="1"/>
          </p:cNvSpPr>
          <p:nvPr>
            <p:ph type="body" sz="quarter" idx="19" hasCustomPrompt="1"/>
          </p:nvPr>
        </p:nvSpPr>
        <p:spPr bwMode="auto">
          <a:xfrm>
            <a:off x="1389460" y="4591438"/>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59958594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73338319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Tree>
    <p:extLst>
      <p:ext uri="{BB962C8B-B14F-4D97-AF65-F5344CB8AC3E}">
        <p14:creationId xmlns:p14="http://schemas.microsoft.com/office/powerpoint/2010/main" val="1895935512"/>
      </p:ext>
    </p:extLst>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showMasterPhAnim="0" userDrawn="1">
  <p:cSld name="Text option_5 rows">
    <p:spTree>
      <p:nvGrpSpPr>
        <p:cNvPr id="1" name=""/>
        <p:cNvGrpSpPr/>
        <p:nvPr/>
      </p:nvGrpSpPr>
      <p:grpSpPr bwMode="auto">
        <a:xfrm>
          <a:off x="0" y="0"/>
          <a:ext cx="0" cy="0"/>
          <a:chOff x="0" y="0"/>
          <a:chExt cx="0" cy="0"/>
        </a:xfrm>
      </p:grpSpPr>
      <p:sp>
        <p:nvSpPr>
          <p:cNvPr id="1867895625" name="Text Placeholder 4"/>
          <p:cNvSpPr>
            <a:spLocks noGrp="1"/>
          </p:cNvSpPr>
          <p:nvPr>
            <p:ph type="body" sz="quarter" idx="11" hasCustomPrompt="1"/>
          </p:nvPr>
        </p:nvSpPr>
        <p:spPr bwMode="auto">
          <a:xfrm>
            <a:off x="1389460" y="1456896"/>
            <a:ext cx="10210404" cy="64562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596104848" name="Straight Connector 14"/>
          <p:cNvCxnSpPr/>
          <p:nvPr userDrawn="1"/>
        </p:nvCxnSpPr>
        <p:spPr bwMode="auto">
          <a:xfrm>
            <a:off x="1389695" y="2205973"/>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397465501" name="Text Placeholder 4"/>
          <p:cNvSpPr>
            <a:spLocks noGrp="1"/>
          </p:cNvSpPr>
          <p:nvPr>
            <p:ph type="body" sz="quarter" idx="15" hasCustomPrompt="1"/>
          </p:nvPr>
        </p:nvSpPr>
        <p:spPr bwMode="auto">
          <a:xfrm>
            <a:off x="1389460" y="2309426"/>
            <a:ext cx="10210404" cy="64890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1156509702" name="Straight Connector 16"/>
          <p:cNvCxnSpPr/>
          <p:nvPr userDrawn="1"/>
        </p:nvCxnSpPr>
        <p:spPr bwMode="auto">
          <a:xfrm>
            <a:off x="1389695" y="306177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899041702" name="Text Placeholder 4"/>
          <p:cNvSpPr>
            <a:spLocks noGrp="1"/>
          </p:cNvSpPr>
          <p:nvPr>
            <p:ph type="body" sz="quarter" idx="17" hasCustomPrompt="1"/>
          </p:nvPr>
        </p:nvSpPr>
        <p:spPr bwMode="auto">
          <a:xfrm>
            <a:off x="1389460" y="3165232"/>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2097047736" name="Straight Connector 18"/>
          <p:cNvCxnSpPr/>
          <p:nvPr userDrawn="1"/>
        </p:nvCxnSpPr>
        <p:spPr bwMode="auto">
          <a:xfrm>
            <a:off x="1389695" y="391758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359904553" name="Text Placeholder 4"/>
          <p:cNvSpPr>
            <a:spLocks noGrp="1"/>
          </p:cNvSpPr>
          <p:nvPr>
            <p:ph type="body" sz="quarter" idx="19" hasCustomPrompt="1"/>
          </p:nvPr>
        </p:nvSpPr>
        <p:spPr bwMode="auto">
          <a:xfrm>
            <a:off x="1389460" y="4021038"/>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680196168" name="Straight Connector 10"/>
          <p:cNvCxnSpPr/>
          <p:nvPr userDrawn="1"/>
        </p:nvCxnSpPr>
        <p:spPr bwMode="auto">
          <a:xfrm>
            <a:off x="1389695" y="4773391"/>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191850520" name="Text Placeholder 4"/>
          <p:cNvSpPr>
            <a:spLocks noGrp="1"/>
          </p:cNvSpPr>
          <p:nvPr>
            <p:ph type="body" sz="quarter" idx="21" hasCustomPrompt="1"/>
          </p:nvPr>
        </p:nvSpPr>
        <p:spPr bwMode="auto">
          <a:xfrm>
            <a:off x="1389460" y="4876845"/>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sp>
        <p:nvSpPr>
          <p:cNvPr id="184613567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206892481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Tree>
    <p:extLst>
      <p:ext uri="{BB962C8B-B14F-4D97-AF65-F5344CB8AC3E}">
        <p14:creationId xmlns:p14="http://schemas.microsoft.com/office/powerpoint/2010/main" val="2828949226"/>
      </p:ext>
    </p:extLst>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showMasterPhAnim="0" userDrawn="1">
  <p:cSld name="1_Knowledge Check">
    <p:spTree>
      <p:nvGrpSpPr>
        <p:cNvPr id="1" name=""/>
        <p:cNvGrpSpPr/>
        <p:nvPr/>
      </p:nvGrpSpPr>
      <p:grpSpPr bwMode="auto">
        <a:xfrm>
          <a:off x="0" y="0"/>
          <a:ext cx="0" cy="0"/>
          <a:chOff x="0" y="0"/>
          <a:chExt cx="0" cy="0"/>
        </a:xfrm>
      </p:grpSpPr>
      <p:sp>
        <p:nvSpPr>
          <p:cNvPr id="1259900804" name="Rounded Rectangle 3_1"/>
          <p:cNvSpPr/>
          <p:nvPr userDrawn="1"/>
        </p:nvSpPr>
        <p:spPr bwMode="auto">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ts val="0"/>
              </a:spcBef>
              <a:spcAft>
                <a:spcPts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776502610" name="Title 1"/>
          <p:cNvSpPr>
            <a:spLocks noGrp="1"/>
          </p:cNvSpPr>
          <p:nvPr>
            <p:ph type="title"/>
          </p:nvPr>
        </p:nvSpPr>
        <p:spPr bwMode="auto">
          <a:xfrm>
            <a:off x="588262" y="585216"/>
            <a:ext cx="8193024" cy="369332"/>
          </a:xfrm>
        </p:spPr>
        <p:txBody>
          <a:bodyPr/>
          <a:lstStyle>
            <a:lvl1pPr>
              <a:defRPr sz="2400" b="0" i="0">
                <a:solidFill>
                  <a:schemeClr val="tx1"/>
                </a:solidFill>
                <a:latin typeface="+mj-lt"/>
                <a:cs typeface="Segoe UI Semibold"/>
              </a:defRPr>
            </a:lvl1pPr>
          </a:lstStyle>
          <a:p>
            <a:pPr>
              <a:defRPr/>
            </a:pPr>
            <a:r>
              <a:rPr lang="en-US"/>
              <a:t>Click to edit Master title style</a:t>
            </a:r>
            <a:endParaRPr/>
          </a:p>
        </p:txBody>
      </p:sp>
      <p:sp>
        <p:nvSpPr>
          <p:cNvPr id="94576732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714230831" name="Text Placeholder 11"/>
          <p:cNvSpPr>
            <a:spLocks noGrp="1"/>
          </p:cNvSpPr>
          <p:nvPr>
            <p:ph type="body" sz="quarter" idx="17"/>
          </p:nvPr>
        </p:nvSpPr>
        <p:spPr bwMode="auto">
          <a:xfrm>
            <a:off x="1235075" y="1594151"/>
            <a:ext cx="8778782" cy="399973"/>
          </a:xfrm>
          <a:prstGeom prst="rect">
            <a:avLst/>
          </a:prstGeom>
        </p:spPr>
        <p:txBody>
          <a:bodyPr anchor="t"/>
          <a:lstStyle>
            <a:lvl1pPr marL="0" indent="0">
              <a:spcBef>
                <a:spcPts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1164171299" name="Text Placeholder 3"/>
          <p:cNvSpPr>
            <a:spLocks noGrp="1"/>
          </p:cNvSpPr>
          <p:nvPr>
            <p:ph type="body" sz="quarter" idx="15"/>
          </p:nvPr>
        </p:nvSpPr>
        <p:spPr bwMode="auto">
          <a:xfrm>
            <a:off x="1237265" y="1994124"/>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grpSp>
        <p:nvGrpSpPr>
          <p:cNvPr id="1100078991" name="Group 6"/>
          <p:cNvGrpSpPr/>
          <p:nvPr userDrawn="1"/>
        </p:nvGrpSpPr>
        <p:grpSpPr bwMode="auto">
          <a:xfrm>
            <a:off x="10107938" y="893763"/>
            <a:ext cx="1110600" cy="1110600"/>
            <a:chOff x="5540700" y="2116300"/>
            <a:chExt cx="1110600" cy="1110600"/>
          </a:xfrm>
        </p:grpSpPr>
        <p:sp>
          <p:nvSpPr>
            <p:cNvPr id="8" name="Oval 7"/>
            <p:cNvSpPr/>
            <p:nvPr/>
          </p:nvSpPr>
          <p:spPr bwMode="auto">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a:lnSpc>
                  <a:spcPct val="100000"/>
                </a:lnSpc>
                <a:spcBef>
                  <a:spcPts val="0"/>
                </a:spcBef>
                <a:spcAft>
                  <a:spcPts val="0"/>
                </a:spcAft>
                <a:buClrTx/>
                <a:buSzTx/>
                <a:buFontTx/>
                <a:buNone/>
                <a:defRPr/>
              </a:pPr>
              <a:endParaRPr lang="en-US" sz="1800" b="0" i="0" u="none" strike="noStrike" cap="none" spc="0">
                <a:ln>
                  <a:noFill/>
                </a:ln>
                <a:solidFill>
                  <a:srgbClr val="FFFFFF"/>
                </a:solidFill>
                <a:latin typeface="Segoe UI"/>
                <a:ea typeface="+mn-ea"/>
                <a:cs typeface="+mn-cs"/>
              </a:endParaRPr>
            </a:p>
          </p:txBody>
        </p:sp>
        <p:pic>
          <p:nvPicPr>
            <p:cNvPr id="9" name="Picture 8"/>
            <p:cNvPicPr/>
            <p:nvPr/>
          </p:nvPicPr>
          <p:blipFill rotWithShape="1">
            <a:blip r:embed="rId2"/>
            <a:stretch/>
          </p:blipFill>
          <p:spPr bwMode="auto">
            <a:xfrm>
              <a:off x="5749602" y="2325202"/>
              <a:ext cx="692796" cy="692796"/>
            </a:xfrm>
            <a:prstGeom prst="rect">
              <a:avLst/>
            </a:prstGeom>
            <a:noFill/>
          </p:spPr>
        </p:pic>
      </p:grpSp>
      <p:sp>
        <p:nvSpPr>
          <p:cNvPr id="1556176757" name="Text Placeholder 11"/>
          <p:cNvSpPr>
            <a:spLocks noGrp="1"/>
          </p:cNvSpPr>
          <p:nvPr>
            <p:ph type="body" sz="quarter" idx="20"/>
          </p:nvPr>
        </p:nvSpPr>
        <p:spPr bwMode="auto">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defRPr/>
            </a:pPr>
            <a:r>
              <a:rPr lang="en-US"/>
              <a:t>Click to edit Master text styles</a:t>
            </a:r>
            <a:endParaRPr/>
          </a:p>
        </p:txBody>
      </p:sp>
      <p:sp>
        <p:nvSpPr>
          <p:cNvPr id="557543321" name="Text Placeholder 3"/>
          <p:cNvSpPr>
            <a:spLocks noGrp="1"/>
          </p:cNvSpPr>
          <p:nvPr>
            <p:ph type="body" sz="quarter" idx="21"/>
          </p:nvPr>
        </p:nvSpPr>
        <p:spPr bwMode="auto">
          <a:xfrm>
            <a:off x="1237265" y="4898755"/>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398936901" name="Text Placeholder 11"/>
          <p:cNvSpPr>
            <a:spLocks noGrp="1"/>
          </p:cNvSpPr>
          <p:nvPr>
            <p:ph type="body" sz="quarter" idx="22"/>
          </p:nvPr>
        </p:nvSpPr>
        <p:spPr bwMode="auto">
          <a:xfrm>
            <a:off x="1235075" y="3042690"/>
            <a:ext cx="8778782" cy="406323"/>
          </a:xfrm>
          <a:prstGeom prst="rect">
            <a:avLst/>
          </a:prstGeom>
        </p:spPr>
        <p:txBody>
          <a:bodyPr anchor="t"/>
          <a:lstStyle>
            <a:lvl1pPr marL="0" indent="0">
              <a:spcBef>
                <a:spcPts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509885519" name="Text Placeholder 3"/>
          <p:cNvSpPr>
            <a:spLocks noGrp="1"/>
          </p:cNvSpPr>
          <p:nvPr>
            <p:ph type="body" sz="quarter" idx="23"/>
          </p:nvPr>
        </p:nvSpPr>
        <p:spPr bwMode="auto">
          <a:xfrm>
            <a:off x="1237265" y="3449013"/>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228748458"/>
      </p:ext>
    </p:extLst>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showMasterPhAnim="0" preserve="1" userDrawn="1">
  <p:cSld name="Title Slide">
    <p:bg>
      <p:bgPr>
        <a:blipFill dpi="0" rotWithShape="1">
          <a:blip r:embed="rId2">
            <a:lum/>
          </a:blip>
          <a:srcRect/>
          <a:stretch>
            <a:fillRect/>
          </a:stretch>
        </a:blipFill>
        <a:effectLst/>
      </p:bgPr>
    </p:bg>
    <p:spTree>
      <p:nvGrpSpPr>
        <p:cNvPr id="1" name=""/>
        <p:cNvGrpSpPr/>
        <p:nvPr/>
      </p:nvGrpSpPr>
      <p:grpSpPr bwMode="auto">
        <a:xfrm>
          <a:off x="0" y="0"/>
          <a:ext cx="0" cy="0"/>
          <a:chOff x="0" y="0"/>
          <a:chExt cx="0" cy="0"/>
        </a:xfrm>
      </p:grpSpPr>
      <p:pic>
        <p:nvPicPr>
          <p:cNvPr id="1734668531" name="MS logo gray - EMF" descr="Microsoft logo, gray text version"/>
          <p:cNvPicPr>
            <a:picLocks noChangeAspect="1"/>
          </p:cNvPicPr>
          <p:nvPr userDrawn="1"/>
        </p:nvPicPr>
        <p:blipFill rotWithShape="1">
          <a:blip>
            <a:extLst>
              <a:ext uri="{96DAC541-7B7A-43D3-8B79-37D633B846F1}">
                <asvg:svgBlip xmlns:asvg="http://schemas.microsoft.com/office/drawing/2016/SVG/main" r:embed="rId3"/>
              </a:ext>
            </a:extLst>
          </a:blip>
          <a:stretch/>
        </p:blipFill>
        <p:spPr bwMode="black">
          <a:xfrm>
            <a:off x="584200" y="585789"/>
            <a:ext cx="1366440" cy="292608"/>
          </a:xfrm>
          <a:prstGeom prst="rect">
            <a:avLst/>
          </a:prstGeom>
        </p:spPr>
      </p:pic>
      <p:sp>
        <p:nvSpPr>
          <p:cNvPr id="2112639959" name="Title 1"/>
          <p:cNvSpPr>
            <a:spLocks noGrp="1"/>
          </p:cNvSpPr>
          <p:nvPr>
            <p:ph type="title" hasCustomPrompt="1"/>
          </p:nvPr>
        </p:nvSpPr>
        <p:spPr bwMode="auto">
          <a:xfrm>
            <a:off x="569913" y="3551986"/>
            <a:ext cx="5686955" cy="1108121"/>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Event name or </a:t>
            </a:r>
            <a:br>
              <a:rPr lang="en-US"/>
            </a:br>
            <a:r>
              <a:rPr lang="en-US"/>
              <a:t>presentation title </a:t>
            </a:r>
            <a:endParaRPr/>
          </a:p>
        </p:txBody>
      </p:sp>
    </p:spTree>
    <p:extLst>
      <p:ext uri="{BB962C8B-B14F-4D97-AF65-F5344CB8AC3E}">
        <p14:creationId xmlns:p14="http://schemas.microsoft.com/office/powerpoint/2010/main" val="4222842527"/>
      </p:ext>
    </p:extLst>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showMasterPhAnim="0" preserve="1" userDrawn="1">
  <p:cSld name="Section Divider">
    <p:bg>
      <p:bgPr>
        <a:blipFill dpi="0" rotWithShape="1">
          <a:blip r:embed="rId2">
            <a:lum/>
          </a:blip>
          <a:srcRect/>
          <a:stretch>
            <a:fillRect/>
          </a:stretch>
        </a:blipFill>
        <a:effectLst/>
      </p:bgPr>
    </p:bg>
    <p:spTree>
      <p:nvGrpSpPr>
        <p:cNvPr id="1" name=""/>
        <p:cNvGrpSpPr/>
        <p:nvPr/>
      </p:nvGrpSpPr>
      <p:grpSpPr bwMode="auto">
        <a:xfrm>
          <a:off x="0" y="0"/>
          <a:ext cx="0" cy="0"/>
          <a:chOff x="0" y="0"/>
          <a:chExt cx="0" cy="0"/>
        </a:xfrm>
      </p:grpSpPr>
      <p:sp>
        <p:nvSpPr>
          <p:cNvPr id="2" name="Rectangle 1">
            <a:extLst>
              <a:ext uri="{FF2B5EF4-FFF2-40B4-BE49-F238E27FC236}">
                <a16:creationId xmlns:a16="http://schemas.microsoft.com/office/drawing/2014/main" id="{2E1EE9B5-FF9A-905A-49B6-603D9491E5E2}"/>
              </a:ext>
            </a:extLst>
          </p:cNvPr>
          <p:cNvSpPr/>
          <p:nvPr userDrawn="1"/>
        </p:nvSpPr>
        <p:spPr bwMode="auto">
          <a:xfrm>
            <a:off x="0" y="2396507"/>
            <a:ext cx="12192000" cy="1708727"/>
          </a:xfrm>
          <a:prstGeom prst="rect">
            <a:avLst/>
          </a:prstGeom>
          <a:solidFill>
            <a:srgbClr val="FCF7F4">
              <a:alpha val="4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F59011D1-8424-36C5-A01E-AEF1E44B7E4F}"/>
              </a:ext>
            </a:extLst>
          </p:cNvPr>
          <p:cNvSpPr>
            <a:spLocks noGrp="1"/>
          </p:cNvSpPr>
          <p:nvPr>
            <p:ph type="title" hasCustomPrompt="1"/>
          </p:nvPr>
        </p:nvSpPr>
        <p:spPr bwMode="auto">
          <a:xfrm>
            <a:off x="0" y="2396508"/>
            <a:ext cx="9906000" cy="1708726"/>
          </a:xfrm>
          <a:prstGeom prst="rect">
            <a:avLst/>
          </a:prstGeom>
          <a:noFill/>
        </p:spPr>
        <p:txBody>
          <a:bodyPr wrap="square" lIns="640080" tIns="0" rIns="0" bIns="0" anchor="ctr" anchorCtr="0">
            <a:noAutofit/>
          </a:bodyPr>
          <a:lstStyle>
            <a:lvl1pPr>
              <a:defRPr sz="4100" b="0" i="0" spc="-51">
                <a:solidFill>
                  <a:schemeClr val="tx1"/>
                </a:solidFill>
                <a:latin typeface="+mn-lt"/>
                <a:cs typeface="Segoe UI"/>
              </a:defRPr>
            </a:lvl1pPr>
          </a:lstStyle>
          <a:p>
            <a:pPr>
              <a:defRPr/>
            </a:pPr>
            <a:r>
              <a:rPr lang="en-US" dirty="0"/>
              <a:t>Section divider title</a:t>
            </a:r>
            <a:endParaRPr dirty="0"/>
          </a:p>
        </p:txBody>
      </p:sp>
    </p:spTree>
    <p:extLst>
      <p:ext uri="{BB962C8B-B14F-4D97-AF65-F5344CB8AC3E}">
        <p14:creationId xmlns:p14="http://schemas.microsoft.com/office/powerpoint/2010/main" val="849585190"/>
      </p:ext>
    </p:extLst>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userDrawn="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PlaceHolder 1">
            <a:extLst>
              <a:ext uri="{FF2B5EF4-FFF2-40B4-BE49-F238E27FC236}">
                <a16:creationId xmlns:a16="http://schemas.microsoft.com/office/drawing/2014/main" id="{3BE69BB6-690F-9BBD-85C7-3B7D6AE0E2C2}"/>
              </a:ext>
            </a:extLst>
          </p:cNvPr>
          <p:cNvSpPr>
            <a:spLocks noGrp="1"/>
          </p:cNvSpPr>
          <p:nvPr>
            <p:ph type="title"/>
          </p:nvPr>
        </p:nvSpPr>
        <p:spPr bwMode="auto">
          <a:xfrm>
            <a:off x="588240" y="1590480"/>
            <a:ext cx="5653440" cy="430560"/>
          </a:xfrm>
          <a:prstGeom prst="rect">
            <a:avLst/>
          </a:prstGeom>
          <a:noFill/>
          <a:ln w="0">
            <a:noFill/>
          </a:ln>
        </p:spPr>
        <p:txBody>
          <a:bodyPr lIns="0" tIns="0" rIns="0" bIns="0" anchor="t">
            <a:noAutofit/>
          </a:bodyPr>
          <a:lstStyle>
            <a:lvl1pPr indent="0" algn="l" defTabSz="932760">
              <a:lnSpc>
                <a:spcPct val="100000"/>
              </a:lnSpc>
              <a:buNone/>
              <a:defRPr lang="en-US" sz="2800" b="0" u="none" strike="noStrike">
                <a:solidFill>
                  <a:schemeClr val="dk1"/>
                </a:solidFill>
                <a:latin typeface="Segoe UI Semibold"/>
              </a:defRPr>
            </a:lvl1pPr>
          </a:lstStyle>
          <a:p>
            <a:pPr indent="0" algn="l" defTabSz="932760">
              <a:lnSpc>
                <a:spcPct val="100000"/>
              </a:lnSpc>
              <a:buNone/>
              <a:defRPr/>
            </a:pPr>
            <a:r>
              <a:rPr lang="en-US" sz="2800" b="0" u="none" strike="noStrike" dirty="0">
                <a:solidFill>
                  <a:schemeClr val="dk1"/>
                </a:solidFill>
                <a:latin typeface="Segoe UI Semibold"/>
              </a:rPr>
              <a:t>Click to edit Master title style</a:t>
            </a:r>
          </a:p>
        </p:txBody>
      </p:sp>
    </p:spTree>
    <p:extLst>
      <p:ext uri="{BB962C8B-B14F-4D97-AF65-F5344CB8AC3E}">
        <p14:creationId xmlns:p14="http://schemas.microsoft.com/office/powerpoint/2010/main" val="2455581092"/>
      </p:ext>
    </p:extLst>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showMasterPhAnim="0" preserve="1" userDrawn="1">
  <p:cSld name="Agenda">
    <p:bg>
      <p:bgPr>
        <a:blipFill dpi="0" rotWithShape="1">
          <a:blip r:embed="rId2">
            <a:lum/>
          </a:blip>
          <a:srcRect/>
          <a:stretch>
            <a:fillRect/>
          </a:stretch>
        </a:blipFill>
        <a:effectLst/>
      </p:bgPr>
    </p:bg>
    <p:spTree>
      <p:nvGrpSpPr>
        <p:cNvPr id="1" name=""/>
        <p:cNvGrpSpPr/>
        <p:nvPr/>
      </p:nvGrpSpPr>
      <p:grpSpPr bwMode="auto">
        <a:xfrm>
          <a:off x="0" y="0"/>
          <a:ext cx="0" cy="0"/>
          <a:chOff x="0" y="0"/>
          <a:chExt cx="0" cy="0"/>
        </a:xfrm>
      </p:grpSpPr>
      <p:sp>
        <p:nvSpPr>
          <p:cNvPr id="959564421" name="Title 1"/>
          <p:cNvSpPr>
            <a:spLocks noGrp="1"/>
          </p:cNvSpPr>
          <p:nvPr>
            <p:ph type="title" hasCustomPrompt="1"/>
          </p:nvPr>
        </p:nvSpPr>
        <p:spPr bwMode="auto"/>
        <p:txBody>
          <a:bodyPr/>
          <a:lstStyle>
            <a:lvl1pPr>
              <a:defRPr/>
            </a:lvl1pPr>
          </a:lstStyle>
          <a:p>
            <a:pPr>
              <a:defRPr/>
            </a:pPr>
            <a:r>
              <a:rPr lang="en-US"/>
              <a:t>Click to add text</a:t>
            </a:r>
            <a:endParaRPr/>
          </a:p>
        </p:txBody>
      </p:sp>
      <p:sp>
        <p:nvSpPr>
          <p:cNvPr id="1144448572"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p:txBody>
      </p:sp>
    </p:spTree>
    <p:extLst>
      <p:ext uri="{BB962C8B-B14F-4D97-AF65-F5344CB8AC3E}">
        <p14:creationId xmlns:p14="http://schemas.microsoft.com/office/powerpoint/2010/main" val="1452999114"/>
      </p:ext>
    </p:extLst>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showMasterPhAnim="0" preserve="1" userDrawn="1">
  <p:cSld name="Learning objectives">
    <p:bg>
      <p:bgPr>
        <a:blipFill dpi="0" rotWithShape="1">
          <a:blip r:embed="rId2">
            <a:lum/>
          </a:blip>
          <a:srcRect/>
          <a:stretch>
            <a:fillRect/>
          </a:stretch>
        </a:blipFill>
        <a:effectLst/>
      </p:bgPr>
    </p:bg>
    <p:spTree>
      <p:nvGrpSpPr>
        <p:cNvPr id="1" name=""/>
        <p:cNvGrpSpPr/>
        <p:nvPr/>
      </p:nvGrpSpPr>
      <p:grpSpPr bwMode="auto">
        <a:xfrm>
          <a:off x="0" y="0"/>
          <a:ext cx="0" cy="0"/>
          <a:chOff x="0" y="0"/>
          <a:chExt cx="0" cy="0"/>
        </a:xfrm>
      </p:grpSpPr>
      <p:sp>
        <p:nvSpPr>
          <p:cNvPr id="98240870" name="Title 6"/>
          <p:cNvSpPr>
            <a:spLocks noGrp="1"/>
          </p:cNvSpPr>
          <p:nvPr>
            <p:ph type="title"/>
          </p:nvPr>
        </p:nvSpPr>
        <p:spPr bwMode="auto"/>
        <p:txBody>
          <a:bodyPr/>
          <a:lstStyle/>
          <a:p>
            <a:pPr>
              <a:defRPr/>
            </a:pPr>
            <a:r>
              <a:rPr lang="en-US"/>
              <a:t>Click to edit Master title style</a:t>
            </a:r>
            <a:endParaRPr/>
          </a:p>
        </p:txBody>
      </p:sp>
      <p:sp>
        <p:nvSpPr>
          <p:cNvPr id="1879278037"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extLst>
      <p:ext uri="{BB962C8B-B14F-4D97-AF65-F5344CB8AC3E}">
        <p14:creationId xmlns:p14="http://schemas.microsoft.com/office/powerpoint/2010/main" val="2173863251"/>
      </p:ext>
    </p:extLst>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showMasterPhAnim="0" preserve="1" userDrawn="1">
  <p:cSld name="Title | Content">
    <p:spTree>
      <p:nvGrpSpPr>
        <p:cNvPr id="1" name=""/>
        <p:cNvGrpSpPr/>
        <p:nvPr/>
      </p:nvGrpSpPr>
      <p:grpSpPr bwMode="auto">
        <a:xfrm>
          <a:off x="0" y="0"/>
          <a:ext cx="0" cy="0"/>
          <a:chOff x="0" y="0"/>
          <a:chExt cx="0" cy="0"/>
        </a:xfrm>
      </p:grpSpPr>
      <p:sp>
        <p:nvSpPr>
          <p:cNvPr id="411921267" name="Title 1"/>
          <p:cNvSpPr>
            <a:spLocks noGrp="1"/>
          </p:cNvSpPr>
          <p:nvPr>
            <p:ph type="title"/>
          </p:nvPr>
        </p:nvSpPr>
        <p:spPr bwMode="auto"/>
        <p:txBody>
          <a:bodyPr/>
          <a:lstStyle/>
          <a:p>
            <a:pPr>
              <a:defRPr/>
            </a:pPr>
            <a:r>
              <a:rPr lang="en-US"/>
              <a:t>Click to edit Master title style</a:t>
            </a:r>
            <a:endParaRPr/>
          </a:p>
        </p:txBody>
      </p:sp>
      <p:sp>
        <p:nvSpPr>
          <p:cNvPr id="1445185068"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extLst>
      <p:ext uri="{BB962C8B-B14F-4D97-AF65-F5344CB8AC3E}">
        <p14:creationId xmlns:p14="http://schemas.microsoft.com/office/powerpoint/2010/main" val="3599848686"/>
      </p:ext>
    </p:extLst>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showMasterPhAnim="0" preserve="1" userDrawn="1">
  <p:cSld name="Title | Subtitle">
    <p:spTree>
      <p:nvGrpSpPr>
        <p:cNvPr id="1" name=""/>
        <p:cNvGrpSpPr/>
        <p:nvPr/>
      </p:nvGrpSpPr>
      <p:grpSpPr bwMode="auto">
        <a:xfrm>
          <a:off x="0" y="0"/>
          <a:ext cx="0" cy="0"/>
          <a:chOff x="0" y="0"/>
          <a:chExt cx="0" cy="0"/>
        </a:xfrm>
      </p:grpSpPr>
      <p:sp>
        <p:nvSpPr>
          <p:cNvPr id="1623782023" name="Title 1"/>
          <p:cNvSpPr>
            <a:spLocks noGrp="1"/>
          </p:cNvSpPr>
          <p:nvPr>
            <p:ph type="title"/>
          </p:nvPr>
        </p:nvSpPr>
        <p:spPr bwMode="auto"/>
        <p:txBody>
          <a:bodyPr/>
          <a:lstStyle/>
          <a:p>
            <a:pPr>
              <a:defRPr/>
            </a:pPr>
            <a:r>
              <a:rPr lang="en-US"/>
              <a:t>Click to edit Master title style</a:t>
            </a:r>
            <a:endParaRPr/>
          </a:p>
        </p:txBody>
      </p:sp>
      <p:sp>
        <p:nvSpPr>
          <p:cNvPr id="1456346102" name="Content Placeholder 5"/>
          <p:cNvSpPr>
            <a:spLocks noGrp="1"/>
          </p:cNvSpPr>
          <p:nvPr>
            <p:ph sz="quarter" idx="10"/>
          </p:nvPr>
        </p:nvSpPr>
        <p:spPr bwMode="auto">
          <a:xfrm>
            <a:off x="457200" y="1506084"/>
            <a:ext cx="11222038" cy="4524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816552333" name="Text Placeholder 7"/>
          <p:cNvSpPr>
            <a:spLocks noGrp="1"/>
          </p:cNvSpPr>
          <p:nvPr>
            <p:ph type="body" sz="quarter" idx="11"/>
          </p:nvPr>
        </p:nvSpPr>
        <p:spPr bwMode="auto">
          <a:xfrm>
            <a:off x="457200" y="998538"/>
            <a:ext cx="11222038" cy="425450"/>
          </a:xfrm>
        </p:spPr>
        <p:txBody>
          <a:bodyPr/>
          <a:lstStyle>
            <a:lvl1pPr marL="0" indent="0">
              <a:buNone/>
              <a:defRPr lang="en-US" sz="2250" spc="0">
                <a:solidFill>
                  <a:srgbClr val="003C6A"/>
                </a:solidFill>
                <a:latin typeface="Segoe UI Semibold"/>
                <a:ea typeface="+mn-ea"/>
                <a:cs typeface="Segoe UI Semibold"/>
              </a:defRPr>
            </a:lvl1pPr>
          </a:lstStyle>
          <a:p>
            <a:pPr lvl="0">
              <a:defRPr/>
            </a:pPr>
            <a:r>
              <a:rPr lang="en-US"/>
              <a:t>Click to edit Master text styles</a:t>
            </a:r>
            <a:endParaRPr/>
          </a:p>
        </p:txBody>
      </p:sp>
    </p:spTree>
    <p:extLst>
      <p:ext uri="{BB962C8B-B14F-4D97-AF65-F5344CB8AC3E}">
        <p14:creationId xmlns:p14="http://schemas.microsoft.com/office/powerpoint/2010/main" val="2176710026"/>
      </p:ext>
    </p:extLst>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showMasterPhAnim="0" preserve="1" userDrawn="1">
  <p:cSld name="Lab | Exercise">
    <p:spTree>
      <p:nvGrpSpPr>
        <p:cNvPr id="1" name=""/>
        <p:cNvGrpSpPr/>
        <p:nvPr/>
      </p:nvGrpSpPr>
      <p:grpSpPr bwMode="auto">
        <a:xfrm>
          <a:off x="0" y="0"/>
          <a:ext cx="0" cy="0"/>
          <a:chOff x="0" y="0"/>
          <a:chExt cx="0" cy="0"/>
        </a:xfrm>
      </p:grpSpPr>
      <p:sp>
        <p:nvSpPr>
          <p:cNvPr id="894890083" name="Title 1"/>
          <p:cNvSpPr>
            <a:spLocks noGrp="1"/>
          </p:cNvSpPr>
          <p:nvPr>
            <p:ph type="title" hasCustomPrompt="1"/>
          </p:nvPr>
        </p:nvSpPr>
        <p:spPr bwMode="auto"/>
        <p:txBody>
          <a:bodyPr/>
          <a:lstStyle>
            <a:lvl1pPr>
              <a:defRPr/>
            </a:lvl1pPr>
          </a:lstStyle>
          <a:p>
            <a:pPr>
              <a:defRPr/>
            </a:pPr>
            <a:r>
              <a:rPr lang="en-US"/>
              <a:t>Click to lab/exercise title</a:t>
            </a:r>
            <a:endParaRPr/>
          </a:p>
        </p:txBody>
      </p:sp>
      <p:sp>
        <p:nvSpPr>
          <p:cNvPr id="104864119" name="Rectangle: Rounded Corners 3"/>
          <p:cNvSpPr/>
          <p:nvPr userDrawn="1"/>
        </p:nvSpPr>
        <p:spPr bwMode="auto">
          <a:xfrm>
            <a:off x="395187" y="1555423"/>
            <a:ext cx="5816337" cy="4383464"/>
          </a:xfrm>
          <a:prstGeom prst="roundRect">
            <a:avLst>
              <a:gd name="adj" fmla="val 5914"/>
            </a:avLst>
          </a:prstGeom>
          <a:solidFill>
            <a:srgbClr val="F4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25310897" name="Content Placeholder 4"/>
          <p:cNvSpPr>
            <a:spLocks noGrp="1"/>
          </p:cNvSpPr>
          <p:nvPr>
            <p:ph sz="quarter" idx="12"/>
          </p:nvPr>
        </p:nvSpPr>
        <p:spPr bwMode="auto">
          <a:xfrm>
            <a:off x="702393"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944317303" name="Content Placeholder 4"/>
          <p:cNvSpPr>
            <a:spLocks noGrp="1"/>
          </p:cNvSpPr>
          <p:nvPr>
            <p:ph sz="quarter" idx="13"/>
          </p:nvPr>
        </p:nvSpPr>
        <p:spPr bwMode="auto">
          <a:xfrm>
            <a:off x="6469932"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extLst>
      <p:ext uri="{BB962C8B-B14F-4D97-AF65-F5344CB8AC3E}">
        <p14:creationId xmlns:p14="http://schemas.microsoft.com/office/powerpoint/2010/main" val="2779813301"/>
      </p:ext>
    </p:extLst>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showMasterPhAnim="0" preserve="1" userDrawn="1">
  <p:cSld name="Summary | KC">
    <p:spTree>
      <p:nvGrpSpPr>
        <p:cNvPr id="1" name=""/>
        <p:cNvGrpSpPr/>
        <p:nvPr/>
      </p:nvGrpSpPr>
      <p:grpSpPr bwMode="auto">
        <a:xfrm>
          <a:off x="0" y="0"/>
          <a:ext cx="0" cy="0"/>
          <a:chOff x="0" y="0"/>
          <a:chExt cx="0" cy="0"/>
        </a:xfrm>
      </p:grpSpPr>
      <p:sp>
        <p:nvSpPr>
          <p:cNvPr id="1257046186" name="Title 1"/>
          <p:cNvSpPr>
            <a:spLocks noGrp="1"/>
          </p:cNvSpPr>
          <p:nvPr>
            <p:ph type="title" hasCustomPrompt="1"/>
          </p:nvPr>
        </p:nvSpPr>
        <p:spPr bwMode="auto"/>
        <p:txBody>
          <a:bodyPr/>
          <a:lstStyle>
            <a:lvl1pPr>
              <a:defRPr/>
            </a:lvl1pPr>
          </a:lstStyle>
          <a:p>
            <a:pPr>
              <a:defRPr/>
            </a:pPr>
            <a:r>
              <a:rPr lang="en-US"/>
              <a:t>Click to add summary</a:t>
            </a:r>
            <a:endParaRPr/>
          </a:p>
        </p:txBody>
      </p:sp>
      <p:sp>
        <p:nvSpPr>
          <p:cNvPr id="1391190760" name="Rectangle: Rounded Corners 3"/>
          <p:cNvSpPr/>
          <p:nvPr userDrawn="1"/>
        </p:nvSpPr>
        <p:spPr bwMode="auto">
          <a:xfrm>
            <a:off x="5863473" y="1555423"/>
            <a:ext cx="5816337" cy="4383464"/>
          </a:xfrm>
          <a:prstGeom prst="roundRect">
            <a:avLst>
              <a:gd name="adj" fmla="val 5914"/>
            </a:avLst>
          </a:prstGeom>
          <a:solidFill>
            <a:srgbClr val="F4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542337351" name="Content Placeholder 4"/>
          <p:cNvSpPr>
            <a:spLocks noGrp="1"/>
          </p:cNvSpPr>
          <p:nvPr>
            <p:ph sz="quarter" idx="12"/>
          </p:nvPr>
        </p:nvSpPr>
        <p:spPr bwMode="auto">
          <a:xfrm>
            <a:off x="426610"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extLst>
      <p:ext uri="{BB962C8B-B14F-4D97-AF65-F5344CB8AC3E}">
        <p14:creationId xmlns:p14="http://schemas.microsoft.com/office/powerpoint/2010/main" val="2056639175"/>
      </p:ext>
    </p:extLst>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showMasterPhAnim="0" preserve="1" userDrawn="1">
  <p:cSld name="1_Summary | KC">
    <p:spTree>
      <p:nvGrpSpPr>
        <p:cNvPr id="1" name=""/>
        <p:cNvGrpSpPr/>
        <p:nvPr/>
      </p:nvGrpSpPr>
      <p:grpSpPr bwMode="auto">
        <a:xfrm>
          <a:off x="0" y="0"/>
          <a:ext cx="0" cy="0"/>
          <a:chOff x="0" y="0"/>
          <a:chExt cx="0" cy="0"/>
        </a:xfrm>
      </p:grpSpPr>
      <p:sp>
        <p:nvSpPr>
          <p:cNvPr id="2037475827" name="Title 1"/>
          <p:cNvSpPr>
            <a:spLocks noGrp="1"/>
          </p:cNvSpPr>
          <p:nvPr>
            <p:ph type="title" hasCustomPrompt="1"/>
          </p:nvPr>
        </p:nvSpPr>
        <p:spPr bwMode="auto"/>
        <p:txBody>
          <a:bodyPr/>
          <a:lstStyle>
            <a:lvl1pPr>
              <a:defRPr/>
            </a:lvl1pPr>
          </a:lstStyle>
          <a:p>
            <a:pPr>
              <a:defRPr/>
            </a:pPr>
            <a:r>
              <a:rPr lang="en-US"/>
              <a:t>Click to add summary</a:t>
            </a:r>
            <a:endParaRPr/>
          </a:p>
        </p:txBody>
      </p:sp>
      <p:sp>
        <p:nvSpPr>
          <p:cNvPr id="1898296243" name="Rectangle: Rounded Corners 3"/>
          <p:cNvSpPr/>
          <p:nvPr userDrawn="1"/>
        </p:nvSpPr>
        <p:spPr bwMode="auto">
          <a:xfrm>
            <a:off x="457201" y="1555423"/>
            <a:ext cx="11222610" cy="4383464"/>
          </a:xfrm>
          <a:prstGeom prst="roundRect">
            <a:avLst>
              <a:gd name="adj" fmla="val 5914"/>
            </a:avLst>
          </a:prstGeom>
          <a:solidFill>
            <a:srgbClr val="F4F3F5"/>
          </a:solidFill>
          <a:ln>
            <a:solidFill>
              <a:schemeClr val="accent5">
                <a:lumMod val="60000"/>
                <a:lumOff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extLst>
      <p:ext uri="{BB962C8B-B14F-4D97-AF65-F5344CB8AC3E}">
        <p14:creationId xmlns:p14="http://schemas.microsoft.com/office/powerpoint/2010/main" val="3997269158"/>
      </p:ext>
    </p:extLst>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showMasterPhAnim="0" userDrawn="1">
  <p:cSld name="Summary">
    <p:spTree>
      <p:nvGrpSpPr>
        <p:cNvPr id="1" name=""/>
        <p:cNvGrpSpPr/>
        <p:nvPr/>
      </p:nvGrpSpPr>
      <p:grpSpPr bwMode="auto">
        <a:xfrm>
          <a:off x="0" y="0"/>
          <a:ext cx="0" cy="0"/>
          <a:chOff x="0" y="0"/>
          <a:chExt cx="0" cy="0"/>
        </a:xfrm>
      </p:grpSpPr>
      <p:sp>
        <p:nvSpPr>
          <p:cNvPr id="565477188" name="Title 1"/>
          <p:cNvSpPr>
            <a:spLocks noGrp="1"/>
          </p:cNvSpPr>
          <p:nvPr>
            <p:ph type="title"/>
          </p:nvPr>
        </p:nvSpPr>
        <p:spPr bwMode="auto">
          <a:xfrm>
            <a:off x="588262" y="585216"/>
            <a:ext cx="8193024" cy="492443"/>
          </a:xfrm>
        </p:spPr>
        <p:txBody>
          <a:bodyPr/>
          <a:lstStyle>
            <a:lvl1pPr>
              <a:defRPr sz="3200" b="0" i="0">
                <a:solidFill>
                  <a:schemeClr val="tx1"/>
                </a:solidFill>
                <a:latin typeface="+mj-lt"/>
                <a:cs typeface="Segoe UI Semibold"/>
              </a:defRPr>
            </a:lvl1pPr>
          </a:lstStyle>
          <a:p>
            <a:pPr>
              <a:defRPr/>
            </a:pPr>
            <a:r>
              <a:rPr lang="en-US"/>
              <a:t>Click to edit Master title style</a:t>
            </a:r>
            <a:endParaRPr/>
          </a:p>
        </p:txBody>
      </p:sp>
      <p:sp>
        <p:nvSpPr>
          <p:cNvPr id="832290562" name="Footer Placeholder 10"/>
          <p:cNvSpPr>
            <a:spLocks noGrp="1"/>
          </p:cNvSpPr>
          <p:nvPr>
            <p:ph type="ftr" sz="quarter" idx="3"/>
          </p:nvPr>
        </p:nvSpPr>
        <p:spPr bwMode="auto">
          <a:xfrm>
            <a:off x="43561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555592949" name="Text Placeholder 11"/>
          <p:cNvSpPr>
            <a:spLocks noGrp="1"/>
          </p:cNvSpPr>
          <p:nvPr>
            <p:ph type="body" sz="quarter" idx="17"/>
          </p:nvPr>
        </p:nvSpPr>
        <p:spPr bwMode="auto">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695975078" name="Text Placeholder 3"/>
          <p:cNvSpPr>
            <a:spLocks noGrp="1"/>
          </p:cNvSpPr>
          <p:nvPr>
            <p:ph type="body" sz="quarter" idx="35"/>
          </p:nvPr>
        </p:nvSpPr>
        <p:spPr bwMode="auto">
          <a:xfrm>
            <a:off x="4358229" y="2578100"/>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347633542" name="Text Placeholder 11"/>
          <p:cNvSpPr>
            <a:spLocks noGrp="1"/>
          </p:cNvSpPr>
          <p:nvPr>
            <p:ph type="body" sz="quarter" idx="34"/>
          </p:nvPr>
        </p:nvSpPr>
        <p:spPr bwMode="auto">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Tree>
    <p:extLst>
      <p:ext uri="{BB962C8B-B14F-4D97-AF65-F5344CB8AC3E}">
        <p14:creationId xmlns:p14="http://schemas.microsoft.com/office/powerpoint/2010/main" val="1782617464"/>
      </p:ext>
    </p:extLst>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showMasterPhAnim="0" userDrawn="1">
  <p:cSld name="LearningPath1_WmGray">
    <p:bg>
      <p:bgPr>
        <a:solidFill>
          <a:srgbClr val="E8E6DF"/>
        </a:solidFill>
        <a:effectLst/>
      </p:bgPr>
    </p:bg>
    <p:spTree>
      <p:nvGrpSpPr>
        <p:cNvPr id="1" name=""/>
        <p:cNvGrpSpPr/>
        <p:nvPr/>
      </p:nvGrpSpPr>
      <p:grpSpPr bwMode="auto">
        <a:xfrm>
          <a:off x="0" y="0"/>
          <a:ext cx="0" cy="0"/>
          <a:chOff x="0" y="0"/>
          <a:chExt cx="0" cy="0"/>
        </a:xfrm>
      </p:grpSpPr>
      <p:sp>
        <p:nvSpPr>
          <p:cNvPr id="684059224" name="Title 1"/>
          <p:cNvSpPr>
            <a:spLocks noGrp="1"/>
          </p:cNvSpPr>
          <p:nvPr>
            <p:ph type="title"/>
          </p:nvPr>
        </p:nvSpPr>
        <p:spPr bwMode="auto">
          <a:xfrm>
            <a:off x="588262" y="585216"/>
            <a:ext cx="8193024" cy="492443"/>
          </a:xfrm>
        </p:spPr>
        <p:txBody>
          <a:bodyPr/>
          <a:lstStyle>
            <a:lvl1pPr>
              <a:defRPr sz="3200" b="0" i="0">
                <a:solidFill>
                  <a:schemeClr val="tx1"/>
                </a:solidFill>
                <a:latin typeface="+mj-lt"/>
                <a:cs typeface="Segoe UI Semibold"/>
              </a:defRPr>
            </a:lvl1pPr>
          </a:lstStyle>
          <a:p>
            <a:pPr>
              <a:defRPr/>
            </a:pPr>
            <a:r>
              <a:rPr lang="en-US"/>
              <a:t>Click to edit Master title style</a:t>
            </a:r>
            <a:endParaRPr/>
          </a:p>
        </p:txBody>
      </p:sp>
      <p:sp>
        <p:nvSpPr>
          <p:cNvPr id="52283117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294045271" name="Graphic 5"/>
          <p:cNvPicPr>
            <a:picLocks noChangeAspect="1"/>
          </p:cNvPicPr>
          <p:nvPr userDrawn="1"/>
        </p:nvPicPr>
        <p:blipFill rotWithShape="1">
          <a:blip r:embed="rId2"/>
          <a:stretch/>
        </p:blipFill>
        <p:spPr bwMode="auto">
          <a:xfrm>
            <a:off x="-1" y="2827846"/>
            <a:ext cx="12192001" cy="3035200"/>
          </a:xfrm>
          <a:prstGeom prst="rect">
            <a:avLst/>
          </a:prstGeom>
        </p:spPr>
      </p:pic>
    </p:spTree>
    <p:extLst>
      <p:ext uri="{BB962C8B-B14F-4D97-AF65-F5344CB8AC3E}">
        <p14:creationId xmlns:p14="http://schemas.microsoft.com/office/powerpoint/2010/main" val="3971750048"/>
      </p:ext>
    </p:extLst>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showMasterPhAnim="0" preserve="1" userDrawn="1">
  <p:cSld name="Walk-in">
    <p:bg bwMode="gray">
      <p:bgPr>
        <a:solidFill>
          <a:schemeClr val="tx2"/>
        </a:solidFill>
        <a:effectLst/>
      </p:bgPr>
    </p:bg>
    <p:spTree>
      <p:nvGrpSpPr>
        <p:cNvPr id="1" name=""/>
        <p:cNvGrpSpPr/>
        <p:nvPr/>
      </p:nvGrpSpPr>
      <p:grpSpPr bwMode="auto">
        <a:xfrm>
          <a:off x="0" y="0"/>
          <a:ext cx="0" cy="0"/>
          <a:chOff x="0" y="0"/>
          <a:chExt cx="0" cy="0"/>
        </a:xfrm>
      </p:grpSpPr>
      <p:pic>
        <p:nvPicPr>
          <p:cNvPr id="257282450" name="MS logo white - EMF" descr="Microsoft logo white text version"/>
          <p:cNvPicPr>
            <a:picLocks noChangeAspect="1"/>
          </p:cNvPicPr>
          <p:nvPr userDrawn="1"/>
        </p:nvPicPr>
        <p:blipFill rotWithShape="1">
          <a:blip>
            <a:extLst>
              <a:ext uri="{96DAC541-7B7A-43D3-8B79-37D633B846F1}">
                <asvg:svgBlip xmlns:asvg="http://schemas.microsoft.com/office/drawing/2016/SVG/main" r:embed="rId2"/>
              </a:ext>
            </a:extLst>
          </a:blip>
          <a:stretch/>
        </p:blipFill>
        <p:spPr bwMode="black">
          <a:xfrm>
            <a:off x="584200" y="585788"/>
            <a:ext cx="1366245" cy="292608"/>
          </a:xfrm>
          <a:prstGeom prst="rect">
            <a:avLst/>
          </a:prstGeom>
        </p:spPr>
      </p:pic>
      <p:pic>
        <p:nvPicPr>
          <p:cNvPr id="1107575300" name="Picture 3" descr="Microsoft Learn&#10;Spark possibility"/>
          <p:cNvPicPr>
            <a:picLocks noGrp="1" noRot="1" noMove="1" noResize="1" noEditPoints="1" noAdjustHandles="1" noChangeArrowheads="1" noChangeShapeType="1" noCrop="1"/>
          </p:cNvPicPr>
          <p:nvPr userDrawn="1"/>
        </p:nvPicPr>
        <p:blipFill rotWithShape="1">
          <a:blip r:embed="rId3"/>
          <a:stretch/>
        </p:blipFill>
        <p:spPr bwMode="auto">
          <a:xfrm>
            <a:off x="223228" y="2573202"/>
            <a:ext cx="5344642" cy="1681958"/>
          </a:xfrm>
          <a:prstGeom prst="rect">
            <a:avLst/>
          </a:prstGeom>
        </p:spPr>
      </p:pic>
      <p:sp>
        <p:nvSpPr>
          <p:cNvPr id="141930086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bg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t>© Copyright Microsoft Corporation. All rights reserved.</a:t>
            </a:r>
            <a:endParaRPr/>
          </a:p>
        </p:txBody>
      </p:sp>
    </p:spTree>
    <p:extLst>
      <p:ext uri="{BB962C8B-B14F-4D97-AF65-F5344CB8AC3E}">
        <p14:creationId xmlns:p14="http://schemas.microsoft.com/office/powerpoint/2010/main" val="2579937820"/>
      </p:ext>
    </p:extLst>
  </p:cSld>
  <p:clrMapOvr>
    <a:overrideClrMapping bg1="lt1" tx1="dk1" bg2="lt2" tx2="dk2" accent1="accent1" accent2="accent2" accent3="accent3" accent4="accent4" accent5="accent5" accent6="accent6" hlink="hlink" folHlink="folHlink"/>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showMasterPhAnim="0" preserve="1" userDrawn="1">
  <p:cSld name="Title Slide">
    <p:bg>
      <p:bgPr>
        <a:solidFill>
          <a:srgbClr val="E8E6DF"/>
        </a:solidFill>
        <a:effectLst/>
      </p:bgPr>
    </p:bg>
    <p:spTree>
      <p:nvGrpSpPr>
        <p:cNvPr id="1" name=""/>
        <p:cNvGrpSpPr/>
        <p:nvPr/>
      </p:nvGrpSpPr>
      <p:grpSpPr bwMode="auto">
        <a:xfrm>
          <a:off x="0" y="0"/>
          <a:ext cx="0" cy="0"/>
          <a:chOff x="0" y="0"/>
          <a:chExt cx="0" cy="0"/>
        </a:xfrm>
      </p:grpSpPr>
      <p:pic>
        <p:nvPicPr>
          <p:cNvPr id="1988460681" name="Picture 9"/>
          <p:cNvPicPr>
            <a:picLocks noChangeAspect="1"/>
          </p:cNvPicPr>
          <p:nvPr userDrawn="1"/>
        </p:nvPicPr>
        <p:blipFill rotWithShape="1">
          <a:blip r:embed="rId2"/>
          <a:stretch/>
        </p:blipFill>
        <p:spPr bwMode="auto">
          <a:xfrm>
            <a:off x="0" y="0"/>
            <a:ext cx="12192000" cy="6858000"/>
          </a:xfrm>
          <a:prstGeom prst="rect">
            <a:avLst/>
          </a:prstGeom>
        </p:spPr>
      </p:pic>
      <p:pic>
        <p:nvPicPr>
          <p:cNvPr id="1596312923" name="MS logo gray - EMF" descr="Microsoft logo, gray text version"/>
          <p:cNvPicPr>
            <a:picLocks noChangeAspect="1"/>
          </p:cNvPicPr>
          <p:nvPr userDrawn="1"/>
        </p:nvPicPr>
        <p:blipFill rotWithShape="1">
          <a:blip r:embed="rId3"/>
          <a:stretch/>
        </p:blipFill>
        <p:spPr bwMode="black">
          <a:xfrm>
            <a:off x="584200" y="585788"/>
            <a:ext cx="1366440" cy="292608"/>
          </a:xfrm>
          <a:prstGeom prst="rect">
            <a:avLst/>
          </a:prstGeom>
        </p:spPr>
      </p:pic>
      <p:sp>
        <p:nvSpPr>
          <p:cNvPr id="1963674080" name="Title 1"/>
          <p:cNvSpPr>
            <a:spLocks noGrp="1"/>
          </p:cNvSpPr>
          <p:nvPr>
            <p:ph type="title" hasCustomPrompt="1"/>
          </p:nvPr>
        </p:nvSpPr>
        <p:spPr bwMode="auto">
          <a:xfrm>
            <a:off x="569912" y="3429000"/>
            <a:ext cx="5686955" cy="1231106"/>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Event name or </a:t>
            </a:r>
            <a:br>
              <a:rPr lang="en-US"/>
            </a:br>
            <a:r>
              <a:rPr lang="en-US"/>
              <a:t>presentation title </a:t>
            </a:r>
            <a:endParaRPr/>
          </a:p>
        </p:txBody>
      </p:sp>
      <p:sp>
        <p:nvSpPr>
          <p:cNvPr id="2012628836" name="Text Placeholder 4"/>
          <p:cNvSpPr>
            <a:spLocks noGrp="1"/>
          </p:cNvSpPr>
          <p:nvPr>
            <p:ph type="body" sz="quarter" idx="13" hasCustomPrompt="1"/>
          </p:nvPr>
        </p:nvSpPr>
        <p:spPr bwMode="auto">
          <a:xfrm>
            <a:off x="4756150" y="6446520"/>
            <a:ext cx="1645920" cy="153888"/>
          </a:xfrm>
          <a:prstGeom prst="rect">
            <a:avLst/>
          </a:prstGeom>
          <a:noFill/>
        </p:spPr>
        <p:txBody>
          <a:bodyPr wrap="square" lIns="0" tIns="0" rIns="0" bIns="0">
            <a:spAutoFit/>
          </a:bodyPr>
          <a:lstStyle>
            <a:lvl1pPr marL="0" indent="0">
              <a:spcBef>
                <a:spcPts val="0"/>
              </a:spcBef>
              <a:buNone/>
              <a:defRPr sz="1000" spc="0">
                <a:solidFill>
                  <a:schemeClr val="tx1"/>
                </a:solidFill>
                <a:latin typeface="+mn-lt"/>
                <a:cs typeface="Segoe UI"/>
              </a:defRPr>
            </a:lvl1pPr>
          </a:lstStyle>
          <a:p>
            <a:pPr lvl="0">
              <a:defRPr/>
            </a:pPr>
            <a:r>
              <a:rPr lang="en-US"/>
              <a:t>Date</a:t>
            </a:r>
            <a:endParaRPr/>
          </a:p>
        </p:txBody>
      </p:sp>
      <p:sp>
        <p:nvSpPr>
          <p:cNvPr id="46260036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48027483"/>
      </p:ext>
    </p:extLst>
  </p:cSld>
  <p:clrMapOvr>
    <a:overrideClrMapping bg1="lt1" tx1="dk1" bg2="lt2" tx2="dk2" accent1="accent1" accent2="accent2" accent3="accent3" accent4="accent4" accent5="accent5" accent6="accent6" hlink="hlink" folHlink="folHlink"/>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showMasterPhAnim="0" preserve="1" userDrawn="1">
  <p:cSld name="Section slide">
    <p:bg>
      <p:bgPr>
        <a:solidFill>
          <a:srgbClr val="E8E6DF"/>
        </a:solidFill>
        <a:effectLst/>
      </p:bgPr>
    </p:bg>
    <p:spTree>
      <p:nvGrpSpPr>
        <p:cNvPr id="1" name=""/>
        <p:cNvGrpSpPr/>
        <p:nvPr/>
      </p:nvGrpSpPr>
      <p:grpSpPr bwMode="auto">
        <a:xfrm>
          <a:off x="0" y="0"/>
          <a:ext cx="0" cy="0"/>
          <a:chOff x="0" y="0"/>
          <a:chExt cx="0" cy="0"/>
        </a:xfrm>
      </p:grpSpPr>
      <p:pic>
        <p:nvPicPr>
          <p:cNvPr id="752431562" name="Picture 1"/>
          <p:cNvPicPr>
            <a:picLocks noChangeAspect="1"/>
          </p:cNvPicPr>
          <p:nvPr userDrawn="1"/>
        </p:nvPicPr>
        <p:blipFill rotWithShape="1">
          <a:blip r:embed="rId2"/>
          <a:srcRect r="19823"/>
          <a:stretch/>
        </p:blipFill>
        <p:spPr bwMode="auto">
          <a:xfrm>
            <a:off x="2417010" y="0"/>
            <a:ext cx="9774990" cy="6858000"/>
          </a:xfrm>
          <a:prstGeom prst="rect">
            <a:avLst/>
          </a:prstGeom>
        </p:spPr>
      </p:pic>
      <p:sp>
        <p:nvSpPr>
          <p:cNvPr id="1870463354" name="Title 1"/>
          <p:cNvSpPr>
            <a:spLocks noGrp="1"/>
          </p:cNvSpPr>
          <p:nvPr>
            <p:ph type="title" hasCustomPrompt="1"/>
          </p:nvPr>
        </p:nvSpPr>
        <p:spPr bwMode="auto">
          <a:xfrm>
            <a:off x="569911" y="3384610"/>
            <a:ext cx="6345239" cy="615553"/>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Section divider title</a:t>
            </a:r>
            <a:endParaRPr/>
          </a:p>
        </p:txBody>
      </p:sp>
      <p:sp>
        <p:nvSpPr>
          <p:cNvPr id="66380726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4183744331"/>
      </p:ext>
    </p:extLst>
  </p:cSld>
  <p:clrMapOvr>
    <a:overrideClrMapping bg1="lt1" tx1="dk1" bg2="lt2" tx2="dk2" accent1="accent1" accent2="accent2" accent3="accent3" accent4="accent4" accent5="accent5" accent6="accent6" hlink="hlink" folHlink="folHlink"/>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showMasterPhAnim="0" preserve="1" userDrawn="1">
  <p:cSld name="Agenda_1-column">
    <p:bg>
      <p:bgPr>
        <a:solidFill>
          <a:srgbClr val="E8E6DF"/>
        </a:solidFill>
        <a:effectLst/>
      </p:bgPr>
    </p:bg>
    <p:spTree>
      <p:nvGrpSpPr>
        <p:cNvPr id="1" name=""/>
        <p:cNvGrpSpPr/>
        <p:nvPr/>
      </p:nvGrpSpPr>
      <p:grpSpPr bwMode="auto">
        <a:xfrm>
          <a:off x="0" y="0"/>
          <a:ext cx="0" cy="0"/>
          <a:chOff x="0" y="0"/>
          <a:chExt cx="0" cy="0"/>
        </a:xfrm>
      </p:grpSpPr>
      <p:sp>
        <p:nvSpPr>
          <p:cNvPr id="2122601705" name="Title 1"/>
          <p:cNvSpPr>
            <a:spLocks noGrp="1"/>
          </p:cNvSpPr>
          <p:nvPr>
            <p:ph type="title" hasCustomPrompt="1"/>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Agenda</a:t>
            </a:r>
            <a:endParaRPr/>
          </a:p>
        </p:txBody>
      </p:sp>
      <p:cxnSp>
        <p:nvCxnSpPr>
          <p:cNvPr id="948077952" name="Straight Connector 3"/>
          <p:cNvCxnSpPr/>
          <p:nvPr userDrawn="1"/>
        </p:nvCxnSpPr>
        <p:spPr bwMode="auto">
          <a:xfrm>
            <a:off x="585216" y="1289050"/>
            <a:ext cx="3182112" cy="0"/>
          </a:xfrm>
          <a:prstGeom prst="line">
            <a:avLst/>
          </a:prstGeom>
          <a:ln w="76200" cap="rnd">
            <a:gradFill>
              <a:gsLst>
                <a:gs pos="0">
                  <a:schemeClr val="accent3"/>
                </a:gs>
                <a:gs pos="22000">
                  <a:srgbClr val="F4364C"/>
                </a:gs>
                <a:gs pos="48000">
                  <a:schemeClr val="accent2"/>
                </a:gs>
                <a:gs pos="97531">
                  <a:srgbClr val="8DC8E8"/>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60990964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682211223" name="Text Placeholder 3"/>
          <p:cNvSpPr>
            <a:spLocks noGrp="1"/>
          </p:cNvSpPr>
          <p:nvPr>
            <p:ph type="body" sz="quarter" idx="15"/>
          </p:nvPr>
        </p:nvSpPr>
        <p:spPr bwMode="auto">
          <a:xfrm>
            <a:off x="586388" y="1818177"/>
            <a:ext cx="5033361" cy="280782"/>
          </a:xfrm>
          <a:prstGeom prst="rect">
            <a:avLst/>
          </a:prstGeom>
        </p:spPr>
        <p:txBody>
          <a:bodyPr wrap="square">
            <a:spAutoFit/>
          </a:bodyPr>
          <a:lstStyle>
            <a:lvl1pPr marL="137160" indent="-137160">
              <a:lnSpc>
                <a:spcPct val="110000"/>
              </a:lnSpc>
              <a:spcBef>
                <a:spcPts val="0"/>
              </a:spcBef>
              <a:spcAft>
                <a:spcPts val="1200"/>
              </a:spcAft>
              <a:buFont typeface="Arial"/>
              <a:buChar char="•"/>
              <a:defRPr sz="1800">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2161952784"/>
      </p:ext>
    </p:extLst>
  </p:cSld>
  <p:clrMapOvr>
    <a:overrideClrMapping bg1="lt1" tx1="dk1" bg2="lt2" tx2="dk2" accent1="accent1" accent2="accent2" accent3="accent3" accent4="accent4" accent5="accent5" accent6="accent6" hlink="hlink" folHlink="folHlink"/>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showMasterPhAnim="0" preserve="1" userDrawn="1">
  <p:cSld name="3_Agenda_2-column">
    <p:bg>
      <p:bgPr>
        <a:solidFill>
          <a:srgbClr val="E8E6DF"/>
        </a:solidFill>
        <a:effectLst/>
      </p:bgPr>
    </p:bg>
    <p:spTree>
      <p:nvGrpSpPr>
        <p:cNvPr id="1" name=""/>
        <p:cNvGrpSpPr/>
        <p:nvPr/>
      </p:nvGrpSpPr>
      <p:grpSpPr bwMode="auto">
        <a:xfrm>
          <a:off x="0" y="0"/>
          <a:ext cx="0" cy="0"/>
          <a:chOff x="0" y="0"/>
          <a:chExt cx="0" cy="0"/>
        </a:xfrm>
      </p:grpSpPr>
      <p:sp>
        <p:nvSpPr>
          <p:cNvPr id="1440524040" name="Title 1"/>
          <p:cNvSpPr>
            <a:spLocks noGrp="1"/>
          </p:cNvSpPr>
          <p:nvPr>
            <p:ph type="title" hasCustomPrompt="1"/>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Agenda</a:t>
            </a:r>
            <a:endParaRPr/>
          </a:p>
        </p:txBody>
      </p:sp>
      <p:cxnSp>
        <p:nvCxnSpPr>
          <p:cNvPr id="1369232448" name="Straight Connector 3"/>
          <p:cNvCxnSpPr/>
          <p:nvPr userDrawn="1"/>
        </p:nvCxnSpPr>
        <p:spPr bwMode="auto">
          <a:xfrm>
            <a:off x="585216" y="1289050"/>
            <a:ext cx="3182112" cy="0"/>
          </a:xfrm>
          <a:prstGeom prst="line">
            <a:avLst/>
          </a:prstGeom>
          <a:ln w="76200" cap="rnd">
            <a:gradFill>
              <a:gsLst>
                <a:gs pos="0">
                  <a:schemeClr val="accent3"/>
                </a:gs>
                <a:gs pos="22000">
                  <a:srgbClr val="F4364C"/>
                </a:gs>
                <a:gs pos="48000">
                  <a:schemeClr val="accent2"/>
                </a:gs>
                <a:gs pos="97531">
                  <a:srgbClr val="8DC8E8"/>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95503831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50204226" name="Text Placeholder 3"/>
          <p:cNvSpPr>
            <a:spLocks noGrp="1"/>
          </p:cNvSpPr>
          <p:nvPr>
            <p:ph type="body" sz="quarter" idx="17"/>
          </p:nvPr>
        </p:nvSpPr>
        <p:spPr bwMode="auto">
          <a:xfrm>
            <a:off x="586388"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202467202" name="Text Placeholder 3"/>
          <p:cNvSpPr>
            <a:spLocks noGrp="1"/>
          </p:cNvSpPr>
          <p:nvPr>
            <p:ph type="body" sz="quarter" idx="18"/>
          </p:nvPr>
        </p:nvSpPr>
        <p:spPr bwMode="auto">
          <a:xfrm>
            <a:off x="6891338"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1994531079"/>
      </p:ext>
    </p:extLst>
  </p:cSld>
  <p:clrMapOvr>
    <a:overrideClrMapping bg1="lt1" tx1="dk1" bg2="lt2" tx2="dk2" accent1="accent1" accent2="accent2" accent3="accent3" accent4="accent4" accent5="accent5" accent6="accent6" hlink="hlink" folHlink="folHlink"/>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showMasterPhAnim="0" preserve="1" userDrawn="1">
  <p:cSld name="Presenter-BIo">
    <p:bg>
      <p:bgPr>
        <a:solidFill>
          <a:srgbClr val="E8E6DF"/>
        </a:solidFill>
        <a:effectLst/>
      </p:bgPr>
    </p:bg>
    <p:spTree>
      <p:nvGrpSpPr>
        <p:cNvPr id="1" name=""/>
        <p:cNvGrpSpPr/>
        <p:nvPr/>
      </p:nvGrpSpPr>
      <p:grpSpPr bwMode="auto">
        <a:xfrm>
          <a:off x="0" y="0"/>
          <a:ext cx="0" cy="0"/>
          <a:chOff x="0" y="0"/>
          <a:chExt cx="0" cy="0"/>
        </a:xfrm>
      </p:grpSpPr>
      <p:sp>
        <p:nvSpPr>
          <p:cNvPr id="244618764" name="Rectangle 18"/>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a:lnSpc>
                <a:spcPct val="100000"/>
              </a:lnSpc>
              <a:spcBef>
                <a:spcPts val="0"/>
              </a:spcBef>
              <a:spcAft>
                <a:spcPts val="0"/>
              </a:spcAft>
              <a:buClrTx/>
              <a:buSzTx/>
              <a:buFontTx/>
              <a:buNone/>
              <a:defRPr/>
            </a:pPr>
            <a:endParaRPr lang="en-US" sz="2000" b="0" i="0" u="none" strike="noStrike" cap="none" spc="0">
              <a:ln>
                <a:noFill/>
              </a:ln>
              <a:solidFill>
                <a:srgbClr val="FFFFFF"/>
              </a:solidFill>
              <a:latin typeface="Segoe UI"/>
              <a:ea typeface="Segoe UI"/>
              <a:cs typeface="Segoe UI"/>
            </a:endParaRPr>
          </a:p>
        </p:txBody>
      </p:sp>
      <p:sp>
        <p:nvSpPr>
          <p:cNvPr id="749921265" name="Title 1"/>
          <p:cNvSpPr>
            <a:spLocks noGrp="1"/>
          </p:cNvSpPr>
          <p:nvPr>
            <p:ph type="title"/>
          </p:nvPr>
        </p:nvSpPr>
        <p:spPr bwMode="auto">
          <a:xfrm>
            <a:off x="588262" y="585216"/>
            <a:ext cx="5749038"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859526673" name="Picture Placeholder" descr="This photo is a 'placeholder' only. Drag or drop your photo here, or click and tap the center to insert a photo."/>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1965425869" name="Picture Placeholder" descr="This photo is a 'placeholder' only. Drag or drop your photo here, or click and tap the center to insert a photo."/>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614828371" name="Picture Placeholder" descr="This photo is a 'placeholder' only. Drag or drop your photo here, or click and tap the center to insert a photo."/>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1900149945" name="Picture Placeholder" descr="This photo is a 'placeholder' only. Drag or drop your photo here, or click and tap the center to insert a photo."/>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1171575933" name="Picture Placeholder" descr="This photo is a 'placeholder' only. Drag or drop your photo here, or click and tap the center to insert a photo."/>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902424441" name="Picture Placeholder" descr="This photo is a 'placeholder' only. Drag or drop your photo here, or click and tap the center to insert a photo."/>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1690777392" name="Picture Placeholder" descr="This photo is a 'placeholder' only. Drag or drop your photo here, or click and tap the center to insert a photo."/>
          <p:cNvSpPr>
            <a:spLocks noGrp="1"/>
          </p:cNvSpPr>
          <p:nvPr>
            <p:ph type="pic" sz="quarter" idx="14" hasCustomPrompt="1"/>
          </p:nvPr>
        </p:nvSpPr>
        <p:spPr bwMode="ltGray">
          <a:xfrm>
            <a:off x="8165231" y="457200"/>
            <a:ext cx="2849035" cy="2874212"/>
          </a:xfrm>
          <a:prstGeom prst="roundRect">
            <a:avLst>
              <a:gd name="adj" fmla="val 21738"/>
            </a:avLst>
          </a:prstGeom>
          <a:blipFill rotWithShape="1">
            <a:blip r:embed="rId2"/>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50" b="1">
                <a:solidFill>
                  <a:srgbClr val="000000"/>
                </a:solidFill>
                <a:latin typeface="+mn-lt"/>
                <a:cs typeface="Segoe UI"/>
              </a:defRPr>
            </a:lvl1pPr>
          </a:lstStyle>
          <a:p>
            <a:pPr>
              <a:defRPr/>
            </a:pPr>
            <a:r>
              <a:rPr lang="en-US"/>
              <a:t>Click icon to </a:t>
            </a:r>
            <a:br>
              <a:rPr lang="en-US"/>
            </a:br>
            <a:r>
              <a:rPr lang="en-US"/>
              <a:t>add your picture here</a:t>
            </a:r>
            <a:endParaRPr/>
          </a:p>
        </p:txBody>
      </p:sp>
      <p:sp>
        <p:nvSpPr>
          <p:cNvPr id="26222351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016337649"/>
      </p:ext>
    </p:extLst>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showMasterPhAnim="0" preserve="1" userDrawn="1">
  <p:cSld name="Summary page_Big headline_Learn">
    <p:bg>
      <p:bgPr>
        <a:solidFill>
          <a:srgbClr val="E8E6DF"/>
        </a:solidFill>
        <a:effectLst/>
      </p:bgPr>
    </p:bg>
    <p:spTree>
      <p:nvGrpSpPr>
        <p:cNvPr id="1" name=""/>
        <p:cNvGrpSpPr/>
        <p:nvPr/>
      </p:nvGrpSpPr>
      <p:grpSpPr bwMode="auto">
        <a:xfrm>
          <a:off x="0" y="0"/>
          <a:ext cx="0" cy="0"/>
          <a:chOff x="0" y="0"/>
          <a:chExt cx="0" cy="0"/>
        </a:xfrm>
      </p:grpSpPr>
      <p:pic>
        <p:nvPicPr>
          <p:cNvPr id="632119444" name="Picture 2"/>
          <p:cNvPicPr>
            <a:picLocks noChangeAspect="1"/>
          </p:cNvPicPr>
          <p:nvPr userDrawn="1"/>
        </p:nvPicPr>
        <p:blipFill rotWithShape="1">
          <a:blip r:embed="rId2"/>
          <a:stretch/>
        </p:blipFill>
        <p:spPr bwMode="auto">
          <a:xfrm>
            <a:off x="0" y="0"/>
            <a:ext cx="12192000" cy="6858000"/>
          </a:xfrm>
          <a:prstGeom prst="rect">
            <a:avLst/>
          </a:prstGeom>
        </p:spPr>
      </p:pic>
      <p:sp>
        <p:nvSpPr>
          <p:cNvPr id="1265499893" name="Title 4"/>
          <p:cNvSpPr>
            <a:spLocks noGrp="1"/>
          </p:cNvSpPr>
          <p:nvPr>
            <p:ph type="title" hasCustomPrompt="1"/>
          </p:nvPr>
        </p:nvSpPr>
        <p:spPr bwMode="auto">
          <a:xfrm>
            <a:off x="525081" y="2448062"/>
            <a:ext cx="10430257" cy="1015663"/>
          </a:xfrm>
        </p:spPr>
        <p:txBody>
          <a:bodyPr anchor="b" anchorCtr="0"/>
          <a:lstStyle>
            <a:lvl1pPr>
              <a:defRPr sz="6600" spc="-100">
                <a:latin typeface="+mn-lt"/>
              </a:defRPr>
            </a:lvl1pPr>
          </a:lstStyle>
          <a:p>
            <a:pPr>
              <a:defRPr/>
            </a:pPr>
            <a:r>
              <a:rPr lang="en-US"/>
              <a:t>Big headline</a:t>
            </a:r>
            <a:endParaRPr/>
          </a:p>
        </p:txBody>
      </p:sp>
      <p:sp>
        <p:nvSpPr>
          <p:cNvPr id="283685733" name="Text Placeholder 3"/>
          <p:cNvSpPr>
            <a:spLocks noGrp="1"/>
          </p:cNvSpPr>
          <p:nvPr>
            <p:ph type="body" sz="quarter" idx="15"/>
          </p:nvPr>
        </p:nvSpPr>
        <p:spPr bwMode="auto">
          <a:xfrm>
            <a:off x="586390" y="4278313"/>
            <a:ext cx="4712686"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65176" indent="-128016">
              <a:spcAft>
                <a:spcPts val="0"/>
              </a:spcAft>
              <a:buFont typeface="Arial"/>
              <a:buChar char="•"/>
              <a:defRPr>
                <a:solidFill>
                  <a:schemeClr val="tx1"/>
                </a:solidFill>
              </a:defRPr>
            </a:lvl2pPr>
            <a:lvl3pPr marL="384048" indent="-118872">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026111000" name="Text Placeholder 3"/>
          <p:cNvSpPr>
            <a:spLocks noGrp="1"/>
          </p:cNvSpPr>
          <p:nvPr>
            <p:ph type="body" sz="quarter" idx="16"/>
          </p:nvPr>
        </p:nvSpPr>
        <p:spPr bwMode="auto">
          <a:xfrm>
            <a:off x="6246410" y="4278313"/>
            <a:ext cx="3765954"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65176" indent="-128016">
              <a:spcAft>
                <a:spcPts val="0"/>
              </a:spcAft>
              <a:buFont typeface="Arial"/>
              <a:buChar char="•"/>
              <a:defRPr>
                <a:solidFill>
                  <a:schemeClr val="tx1"/>
                </a:solidFill>
              </a:defRPr>
            </a:lvl2pPr>
            <a:lvl3pPr marL="384048" indent="-118872">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42543977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706930501"/>
      </p:ext>
    </p:extLst>
  </p:cSld>
  <p:clrMapOvr>
    <a:overrideClrMapping bg1="lt1" tx1="dk1" bg2="lt2" tx2="dk2" accent1="accent1" accent2="accent2" accent3="accent3" accent4="accent4" accent5="accent5" accent6="accent6" hlink="hlink" folHlink="folHlink"/>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showMasterPhAnim="0" preserve="1" userDrawn="1">
  <p:cSld name="1-column_Text">
    <p:bg>
      <p:bgRef idx="1001">
        <a:schemeClr val="bg1"/>
      </p:bgRef>
    </p:bg>
    <p:spTree>
      <p:nvGrpSpPr>
        <p:cNvPr id="1" name=""/>
        <p:cNvGrpSpPr/>
        <p:nvPr/>
      </p:nvGrpSpPr>
      <p:grpSpPr bwMode="auto">
        <a:xfrm>
          <a:off x="0" y="0"/>
          <a:ext cx="0" cy="0"/>
          <a:chOff x="0" y="0"/>
          <a:chExt cx="0" cy="0"/>
        </a:xfrm>
      </p:grpSpPr>
      <p:sp>
        <p:nvSpPr>
          <p:cNvPr id="1269274497" name="Title 1"/>
          <p:cNvSpPr>
            <a:spLocks noGrp="1"/>
          </p:cNvSpPr>
          <p:nvPr>
            <p:ph type="title"/>
          </p:nvPr>
        </p:nvSpPr>
        <p:spPr bwMode="auto">
          <a:xfrm>
            <a:off x="588262" y="585216"/>
            <a:ext cx="11013473"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29084445" name="Text Placeholder 3"/>
          <p:cNvSpPr>
            <a:spLocks noGrp="1"/>
          </p:cNvSpPr>
          <p:nvPr>
            <p:ph type="body" sz="quarter" idx="15"/>
          </p:nvPr>
        </p:nvSpPr>
        <p:spPr bwMode="auto">
          <a:xfrm>
            <a:off x="586388" y="1591056"/>
            <a:ext cx="110134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68333906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888896467"/>
      </p:ext>
    </p:extLst>
  </p:cSld>
  <p:clrMapOvr>
    <a:overrideClrMapping bg1="lt1" tx1="dk1" bg2="lt2" tx2="dk2" accent1="accent1" accent2="accent2" accent3="accent3" accent4="accent4" accent5="accent5" accent6="accent6" hlink="hlink" folHlink="folHlink"/>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showMasterPhAnim="0" preserve="1" userDrawn="1">
  <p:cSld name="Title and subheading">
    <p:spTree>
      <p:nvGrpSpPr>
        <p:cNvPr id="1" name=""/>
        <p:cNvGrpSpPr/>
        <p:nvPr/>
      </p:nvGrpSpPr>
      <p:grpSpPr bwMode="auto">
        <a:xfrm>
          <a:off x="0" y="0"/>
          <a:ext cx="0" cy="0"/>
          <a:chOff x="0" y="0"/>
          <a:chExt cx="0" cy="0"/>
        </a:xfrm>
      </p:grpSpPr>
      <p:sp>
        <p:nvSpPr>
          <p:cNvPr id="1508229692" name="Title 1"/>
          <p:cNvSpPr>
            <a:spLocks noGrp="1"/>
          </p:cNvSpPr>
          <p:nvPr>
            <p:ph type="title"/>
          </p:nvPr>
        </p:nvSpPr>
        <p:spPr bwMode="auto">
          <a:xfrm>
            <a:off x="588261" y="585216"/>
            <a:ext cx="11011601" cy="707281"/>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8738150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250984369" name="Text Placeholder 11"/>
          <p:cNvSpPr>
            <a:spLocks noGrp="1"/>
          </p:cNvSpPr>
          <p:nvPr>
            <p:ph type="body" sz="quarter" idx="17"/>
          </p:nvPr>
        </p:nvSpPr>
        <p:spPr bwMode="auto">
          <a:xfrm>
            <a:off x="584199" y="1386766"/>
            <a:ext cx="1101160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Tree>
    <p:extLst>
      <p:ext uri="{BB962C8B-B14F-4D97-AF65-F5344CB8AC3E}">
        <p14:creationId xmlns:p14="http://schemas.microsoft.com/office/powerpoint/2010/main" val="3912566472"/>
      </p:ext>
    </p:extLst>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showMasterPhAnim="0" preserve="1" userDrawn="1">
  <p:cSld name="1_1-column_Text">
    <p:bg>
      <p:bgRef idx="1001">
        <a:schemeClr val="bg1"/>
      </p:bgRef>
    </p:bg>
    <p:spTree>
      <p:nvGrpSpPr>
        <p:cNvPr id="1" name=""/>
        <p:cNvGrpSpPr/>
        <p:nvPr/>
      </p:nvGrpSpPr>
      <p:grpSpPr bwMode="auto">
        <a:xfrm>
          <a:off x="0" y="0"/>
          <a:ext cx="0" cy="0"/>
          <a:chOff x="0" y="0"/>
          <a:chExt cx="0" cy="0"/>
        </a:xfrm>
      </p:grpSpPr>
      <p:sp>
        <p:nvSpPr>
          <p:cNvPr id="832481612" name="Title 1"/>
          <p:cNvSpPr>
            <a:spLocks noGrp="1"/>
          </p:cNvSpPr>
          <p:nvPr>
            <p:ph type="title"/>
          </p:nvPr>
        </p:nvSpPr>
        <p:spPr bwMode="auto">
          <a:xfrm>
            <a:off x="588261" y="585216"/>
            <a:ext cx="8189027"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333119127" name="Text Placeholder 11"/>
          <p:cNvSpPr>
            <a:spLocks noGrp="1"/>
          </p:cNvSpPr>
          <p:nvPr>
            <p:ph type="body" sz="quarter" idx="17"/>
          </p:nvPr>
        </p:nvSpPr>
        <p:spPr bwMode="auto">
          <a:xfrm>
            <a:off x="584200" y="1594155"/>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837250500" name="Text Placeholder 3"/>
          <p:cNvSpPr>
            <a:spLocks noGrp="1"/>
          </p:cNvSpPr>
          <p:nvPr>
            <p:ph type="body" sz="quarter" idx="15"/>
          </p:nvPr>
        </p:nvSpPr>
        <p:spPr bwMode="auto">
          <a:xfrm>
            <a:off x="586390" y="2085764"/>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88063615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962437215"/>
      </p:ext>
    </p:extLst>
  </p:cSld>
  <p:clrMapOvr>
    <a:overrideClrMapping bg1="lt1" tx1="dk1" bg2="lt2" tx2="dk2" accent1="accent1" accent2="accent2" accent3="accent3" accent4="accent4" accent5="accent5" accent6="accent6" hlink="hlink" folHlink="folHlink"/>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showMasterPhAnim="0" preserve="1" userDrawn="1">
  <p:cSld name="2-column_Text">
    <p:bg>
      <p:bgRef idx="1001">
        <a:schemeClr val="bg1"/>
      </p:bgRef>
    </p:bg>
    <p:spTree>
      <p:nvGrpSpPr>
        <p:cNvPr id="1" name=""/>
        <p:cNvGrpSpPr/>
        <p:nvPr/>
      </p:nvGrpSpPr>
      <p:grpSpPr bwMode="auto">
        <a:xfrm>
          <a:off x="0" y="0"/>
          <a:ext cx="0" cy="0"/>
          <a:chOff x="0" y="0"/>
          <a:chExt cx="0" cy="0"/>
        </a:xfrm>
      </p:grpSpPr>
      <p:sp>
        <p:nvSpPr>
          <p:cNvPr id="1576970565"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399126430" name="Text Placeholder 3"/>
          <p:cNvSpPr>
            <a:spLocks noGrp="1"/>
          </p:cNvSpPr>
          <p:nvPr>
            <p:ph type="body" sz="quarter" idx="15"/>
          </p:nvPr>
        </p:nvSpPr>
        <p:spPr bwMode="auto">
          <a:xfrm>
            <a:off x="586390" y="1591056"/>
            <a:ext cx="5217510"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794981192" name="Text Placeholder 3"/>
          <p:cNvSpPr>
            <a:spLocks noGrp="1"/>
          </p:cNvSpPr>
          <p:nvPr>
            <p:ph type="body" sz="quarter" idx="20"/>
          </p:nvPr>
        </p:nvSpPr>
        <p:spPr bwMode="auto">
          <a:xfrm>
            <a:off x="6253664" y="1591056"/>
            <a:ext cx="5187106"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3062508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547922730"/>
      </p:ext>
    </p:extLst>
  </p:cSld>
  <p:clrMapOvr>
    <a:overrideClrMapping bg1="lt1" tx1="dk1" bg2="lt2" tx2="dk2" accent1="accent1" accent2="accent2" accent3="accent3" accent4="accent4" accent5="accent5" accent6="accent6" hlink="hlink" folHlink="folHlink"/>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showMasterPhAnim="0" preserve="1" userDrawn="1">
  <p:cSld name="2-column_Text_with Subheads">
    <p:bg>
      <p:bgRef idx="1001">
        <a:schemeClr val="bg1"/>
      </p:bgRef>
    </p:bg>
    <p:spTree>
      <p:nvGrpSpPr>
        <p:cNvPr id="1" name=""/>
        <p:cNvGrpSpPr/>
        <p:nvPr/>
      </p:nvGrpSpPr>
      <p:grpSpPr bwMode="auto">
        <a:xfrm>
          <a:off x="0" y="0"/>
          <a:ext cx="0" cy="0"/>
          <a:chOff x="0" y="0"/>
          <a:chExt cx="0" cy="0"/>
        </a:xfrm>
      </p:grpSpPr>
      <p:sp>
        <p:nvSpPr>
          <p:cNvPr id="761482362"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943370735" name="Text Placeholder 11"/>
          <p:cNvSpPr>
            <a:spLocks noGrp="1"/>
          </p:cNvSpPr>
          <p:nvPr>
            <p:ph type="body" sz="quarter" idx="16"/>
          </p:nvPr>
        </p:nvSpPr>
        <p:spPr bwMode="auto">
          <a:xfrm>
            <a:off x="58420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044152841" name="Text Placeholder 3"/>
          <p:cNvSpPr>
            <a:spLocks noGrp="1"/>
          </p:cNvSpPr>
          <p:nvPr>
            <p:ph type="body" sz="quarter" idx="15"/>
          </p:nvPr>
        </p:nvSpPr>
        <p:spPr bwMode="auto">
          <a:xfrm>
            <a:off x="586390" y="2085764"/>
            <a:ext cx="5217510"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783547602" name="Text Placeholder 11"/>
          <p:cNvSpPr>
            <a:spLocks noGrp="1"/>
          </p:cNvSpPr>
          <p:nvPr>
            <p:ph type="body" sz="quarter" idx="19"/>
          </p:nvPr>
        </p:nvSpPr>
        <p:spPr bwMode="auto">
          <a:xfrm>
            <a:off x="624422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684501668" name="Text Placeholder 3"/>
          <p:cNvSpPr>
            <a:spLocks noGrp="1"/>
          </p:cNvSpPr>
          <p:nvPr>
            <p:ph type="body" sz="quarter" idx="20"/>
          </p:nvPr>
        </p:nvSpPr>
        <p:spPr bwMode="auto">
          <a:xfrm>
            <a:off x="6253664" y="2085764"/>
            <a:ext cx="5187106"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7872290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609535905"/>
      </p:ext>
    </p:extLst>
  </p:cSld>
  <p:clrMapOvr>
    <a:overrideClrMapping bg1="lt1" tx1="dk1" bg2="lt2" tx2="dk2" accent1="accent1" accent2="accent2" accent3="accent3" accent4="accent4" accent5="accent5" accent6="accent6" hlink="hlink" folHlink="folHlink"/>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showMasterPhAnim="0" preserve="1" userDrawn="1">
  <p:cSld name="3-column_Text">
    <p:bg>
      <p:bgRef idx="1001">
        <a:schemeClr val="bg1"/>
      </p:bgRef>
    </p:bg>
    <p:spTree>
      <p:nvGrpSpPr>
        <p:cNvPr id="1" name=""/>
        <p:cNvGrpSpPr/>
        <p:nvPr/>
      </p:nvGrpSpPr>
      <p:grpSpPr bwMode="auto">
        <a:xfrm>
          <a:off x="0" y="0"/>
          <a:ext cx="0" cy="0"/>
          <a:chOff x="0" y="0"/>
          <a:chExt cx="0" cy="0"/>
        </a:xfrm>
      </p:grpSpPr>
      <p:sp>
        <p:nvSpPr>
          <p:cNvPr id="78233255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85504507" name="Text Placeholder 3"/>
          <p:cNvSpPr>
            <a:spLocks noGrp="1"/>
          </p:cNvSpPr>
          <p:nvPr>
            <p:ph type="body" sz="quarter" idx="15"/>
          </p:nvPr>
        </p:nvSpPr>
        <p:spPr bwMode="auto">
          <a:xfrm>
            <a:off x="586390"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54572020" name="Text Placeholder 3"/>
          <p:cNvSpPr>
            <a:spLocks noGrp="1"/>
          </p:cNvSpPr>
          <p:nvPr>
            <p:ph type="body" sz="quarter" idx="16"/>
          </p:nvPr>
        </p:nvSpPr>
        <p:spPr bwMode="auto">
          <a:xfrm>
            <a:off x="4362862"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670618720" name="Text Placeholder 3"/>
          <p:cNvSpPr>
            <a:spLocks noGrp="1"/>
          </p:cNvSpPr>
          <p:nvPr>
            <p:ph type="body" sz="quarter" idx="17"/>
          </p:nvPr>
        </p:nvSpPr>
        <p:spPr bwMode="auto">
          <a:xfrm>
            <a:off x="8130190"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31833852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523546766"/>
      </p:ext>
    </p:extLst>
  </p:cSld>
  <p:clrMapOvr>
    <a:overrideClrMapping bg1="lt1" tx1="dk1" bg2="lt2" tx2="dk2" accent1="accent1" accent2="accent2" accent3="accent3" accent4="accent4" accent5="accent5" accent6="accent6" hlink="hlink" folHlink="folHlink"/>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showMasterPhAnim="0" preserve="1" userDrawn="1">
  <p:cSld name="3-column_Text_with Subheads">
    <p:bg>
      <p:bgRef idx="1001">
        <a:schemeClr val="bg1"/>
      </p:bgRef>
    </p:bg>
    <p:spTree>
      <p:nvGrpSpPr>
        <p:cNvPr id="1" name=""/>
        <p:cNvGrpSpPr/>
        <p:nvPr/>
      </p:nvGrpSpPr>
      <p:grpSpPr bwMode="auto">
        <a:xfrm>
          <a:off x="0" y="0"/>
          <a:ext cx="0" cy="0"/>
          <a:chOff x="0" y="0"/>
          <a:chExt cx="0" cy="0"/>
        </a:xfrm>
      </p:grpSpPr>
      <p:sp>
        <p:nvSpPr>
          <p:cNvPr id="103327808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66189611" name="Text Placeholder 11"/>
          <p:cNvSpPr>
            <a:spLocks noGrp="1"/>
          </p:cNvSpPr>
          <p:nvPr>
            <p:ph type="body" sz="quarter" idx="16"/>
          </p:nvPr>
        </p:nvSpPr>
        <p:spPr bwMode="auto">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931217542" name="Text Placeholder 3"/>
          <p:cNvSpPr>
            <a:spLocks noGrp="1"/>
          </p:cNvSpPr>
          <p:nvPr>
            <p:ph type="body" sz="quarter" idx="15"/>
          </p:nvPr>
        </p:nvSpPr>
        <p:spPr bwMode="auto">
          <a:xfrm>
            <a:off x="586390"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502531038" name="Text Placeholder 11"/>
          <p:cNvSpPr>
            <a:spLocks noGrp="1"/>
          </p:cNvSpPr>
          <p:nvPr>
            <p:ph type="body" sz="quarter" idx="22"/>
          </p:nvPr>
        </p:nvSpPr>
        <p:spPr bwMode="auto">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588535780" name="Text Placeholder 3"/>
          <p:cNvSpPr>
            <a:spLocks noGrp="1"/>
          </p:cNvSpPr>
          <p:nvPr>
            <p:ph type="body" sz="quarter" idx="23"/>
          </p:nvPr>
        </p:nvSpPr>
        <p:spPr bwMode="auto">
          <a:xfrm>
            <a:off x="4359737"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760295649" name="Text Placeholder 11"/>
          <p:cNvSpPr>
            <a:spLocks noGrp="1"/>
          </p:cNvSpPr>
          <p:nvPr>
            <p:ph type="body" sz="quarter" idx="24"/>
          </p:nvPr>
        </p:nvSpPr>
        <p:spPr bwMode="auto">
          <a:xfrm>
            <a:off x="8130894"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957585627" name="Text Placeholder 3"/>
          <p:cNvSpPr>
            <a:spLocks noGrp="1"/>
          </p:cNvSpPr>
          <p:nvPr>
            <p:ph type="body" sz="quarter" idx="25"/>
          </p:nvPr>
        </p:nvSpPr>
        <p:spPr bwMode="auto">
          <a:xfrm>
            <a:off x="8133084"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79885416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107044447"/>
      </p:ext>
    </p:extLst>
  </p:cSld>
  <p:clrMapOvr>
    <a:overrideClrMapping bg1="lt1" tx1="dk1" bg2="lt2" tx2="dk2" accent1="accent1" accent2="accent2" accent3="accent3" accent4="accent4" accent5="accent5" accent6="accent6" hlink="hlink" folHlink="folHlink"/>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showMasterPhAnim="0" preserve="1" userDrawn="1">
  <p:cSld name="3-column_Text_with Subheads-Icons">
    <p:bg>
      <p:bgRef idx="1001">
        <a:schemeClr val="bg1"/>
      </p:bgRef>
    </p:bg>
    <p:spTree>
      <p:nvGrpSpPr>
        <p:cNvPr id="1" name=""/>
        <p:cNvGrpSpPr/>
        <p:nvPr/>
      </p:nvGrpSpPr>
      <p:grpSpPr bwMode="auto">
        <a:xfrm>
          <a:off x="0" y="0"/>
          <a:ext cx="0" cy="0"/>
          <a:chOff x="0" y="0"/>
          <a:chExt cx="0" cy="0"/>
        </a:xfrm>
      </p:grpSpPr>
      <p:sp>
        <p:nvSpPr>
          <p:cNvPr id="1549244862"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573247912" name="Text Placeholder 11"/>
          <p:cNvSpPr>
            <a:spLocks noGrp="1"/>
          </p:cNvSpPr>
          <p:nvPr>
            <p:ph type="body" sz="quarter" idx="16"/>
          </p:nvPr>
        </p:nvSpPr>
        <p:spPr bwMode="auto">
          <a:xfrm>
            <a:off x="584200"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321333053" name="Text Placeholder 3"/>
          <p:cNvSpPr>
            <a:spLocks noGrp="1"/>
          </p:cNvSpPr>
          <p:nvPr>
            <p:ph type="body" sz="quarter" idx="15"/>
          </p:nvPr>
        </p:nvSpPr>
        <p:spPr bwMode="auto">
          <a:xfrm>
            <a:off x="586390"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868194503" name="Text Placeholder 11"/>
          <p:cNvSpPr>
            <a:spLocks noGrp="1"/>
          </p:cNvSpPr>
          <p:nvPr>
            <p:ph type="body" sz="quarter" idx="22"/>
          </p:nvPr>
        </p:nvSpPr>
        <p:spPr bwMode="auto">
          <a:xfrm>
            <a:off x="4357547"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98569626" name="Text Placeholder 3"/>
          <p:cNvSpPr>
            <a:spLocks noGrp="1"/>
          </p:cNvSpPr>
          <p:nvPr>
            <p:ph type="body" sz="quarter" idx="23"/>
          </p:nvPr>
        </p:nvSpPr>
        <p:spPr bwMode="auto">
          <a:xfrm>
            <a:off x="4359737"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428457370" name="Text Placeholder 11"/>
          <p:cNvSpPr>
            <a:spLocks noGrp="1"/>
          </p:cNvSpPr>
          <p:nvPr>
            <p:ph type="body" sz="quarter" idx="24"/>
          </p:nvPr>
        </p:nvSpPr>
        <p:spPr bwMode="auto">
          <a:xfrm>
            <a:off x="8130894"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798681452" name="Text Placeholder 3"/>
          <p:cNvSpPr>
            <a:spLocks noGrp="1"/>
          </p:cNvSpPr>
          <p:nvPr>
            <p:ph type="body" sz="quarter" idx="25"/>
          </p:nvPr>
        </p:nvSpPr>
        <p:spPr bwMode="auto">
          <a:xfrm>
            <a:off x="8133084"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57004032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308965421"/>
      </p:ext>
    </p:extLst>
  </p:cSld>
  <p:clrMapOvr>
    <a:overrideClrMapping bg1="lt1" tx1="dk1" bg2="lt2" tx2="dk2" accent1="accent1" accent2="accent2" accent3="accent3" accent4="accent4" accent5="accent5" accent6="accent6" hlink="hlink" folHlink="folHlink"/>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showMasterPhAnim="0" preserve="1" userDrawn="1">
  <p:cSld name="2_3-column_Text_with Subheads-Icons">
    <p:bg>
      <p:bgRef idx="1001">
        <a:schemeClr val="bg1"/>
      </p:bgRef>
    </p:bg>
    <p:spTree>
      <p:nvGrpSpPr>
        <p:cNvPr id="1" name=""/>
        <p:cNvGrpSpPr/>
        <p:nvPr/>
      </p:nvGrpSpPr>
      <p:grpSpPr bwMode="auto">
        <a:xfrm>
          <a:off x="0" y="0"/>
          <a:ext cx="0" cy="0"/>
          <a:chOff x="0" y="0"/>
          <a:chExt cx="0" cy="0"/>
        </a:xfrm>
      </p:grpSpPr>
      <p:cxnSp>
        <p:nvCxnSpPr>
          <p:cNvPr id="231534895"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48581384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453652599"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2095586193"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620079209"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658331779"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697119612"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611644192"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21887999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738656125"/>
      </p:ext>
    </p:extLst>
  </p:cSld>
  <p:clrMapOvr>
    <a:overrideClrMapping bg1="lt1" tx1="dk1" bg2="lt2" tx2="dk2" accent1="accent1" accent2="accent2" accent3="accent3" accent4="accent4" accent5="accent5" accent6="accent6" hlink="hlink" folHlink="folHlink"/>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showMasterPhAnim="0" preserve="1" userDrawn="1">
  <p:cSld name="4_3-column_Text_with Subheads-Icons">
    <p:bg>
      <p:bgRef idx="1001">
        <a:schemeClr val="bg1"/>
      </p:bgRef>
    </p:bg>
    <p:spTree>
      <p:nvGrpSpPr>
        <p:cNvPr id="1" name=""/>
        <p:cNvGrpSpPr/>
        <p:nvPr/>
      </p:nvGrpSpPr>
      <p:grpSpPr bwMode="auto">
        <a:xfrm>
          <a:off x="0" y="0"/>
          <a:ext cx="0" cy="0"/>
          <a:chOff x="0" y="0"/>
          <a:chExt cx="0" cy="0"/>
        </a:xfrm>
      </p:grpSpPr>
      <p:cxnSp>
        <p:nvCxnSpPr>
          <p:cNvPr id="2103438750"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976171657"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336213058"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160701755"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457802049"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315584104"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958330638"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903917998"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57371392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122078602"/>
      </p:ext>
    </p:extLst>
  </p:cSld>
  <p:clrMapOvr>
    <a:overrideClrMapping bg1="lt1" tx1="dk1" bg2="lt2" tx2="dk2" accent1="accent1" accent2="accent2" accent3="accent3" accent4="accent4" accent5="accent5" accent6="accent6" hlink="hlink" folHlink="folHlink"/>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showMasterPhAnim="0" preserve="1" userDrawn="1">
  <p:cSld name="3_3-column_Text_with Subheads-Icons">
    <p:bg>
      <p:bgRef idx="1001">
        <a:schemeClr val="bg1"/>
      </p:bgRef>
    </p:bg>
    <p:spTree>
      <p:nvGrpSpPr>
        <p:cNvPr id="1" name=""/>
        <p:cNvGrpSpPr/>
        <p:nvPr/>
      </p:nvGrpSpPr>
      <p:grpSpPr bwMode="auto">
        <a:xfrm>
          <a:off x="0" y="0"/>
          <a:ext cx="0" cy="0"/>
          <a:chOff x="0" y="0"/>
          <a:chExt cx="0" cy="0"/>
        </a:xfrm>
      </p:grpSpPr>
      <p:cxnSp>
        <p:nvCxnSpPr>
          <p:cNvPr id="1647808312"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11478233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417795847"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016992572"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786336414"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96986451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861949351"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654883086"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948740203"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923750210"/>
      </p:ext>
    </p:extLst>
  </p:cSld>
  <p:clrMapOvr>
    <a:overrideClrMapping bg1="lt1" tx1="dk1" bg2="lt2" tx2="dk2" accent1="accent1" accent2="accent2" accent3="accent3" accent4="accent4" accent5="accent5" accent6="accent6" hlink="hlink" folHlink="folHlink"/>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and title">
    <p:spTree>
      <p:nvGrpSpPr>
        <p:cNvPr id="1" name=""/>
        <p:cNvGrpSpPr/>
        <p:nvPr/>
      </p:nvGrpSpPr>
      <p:grpSpPr bwMode="auto">
        <a:xfrm>
          <a:off x="0" y="0"/>
          <a:ext cx="0" cy="0"/>
          <a:chOff x="0" y="0"/>
          <a:chExt cx="0" cy="0"/>
        </a:xfrm>
      </p:grpSpPr>
      <p:sp>
        <p:nvSpPr>
          <p:cNvPr id="1956452842" name="Text Placeholder 3"/>
          <p:cNvSpPr>
            <a:spLocks noGrp="1"/>
          </p:cNvSpPr>
          <p:nvPr>
            <p:ph type="body" sz="quarter" idx="15"/>
          </p:nvPr>
        </p:nvSpPr>
        <p:spPr bwMode="auto">
          <a:xfrm>
            <a:off x="586390" y="4978880"/>
            <a:ext cx="5217510"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577365529" name="Text Placeholder 3"/>
          <p:cNvSpPr>
            <a:spLocks noGrp="1"/>
          </p:cNvSpPr>
          <p:nvPr>
            <p:ph type="body" sz="quarter" idx="20"/>
          </p:nvPr>
        </p:nvSpPr>
        <p:spPr bwMode="auto">
          <a:xfrm>
            <a:off x="6253664" y="4978880"/>
            <a:ext cx="5187106"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573833436" name="Picture Placeholder" descr="This photo is a 'placeholder' only. Drag or drop your photo here, or click and tap the center to insert a photo."/>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20693903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43471743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538058234"/>
      </p:ext>
    </p:extLst>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p:spTree>
      <p:nvGrpSpPr>
        <p:cNvPr id="1" name=""/>
        <p:cNvGrpSpPr/>
        <p:nvPr/>
      </p:nvGrpSpPr>
      <p:grpSpPr bwMode="auto">
        <a:xfrm>
          <a:off x="0" y="0"/>
          <a:ext cx="0" cy="0"/>
          <a:chOff x="0" y="0"/>
          <a:chExt cx="0" cy="0"/>
        </a:xfrm>
      </p:grpSpPr>
      <p:sp>
        <p:nvSpPr>
          <p:cNvPr id="180093501" name="Text Placeholder 3"/>
          <p:cNvSpPr>
            <a:spLocks noGrp="1"/>
          </p:cNvSpPr>
          <p:nvPr>
            <p:ph type="body" sz="quarter" idx="15"/>
          </p:nvPr>
        </p:nvSpPr>
        <p:spPr bwMode="auto">
          <a:xfrm>
            <a:off x="586390" y="4978880"/>
            <a:ext cx="5217510"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948388868" name="Text Placeholder 3"/>
          <p:cNvSpPr>
            <a:spLocks noGrp="1"/>
          </p:cNvSpPr>
          <p:nvPr>
            <p:ph type="body" sz="quarter" idx="20"/>
          </p:nvPr>
        </p:nvSpPr>
        <p:spPr bwMode="auto">
          <a:xfrm>
            <a:off x="6253664" y="4978880"/>
            <a:ext cx="5187106"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563879916" name="Picture Placeholder" descr="This photo is a 'placeholder' only. Drag or drop your photo here, or click and tap the center to insert a photo."/>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30978923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261443144"/>
      </p:ext>
    </p:extLst>
  </p:cSld>
  <p:clrMapOvr>
    <a:masterClrMapping/>
  </p:clrMapOvr>
</p:sldLayout>
</file>

<file path=ppt/slideLayouts/slideLayout383.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subheads, and title">
    <p:spTree>
      <p:nvGrpSpPr>
        <p:cNvPr id="1" name=""/>
        <p:cNvGrpSpPr/>
        <p:nvPr/>
      </p:nvGrpSpPr>
      <p:grpSpPr bwMode="auto">
        <a:xfrm>
          <a:off x="0" y="0"/>
          <a:ext cx="0" cy="0"/>
          <a:chOff x="0" y="0"/>
          <a:chExt cx="0" cy="0"/>
        </a:xfrm>
      </p:grpSpPr>
      <p:sp>
        <p:nvSpPr>
          <p:cNvPr id="231138503" name="Text Placeholder 11"/>
          <p:cNvSpPr>
            <a:spLocks noGrp="1"/>
          </p:cNvSpPr>
          <p:nvPr>
            <p:ph type="body" sz="quarter" idx="16"/>
          </p:nvPr>
        </p:nvSpPr>
        <p:spPr bwMode="auto">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497793707" name="Text Placeholder 3"/>
          <p:cNvSpPr>
            <a:spLocks noGrp="1"/>
          </p:cNvSpPr>
          <p:nvPr>
            <p:ph type="body" sz="quarter" idx="15"/>
          </p:nvPr>
        </p:nvSpPr>
        <p:spPr bwMode="auto">
          <a:xfrm>
            <a:off x="586390" y="5357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564799639" name="Text Placeholder 11"/>
          <p:cNvSpPr>
            <a:spLocks noGrp="1"/>
          </p:cNvSpPr>
          <p:nvPr>
            <p:ph type="body" sz="quarter" idx="22"/>
          </p:nvPr>
        </p:nvSpPr>
        <p:spPr bwMode="auto">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924142943" name="Text Placeholder 3"/>
          <p:cNvSpPr>
            <a:spLocks noGrp="1"/>
          </p:cNvSpPr>
          <p:nvPr>
            <p:ph type="body" sz="quarter" idx="33"/>
          </p:nvPr>
        </p:nvSpPr>
        <p:spPr bwMode="auto">
          <a:xfrm>
            <a:off x="6252435" y="5357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98508175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51521913" name="Picture Placeholder" descr="This photo is a 'placeholder' only. Drag or drop your photo here, or click and tap the center to insert a photo."/>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54885627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989507677"/>
      </p:ext>
    </p:extLst>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and subheads">
    <p:spTree>
      <p:nvGrpSpPr>
        <p:cNvPr id="1" name=""/>
        <p:cNvGrpSpPr/>
        <p:nvPr/>
      </p:nvGrpSpPr>
      <p:grpSpPr bwMode="auto">
        <a:xfrm>
          <a:off x="0" y="0"/>
          <a:ext cx="0" cy="0"/>
          <a:chOff x="0" y="0"/>
          <a:chExt cx="0" cy="0"/>
        </a:xfrm>
      </p:grpSpPr>
      <p:sp>
        <p:nvSpPr>
          <p:cNvPr id="269220587" name="Rectangle 10"/>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400">
              <a:gradFill>
                <a:gsLst>
                  <a:gs pos="0">
                    <a:srgbClr val="FFFFFF"/>
                  </a:gs>
                  <a:gs pos="100000">
                    <a:srgbClr val="FFFFFF"/>
                  </a:gs>
                </a:gsLst>
                <a:lin ang="5400000" scaled="0"/>
              </a:gradFill>
              <a:ea typeface="Segoe UI"/>
              <a:cs typeface="Segoe UI"/>
            </a:endParaRPr>
          </a:p>
        </p:txBody>
      </p:sp>
      <p:sp>
        <p:nvSpPr>
          <p:cNvPr id="703712737" name="Text Placeholder 11"/>
          <p:cNvSpPr>
            <a:spLocks noGrp="1"/>
          </p:cNvSpPr>
          <p:nvPr>
            <p:ph type="body" sz="quarter" idx="16"/>
          </p:nvPr>
        </p:nvSpPr>
        <p:spPr bwMode="auto">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326087160" name="Text Placeholder 3"/>
          <p:cNvSpPr>
            <a:spLocks noGrp="1"/>
          </p:cNvSpPr>
          <p:nvPr>
            <p:ph type="body" sz="quarter" idx="15"/>
          </p:nvPr>
        </p:nvSpPr>
        <p:spPr bwMode="auto">
          <a:xfrm>
            <a:off x="586390" y="5357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6313938" name="Text Placeholder 11"/>
          <p:cNvSpPr>
            <a:spLocks noGrp="1"/>
          </p:cNvSpPr>
          <p:nvPr>
            <p:ph type="body" sz="quarter" idx="22"/>
          </p:nvPr>
        </p:nvSpPr>
        <p:spPr bwMode="auto">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661055780" name="Text Placeholder 3"/>
          <p:cNvSpPr>
            <a:spLocks noGrp="1"/>
          </p:cNvSpPr>
          <p:nvPr>
            <p:ph type="body" sz="quarter" idx="33"/>
          </p:nvPr>
        </p:nvSpPr>
        <p:spPr bwMode="auto">
          <a:xfrm>
            <a:off x="6252435" y="5357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98021168" name="Picture Placeholder" descr="This photo is a 'placeholder' only. Drag or drop your photo here, or click and tap the center to insert a photo."/>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024888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44693707"/>
      </p:ext>
    </p:extLst>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showMasterPhAnim="0" userDrawn="1">
  <p:cSld name="1-column_Callout_with Image">
    <p:bg>
      <p:bgRef idx="1001">
        <a:schemeClr val="bg1"/>
      </p:bgRef>
    </p:bg>
    <p:spTree>
      <p:nvGrpSpPr>
        <p:cNvPr id="1" name=""/>
        <p:cNvGrpSpPr/>
        <p:nvPr/>
      </p:nvGrpSpPr>
      <p:grpSpPr bwMode="auto">
        <a:xfrm>
          <a:off x="0" y="0"/>
          <a:ext cx="0" cy="0"/>
          <a:chOff x="0" y="0"/>
          <a:chExt cx="0" cy="0"/>
        </a:xfrm>
      </p:grpSpPr>
      <p:sp>
        <p:nvSpPr>
          <p:cNvPr id="1009418437" name="Footer Placeholder 10"/>
          <p:cNvSpPr>
            <a:spLocks noGrp="1"/>
          </p:cNvSpPr>
          <p:nvPr>
            <p:ph type="ftr" sz="quarter" idx="3"/>
          </p:nvPr>
        </p:nvSpPr>
        <p:spPr bwMode="auto">
          <a:xfrm>
            <a:off x="40640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604823054"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54965132" name="Picture Placeholder" descr="This photo is a 'placeholder' only. Drag or drop your photo here, or click and tap the center to insert a photo."/>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525630466" name="Text Placeholder 11"/>
          <p:cNvSpPr>
            <a:spLocks noGrp="1"/>
          </p:cNvSpPr>
          <p:nvPr>
            <p:ph type="body" sz="quarter" idx="16"/>
          </p:nvPr>
        </p:nvSpPr>
        <p:spPr bwMode="auto">
          <a:xfrm>
            <a:off x="584200" y="1594155"/>
            <a:ext cx="3174143"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479530425" name="Text Placeholder 3"/>
          <p:cNvSpPr>
            <a:spLocks noGrp="1"/>
          </p:cNvSpPr>
          <p:nvPr>
            <p:ph type="body" sz="quarter" idx="15"/>
          </p:nvPr>
        </p:nvSpPr>
        <p:spPr bwMode="auto">
          <a:xfrm>
            <a:off x="586388" y="2085764"/>
            <a:ext cx="3172810"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65176" indent="-128016">
              <a:spcAft>
                <a:spcPts val="0"/>
              </a:spcAft>
              <a:buFont typeface="Arial"/>
              <a:buChar char="•"/>
              <a:defRPr>
                <a:solidFill>
                  <a:schemeClr val="tx1"/>
                </a:solidFill>
              </a:defRPr>
            </a:lvl2pPr>
            <a:lvl3pPr marL="384048" indent="-118872">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Tree>
    <p:extLst>
      <p:ext uri="{BB962C8B-B14F-4D97-AF65-F5344CB8AC3E}">
        <p14:creationId xmlns:p14="http://schemas.microsoft.com/office/powerpoint/2010/main" val="2011597708"/>
      </p:ext>
    </p:extLst>
  </p:cSld>
  <p:clrMapOvr>
    <a:overrideClrMapping bg1="lt1" tx1="dk1" bg2="lt2" tx2="dk2" accent1="accent1" accent2="accent2" accent3="accent3" accent4="accent4" accent5="accent5" accent6="accent6" hlink="hlink" folHlink="folHlink"/>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showMasterPhAnim="0" preserve="1" userDrawn="1">
  <p:cSld name="1-column_Text_with Image">
    <p:bg>
      <p:bgRef idx="1001">
        <a:schemeClr val="bg1"/>
      </p:bgRef>
    </p:bg>
    <p:spTree>
      <p:nvGrpSpPr>
        <p:cNvPr id="1" name=""/>
        <p:cNvGrpSpPr/>
        <p:nvPr/>
      </p:nvGrpSpPr>
      <p:grpSpPr bwMode="auto">
        <a:xfrm>
          <a:off x="0" y="0"/>
          <a:ext cx="0" cy="0"/>
          <a:chOff x="0" y="0"/>
          <a:chExt cx="0" cy="0"/>
        </a:xfrm>
      </p:grpSpPr>
      <p:sp>
        <p:nvSpPr>
          <p:cNvPr id="1996380218" name="Title 1"/>
          <p:cNvSpPr>
            <a:spLocks noGrp="1"/>
          </p:cNvSpPr>
          <p:nvPr>
            <p:ph type="title"/>
          </p:nvPr>
        </p:nvSpPr>
        <p:spPr bwMode="auto">
          <a:xfrm>
            <a:off x="588261" y="585216"/>
            <a:ext cx="4710689"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278601481" name="Text Placeholder 11"/>
          <p:cNvSpPr>
            <a:spLocks noGrp="1"/>
          </p:cNvSpPr>
          <p:nvPr>
            <p:ph type="body" sz="quarter" idx="16"/>
          </p:nvPr>
        </p:nvSpPr>
        <p:spPr bwMode="auto">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994578520" name="Text Placeholder 3"/>
          <p:cNvSpPr>
            <a:spLocks noGrp="1"/>
          </p:cNvSpPr>
          <p:nvPr>
            <p:ph type="body" sz="quarter" idx="15"/>
          </p:nvPr>
        </p:nvSpPr>
        <p:spPr bwMode="auto">
          <a:xfrm>
            <a:off x="586388" y="2085764"/>
            <a:ext cx="4712685"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65176" indent="-128016">
              <a:spcAft>
                <a:spcPts val="0"/>
              </a:spcAft>
              <a:buFont typeface="Arial"/>
              <a:buChar char="•"/>
              <a:defRPr>
                <a:solidFill>
                  <a:schemeClr val="tx1"/>
                </a:solidFill>
              </a:defRPr>
            </a:lvl2pPr>
            <a:lvl3pPr marL="384048" indent="-118872">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2241051" name="Picture Placeholder" descr="This photo is a 'placeholder' only. Drag or drop your photo here, or click and tap the center to insert a photo."/>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a:defRPr>
            </a:lvl1pPr>
          </a:lstStyle>
          <a:p>
            <a:pPr>
              <a:defRPr/>
            </a:pPr>
            <a:r>
              <a:rPr lang="en-US"/>
              <a:t>Drag &amp; drop your photo here </a:t>
            </a:r>
            <a:br>
              <a:rPr lang="en-US"/>
            </a:br>
            <a:r>
              <a:rPr lang="en-US"/>
              <a:t>or click or tap icon below </a:t>
            </a:r>
            <a:br>
              <a:rPr lang="en-US"/>
            </a:br>
            <a:r>
              <a:rPr lang="en-US"/>
              <a:t>to insert</a:t>
            </a:r>
            <a:endParaRPr/>
          </a:p>
          <a:p>
            <a:pPr>
              <a:defRPr/>
            </a:pPr>
            <a:endParaRPr lang="en-US"/>
          </a:p>
          <a:p>
            <a:pPr>
              <a:defRPr/>
            </a:pPr>
            <a:endParaRPr lang="en-US"/>
          </a:p>
        </p:txBody>
      </p:sp>
      <p:sp>
        <p:nvSpPr>
          <p:cNvPr id="128255803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531966939"/>
      </p:ext>
    </p:extLst>
  </p:cSld>
  <p:clrMapOvr>
    <a:overrideClrMapping bg1="lt1" tx1="dk1" bg2="lt2" tx2="dk2" accent1="accent1" accent2="accent2" accent3="accent3" accent4="accent4" accent5="accent5" accent6="accent6" hlink="hlink" folHlink="folHlink"/>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showMasterPhAnim="0" preserve="1" userDrawn="1">
  <p:cSld name="2-column_Text_with Image">
    <p:bg>
      <p:bgRef idx="1001">
        <a:schemeClr val="bg1"/>
      </p:bgRef>
    </p:bg>
    <p:spTree>
      <p:nvGrpSpPr>
        <p:cNvPr id="1" name=""/>
        <p:cNvGrpSpPr/>
        <p:nvPr/>
      </p:nvGrpSpPr>
      <p:grpSpPr bwMode="auto">
        <a:xfrm>
          <a:off x="0" y="0"/>
          <a:ext cx="0" cy="0"/>
          <a:chOff x="0" y="0"/>
          <a:chExt cx="0" cy="0"/>
        </a:xfrm>
      </p:grpSpPr>
      <p:sp>
        <p:nvSpPr>
          <p:cNvPr id="214973595" name="Title 1"/>
          <p:cNvSpPr>
            <a:spLocks noGrp="1"/>
          </p:cNvSpPr>
          <p:nvPr>
            <p:ph type="title"/>
          </p:nvPr>
        </p:nvSpPr>
        <p:spPr bwMode="auto">
          <a:xfrm>
            <a:off x="588262" y="585216"/>
            <a:ext cx="7248356" cy="307777"/>
          </a:xfrm>
        </p:spPr>
        <p:txBody>
          <a:bodyPr/>
          <a:lstStyle>
            <a:lvl1pPr>
              <a:defRPr sz="2000" b="0" i="0">
                <a:solidFill>
                  <a:srgbClr val="001F2D"/>
                </a:solidFill>
                <a:latin typeface="+mj-lt"/>
                <a:cs typeface="Segoe UI Semibold"/>
              </a:defRPr>
            </a:lvl1pPr>
          </a:lstStyle>
          <a:p>
            <a:pPr>
              <a:defRPr/>
            </a:pPr>
            <a:r>
              <a:rPr lang="en-US"/>
              <a:t>Click to edit Master title style</a:t>
            </a:r>
            <a:endParaRPr/>
          </a:p>
        </p:txBody>
      </p:sp>
      <p:sp>
        <p:nvSpPr>
          <p:cNvPr id="899370762" name="Text Placeholder 11"/>
          <p:cNvSpPr>
            <a:spLocks noGrp="1"/>
          </p:cNvSpPr>
          <p:nvPr>
            <p:ph type="body" sz="quarter" idx="16"/>
          </p:nvPr>
        </p:nvSpPr>
        <p:spPr bwMode="auto">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398460223" name="Text Placeholder 3"/>
          <p:cNvSpPr>
            <a:spLocks noGrp="1"/>
          </p:cNvSpPr>
          <p:nvPr>
            <p:ph type="body" sz="quarter" idx="15"/>
          </p:nvPr>
        </p:nvSpPr>
        <p:spPr bwMode="auto">
          <a:xfrm>
            <a:off x="586390" y="2085764"/>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306979882" name="Text Placeholder 11"/>
          <p:cNvSpPr>
            <a:spLocks noGrp="1"/>
          </p:cNvSpPr>
          <p:nvPr>
            <p:ph type="body" sz="quarter" idx="22"/>
          </p:nvPr>
        </p:nvSpPr>
        <p:spPr bwMode="auto">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322071118" name="Text Placeholder 3"/>
          <p:cNvSpPr>
            <a:spLocks noGrp="1"/>
          </p:cNvSpPr>
          <p:nvPr>
            <p:ph type="body" sz="quarter" idx="23"/>
          </p:nvPr>
        </p:nvSpPr>
        <p:spPr bwMode="auto">
          <a:xfrm>
            <a:off x="4359737" y="2085764"/>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571216227" name="Picture Placeholder" descr="This photo is a 'placeholder' only. Drag or drop your photo here, or click and tap the center to insert a photo."/>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a:defRPr>
            </a:lvl1pPr>
          </a:lstStyle>
          <a:p>
            <a:pPr>
              <a:defRPr/>
            </a:pPr>
            <a:r>
              <a:rPr lang="en-US"/>
              <a:t>Drag &amp; drop your photo here </a:t>
            </a:r>
            <a:br>
              <a:rPr lang="en-US"/>
            </a:br>
            <a:r>
              <a:rPr lang="en-US"/>
              <a:t>or click or tap icon below </a:t>
            </a:r>
            <a:br>
              <a:rPr lang="en-US"/>
            </a:br>
            <a:r>
              <a:rPr lang="en-US"/>
              <a:t>to insert</a:t>
            </a:r>
            <a:endParaRPr/>
          </a:p>
          <a:p>
            <a:pPr>
              <a:defRPr/>
            </a:pPr>
            <a:endParaRPr lang="en-US"/>
          </a:p>
          <a:p>
            <a:pPr>
              <a:defRPr/>
            </a:pPr>
            <a:endParaRPr lang="en-US"/>
          </a:p>
        </p:txBody>
      </p:sp>
      <p:sp>
        <p:nvSpPr>
          <p:cNvPr id="162479528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678049759"/>
      </p:ext>
    </p:extLst>
  </p:cSld>
  <p:clrMapOvr>
    <a:overrideClrMapping bg1="lt1" tx1="dk1" bg2="lt2" tx2="dk2" accent1="accent1" accent2="accent2" accent3="accent3" accent4="accent4" accent5="accent5" accent6="accent6" hlink="hlink" folHlink="folHlink"/>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showMasterPhAnim="0" userDrawn="1">
  <p:cSld name="1_Two photos_with Captions">
    <p:bg>
      <p:bgRef idx="1001">
        <a:schemeClr val="bg1"/>
      </p:bgRef>
    </p:bg>
    <p:spTree>
      <p:nvGrpSpPr>
        <p:cNvPr id="1" name=""/>
        <p:cNvGrpSpPr/>
        <p:nvPr/>
      </p:nvGrpSpPr>
      <p:grpSpPr bwMode="auto">
        <a:xfrm>
          <a:off x="0" y="0"/>
          <a:ext cx="0" cy="0"/>
          <a:chOff x="0" y="0"/>
          <a:chExt cx="0" cy="0"/>
        </a:xfrm>
      </p:grpSpPr>
      <p:sp>
        <p:nvSpPr>
          <p:cNvPr id="70957237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378614294" name="Picture Placeholder" descr="This photo is a 'placeholder' only. Drag or drop your photo here, or click and tap the center to insert a photo."/>
          <p:cNvSpPr>
            <a:spLocks noGrp="1"/>
          </p:cNvSpPr>
          <p:nvPr>
            <p:ph type="pic" sz="quarter" idx="19" hasCustomPrompt="1"/>
          </p:nvPr>
        </p:nvSpPr>
        <p:spPr bwMode="ltGray">
          <a:xfrm>
            <a:off x="584200" y="1591310"/>
            <a:ext cx="5365752"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772042749" name="Text Placeholder 11"/>
          <p:cNvSpPr>
            <a:spLocks noGrp="1"/>
          </p:cNvSpPr>
          <p:nvPr>
            <p:ph type="body" sz="quarter" idx="16"/>
          </p:nvPr>
        </p:nvSpPr>
        <p:spPr bwMode="auto">
          <a:xfrm>
            <a:off x="584199" y="4575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410511153" name="Text Placeholder 3"/>
          <p:cNvSpPr>
            <a:spLocks noGrp="1"/>
          </p:cNvSpPr>
          <p:nvPr>
            <p:ph type="body" sz="quarter" idx="15"/>
          </p:nvPr>
        </p:nvSpPr>
        <p:spPr bwMode="auto">
          <a:xfrm>
            <a:off x="586390" y="4976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32505599" name="Picture Placeholder" descr="This photo is a 'placeholder' only. Drag or drop your photo here, or click and tap the center to insert a photo."/>
          <p:cNvSpPr>
            <a:spLocks noGrp="1"/>
          </p:cNvSpPr>
          <p:nvPr>
            <p:ph type="pic" sz="quarter" idx="20" hasCustomPrompt="1"/>
          </p:nvPr>
        </p:nvSpPr>
        <p:spPr bwMode="ltGray">
          <a:xfrm>
            <a:off x="6242049" y="1591310"/>
            <a:ext cx="5357813"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196947611" name="Text Placeholder 11"/>
          <p:cNvSpPr>
            <a:spLocks noGrp="1"/>
          </p:cNvSpPr>
          <p:nvPr>
            <p:ph type="body" sz="quarter" idx="22"/>
          </p:nvPr>
        </p:nvSpPr>
        <p:spPr bwMode="auto">
          <a:xfrm>
            <a:off x="6243372" y="4575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334373887" name="Text Placeholder 3"/>
          <p:cNvSpPr>
            <a:spLocks noGrp="1"/>
          </p:cNvSpPr>
          <p:nvPr>
            <p:ph type="body" sz="quarter" idx="33"/>
          </p:nvPr>
        </p:nvSpPr>
        <p:spPr bwMode="auto">
          <a:xfrm>
            <a:off x="6252435" y="4976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61568138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909230568"/>
      </p:ext>
    </p:extLst>
  </p:cSld>
  <p:clrMapOvr>
    <a:overrideClrMapping bg1="lt1" tx1="dk1" bg2="lt2" tx2="dk2" accent1="accent1" accent2="accent2" accent3="accent3" accent4="accent4" accent5="accent5" accent6="accent6" hlink="hlink" folHlink="folHlink"/>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showMasterPhAnim="0" userDrawn="1">
  <p:cSld name="1_Three photos_with Captions">
    <p:bg>
      <p:bgRef idx="1001">
        <a:schemeClr val="bg1"/>
      </p:bgRef>
    </p:bg>
    <p:spTree>
      <p:nvGrpSpPr>
        <p:cNvPr id="1" name=""/>
        <p:cNvGrpSpPr/>
        <p:nvPr/>
      </p:nvGrpSpPr>
      <p:grpSpPr bwMode="auto">
        <a:xfrm>
          <a:off x="0" y="0"/>
          <a:ext cx="0" cy="0"/>
          <a:chOff x="0" y="0"/>
          <a:chExt cx="0" cy="0"/>
        </a:xfrm>
      </p:grpSpPr>
      <p:sp>
        <p:nvSpPr>
          <p:cNvPr id="122407407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36855673" name="Picture Placeholder" descr="This photo is a 'placeholder' only. Drag or drop your photo here, or click and tap the center to insert a photo."/>
          <p:cNvSpPr>
            <a:spLocks noGrp="1"/>
          </p:cNvSpPr>
          <p:nvPr>
            <p:ph type="pic" sz="quarter" idx="19" hasCustomPrompt="1"/>
          </p:nvPr>
        </p:nvSpPr>
        <p:spPr bwMode="ltGray">
          <a:xfrm>
            <a:off x="58420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654894750" name="Text Placeholder 11"/>
          <p:cNvSpPr>
            <a:spLocks noGrp="1"/>
          </p:cNvSpPr>
          <p:nvPr>
            <p:ph type="body" sz="quarter" idx="16"/>
          </p:nvPr>
        </p:nvSpPr>
        <p:spPr bwMode="auto">
          <a:xfrm>
            <a:off x="584200" y="4575104"/>
            <a:ext cx="3479070"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556913352" name="Text Placeholder 3"/>
          <p:cNvSpPr>
            <a:spLocks noGrp="1"/>
          </p:cNvSpPr>
          <p:nvPr>
            <p:ph type="body" sz="quarter" idx="15"/>
          </p:nvPr>
        </p:nvSpPr>
        <p:spPr bwMode="auto">
          <a:xfrm>
            <a:off x="586390" y="4976443"/>
            <a:ext cx="347761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311243439" name="Picture Placeholder" descr="This photo is a 'placeholder' only. Drag or drop your photo here, or click and tap the center to insert a photo."/>
          <p:cNvSpPr>
            <a:spLocks noGrp="1"/>
          </p:cNvSpPr>
          <p:nvPr>
            <p:ph type="pic" sz="quarter" idx="20" hasCustomPrompt="1"/>
          </p:nvPr>
        </p:nvSpPr>
        <p:spPr bwMode="ltGray">
          <a:xfrm>
            <a:off x="435356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158417541" name="Text Placeholder 11"/>
          <p:cNvSpPr>
            <a:spLocks noGrp="1"/>
          </p:cNvSpPr>
          <p:nvPr>
            <p:ph type="body" sz="quarter" idx="22"/>
          </p:nvPr>
        </p:nvSpPr>
        <p:spPr bwMode="auto">
          <a:xfrm>
            <a:off x="4374792" y="4575104"/>
            <a:ext cx="3476891"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527478292" name="Text Placeholder 3"/>
          <p:cNvSpPr>
            <a:spLocks noGrp="1"/>
          </p:cNvSpPr>
          <p:nvPr>
            <p:ph type="body" sz="quarter" idx="33"/>
          </p:nvPr>
        </p:nvSpPr>
        <p:spPr bwMode="auto">
          <a:xfrm>
            <a:off x="4383855" y="4976442"/>
            <a:ext cx="347761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074882498" name="Picture Placeholder" descr="This photo is a 'placeholder' only. Drag or drop your photo here, or click and tap the center to insert a photo."/>
          <p:cNvSpPr>
            <a:spLocks noGrp="1"/>
          </p:cNvSpPr>
          <p:nvPr>
            <p:ph type="pic" sz="quarter" idx="21" hasCustomPrompt="1"/>
          </p:nvPr>
        </p:nvSpPr>
        <p:spPr bwMode="ltGray">
          <a:xfrm>
            <a:off x="8128000" y="1591309"/>
            <a:ext cx="3486092" cy="2684159"/>
          </a:xfrm>
          <a:prstGeom prst="rect">
            <a:avLst/>
          </a:prstGeom>
          <a:solidFill>
            <a:srgbClr val="F4F4F7"/>
          </a:solidFill>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681542612" name="Text Placeholder 11"/>
          <p:cNvSpPr>
            <a:spLocks noGrp="1"/>
          </p:cNvSpPr>
          <p:nvPr>
            <p:ph type="body" sz="quarter" idx="24"/>
          </p:nvPr>
        </p:nvSpPr>
        <p:spPr bwMode="auto">
          <a:xfrm>
            <a:off x="8133626" y="4571913"/>
            <a:ext cx="3485370" cy="187857"/>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927064190" name="Text Placeholder 3"/>
          <p:cNvSpPr>
            <a:spLocks noGrp="1"/>
          </p:cNvSpPr>
          <p:nvPr>
            <p:ph type="body" sz="quarter" idx="34"/>
          </p:nvPr>
        </p:nvSpPr>
        <p:spPr bwMode="auto">
          <a:xfrm>
            <a:off x="8128000" y="4973784"/>
            <a:ext cx="3486092" cy="156547"/>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11764511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203091589"/>
      </p:ext>
    </p:extLst>
  </p:cSld>
  <p:clrMapOvr>
    <a:overrideClrMapping bg1="lt1" tx1="dk1" bg2="lt2" tx2="dk2" accent1="accent1" accent2="accent2" accent3="accent3" accent4="accent4" accent5="accent5" accent6="accent6" hlink="hlink" folHlink="folHlink"/>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showMasterPhAnim="0" userDrawn="1">
  <p:cSld name="1_Four photos_with Captions">
    <p:bg>
      <p:bgRef idx="1001">
        <a:schemeClr val="bg1"/>
      </p:bgRef>
    </p:bg>
    <p:spTree>
      <p:nvGrpSpPr>
        <p:cNvPr id="1" name=""/>
        <p:cNvGrpSpPr/>
        <p:nvPr/>
      </p:nvGrpSpPr>
      <p:grpSpPr bwMode="auto">
        <a:xfrm>
          <a:off x="0" y="0"/>
          <a:ext cx="0" cy="0"/>
          <a:chOff x="0" y="0"/>
          <a:chExt cx="0" cy="0"/>
        </a:xfrm>
      </p:grpSpPr>
      <p:sp>
        <p:nvSpPr>
          <p:cNvPr id="40575919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347678611" name="Picture Placeholder" descr="This photo is a 'placeholder' only. Drag or drop your photo here, or click and tap the center to insert a photo."/>
          <p:cNvSpPr>
            <a:spLocks noGrp="1"/>
          </p:cNvSpPr>
          <p:nvPr>
            <p:ph type="pic" sz="quarter" idx="19"/>
          </p:nvPr>
        </p:nvSpPr>
        <p:spPr bwMode="ltGray">
          <a:xfrm>
            <a:off x="5842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1651752731" name="Text Placeholder 11"/>
          <p:cNvSpPr>
            <a:spLocks noGrp="1"/>
          </p:cNvSpPr>
          <p:nvPr>
            <p:ph type="body" sz="quarter" idx="16"/>
          </p:nvPr>
        </p:nvSpPr>
        <p:spPr bwMode="auto">
          <a:xfrm>
            <a:off x="584200" y="4575104"/>
            <a:ext cx="2535699"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803147298" name="Text Placeholder 3"/>
          <p:cNvSpPr>
            <a:spLocks noGrp="1"/>
          </p:cNvSpPr>
          <p:nvPr>
            <p:ph type="body" sz="quarter" idx="15"/>
          </p:nvPr>
        </p:nvSpPr>
        <p:spPr bwMode="auto">
          <a:xfrm>
            <a:off x="586390"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816999673" name="Picture Placeholder" descr="This photo is a 'placeholder' only. Drag or drop your photo here, or click and tap the center to insert a photo."/>
          <p:cNvSpPr>
            <a:spLocks noGrp="1"/>
          </p:cNvSpPr>
          <p:nvPr>
            <p:ph type="pic" sz="quarter" idx="29"/>
          </p:nvPr>
        </p:nvSpPr>
        <p:spPr bwMode="ltGray">
          <a:xfrm>
            <a:off x="34290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1981049082" name="Text Placeholder 11"/>
          <p:cNvSpPr>
            <a:spLocks noGrp="1"/>
          </p:cNvSpPr>
          <p:nvPr>
            <p:ph type="body" sz="quarter" idx="22"/>
          </p:nvPr>
        </p:nvSpPr>
        <p:spPr bwMode="auto">
          <a:xfrm>
            <a:off x="3413125"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249750271" name="Text Placeholder 3"/>
          <p:cNvSpPr>
            <a:spLocks noGrp="1"/>
          </p:cNvSpPr>
          <p:nvPr>
            <p:ph type="body" sz="quarter" idx="33"/>
          </p:nvPr>
        </p:nvSpPr>
        <p:spPr bwMode="auto">
          <a:xfrm>
            <a:off x="3422188"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348858066" name="Picture Placeholder" descr="This photo is a 'placeholder' only. Drag or drop your photo here, or click and tap the center to insert a photo."/>
          <p:cNvSpPr>
            <a:spLocks noGrp="1"/>
          </p:cNvSpPr>
          <p:nvPr>
            <p:ph type="pic" sz="quarter" idx="30"/>
          </p:nvPr>
        </p:nvSpPr>
        <p:spPr bwMode="ltGray">
          <a:xfrm>
            <a:off x="62484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1370916451" name="Text Placeholder 11"/>
          <p:cNvSpPr>
            <a:spLocks noGrp="1"/>
          </p:cNvSpPr>
          <p:nvPr>
            <p:ph type="body" sz="quarter" idx="24"/>
          </p:nvPr>
        </p:nvSpPr>
        <p:spPr bwMode="auto">
          <a:xfrm>
            <a:off x="6240462"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945812543" name="Text Placeholder 3"/>
          <p:cNvSpPr>
            <a:spLocks noGrp="1"/>
          </p:cNvSpPr>
          <p:nvPr>
            <p:ph type="body" sz="quarter" idx="34"/>
          </p:nvPr>
        </p:nvSpPr>
        <p:spPr bwMode="auto">
          <a:xfrm>
            <a:off x="6234836"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908715044" name="Picture Placeholder" descr="This photo is a 'placeholder' only. Drag or drop your photo here, or click and tap the center to insert a photo."/>
          <p:cNvSpPr>
            <a:spLocks noGrp="1"/>
          </p:cNvSpPr>
          <p:nvPr>
            <p:ph type="pic" sz="quarter" idx="31"/>
          </p:nvPr>
        </p:nvSpPr>
        <p:spPr bwMode="ltGray">
          <a:xfrm>
            <a:off x="90678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102825580" name="Text Placeholder 11"/>
          <p:cNvSpPr>
            <a:spLocks noGrp="1"/>
          </p:cNvSpPr>
          <p:nvPr>
            <p:ph type="body" sz="quarter" idx="26"/>
          </p:nvPr>
        </p:nvSpPr>
        <p:spPr bwMode="auto">
          <a:xfrm>
            <a:off x="9076259"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838719358" name="Text Placeholder 3"/>
          <p:cNvSpPr>
            <a:spLocks noGrp="1"/>
          </p:cNvSpPr>
          <p:nvPr>
            <p:ph type="body" sz="quarter" idx="35"/>
          </p:nvPr>
        </p:nvSpPr>
        <p:spPr bwMode="auto">
          <a:xfrm>
            <a:off x="9082208"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69587094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352427210"/>
      </p:ext>
    </p:extLst>
  </p:cSld>
  <p:clrMapOvr>
    <a:overrideClrMapping bg1="lt1" tx1="dk1" bg2="lt2" tx2="dk2" accent1="accent1" accent2="accent2" accent3="accent3" accent4="accent4" accent5="accent5" accent6="accent6" hlink="hlink" folHlink="folHlink"/>
  </p:clrMapOvr>
</p:sldLayout>
</file>

<file path=ppt/slideLayouts/slideLayout391.xml><?xml version="1.0" encoding="utf-8"?>
<p:sldLayout xmlns:a="http://schemas.openxmlformats.org/drawingml/2006/main" xmlns:r="http://schemas.openxmlformats.org/officeDocument/2006/relationships" xmlns:p="http://schemas.openxmlformats.org/presentationml/2006/main" showMasterPhAnim="0" preserve="1" userDrawn="1">
  <p:cSld name="Summary">
    <p:spTree>
      <p:nvGrpSpPr>
        <p:cNvPr id="1" name=""/>
        <p:cNvGrpSpPr/>
        <p:nvPr/>
      </p:nvGrpSpPr>
      <p:grpSpPr bwMode="auto">
        <a:xfrm>
          <a:off x="0" y="0"/>
          <a:ext cx="0" cy="0"/>
          <a:chOff x="0" y="0"/>
          <a:chExt cx="0" cy="0"/>
        </a:xfrm>
      </p:grpSpPr>
      <p:sp>
        <p:nvSpPr>
          <p:cNvPr id="1317733635"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069775529" name="Footer Placeholder 10"/>
          <p:cNvSpPr>
            <a:spLocks noGrp="1"/>
          </p:cNvSpPr>
          <p:nvPr>
            <p:ph type="ftr" sz="quarter" idx="3"/>
          </p:nvPr>
        </p:nvSpPr>
        <p:spPr bwMode="auto">
          <a:xfrm>
            <a:off x="43561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268908326" name="Rectangle: Single Corner Rounded 5"/>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400">
              <a:gradFill>
                <a:gsLst>
                  <a:gs pos="0">
                    <a:srgbClr val="FFFFFF"/>
                  </a:gs>
                  <a:gs pos="100000">
                    <a:srgbClr val="FFFFFF"/>
                  </a:gs>
                </a:gsLst>
                <a:lin ang="5400000" scaled="0"/>
              </a:gradFill>
              <a:ea typeface="Segoe UI"/>
              <a:cs typeface="Segoe UI"/>
            </a:endParaRPr>
          </a:p>
        </p:txBody>
      </p:sp>
      <p:sp>
        <p:nvSpPr>
          <p:cNvPr id="1622298552" name="Text Placeholder 11"/>
          <p:cNvSpPr>
            <a:spLocks noGrp="1"/>
          </p:cNvSpPr>
          <p:nvPr>
            <p:ph type="body" sz="quarter" idx="17"/>
          </p:nvPr>
        </p:nvSpPr>
        <p:spPr bwMode="auto">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030407411" name="Text Placeholder 3"/>
          <p:cNvSpPr>
            <a:spLocks noGrp="1"/>
          </p:cNvSpPr>
          <p:nvPr>
            <p:ph type="body" sz="quarter" idx="35"/>
          </p:nvPr>
        </p:nvSpPr>
        <p:spPr bwMode="auto">
          <a:xfrm>
            <a:off x="4358229" y="2578100"/>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199125489" name="Text Placeholder 11"/>
          <p:cNvSpPr>
            <a:spLocks noGrp="1"/>
          </p:cNvSpPr>
          <p:nvPr>
            <p:ph type="body" sz="quarter" idx="34"/>
          </p:nvPr>
        </p:nvSpPr>
        <p:spPr bwMode="auto">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Tree>
    <p:extLst>
      <p:ext uri="{BB962C8B-B14F-4D97-AF65-F5344CB8AC3E}">
        <p14:creationId xmlns:p14="http://schemas.microsoft.com/office/powerpoint/2010/main" val="284994864"/>
      </p:ext>
    </p:extLst>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showMasterPhAnim="0" preserve="1" userDrawn="1">
  <p:cSld name="2-column_Callout_with Image">
    <p:bg>
      <p:bgRef idx="1001">
        <a:schemeClr val="bg1"/>
      </p:bgRef>
    </p:bg>
    <p:spTree>
      <p:nvGrpSpPr>
        <p:cNvPr id="1" name=""/>
        <p:cNvGrpSpPr/>
        <p:nvPr/>
      </p:nvGrpSpPr>
      <p:grpSpPr bwMode="auto">
        <a:xfrm>
          <a:off x="0" y="0"/>
          <a:ext cx="0" cy="0"/>
          <a:chOff x="0" y="0"/>
          <a:chExt cx="0" cy="0"/>
        </a:xfrm>
      </p:grpSpPr>
      <p:sp>
        <p:nvSpPr>
          <p:cNvPr id="1468777429" name="Footer Placeholder 10"/>
          <p:cNvSpPr>
            <a:spLocks noGrp="1"/>
          </p:cNvSpPr>
          <p:nvPr>
            <p:ph type="ftr" sz="quarter" idx="3"/>
          </p:nvPr>
        </p:nvSpPr>
        <p:spPr bwMode="auto">
          <a:xfrm>
            <a:off x="40640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960288155"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47818887" name="Picture Placeholder" descr="This photo is a 'placeholder' only. Drag or drop your photo here, or click and tap the center to insert a photo."/>
          <p:cNvSpPr>
            <a:spLocks noGrp="1"/>
          </p:cNvSpPr>
          <p:nvPr>
            <p:ph type="pic" sz="quarter" idx="20" hasCustomPrompt="1"/>
          </p:nvPr>
        </p:nvSpPr>
        <p:spPr bwMode="ltGray">
          <a:xfrm>
            <a:off x="4064000" y="1292233"/>
            <a:ext cx="7535862" cy="3279767"/>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886066188" name="Text Placeholder 11"/>
          <p:cNvSpPr>
            <a:spLocks noGrp="1"/>
          </p:cNvSpPr>
          <p:nvPr>
            <p:ph type="body" sz="quarter" idx="22"/>
          </p:nvPr>
        </p:nvSpPr>
        <p:spPr bwMode="auto">
          <a:xfrm>
            <a:off x="4064000" y="4830309"/>
            <a:ext cx="7535862"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634543179" name="Text Placeholder 3"/>
          <p:cNvSpPr>
            <a:spLocks noGrp="1"/>
          </p:cNvSpPr>
          <p:nvPr>
            <p:ph type="body" sz="quarter" idx="33"/>
          </p:nvPr>
        </p:nvSpPr>
        <p:spPr bwMode="auto">
          <a:xfrm>
            <a:off x="4073063" y="5231647"/>
            <a:ext cx="752680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80539082" name="Rectangle: Single Corner Rounded 4"/>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400">
              <a:gradFill>
                <a:gsLst>
                  <a:gs pos="0">
                    <a:srgbClr val="FFFFFF"/>
                  </a:gs>
                  <a:gs pos="100000">
                    <a:srgbClr val="FFFFFF"/>
                  </a:gs>
                </a:gsLst>
                <a:lin ang="5400000" scaled="0"/>
              </a:gradFill>
              <a:ea typeface="Segoe UI"/>
              <a:cs typeface="Segoe UI"/>
            </a:endParaRPr>
          </a:p>
        </p:txBody>
      </p:sp>
      <p:sp>
        <p:nvSpPr>
          <p:cNvPr id="388464330" name="Text Placeholder 11"/>
          <p:cNvSpPr>
            <a:spLocks noGrp="1"/>
          </p:cNvSpPr>
          <p:nvPr>
            <p:ph type="body" sz="quarter" idx="34"/>
          </p:nvPr>
        </p:nvSpPr>
        <p:spPr bwMode="auto">
          <a:xfrm>
            <a:off x="588262" y="2210101"/>
            <a:ext cx="2113253" cy="492443"/>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Tree>
    <p:extLst>
      <p:ext uri="{BB962C8B-B14F-4D97-AF65-F5344CB8AC3E}">
        <p14:creationId xmlns:p14="http://schemas.microsoft.com/office/powerpoint/2010/main" val="2226585312"/>
      </p:ext>
    </p:extLst>
  </p:cSld>
  <p:clrMapOvr>
    <a:overrideClrMapping bg1="lt1" tx1="dk1" bg2="lt2" tx2="dk2" accent1="accent1" accent2="accent2" accent3="accent3" accent4="accent4" accent5="accent5" accent6="accent6" hlink="hlink" folHlink="folHlink"/>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showMasterPhAnim="0" preserve="1" userDrawn="1">
  <p:cSld name="Learn Clickdown">
    <p:bg>
      <p:bgPr>
        <a:blipFill dpi="0" rotWithShape="1">
          <a:blip r:embed="rId2">
            <a:lum/>
          </a:blip>
          <a:srcRect/>
          <a:stretch>
            <a:fillRect/>
          </a:stretch>
        </a:blipFill>
        <a:effectLst/>
      </p:bgPr>
    </p:bg>
    <p:spTree>
      <p:nvGrpSpPr>
        <p:cNvPr id="1" name=""/>
        <p:cNvGrpSpPr/>
        <p:nvPr/>
      </p:nvGrpSpPr>
      <p:grpSpPr bwMode="auto">
        <a:xfrm>
          <a:off x="0" y="0"/>
          <a:ext cx="0" cy="0"/>
          <a:chOff x="0" y="0"/>
          <a:chExt cx="0" cy="0"/>
        </a:xfrm>
      </p:grpSpPr>
      <p:sp>
        <p:nvSpPr>
          <p:cNvPr id="2074110334" name="Rectangle 5"/>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400">
              <a:gradFill>
                <a:gsLst>
                  <a:gs pos="0">
                    <a:srgbClr val="FFFFFF"/>
                  </a:gs>
                  <a:gs pos="100000">
                    <a:srgbClr val="FFFFFF"/>
                  </a:gs>
                </a:gsLst>
                <a:lin ang="5400000" scaled="0"/>
              </a:gradFill>
              <a:ea typeface="Segoe UI"/>
              <a:cs typeface="Segoe UI"/>
            </a:endParaRPr>
          </a:p>
        </p:txBody>
      </p:sp>
      <p:sp>
        <p:nvSpPr>
          <p:cNvPr id="601442548" name="Rectangle: Top Corners Rounded 1"/>
          <p:cNvSpPr/>
          <p:nvPr userDrawn="1"/>
        </p:nvSpPr>
        <p:spPr bwMode="auto">
          <a:xfrm rot="16199998"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a:lnSpc>
                <a:spcPct val="100000"/>
              </a:lnSpc>
              <a:spcBef>
                <a:spcPts val="0"/>
              </a:spcBef>
              <a:spcAft>
                <a:spcPts val="0"/>
              </a:spcAft>
              <a:buClrTx/>
              <a:buSzTx/>
              <a:buFontTx/>
              <a:buNone/>
              <a:defRPr/>
            </a:pPr>
            <a:endParaRPr lang="en-US" sz="2000" b="0" i="0" u="none" strike="noStrike" cap="none" spc="0" baseline="30000">
              <a:ln>
                <a:noFill/>
              </a:ln>
              <a:solidFill>
                <a:srgbClr val="FFFFFF"/>
              </a:solidFill>
              <a:latin typeface="Segoe UI"/>
              <a:ea typeface="+mn-ea"/>
              <a:cs typeface="+mn-cs"/>
            </a:endParaRPr>
          </a:p>
        </p:txBody>
      </p:sp>
      <p:pic>
        <p:nvPicPr>
          <p:cNvPr id="1978211171" name="Picture 2"/>
          <p:cNvPicPr>
            <a:picLocks noChangeAspect="1"/>
          </p:cNvPicPr>
          <p:nvPr userDrawn="1"/>
        </p:nvPicPr>
        <p:blipFill rotWithShape="1">
          <a:blip r:embed="rId3"/>
          <a:srcRect l="15" r="15210"/>
          <a:stretch/>
        </p:blipFill>
        <p:spPr bwMode="auto">
          <a:xfrm>
            <a:off x="7458887" y="1759165"/>
            <a:ext cx="4737876" cy="3870680"/>
          </a:xfrm>
          <a:prstGeom prst="rect">
            <a:avLst/>
          </a:prstGeom>
          <a:noFill/>
          <a:ln w="38100">
            <a:noFill/>
          </a:ln>
          <a:effectLst/>
        </p:spPr>
      </p:pic>
      <p:sp>
        <p:nvSpPr>
          <p:cNvPr id="1457524860" name="Picture Placeholder" descr="This photo is a 'placeholder' only. Drag or drop your photo here, or click and tap the center to insert a photo."/>
          <p:cNvSpPr>
            <a:spLocks noGrp="1"/>
          </p:cNvSpPr>
          <p:nvPr>
            <p:ph type="pic" sz="quarter" idx="20" hasCustomPrompt="1"/>
          </p:nvPr>
        </p:nvSpPr>
        <p:spPr bwMode="ltGray">
          <a:xfrm>
            <a:off x="7724774"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website screenshot here or click or tap icon below to insert</a:t>
            </a:r>
            <a:endParaRPr/>
          </a:p>
          <a:p>
            <a:pPr>
              <a:defRPr/>
            </a:pPr>
            <a:endParaRPr lang="en-US"/>
          </a:p>
          <a:p>
            <a:pPr>
              <a:defRPr/>
            </a:pPr>
            <a:endParaRPr lang="en-US"/>
          </a:p>
        </p:txBody>
      </p:sp>
      <p:sp>
        <p:nvSpPr>
          <p:cNvPr id="1186592275" name="Title 1"/>
          <p:cNvSpPr>
            <a:spLocks noGrp="1"/>
          </p:cNvSpPr>
          <p:nvPr>
            <p:ph type="title"/>
          </p:nvPr>
        </p:nvSpPr>
        <p:spPr bwMode="auto">
          <a:xfrm>
            <a:off x="588262" y="585216"/>
            <a:ext cx="5652201"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345837219" name="Text Placeholder 11"/>
          <p:cNvSpPr>
            <a:spLocks noGrp="1"/>
          </p:cNvSpPr>
          <p:nvPr>
            <p:ph type="body" sz="quarter" idx="16"/>
          </p:nvPr>
        </p:nvSpPr>
        <p:spPr bwMode="auto">
          <a:xfrm>
            <a:off x="584199" y="1594155"/>
            <a:ext cx="5654573"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2096815820" name="Text Placeholder 3"/>
          <p:cNvSpPr>
            <a:spLocks noGrp="1"/>
          </p:cNvSpPr>
          <p:nvPr>
            <p:ph type="body" sz="quarter" idx="15"/>
          </p:nvPr>
        </p:nvSpPr>
        <p:spPr bwMode="auto">
          <a:xfrm>
            <a:off x="586388" y="2085764"/>
            <a:ext cx="565220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06939521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336856366"/>
      </p:ext>
    </p:extLst>
  </p:cSld>
  <p:clrMapOvr>
    <a:masterClrMapping/>
  </p:clrMapOvr>
</p:sldLayout>
</file>

<file path=ppt/slideLayouts/slideLayout394.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
    <p:spTree>
      <p:nvGrpSpPr>
        <p:cNvPr id="1" name=""/>
        <p:cNvGrpSpPr/>
        <p:nvPr/>
      </p:nvGrpSpPr>
      <p:grpSpPr bwMode="auto">
        <a:xfrm>
          <a:off x="0" y="0"/>
          <a:ext cx="0" cy="0"/>
          <a:chOff x="0" y="0"/>
          <a:chExt cx="0" cy="0"/>
        </a:xfrm>
      </p:grpSpPr>
      <p:sp>
        <p:nvSpPr>
          <p:cNvPr id="596948267"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3903441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645904955"/>
      </p:ext>
    </p:extLst>
  </p:cSld>
  <p:clrMapOvr>
    <a:masterClrMapping/>
  </p:clrMapOvr>
</p:sldLayout>
</file>

<file path=ppt/slideLayouts/slideLayout395.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_Off-white">
    <p:bg>
      <p:bgPr>
        <a:solidFill>
          <a:srgbClr val="F4F3F5"/>
        </a:solidFill>
        <a:effectLst/>
      </p:bgPr>
    </p:bg>
    <p:spTree>
      <p:nvGrpSpPr>
        <p:cNvPr id="1" name=""/>
        <p:cNvGrpSpPr/>
        <p:nvPr/>
      </p:nvGrpSpPr>
      <p:grpSpPr bwMode="auto">
        <a:xfrm>
          <a:off x="0" y="0"/>
          <a:ext cx="0" cy="0"/>
          <a:chOff x="0" y="0"/>
          <a:chExt cx="0" cy="0"/>
        </a:xfrm>
      </p:grpSpPr>
      <p:sp>
        <p:nvSpPr>
          <p:cNvPr id="567875071"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29035625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536663501"/>
      </p:ext>
    </p:extLst>
  </p:cSld>
  <p:clrMapOvr>
    <a:masterClrMapping/>
  </p:clrMapOvr>
</p:sldLayout>
</file>

<file path=ppt/slideLayouts/slideLayout396.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_WmGray">
    <p:bg>
      <p:bgPr>
        <a:solidFill>
          <a:srgbClr val="E8E6DF"/>
        </a:solidFill>
        <a:effectLst/>
      </p:bgPr>
    </p:bg>
    <p:spTree>
      <p:nvGrpSpPr>
        <p:cNvPr id="1" name=""/>
        <p:cNvGrpSpPr/>
        <p:nvPr/>
      </p:nvGrpSpPr>
      <p:grpSpPr bwMode="auto">
        <a:xfrm>
          <a:off x="0" y="0"/>
          <a:ext cx="0" cy="0"/>
          <a:chOff x="0" y="0"/>
          <a:chExt cx="0" cy="0"/>
        </a:xfrm>
      </p:grpSpPr>
      <p:sp>
        <p:nvSpPr>
          <p:cNvPr id="120631477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23534135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915795002"/>
      </p:ext>
    </p:extLst>
  </p:cSld>
  <p:clrMapOvr>
    <a:masterClrMapping/>
  </p:clrMapOvr>
</p:sldLayout>
</file>

<file path=ppt/slideLayouts/slideLayout397.xml><?xml version="1.0" encoding="utf-8"?>
<p:sldLayout xmlns:a="http://schemas.openxmlformats.org/drawingml/2006/main" xmlns:r="http://schemas.openxmlformats.org/officeDocument/2006/relationships" xmlns:p="http://schemas.openxmlformats.org/presentationml/2006/main" showMasterPhAnim="0" preserve="1" userDrawn="1">
  <p:cSld name="1-column container">
    <p:spTree>
      <p:nvGrpSpPr>
        <p:cNvPr id="1" name=""/>
        <p:cNvGrpSpPr/>
        <p:nvPr/>
      </p:nvGrpSpPr>
      <p:grpSpPr bwMode="auto">
        <a:xfrm>
          <a:off x="0" y="0"/>
          <a:ext cx="0" cy="0"/>
          <a:chOff x="0" y="0"/>
          <a:chExt cx="0" cy="0"/>
        </a:xfrm>
      </p:grpSpPr>
      <p:sp>
        <p:nvSpPr>
          <p:cNvPr id="48207194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3453127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558350605" name="Rounded Rectangle 3_1"/>
          <p:cNvSpPr/>
          <p:nvPr userDrawn="1"/>
        </p:nvSpPr>
        <p:spPr bwMode="auto">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ts val="0"/>
              </a:spcBef>
              <a:spcAft>
                <a:spcPts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2055753306" name="Text Placeholder 11"/>
          <p:cNvSpPr>
            <a:spLocks noGrp="1"/>
          </p:cNvSpPr>
          <p:nvPr>
            <p:ph type="body" sz="quarter" idx="17"/>
          </p:nvPr>
        </p:nvSpPr>
        <p:spPr bwMode="auto">
          <a:xfrm>
            <a:off x="1235075" y="1771955"/>
            <a:ext cx="8778782"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638933214" name="Text Placeholder 3"/>
          <p:cNvSpPr>
            <a:spLocks noGrp="1"/>
          </p:cNvSpPr>
          <p:nvPr>
            <p:ph type="body" sz="quarter" idx="15"/>
          </p:nvPr>
        </p:nvSpPr>
        <p:spPr bwMode="auto">
          <a:xfrm>
            <a:off x="1237265" y="2263564"/>
            <a:ext cx="87750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Tree>
    <p:extLst>
      <p:ext uri="{BB962C8B-B14F-4D97-AF65-F5344CB8AC3E}">
        <p14:creationId xmlns:p14="http://schemas.microsoft.com/office/powerpoint/2010/main" val="2450747715"/>
      </p:ext>
    </p:extLst>
  </p:cSld>
  <p:clrMapOvr>
    <a:masterClrMapping/>
  </p:clrMapOvr>
</p:sldLayout>
</file>

<file path=ppt/slideLayouts/slideLayout398.xml><?xml version="1.0" encoding="utf-8"?>
<p:sldLayout xmlns:a="http://schemas.openxmlformats.org/drawingml/2006/main" xmlns:r="http://schemas.openxmlformats.org/officeDocument/2006/relationships" xmlns:p="http://schemas.openxmlformats.org/presentationml/2006/main" showMasterPhAnim="0" preserve="1" userDrawn="1">
  <p:cSld name="Knowledge Check">
    <p:spTree>
      <p:nvGrpSpPr>
        <p:cNvPr id="1" name=""/>
        <p:cNvGrpSpPr/>
        <p:nvPr/>
      </p:nvGrpSpPr>
      <p:grpSpPr bwMode="auto">
        <a:xfrm>
          <a:off x="0" y="0"/>
          <a:ext cx="0" cy="0"/>
          <a:chOff x="0" y="0"/>
          <a:chExt cx="0" cy="0"/>
        </a:xfrm>
      </p:grpSpPr>
      <p:sp>
        <p:nvSpPr>
          <p:cNvPr id="422121355"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48074103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2029578457" name="Rounded Rectangle 3_1"/>
          <p:cNvSpPr/>
          <p:nvPr userDrawn="1"/>
        </p:nvSpPr>
        <p:spPr bwMode="auto">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ts val="0"/>
              </a:spcBef>
              <a:spcAft>
                <a:spcPts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819003826" name="Text Placeholder 11"/>
          <p:cNvSpPr>
            <a:spLocks noGrp="1"/>
          </p:cNvSpPr>
          <p:nvPr>
            <p:ph type="body" sz="quarter" idx="17"/>
          </p:nvPr>
        </p:nvSpPr>
        <p:spPr bwMode="auto">
          <a:xfrm>
            <a:off x="1235075" y="1594151"/>
            <a:ext cx="8778782" cy="399973"/>
          </a:xfrm>
          <a:prstGeom prst="rect">
            <a:avLst/>
          </a:prstGeom>
        </p:spPr>
        <p:txBody>
          <a:bodyPr anchor="t"/>
          <a:lstStyle>
            <a:lvl1pPr marL="0" indent="0">
              <a:spcBef>
                <a:spcPts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1241521240" name="Text Placeholder 3"/>
          <p:cNvSpPr>
            <a:spLocks noGrp="1"/>
          </p:cNvSpPr>
          <p:nvPr>
            <p:ph type="body" sz="quarter" idx="15"/>
          </p:nvPr>
        </p:nvSpPr>
        <p:spPr bwMode="auto">
          <a:xfrm>
            <a:off x="1237265" y="1994124"/>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grpSp>
        <p:nvGrpSpPr>
          <p:cNvPr id="479446268" name="Group 6"/>
          <p:cNvGrpSpPr/>
          <p:nvPr userDrawn="1"/>
        </p:nvGrpSpPr>
        <p:grpSpPr bwMode="auto">
          <a:xfrm>
            <a:off x="10107938" y="893763"/>
            <a:ext cx="1110600" cy="1110600"/>
            <a:chOff x="5540700" y="2116300"/>
            <a:chExt cx="1110600" cy="1110600"/>
          </a:xfrm>
        </p:grpSpPr>
        <p:sp>
          <p:nvSpPr>
            <p:cNvPr id="8" name="Oval 7"/>
            <p:cNvSpPr/>
            <p:nvPr/>
          </p:nvSpPr>
          <p:spPr bwMode="auto">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a:lnSpc>
                  <a:spcPct val="100000"/>
                </a:lnSpc>
                <a:spcBef>
                  <a:spcPts val="0"/>
                </a:spcBef>
                <a:spcAft>
                  <a:spcPts val="0"/>
                </a:spcAft>
                <a:buClrTx/>
                <a:buSzTx/>
                <a:buFontTx/>
                <a:buNone/>
                <a:defRPr/>
              </a:pPr>
              <a:endParaRPr lang="en-US" sz="1800" b="0" i="0" u="none" strike="noStrike" cap="none" spc="0">
                <a:ln>
                  <a:noFill/>
                </a:ln>
                <a:solidFill>
                  <a:srgbClr val="FFFFFF"/>
                </a:solidFill>
                <a:latin typeface="Segoe UI"/>
                <a:ea typeface="+mn-ea"/>
                <a:cs typeface="+mn-cs"/>
              </a:endParaRPr>
            </a:p>
          </p:txBody>
        </p:sp>
        <p:pic>
          <p:nvPicPr>
            <p:cNvPr id="9" name="Picture 8"/>
            <p:cNvPicPr/>
            <p:nvPr/>
          </p:nvPicPr>
          <p:blipFill rotWithShape="1">
            <a:blip r:embed="rId2"/>
            <a:stretch/>
          </p:blipFill>
          <p:spPr bwMode="auto">
            <a:xfrm>
              <a:off x="5749602" y="2325202"/>
              <a:ext cx="692796" cy="692796"/>
            </a:xfrm>
            <a:prstGeom prst="rect">
              <a:avLst/>
            </a:prstGeom>
            <a:noFill/>
          </p:spPr>
        </p:pic>
      </p:grpSp>
      <p:sp>
        <p:nvSpPr>
          <p:cNvPr id="2147297991" name="Text Placeholder 11"/>
          <p:cNvSpPr>
            <a:spLocks noGrp="1"/>
          </p:cNvSpPr>
          <p:nvPr>
            <p:ph type="body" sz="quarter" idx="20"/>
          </p:nvPr>
        </p:nvSpPr>
        <p:spPr bwMode="auto">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defRPr/>
            </a:pPr>
            <a:r>
              <a:rPr lang="en-US"/>
              <a:t>Click to edit Master text styles</a:t>
            </a:r>
            <a:endParaRPr/>
          </a:p>
        </p:txBody>
      </p:sp>
      <p:sp>
        <p:nvSpPr>
          <p:cNvPr id="960129030" name="Text Placeholder 3"/>
          <p:cNvSpPr>
            <a:spLocks noGrp="1"/>
          </p:cNvSpPr>
          <p:nvPr>
            <p:ph type="body" sz="quarter" idx="21"/>
          </p:nvPr>
        </p:nvSpPr>
        <p:spPr bwMode="auto">
          <a:xfrm>
            <a:off x="1237265" y="4898755"/>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101999256" name="Text Placeholder 11"/>
          <p:cNvSpPr>
            <a:spLocks noGrp="1"/>
          </p:cNvSpPr>
          <p:nvPr>
            <p:ph type="body" sz="quarter" idx="22"/>
          </p:nvPr>
        </p:nvSpPr>
        <p:spPr bwMode="auto">
          <a:xfrm>
            <a:off x="1235075" y="3042690"/>
            <a:ext cx="8778782" cy="406323"/>
          </a:xfrm>
          <a:prstGeom prst="rect">
            <a:avLst/>
          </a:prstGeom>
        </p:spPr>
        <p:txBody>
          <a:bodyPr anchor="t"/>
          <a:lstStyle>
            <a:lvl1pPr marL="0" indent="0">
              <a:spcBef>
                <a:spcPts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1227092711" name="Text Placeholder 3"/>
          <p:cNvSpPr>
            <a:spLocks noGrp="1"/>
          </p:cNvSpPr>
          <p:nvPr>
            <p:ph type="body" sz="quarter" idx="23"/>
          </p:nvPr>
        </p:nvSpPr>
        <p:spPr bwMode="auto">
          <a:xfrm>
            <a:off x="1237265" y="3449013"/>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2421983123"/>
      </p:ext>
    </p:extLst>
  </p:cSld>
  <p:clrMapOvr>
    <a:masterClrMapping/>
  </p:clrMapOvr>
</p:sldLayout>
</file>

<file path=ppt/slideLayouts/slideLayout399.xml><?xml version="1.0" encoding="utf-8"?>
<p:sldLayout xmlns:a="http://schemas.openxmlformats.org/drawingml/2006/main" xmlns:r="http://schemas.openxmlformats.org/officeDocument/2006/relationships" xmlns:p="http://schemas.openxmlformats.org/presentationml/2006/main" showMasterPhAnim="0" preserve="1" userDrawn="1">
  <p:cSld name="LearningPath1_WmGray">
    <p:bg>
      <p:bgPr>
        <a:solidFill>
          <a:srgbClr val="E8E6DF"/>
        </a:solidFill>
        <a:effectLst/>
      </p:bgPr>
    </p:bg>
    <p:spTree>
      <p:nvGrpSpPr>
        <p:cNvPr id="1" name=""/>
        <p:cNvGrpSpPr/>
        <p:nvPr/>
      </p:nvGrpSpPr>
      <p:grpSpPr bwMode="auto">
        <a:xfrm>
          <a:off x="0" y="0"/>
          <a:ext cx="0" cy="0"/>
          <a:chOff x="0" y="0"/>
          <a:chExt cx="0" cy="0"/>
        </a:xfrm>
      </p:grpSpPr>
      <p:sp>
        <p:nvSpPr>
          <p:cNvPr id="1064237545"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41847990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086313885" name="Graphic 5"/>
          <p:cNvPicPr>
            <a:picLocks noChangeAspect="1"/>
          </p:cNvPicPr>
          <p:nvPr userDrawn="1"/>
        </p:nvPicPr>
        <p:blipFill rotWithShape="1">
          <a:blip r:embed="rId2"/>
          <a:stretch/>
        </p:blipFill>
        <p:spPr bwMode="auto">
          <a:xfrm>
            <a:off x="-1" y="2827846"/>
            <a:ext cx="12192001" cy="3035200"/>
          </a:xfrm>
          <a:prstGeom prst="rect">
            <a:avLst/>
          </a:prstGeom>
        </p:spPr>
      </p:pic>
    </p:spTree>
    <p:extLst>
      <p:ext uri="{BB962C8B-B14F-4D97-AF65-F5344CB8AC3E}">
        <p14:creationId xmlns:p14="http://schemas.microsoft.com/office/powerpoint/2010/main" val="970823357"/>
      </p:ext>
    </p:extLst>
  </p:cSld>
  <p:clrMapOvr>
    <a:masterClrMapping/>
  </p:clrMapOvr>
</p:sldLayout>
</file>

<file path=ppt/slideLayouts/slideLayout400.xml><?xml version="1.0" encoding="utf-8"?>
<p:sldLayout xmlns:a="http://schemas.openxmlformats.org/drawingml/2006/main" xmlns:r="http://schemas.openxmlformats.org/officeDocument/2006/relationships" xmlns:p="http://schemas.openxmlformats.org/presentationml/2006/main" showMasterPhAnim="0" preserve="1" userDrawn="1">
  <p:cSld name="LearningPath3_OffWhite">
    <p:bg>
      <p:bgPr>
        <a:solidFill>
          <a:srgbClr val="F4F3F5"/>
        </a:solidFill>
        <a:effectLst/>
      </p:bgPr>
    </p:bg>
    <p:spTree>
      <p:nvGrpSpPr>
        <p:cNvPr id="1" name=""/>
        <p:cNvGrpSpPr/>
        <p:nvPr/>
      </p:nvGrpSpPr>
      <p:grpSpPr bwMode="auto">
        <a:xfrm>
          <a:off x="0" y="0"/>
          <a:ext cx="0" cy="0"/>
          <a:chOff x="0" y="0"/>
          <a:chExt cx="0" cy="0"/>
        </a:xfrm>
      </p:grpSpPr>
      <p:sp>
        <p:nvSpPr>
          <p:cNvPr id="46419553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26655217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326206352" name="Graphic 4"/>
          <p:cNvPicPr>
            <a:picLocks noChangeAspect="1"/>
          </p:cNvPicPr>
          <p:nvPr userDrawn="1"/>
        </p:nvPicPr>
        <p:blipFill rotWithShape="1">
          <a:blip r:embed="rId2"/>
          <a:stretch/>
        </p:blipFill>
        <p:spPr bwMode="auto">
          <a:xfrm>
            <a:off x="-1" y="3144660"/>
            <a:ext cx="12192001" cy="3035200"/>
          </a:xfrm>
          <a:prstGeom prst="rect">
            <a:avLst/>
          </a:prstGeom>
        </p:spPr>
      </p:pic>
    </p:spTree>
    <p:extLst>
      <p:ext uri="{BB962C8B-B14F-4D97-AF65-F5344CB8AC3E}">
        <p14:creationId xmlns:p14="http://schemas.microsoft.com/office/powerpoint/2010/main" val="3184115503"/>
      </p:ext>
    </p:extLst>
  </p:cSld>
  <p:clrMapOvr>
    <a:masterClrMapping/>
  </p:clrMapOvr>
</p:sldLayout>
</file>

<file path=ppt/slideLayouts/slideLayout401.xml><?xml version="1.0" encoding="utf-8"?>
<p:sldLayout xmlns:a="http://schemas.openxmlformats.org/drawingml/2006/main" xmlns:r="http://schemas.openxmlformats.org/officeDocument/2006/relationships" xmlns:p="http://schemas.openxmlformats.org/presentationml/2006/main" showMasterPhAnim="0" preserve="1" userDrawn="1">
  <p:cSld name="Developer code full page">
    <p:bg>
      <p:bgPr>
        <a:solidFill>
          <a:srgbClr val="E8E6DF"/>
        </a:solidFill>
        <a:effectLst/>
      </p:bgPr>
    </p:bg>
    <p:spTree>
      <p:nvGrpSpPr>
        <p:cNvPr id="1" name=""/>
        <p:cNvGrpSpPr/>
        <p:nvPr/>
      </p:nvGrpSpPr>
      <p:grpSpPr bwMode="auto">
        <a:xfrm>
          <a:off x="0" y="0"/>
          <a:ext cx="0" cy="0"/>
          <a:chOff x="0" y="0"/>
          <a:chExt cx="0" cy="0"/>
        </a:xfrm>
      </p:grpSpPr>
      <p:sp>
        <p:nvSpPr>
          <p:cNvPr id="2085629200" name="Text Placeholder 14"/>
          <p:cNvSpPr>
            <a:spLocks noGrp="1"/>
          </p:cNvSpPr>
          <p:nvPr>
            <p:ph type="body" sz="quarter" idx="13" hasCustomPrompt="1"/>
          </p:nvPr>
        </p:nvSpPr>
        <p:spPr bwMode="auto">
          <a:xfrm>
            <a:off x="0" y="0"/>
            <a:ext cx="3788358" cy="446148"/>
          </a:xfrm>
          <a:prstGeom prst="rect">
            <a:avLst/>
          </a:prstGeom>
          <a:gradFill>
            <a:gsLst>
              <a:gs pos="0">
                <a:srgbClr val="000000"/>
              </a:gs>
              <a:gs pos="92000">
                <a:srgbClr val="000000"/>
              </a:gs>
              <a:gs pos="92000">
                <a:schemeClr val="accent3"/>
              </a:gs>
            </a:gsLst>
            <a:lin ang="16200000" scaled="1"/>
          </a:gradFill>
        </p:spPr>
        <p:txBody>
          <a:bodyPr vert="horz" wrap="square" lIns="585216" tIns="91440" rIns="0" bIns="45720" rtlCol="0">
            <a:spAutoFit/>
          </a:bodyPr>
          <a:lstStyle>
            <a:lvl1pPr marL="0" indent="0">
              <a:buNone/>
              <a:defRPr lang="en-US" sz="2000" b="0" i="0" u="none" strike="noStrike" cap="none">
                <a:ln>
                  <a:noFill/>
                </a:ln>
                <a:solidFill>
                  <a:srgbClr val="FFFFFF"/>
                </a:solidFill>
                <a:latin typeface="Segoe UI Semibold"/>
              </a:defRPr>
            </a:lvl1pPr>
          </a:lstStyle>
          <a:p>
            <a:pPr marL="228600" lvl="0" indent="-228600">
              <a:defRPr/>
            </a:pPr>
            <a:r>
              <a:rPr lang="en-US"/>
              <a:t>Click to enter title</a:t>
            </a:r>
            <a:endParaRPr/>
          </a:p>
        </p:txBody>
      </p:sp>
      <p:sp>
        <p:nvSpPr>
          <p:cNvPr id="358624440" name="Footer Placeholder 10"/>
          <p:cNvSpPr>
            <a:spLocks noGrp="1"/>
          </p:cNvSpPr>
          <p:nvPr>
            <p:ph type="ftr" sz="quarter" idx="3"/>
          </p:nvPr>
        </p:nvSpPr>
        <p:spPr bwMode="auto">
          <a:xfrm>
            <a:off x="7448551" y="6421083"/>
            <a:ext cx="4151312" cy="197976"/>
          </a:xfrm>
          <a:prstGeom prst="rect">
            <a:avLst/>
          </a:prstGeom>
        </p:spPr>
        <p:txBody>
          <a:bodyPr vert="horz" lIns="0" tIns="0" rIns="0" bIns="0" rtlCol="0" anchor="ctr"/>
          <a:lstStyle>
            <a:lvl1pPr marL="0" algn="r"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588955598" name="Text Placeholder 3"/>
          <p:cNvSpPr txBox="1"/>
          <p:nvPr userDrawn="1"/>
        </p:nvSpPr>
        <p:spPr bwMode="auto">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a:lnSpc>
                <a:spcPct val="150000"/>
              </a:lnSpc>
              <a:spcBef>
                <a:spcPts val="0"/>
              </a:spcBef>
              <a:spcAft>
                <a:spcPts val="600"/>
              </a:spcAft>
              <a:buClr>
                <a:schemeClr val="bg1"/>
              </a:buClr>
              <a:buSzPct val="120000"/>
              <a:buFontTx/>
              <a:buNone/>
              <a:defRPr lang="en-US" sz="1400" b="0" i="0">
                <a:solidFill>
                  <a:schemeClr val="tx1"/>
                </a:solidFill>
                <a:latin typeface="Consolas"/>
                <a:ea typeface="Segoe UI Semibold"/>
                <a:cs typeface="Segoe UI Semibold"/>
              </a:defRPr>
            </a:lvl1pPr>
            <a:lvl2pPr marL="0" indent="0" algn="l" defTabSz="914132" rtl="0">
              <a:lnSpc>
                <a:spcPct val="110000"/>
              </a:lnSpc>
              <a:spcBef>
                <a:spcPts val="0"/>
              </a:spcBef>
              <a:spcAft>
                <a:spcPts val="600"/>
              </a:spcAft>
              <a:buClrTx/>
              <a:buSzPct val="110000"/>
              <a:buFont typeface="Arial"/>
              <a:buNone/>
              <a:defRPr lang="en-US" sz="2000" b="0" i="0">
                <a:solidFill>
                  <a:schemeClr val="tx1"/>
                </a:solidFill>
                <a:latin typeface="Segoe UI"/>
                <a:ea typeface="Segoe UI"/>
                <a:cs typeface="Segoe UI"/>
              </a:defRPr>
            </a:lvl2pPr>
            <a:lvl3pPr marL="288924" indent="-222250" algn="l" defTabSz="914132" rtl="0">
              <a:lnSpc>
                <a:spcPct val="110000"/>
              </a:lnSpc>
              <a:spcBef>
                <a:spcPts val="0"/>
              </a:spcBef>
              <a:spcAft>
                <a:spcPts val="600"/>
              </a:spcAft>
              <a:buClrTx/>
              <a:buSzPct val="120000"/>
              <a:buFont typeface="Arial"/>
              <a:buChar char="•"/>
              <a:defRPr lang="en-US" sz="2000" b="0" i="0">
                <a:solidFill>
                  <a:schemeClr val="tx1"/>
                </a:solidFill>
                <a:latin typeface="Segoe UI"/>
                <a:ea typeface="Segoe UI"/>
                <a:cs typeface="Segoe UI"/>
              </a:defRPr>
            </a:lvl3pPr>
            <a:lvl4pPr marL="631825" indent="-182880" algn="l" defTabSz="914132" rtl="0">
              <a:lnSpc>
                <a:spcPct val="110000"/>
              </a:lnSpc>
              <a:spcBef>
                <a:spcPts val="0"/>
              </a:spcBef>
              <a:spcAft>
                <a:spcPts val="600"/>
              </a:spcAft>
              <a:buClrTx/>
              <a:buFont typeface="Arial"/>
              <a:buChar char="•"/>
              <a:defRPr lang="en-US" sz="1800" b="0" i="0">
                <a:solidFill>
                  <a:schemeClr val="tx1"/>
                </a:solidFill>
                <a:latin typeface="Segoe UI"/>
                <a:ea typeface="Segoe UI"/>
                <a:cs typeface="Segoe UI"/>
              </a:defRPr>
            </a:lvl4pPr>
            <a:lvl5pPr marL="1162685" indent="-194310" algn="l" defTabSz="914132" rtl="0">
              <a:lnSpc>
                <a:spcPct val="110000"/>
              </a:lnSpc>
              <a:spcBef>
                <a:spcPts val="500"/>
              </a:spcBef>
              <a:buClr>
                <a:schemeClr val="tx1"/>
              </a:buClr>
              <a:buFont typeface="Arial"/>
              <a:buChar char="•"/>
              <a:defRPr lang="en-US" sz="1600" b="0" i="0">
                <a:solidFill>
                  <a:schemeClr val="tx1"/>
                </a:solidFill>
                <a:latin typeface="Segoe UI"/>
                <a:ea typeface="Segoe UI"/>
                <a:cs typeface="Segoe UI"/>
              </a:defRPr>
            </a:lvl5pPr>
            <a:lvl6pPr marL="1873781" indent="-228533" algn="l" defTabSz="914132" rtl="0">
              <a:lnSpc>
                <a:spcPct val="110000"/>
              </a:lnSpc>
              <a:spcBef>
                <a:spcPts val="500"/>
              </a:spcBef>
              <a:buFont typeface="Arial"/>
              <a:buChar char="•"/>
              <a:defRPr sz="1400">
                <a:solidFill>
                  <a:schemeClr val="tx1"/>
                </a:solidFill>
                <a:latin typeface="+mn-lt"/>
                <a:ea typeface="+mn-ea"/>
                <a:cs typeface="+mn-cs"/>
              </a:defRPr>
            </a:lvl6pPr>
            <a:lvl7pPr marL="2970926" indent="-228533" algn="l" defTabSz="914132" rtl="0">
              <a:lnSpc>
                <a:spcPct val="90000"/>
              </a:lnSpc>
              <a:spcBef>
                <a:spcPts val="500"/>
              </a:spcBef>
              <a:buFont typeface="Arial"/>
              <a:buChar char="•"/>
              <a:defRPr sz="1900">
                <a:solidFill>
                  <a:schemeClr val="tx1"/>
                </a:solidFill>
                <a:latin typeface="+mn-lt"/>
                <a:ea typeface="+mn-ea"/>
                <a:cs typeface="+mn-cs"/>
              </a:defRPr>
            </a:lvl7pPr>
            <a:lvl8pPr marL="3427992" indent="-228533" algn="l" defTabSz="914132" rtl="0">
              <a:lnSpc>
                <a:spcPct val="90000"/>
              </a:lnSpc>
              <a:spcBef>
                <a:spcPts val="500"/>
              </a:spcBef>
              <a:buFont typeface="Arial"/>
              <a:buChar char="•"/>
              <a:defRPr sz="1900">
                <a:solidFill>
                  <a:schemeClr val="tx1"/>
                </a:solidFill>
                <a:latin typeface="+mn-lt"/>
                <a:ea typeface="+mn-ea"/>
                <a:cs typeface="+mn-cs"/>
              </a:defRPr>
            </a:lvl8pPr>
            <a:lvl9pPr marL="3885057" indent="-228533" algn="l" defTabSz="914132" rtl="0">
              <a:lnSpc>
                <a:spcPct val="90000"/>
              </a:lnSpc>
              <a:spcBef>
                <a:spcPts val="500"/>
              </a:spcBef>
              <a:buFont typeface="Arial"/>
              <a:buChar char="•"/>
              <a:defRPr sz="1900">
                <a:solidFill>
                  <a:schemeClr val="tx1"/>
                </a:solidFill>
                <a:latin typeface="+mn-lt"/>
                <a:ea typeface="+mn-ea"/>
                <a:cs typeface="+mn-cs"/>
              </a:defRPr>
            </a:lvl9pPr>
          </a:lstStyle>
          <a:p>
            <a:pPr marL="0" marR="0" lvl="0" indent="0" algn="l" defTabSz="914132" rtl="0">
              <a:lnSpc>
                <a:spcPct val="150000"/>
              </a:lnSpc>
              <a:spcBef>
                <a:spcPts val="0"/>
              </a:spcBef>
              <a:spcAft>
                <a:spcPts val="600"/>
              </a:spcAft>
              <a:buClr>
                <a:srgbClr val="E9E9E9"/>
              </a:buClr>
              <a:buSzPct val="120000"/>
              <a:buFontTx/>
              <a:buNone/>
              <a:defRPr/>
            </a:pPr>
            <a:endParaRPr lang="en-US" sz="1400" b="0" i="0" u="none" strike="noStrike" cap="none" spc="0">
              <a:ln>
                <a:noFill/>
              </a:ln>
              <a:solidFill>
                <a:srgbClr val="000000"/>
              </a:solidFill>
              <a:latin typeface="Consolas"/>
              <a:cs typeface="Segoe UI Semibold"/>
            </a:endParaRPr>
          </a:p>
        </p:txBody>
      </p:sp>
      <p:sp>
        <p:nvSpPr>
          <p:cNvPr id="693167064" name="Text Placeholder 4" descr="This layout should only be used for developer code. The font used is a monospace font which is ideal for showing code."/>
          <p:cNvSpPr>
            <a:spLocks noGrp="1"/>
          </p:cNvSpPr>
          <p:nvPr>
            <p:ph type="body" sz="quarter" idx="11" hasCustomPrompt="1"/>
          </p:nvPr>
        </p:nvSpPr>
        <p:spPr bwMode="auto">
          <a:xfrm>
            <a:off x="579438" y="1083733"/>
            <a:ext cx="11020424" cy="4885267"/>
          </a:xfrm>
        </p:spPr>
        <p:txBody>
          <a:bodyPr/>
          <a:lstStyle>
            <a:lvl1pPr marL="0" indent="0">
              <a:buNone/>
              <a:defRPr sz="1400">
                <a:solidFill>
                  <a:srgbClr val="2F2F2F"/>
                </a:solidFill>
                <a:latin typeface="Consolas"/>
                <a:cs typeface="Consolas"/>
              </a:defRPr>
            </a:lvl1pPr>
            <a:lvl2pPr marL="346448" indent="0">
              <a:buNone/>
              <a:defRPr sz="2400">
                <a:gradFill>
                  <a:gsLst>
                    <a:gs pos="43000">
                      <a:schemeClr val="tx1"/>
                    </a:gs>
                    <a:gs pos="61049">
                      <a:schemeClr val="tx1"/>
                    </a:gs>
                  </a:gsLst>
                  <a:lin ang="5400000" scaled="0"/>
                </a:gradFill>
                <a:latin typeface="Consolas"/>
                <a:cs typeface="Consolas"/>
              </a:defRPr>
            </a:lvl2pPr>
            <a:lvl3pPr marL="584432" indent="0">
              <a:buNone/>
              <a:defRPr sz="2000">
                <a:gradFill>
                  <a:gsLst>
                    <a:gs pos="43000">
                      <a:schemeClr val="tx1"/>
                    </a:gs>
                    <a:gs pos="61049">
                      <a:schemeClr val="tx1"/>
                    </a:gs>
                  </a:gsLst>
                  <a:lin ang="5400000" scaled="0"/>
                </a:gradFill>
                <a:latin typeface="Consolas"/>
                <a:cs typeface="Consolas"/>
              </a:defRPr>
            </a:lvl3pPr>
            <a:lvl4pPr marL="814319" indent="0">
              <a:buNone/>
              <a:defRPr sz="1800">
                <a:gradFill>
                  <a:gsLst>
                    <a:gs pos="43000">
                      <a:schemeClr val="tx1"/>
                    </a:gs>
                    <a:gs pos="61049">
                      <a:schemeClr val="tx1"/>
                    </a:gs>
                  </a:gsLst>
                  <a:lin ang="5400000" scaled="0"/>
                </a:gradFill>
                <a:latin typeface="Consolas"/>
                <a:cs typeface="Consolas"/>
              </a:defRPr>
            </a:lvl4pPr>
            <a:lvl5pPr marL="1050682" indent="0">
              <a:buNone/>
              <a:defRPr sz="1800">
                <a:gradFill>
                  <a:gsLst>
                    <a:gs pos="43000">
                      <a:schemeClr val="tx1"/>
                    </a:gs>
                    <a:gs pos="61049">
                      <a:schemeClr val="tx1"/>
                    </a:gs>
                  </a:gsLst>
                  <a:lin ang="5400000" scaled="0"/>
                </a:gradFill>
                <a:latin typeface="Consolas"/>
                <a:cs typeface="Consolas"/>
              </a:defRPr>
            </a:lvl5pPr>
          </a:lstStyle>
          <a:p>
            <a:pPr lvl="0">
              <a:defRPr/>
            </a:pPr>
            <a:r>
              <a:rPr lang="en-US"/>
              <a:t>Click to edit or paste code</a:t>
            </a:r>
            <a:endParaRPr/>
          </a:p>
        </p:txBody>
      </p:sp>
    </p:spTree>
    <p:extLst>
      <p:ext uri="{BB962C8B-B14F-4D97-AF65-F5344CB8AC3E}">
        <p14:creationId xmlns:p14="http://schemas.microsoft.com/office/powerpoint/2010/main" val="1519983655"/>
      </p:ext>
    </p:extLst>
  </p:cSld>
  <p:clrMapOvr>
    <a:overrideClrMapping bg1="lt1" tx1="dk1" bg2="lt2" tx2="dk2" accent1="accent1" accent2="accent2" accent3="accent3" accent4="accent4" accent5="accent5" accent6="accent6" hlink="hlink" folHlink="folHlink"/>
  </p:clrMapOvr>
</p:sldLayout>
</file>

<file path=ppt/slideLayouts/slideLayout402.xml><?xml version="1.0" encoding="utf-8"?>
<p:sldLayout xmlns:a="http://schemas.openxmlformats.org/drawingml/2006/main" xmlns:r="http://schemas.openxmlformats.org/officeDocument/2006/relationships" xmlns:p="http://schemas.openxmlformats.org/presentationml/2006/main" showMasterPhAnim="0" preserve="1" userDrawn="1">
  <p:cSld name="Developer code right">
    <p:bg>
      <p:bgPr>
        <a:solidFill>
          <a:srgbClr val="E8E6DF"/>
        </a:solidFill>
        <a:effectLst/>
      </p:bgPr>
    </p:bg>
    <p:spTree>
      <p:nvGrpSpPr>
        <p:cNvPr id="1" name=""/>
        <p:cNvGrpSpPr/>
        <p:nvPr/>
      </p:nvGrpSpPr>
      <p:grpSpPr bwMode="auto">
        <a:xfrm>
          <a:off x="0" y="0"/>
          <a:ext cx="0" cy="0"/>
          <a:chOff x="0" y="0"/>
          <a:chExt cx="0" cy="0"/>
        </a:xfrm>
      </p:grpSpPr>
      <p:sp>
        <p:nvSpPr>
          <p:cNvPr id="1365550011" name="Rectangle 2"/>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000">
              <a:solidFill>
                <a:srgbClr val="FFFFFF"/>
              </a:solidFill>
              <a:ea typeface="Segoe UI"/>
              <a:cs typeface="Segoe UI"/>
            </a:endParaRPr>
          </a:p>
        </p:txBody>
      </p:sp>
      <p:sp>
        <p:nvSpPr>
          <p:cNvPr id="159606987" name="Title 1"/>
          <p:cNvSpPr>
            <a:spLocks noGrp="1"/>
          </p:cNvSpPr>
          <p:nvPr>
            <p:ph type="title"/>
          </p:nvPr>
        </p:nvSpPr>
        <p:spPr bwMode="auto">
          <a:xfrm>
            <a:off x="588262" y="585216"/>
            <a:ext cx="4042761"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982643286" name="Text Placeholder 3"/>
          <p:cNvSpPr>
            <a:spLocks noGrp="1"/>
          </p:cNvSpPr>
          <p:nvPr>
            <p:ph type="body" sz="quarter" idx="15"/>
          </p:nvPr>
        </p:nvSpPr>
        <p:spPr bwMode="auto">
          <a:xfrm>
            <a:off x="586388" y="1594155"/>
            <a:ext cx="4042761" cy="726353"/>
          </a:xfrm>
          <a:prstGeom prst="rect">
            <a:avLst/>
          </a:prstGeom>
        </p:spPr>
        <p:txBody>
          <a:bodyPr wrap="square">
            <a:spAutoFit/>
          </a:bodyPr>
          <a:lstStyle>
            <a:lvl1pPr marL="0" indent="0">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46409970" name="Text Placeholder 4" descr="This layout should only be used for developer code. The font used is a monospace font which is ideal for showing code."/>
          <p:cNvSpPr>
            <a:spLocks noGrp="1"/>
          </p:cNvSpPr>
          <p:nvPr>
            <p:ph type="body" sz="quarter" idx="11" hasCustomPrompt="1"/>
          </p:nvPr>
        </p:nvSpPr>
        <p:spPr bwMode="auto">
          <a:xfrm>
            <a:off x="5800725" y="582613"/>
            <a:ext cx="5799138" cy="5692775"/>
          </a:xfrm>
        </p:spPr>
        <p:txBody>
          <a:bodyPr/>
          <a:lstStyle>
            <a:lvl1pPr marL="0" indent="0">
              <a:buNone/>
              <a:defRPr sz="1400">
                <a:solidFill>
                  <a:srgbClr val="2F2F2F"/>
                </a:solidFill>
                <a:latin typeface="Consolas"/>
                <a:cs typeface="Consolas"/>
              </a:defRPr>
            </a:lvl1pPr>
            <a:lvl2pPr marL="346448" indent="0">
              <a:buNone/>
              <a:defRPr sz="2400">
                <a:gradFill>
                  <a:gsLst>
                    <a:gs pos="43000">
                      <a:schemeClr val="tx1"/>
                    </a:gs>
                    <a:gs pos="61049">
                      <a:schemeClr val="tx1"/>
                    </a:gs>
                  </a:gsLst>
                  <a:lin ang="5400000" scaled="0"/>
                </a:gradFill>
                <a:latin typeface="Consolas"/>
                <a:cs typeface="Consolas"/>
              </a:defRPr>
            </a:lvl2pPr>
            <a:lvl3pPr marL="584432" indent="0">
              <a:buNone/>
              <a:defRPr sz="2000">
                <a:gradFill>
                  <a:gsLst>
                    <a:gs pos="43000">
                      <a:schemeClr val="tx1"/>
                    </a:gs>
                    <a:gs pos="61049">
                      <a:schemeClr val="tx1"/>
                    </a:gs>
                  </a:gsLst>
                  <a:lin ang="5400000" scaled="0"/>
                </a:gradFill>
                <a:latin typeface="Consolas"/>
                <a:cs typeface="Consolas"/>
              </a:defRPr>
            </a:lvl3pPr>
            <a:lvl4pPr marL="814319" indent="0">
              <a:buNone/>
              <a:defRPr sz="1800">
                <a:gradFill>
                  <a:gsLst>
                    <a:gs pos="43000">
                      <a:schemeClr val="tx1"/>
                    </a:gs>
                    <a:gs pos="61049">
                      <a:schemeClr val="tx1"/>
                    </a:gs>
                  </a:gsLst>
                  <a:lin ang="5400000" scaled="0"/>
                </a:gradFill>
                <a:latin typeface="Consolas"/>
                <a:cs typeface="Consolas"/>
              </a:defRPr>
            </a:lvl4pPr>
            <a:lvl5pPr marL="1050682" indent="0">
              <a:buNone/>
              <a:defRPr sz="1800">
                <a:gradFill>
                  <a:gsLst>
                    <a:gs pos="43000">
                      <a:schemeClr val="tx1"/>
                    </a:gs>
                    <a:gs pos="61049">
                      <a:schemeClr val="tx1"/>
                    </a:gs>
                  </a:gsLst>
                  <a:lin ang="5400000" scaled="0"/>
                </a:gradFill>
                <a:latin typeface="Consolas"/>
                <a:cs typeface="Consolas"/>
              </a:defRPr>
            </a:lvl5pPr>
          </a:lstStyle>
          <a:p>
            <a:pPr lvl="0">
              <a:defRPr/>
            </a:pPr>
            <a:r>
              <a:rPr lang="en-US"/>
              <a:t>Click to edit or paste code</a:t>
            </a:r>
            <a:endParaRPr/>
          </a:p>
        </p:txBody>
      </p:sp>
    </p:spTree>
    <p:extLst>
      <p:ext uri="{BB962C8B-B14F-4D97-AF65-F5344CB8AC3E}">
        <p14:creationId xmlns:p14="http://schemas.microsoft.com/office/powerpoint/2010/main" val="3101075537"/>
      </p:ext>
    </p:extLst>
  </p:cSld>
  <p:clrMapOvr>
    <a:overrideClrMapping bg1="lt1" tx1="dk1" bg2="lt2" tx2="dk2" accent1="accent1" accent2="accent2" accent3="accent3" accent4="accent4" accent5="accent5" accent6="accent6" hlink="hlink" folHlink="folHlink"/>
  </p:clrMapOvr>
</p:sldLayout>
</file>

<file path=ppt/slideLayouts/slideLayout403.xml><?xml version="1.0" encoding="utf-8"?>
<p:sldLayout xmlns:a="http://schemas.openxmlformats.org/drawingml/2006/main" xmlns:r="http://schemas.openxmlformats.org/officeDocument/2006/relationships" xmlns:p="http://schemas.openxmlformats.org/presentationml/2006/main" showMasterPhAnim="0" preserve="1" userDrawn="1">
  <p:cSld name="Resources">
    <p:bg>
      <p:bgPr>
        <a:solidFill>
          <a:srgbClr val="E8E6DF"/>
        </a:solidFill>
        <a:effectLst/>
      </p:bgPr>
    </p:bg>
    <p:spTree>
      <p:nvGrpSpPr>
        <p:cNvPr id="1" name=""/>
        <p:cNvGrpSpPr/>
        <p:nvPr/>
      </p:nvGrpSpPr>
      <p:grpSpPr bwMode="auto">
        <a:xfrm>
          <a:off x="0" y="0"/>
          <a:ext cx="0" cy="0"/>
          <a:chOff x="0" y="0"/>
          <a:chExt cx="0" cy="0"/>
        </a:xfrm>
      </p:grpSpPr>
      <p:sp>
        <p:nvSpPr>
          <p:cNvPr id="193531329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408744723" name="Text Placeholder 3"/>
          <p:cNvSpPr>
            <a:spLocks noGrp="1"/>
          </p:cNvSpPr>
          <p:nvPr>
            <p:ph type="body" sz="quarter" idx="15"/>
          </p:nvPr>
        </p:nvSpPr>
        <p:spPr bwMode="auto">
          <a:xfrm>
            <a:off x="586388" y="1591056"/>
            <a:ext cx="8193024" cy="541687"/>
          </a:xfrm>
          <a:prstGeom prst="rect">
            <a:avLst/>
          </a:prstGeom>
        </p:spPr>
        <p:txBody>
          <a:bodyPr wrap="square">
            <a:spAutoFit/>
          </a:bodyPr>
          <a:lstStyle>
            <a:lvl1pPr marL="0" indent="0">
              <a:buFont typeface="Arial"/>
              <a:buNone/>
              <a:defRPr>
                <a:solidFill>
                  <a:schemeClr val="tx1"/>
                </a:solidFill>
                <a:latin typeface="+mj-lt"/>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p:txBody>
      </p:sp>
      <p:sp>
        <p:nvSpPr>
          <p:cNvPr id="1646973505" name="Text Placeholder 3"/>
          <p:cNvSpPr>
            <a:spLocks noGrp="1"/>
          </p:cNvSpPr>
          <p:nvPr>
            <p:ph type="body" sz="quarter" idx="19"/>
          </p:nvPr>
        </p:nvSpPr>
        <p:spPr bwMode="auto">
          <a:xfrm>
            <a:off x="586388" y="2081710"/>
            <a:ext cx="8193024" cy="1132618"/>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p:txBody>
      </p:sp>
      <p:sp>
        <p:nvSpPr>
          <p:cNvPr id="1181990588" name="Text Placeholder 3"/>
          <p:cNvSpPr>
            <a:spLocks noGrp="1"/>
          </p:cNvSpPr>
          <p:nvPr>
            <p:ph type="body" sz="quarter" idx="20"/>
          </p:nvPr>
        </p:nvSpPr>
        <p:spPr bwMode="auto">
          <a:xfrm>
            <a:off x="586388" y="3587124"/>
            <a:ext cx="8193024" cy="541687"/>
          </a:xfrm>
          <a:prstGeom prst="rect">
            <a:avLst/>
          </a:prstGeom>
        </p:spPr>
        <p:txBody>
          <a:bodyPr wrap="square">
            <a:spAutoFit/>
          </a:bodyPr>
          <a:lstStyle>
            <a:lvl1pPr marL="0" indent="0">
              <a:buFont typeface="Arial"/>
              <a:buNone/>
              <a:defRPr>
                <a:solidFill>
                  <a:schemeClr val="tx1"/>
                </a:solidFill>
                <a:latin typeface="+mj-lt"/>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p:txBody>
      </p:sp>
      <p:sp>
        <p:nvSpPr>
          <p:cNvPr id="313070746" name="Text Placeholder 3"/>
          <p:cNvSpPr>
            <a:spLocks noGrp="1"/>
          </p:cNvSpPr>
          <p:nvPr>
            <p:ph type="body" sz="quarter" idx="21"/>
          </p:nvPr>
        </p:nvSpPr>
        <p:spPr bwMode="auto">
          <a:xfrm>
            <a:off x="586388" y="4077778"/>
            <a:ext cx="8193024" cy="1132618"/>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p:txBody>
      </p:sp>
      <p:sp>
        <p:nvSpPr>
          <p:cNvPr id="170186476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776190902"/>
      </p:ext>
    </p:extLst>
  </p:cSld>
  <p:clrMapOvr>
    <a:overrideClrMapping bg1="lt1" tx1="dk1" bg2="lt2" tx2="dk2" accent1="accent1" accent2="accent2" accent3="accent3" accent4="accent4" accent5="accent5" accent6="accent6" hlink="hlink" folHlink="folHlink"/>
  </p:clrMapOvr>
</p:sldLayout>
</file>

<file path=ppt/slideLayouts/slideLayout404.xml><?xml version="1.0" encoding="utf-8"?>
<p:sldLayout xmlns:a="http://schemas.openxmlformats.org/drawingml/2006/main" xmlns:r="http://schemas.openxmlformats.org/officeDocument/2006/relationships" xmlns:p="http://schemas.openxmlformats.org/presentationml/2006/main" showMasterPhAnim="0" preserve="1" userDrawn="1">
  <p:cSld name="Closing slide_with Logo">
    <p:bg>
      <p:bgPr>
        <a:solidFill>
          <a:srgbClr val="E8E6DF"/>
        </a:solidFill>
        <a:effectLst/>
      </p:bgPr>
    </p:bg>
    <p:spTree>
      <p:nvGrpSpPr>
        <p:cNvPr id="1" name=""/>
        <p:cNvGrpSpPr/>
        <p:nvPr/>
      </p:nvGrpSpPr>
      <p:grpSpPr bwMode="auto">
        <a:xfrm>
          <a:off x="0" y="0"/>
          <a:ext cx="0" cy="0"/>
          <a:chOff x="0" y="0"/>
          <a:chExt cx="0" cy="0"/>
        </a:xfrm>
      </p:grpSpPr>
      <p:pic>
        <p:nvPicPr>
          <p:cNvPr id="379602445" name="MS logo gray - EMF"/>
          <p:cNvPicPr>
            <a:picLocks noChangeAspect="1"/>
          </p:cNvPicPr>
          <p:nvPr userDrawn="1"/>
        </p:nvPicPr>
        <p:blipFill rotWithShape="1">
          <a:blip r:embed="rId2"/>
          <a:stretch/>
        </p:blipFill>
        <p:spPr bwMode="black">
          <a:xfrm>
            <a:off x="584200" y="585788"/>
            <a:ext cx="1366440" cy="292608"/>
          </a:xfrm>
          <a:prstGeom prst="rect">
            <a:avLst/>
          </a:prstGeom>
        </p:spPr>
      </p:pic>
      <p:sp>
        <p:nvSpPr>
          <p:cNvPr id="695628564" name="Title 1"/>
          <p:cNvSpPr>
            <a:spLocks noGrp="1"/>
          </p:cNvSpPr>
          <p:nvPr>
            <p:ph type="title" hasCustomPrompt="1"/>
          </p:nvPr>
        </p:nvSpPr>
        <p:spPr bwMode="auto">
          <a:xfrm>
            <a:off x="588262" y="-612577"/>
            <a:ext cx="8193024" cy="307777"/>
          </a:xfrm>
        </p:spPr>
        <p:txBody>
          <a:bodyPr/>
          <a:lstStyle>
            <a:lvl1pPr>
              <a:defRPr sz="2000" b="0" i="0">
                <a:solidFill>
                  <a:srgbClr val="001F2D"/>
                </a:solidFill>
                <a:latin typeface="+mj-lt"/>
                <a:cs typeface="Segoe UI Semibold"/>
              </a:defRPr>
            </a:lvl1pPr>
          </a:lstStyle>
          <a:p>
            <a:pPr>
              <a:defRPr/>
            </a:pPr>
            <a:r>
              <a:rPr lang="en-US"/>
              <a:t>Final slide with logo</a:t>
            </a:r>
            <a:endParaRPr/>
          </a:p>
        </p:txBody>
      </p:sp>
      <p:sp>
        <p:nvSpPr>
          <p:cNvPr id="149279248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263807219"/>
      </p:ext>
    </p:extLst>
  </p:cSld>
  <p:clrMapOvr>
    <a:overrideClrMapping bg1="lt1" tx1="dk1" bg2="lt2" tx2="dk2" accent1="accent1" accent2="accent2" accent3="accent3" accent4="accent4" accent5="accent5" accent6="accent6" hlink="hlink" folHlink="folHlink"/>
  </p:clrMapOvr>
</p:sldLayout>
</file>

<file path=ppt/slideLayouts/slideLayout405.xml><?xml version="1.0" encoding="utf-8"?>
<p:sldLayout xmlns:a="http://schemas.openxmlformats.org/drawingml/2006/main" xmlns:r="http://schemas.openxmlformats.org/officeDocument/2006/relationships" xmlns:p="http://schemas.openxmlformats.org/presentationml/2006/main" showMasterPhAnim="0" preserve="1" userDrawn="1">
  <p:cSld name="2_Closing slide_with Logo">
    <p:bg>
      <p:bgPr>
        <a:solidFill>
          <a:srgbClr val="E8E6DF"/>
        </a:solidFill>
        <a:effectLst/>
      </p:bgPr>
    </p:bg>
    <p:spTree>
      <p:nvGrpSpPr>
        <p:cNvPr id="1" name=""/>
        <p:cNvGrpSpPr/>
        <p:nvPr/>
      </p:nvGrpSpPr>
      <p:grpSpPr bwMode="auto">
        <a:xfrm>
          <a:off x="0" y="0"/>
          <a:ext cx="0" cy="0"/>
          <a:chOff x="0" y="0"/>
          <a:chExt cx="0" cy="0"/>
        </a:xfrm>
      </p:grpSpPr>
      <p:pic>
        <p:nvPicPr>
          <p:cNvPr id="867475982" name="MS logo gray - EMF"/>
          <p:cNvPicPr>
            <a:picLocks noChangeAspect="1"/>
          </p:cNvPicPr>
          <p:nvPr userDrawn="1"/>
        </p:nvPicPr>
        <p:blipFill rotWithShape="1">
          <a:blip r:embed="rId2"/>
          <a:stretch/>
        </p:blipFill>
        <p:spPr bwMode="black">
          <a:xfrm>
            <a:off x="584200" y="585788"/>
            <a:ext cx="1366440" cy="292608"/>
          </a:xfrm>
          <a:prstGeom prst="rect">
            <a:avLst/>
          </a:prstGeom>
        </p:spPr>
      </p:pic>
      <p:sp>
        <p:nvSpPr>
          <p:cNvPr id="1033386220" name="Title 1"/>
          <p:cNvSpPr>
            <a:spLocks noGrp="1"/>
          </p:cNvSpPr>
          <p:nvPr>
            <p:ph type="title" hasCustomPrompt="1"/>
          </p:nvPr>
        </p:nvSpPr>
        <p:spPr bwMode="auto">
          <a:xfrm>
            <a:off x="588262" y="-616043"/>
            <a:ext cx="8193024" cy="307777"/>
          </a:xfrm>
        </p:spPr>
        <p:txBody>
          <a:bodyPr/>
          <a:lstStyle>
            <a:lvl1pPr>
              <a:defRPr sz="2000" b="0" i="0">
                <a:solidFill>
                  <a:srgbClr val="001F2D"/>
                </a:solidFill>
                <a:latin typeface="+mj-lt"/>
                <a:cs typeface="Segoe UI Semibold"/>
              </a:defRPr>
            </a:lvl1pPr>
          </a:lstStyle>
          <a:p>
            <a:pPr>
              <a:defRPr/>
            </a:pPr>
            <a:r>
              <a:rPr lang="en-US"/>
              <a:t>Final slide with logo</a:t>
            </a:r>
            <a:endParaRPr/>
          </a:p>
        </p:txBody>
      </p:sp>
      <p:sp>
        <p:nvSpPr>
          <p:cNvPr id="1536114856" name="Text Placeholder 4"/>
          <p:cNvSpPr>
            <a:spLocks noGrp="1"/>
          </p:cNvSpPr>
          <p:nvPr>
            <p:ph type="body" sz="quarter" idx="12" hasCustomPrompt="1"/>
          </p:nvPr>
        </p:nvSpPr>
        <p:spPr bwMode="auto">
          <a:xfrm>
            <a:off x="585216" y="2080227"/>
            <a:ext cx="3361943" cy="553998"/>
          </a:xfrm>
          <a:prstGeom prst="rect">
            <a:avLst/>
          </a:prstGeom>
          <a:noFill/>
        </p:spPr>
        <p:txBody>
          <a:bodyPr wrap="square" lIns="0" tIns="0" rIns="0" bIns="0">
            <a:spAutoFit/>
          </a:bodyPr>
          <a:lstStyle>
            <a:lvl1pPr marL="0" indent="0" algn="l" defTabSz="457200" rtl="0">
              <a:lnSpc>
                <a:spcPct val="100000"/>
              </a:lnSpc>
              <a:spcBef>
                <a:spcPts val="0"/>
              </a:spcBef>
              <a:spcAft>
                <a:spcPts val="0"/>
              </a:spcAft>
              <a:buFont typeface="Arial"/>
              <a:buNone/>
              <a:defRPr lang="en-US" sz="3600" b="0" cap="none" spc="-50">
                <a:ln w="3175">
                  <a:noFill/>
                </a:ln>
                <a:solidFill>
                  <a:schemeClr val="accent3"/>
                </a:solidFill>
                <a:latin typeface="+mj-lt"/>
                <a:ea typeface="+mn-ea"/>
                <a:cs typeface="Segoe UI"/>
              </a:defRPr>
            </a:lvl1pPr>
          </a:lstStyle>
          <a:p>
            <a:pPr lvl="0">
              <a:defRPr/>
            </a:pPr>
            <a:r>
              <a:rPr lang="en-US"/>
              <a:t>Thank you.</a:t>
            </a:r>
            <a:endParaRPr/>
          </a:p>
        </p:txBody>
      </p:sp>
      <p:sp>
        <p:nvSpPr>
          <p:cNvPr id="1425575899" name="Text Placeholder 8"/>
          <p:cNvSpPr>
            <a:spLocks noGrp="1"/>
          </p:cNvSpPr>
          <p:nvPr>
            <p:ph type="body" sz="quarter" idx="13"/>
          </p:nvPr>
        </p:nvSpPr>
        <p:spPr bwMode="auto">
          <a:xfrm>
            <a:off x="4485640" y="2276475"/>
            <a:ext cx="7114222" cy="1689098"/>
          </a:xfrm>
        </p:spPr>
        <p:txBody>
          <a:bodyPr/>
          <a:lstStyle>
            <a:lvl1pPr marL="0" indent="0" algn="l" defTabSz="457200" rtl="0">
              <a:lnSpc>
                <a:spcPct val="100000"/>
              </a:lnSpc>
              <a:spcBef>
                <a:spcPts val="0"/>
              </a:spcBef>
              <a:buNone/>
              <a:defRPr lang="en-US" sz="2000" b="0" cap="none" spc="-50">
                <a:ln w="3175">
                  <a:noFill/>
                </a:ln>
                <a:solidFill>
                  <a:schemeClr val="tx1"/>
                </a:solidFill>
                <a:latin typeface="+mn-lt"/>
                <a:ea typeface="+mn-ea"/>
                <a:cs typeface="Segoe UI"/>
              </a:defRPr>
            </a:lvl1pPr>
            <a:lvl2pPr marL="155448" indent="0">
              <a:buNone/>
              <a:defRPr lang="en-US" sz="2000" b="0" cap="none" spc="-50">
                <a:ln w="3175">
                  <a:noFill/>
                </a:ln>
                <a:solidFill>
                  <a:schemeClr val="bg1"/>
                </a:solidFill>
                <a:latin typeface="+mn-lt"/>
                <a:ea typeface="+mn-ea"/>
                <a:cs typeface="Segoe UI"/>
              </a:defRPr>
            </a:lvl2pPr>
            <a:lvl3pPr marL="265176" indent="0">
              <a:buNone/>
              <a:defRPr/>
            </a:lvl3pPr>
            <a:lvl4pPr marL="661988" indent="0">
              <a:buNone/>
              <a:defRPr/>
            </a:lvl4pPr>
            <a:lvl5pPr marL="855663" indent="0">
              <a:buNone/>
              <a:defRPr/>
            </a:lvl5pPr>
          </a:lstStyle>
          <a:p>
            <a:pPr lvl="0">
              <a:defRPr/>
            </a:pPr>
            <a:r>
              <a:rPr lang="en-US"/>
              <a:t>Click to edit Master text styles</a:t>
            </a:r>
            <a:endParaRPr/>
          </a:p>
        </p:txBody>
      </p:sp>
      <p:sp>
        <p:nvSpPr>
          <p:cNvPr id="144162331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338861238"/>
      </p:ext>
    </p:extLst>
  </p:cSld>
  <p:clrMapOvr>
    <a:overrideClrMapping bg1="lt1" tx1="dk1" bg2="lt2" tx2="dk2" accent1="accent1" accent2="accent2" accent3="accent3" accent4="accent4" accent5="accent5" accent6="accent6" hlink="hlink" folHlink="folHlink"/>
  </p:clrMapOvr>
</p:sldLayout>
</file>

<file path=ppt/slideLayouts/slideLayout406.xml><?xml version="1.0" encoding="utf-8"?>
<p:sldLayout xmlns:a="http://schemas.openxmlformats.org/drawingml/2006/main" xmlns:r="http://schemas.openxmlformats.org/officeDocument/2006/relationships" xmlns:p="http://schemas.openxmlformats.org/presentationml/2006/main" showMasterPhAnim="0" userDrawn="1">
  <p:cSld name="Title_Gradient_Dark Blue">
    <p:bg>
      <p:bgPr>
        <a:solidFill>
          <a:schemeClr val="bg2"/>
        </a:solidFill>
        <a:effectLst/>
      </p:bgPr>
    </p:bg>
    <p:spTree>
      <p:nvGrpSpPr>
        <p:cNvPr id="1" name=""/>
        <p:cNvGrpSpPr/>
        <p:nvPr/>
      </p:nvGrpSpPr>
      <p:grpSpPr bwMode="auto">
        <a:xfrm>
          <a:off x="0" y="0"/>
          <a:ext cx="0" cy="0"/>
          <a:chOff x="0" y="0"/>
          <a:chExt cx="0" cy="0"/>
        </a:xfrm>
      </p:grpSpPr>
      <p:pic>
        <p:nvPicPr>
          <p:cNvPr id="2114603914" name="Picture 6" descr="Background pattern&#10;&#10;Description automatically generated"/>
          <p:cNvPicPr>
            <a:picLocks noChangeAspect="1"/>
          </p:cNvPicPr>
          <p:nvPr userDrawn="1"/>
        </p:nvPicPr>
        <p:blipFill rotWithShape="1">
          <a:blip r:embed="rId2"/>
          <a:stretch/>
        </p:blipFill>
        <p:spPr bwMode="auto">
          <a:xfrm>
            <a:off x="0" y="0"/>
            <a:ext cx="12188952" cy="6856285"/>
          </a:xfrm>
          <a:prstGeom prst="rect">
            <a:avLst/>
          </a:prstGeom>
        </p:spPr>
      </p:pic>
      <p:pic>
        <p:nvPicPr>
          <p:cNvPr id="2062369106" name="MS logo white - EMF"/>
          <p:cNvPicPr>
            <a:picLocks noChangeAspect="1"/>
          </p:cNvPicPr>
          <p:nvPr userDrawn="1"/>
        </p:nvPicPr>
        <p:blipFill rotWithShape="1">
          <a:blip r:embed="rId3"/>
          <a:stretch/>
        </p:blipFill>
        <p:spPr bwMode="white">
          <a:xfrm>
            <a:off x="584200" y="585788"/>
            <a:ext cx="1366245" cy="292608"/>
          </a:xfrm>
          <a:prstGeom prst="rect">
            <a:avLst/>
          </a:prstGeom>
        </p:spPr>
      </p:pic>
      <p:sp>
        <p:nvSpPr>
          <p:cNvPr id="392643250" name="Title 1"/>
          <p:cNvSpPr>
            <a:spLocks noGrp="1"/>
          </p:cNvSpPr>
          <p:nvPr>
            <p:ph type="title" hasCustomPrompt="1"/>
          </p:nvPr>
        </p:nvSpPr>
        <p:spPr bwMode="white">
          <a:xfrm>
            <a:off x="569911" y="2769057"/>
            <a:ext cx="8193024" cy="1231106"/>
          </a:xfrm>
          <a:prstGeom prst="rect">
            <a:avLst/>
          </a:prstGeom>
          <a:noFill/>
        </p:spPr>
        <p:txBody>
          <a:bodyPr wrap="square" lIns="0" tIns="0" rIns="0" bIns="0" anchor="b" anchorCtr="0">
            <a:spAutoFit/>
          </a:bodyPr>
          <a:lstStyle>
            <a:lvl1pPr>
              <a:defRPr sz="4000" b="0" i="0" spc="-50">
                <a:solidFill>
                  <a:schemeClr val="bg1"/>
                </a:solidFill>
                <a:latin typeface="+mn-lt"/>
                <a:cs typeface="Segoe UI"/>
              </a:defRPr>
            </a:lvl1pPr>
          </a:lstStyle>
          <a:p>
            <a:pPr>
              <a:defRPr/>
            </a:pPr>
            <a:r>
              <a:rPr lang="en-US"/>
              <a:t>Event name or </a:t>
            </a:r>
            <a:br>
              <a:rPr lang="en-US"/>
            </a:br>
            <a:r>
              <a:rPr lang="en-US"/>
              <a:t>presentation title</a:t>
            </a:r>
            <a:endParaRPr/>
          </a:p>
        </p:txBody>
      </p:sp>
      <p:sp>
        <p:nvSpPr>
          <p:cNvPr id="27404618" name="Text Placeholder 4"/>
          <p:cNvSpPr>
            <a:spLocks noGrp="1"/>
          </p:cNvSpPr>
          <p:nvPr>
            <p:ph type="body" sz="quarter" idx="12" hasCustomPrompt="1"/>
          </p:nvPr>
        </p:nvSpPr>
        <p:spPr bwMode="white">
          <a:xfrm>
            <a:off x="582042" y="4215827"/>
            <a:ext cx="8193024" cy="246221"/>
          </a:xfrm>
          <a:prstGeom prst="rect">
            <a:avLst/>
          </a:prstGeom>
          <a:noFill/>
        </p:spPr>
        <p:txBody>
          <a:bodyPr wrap="square" lIns="0" tIns="0" rIns="0" bIns="0">
            <a:spAutoFit/>
          </a:bodyPr>
          <a:lstStyle>
            <a:lvl1pPr marL="0" indent="0">
              <a:spcBef>
                <a:spcPts val="0"/>
              </a:spcBef>
              <a:buNone/>
              <a:defRPr sz="1600" spc="0">
                <a:solidFill>
                  <a:schemeClr val="bg1"/>
                </a:solidFill>
                <a:latin typeface="+mn-lt"/>
                <a:cs typeface="Segoe UI"/>
              </a:defRPr>
            </a:lvl1pPr>
          </a:lstStyle>
          <a:p>
            <a:pPr lvl="0">
              <a:defRPr/>
            </a:pPr>
            <a:r>
              <a:rPr lang="en-US"/>
              <a:t>Speaker name or subtitle</a:t>
            </a:r>
            <a:endParaRPr/>
          </a:p>
        </p:txBody>
      </p:sp>
      <p:sp>
        <p:nvSpPr>
          <p:cNvPr id="1142646831" name="Text Placeholder 4"/>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ts val="0"/>
              </a:spcBef>
              <a:buNone/>
              <a:defRPr sz="1000" spc="0">
                <a:solidFill>
                  <a:schemeClr val="bg1"/>
                </a:solidFill>
                <a:latin typeface="+mn-lt"/>
                <a:cs typeface="Segoe UI"/>
              </a:defRPr>
            </a:lvl1pPr>
          </a:lstStyle>
          <a:p>
            <a:pPr lvl="0">
              <a:defRPr/>
            </a:pPr>
            <a:r>
              <a:rPr lang="en-US"/>
              <a:t>Date</a:t>
            </a:r>
            <a:endParaRPr/>
          </a:p>
        </p:txBody>
      </p:sp>
      <p:sp>
        <p:nvSpPr>
          <p:cNvPr id="706656142" name="Text Placeholder 4"/>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ts val="0"/>
              </a:spcBef>
              <a:buNone/>
              <a:defRPr sz="1000" spc="0">
                <a:solidFill>
                  <a:schemeClr val="bg1"/>
                </a:solidFill>
                <a:latin typeface="+mn-lt"/>
                <a:cs typeface="Segoe UI"/>
              </a:defRPr>
            </a:lvl1pPr>
          </a:lstStyle>
          <a:p>
            <a:pPr lvl="0">
              <a:defRPr/>
            </a:pPr>
            <a:r>
              <a:rPr lang="en-US"/>
              <a:t>Microsoft confidential</a:t>
            </a:r>
            <a:endParaRPr/>
          </a:p>
        </p:txBody>
      </p:sp>
    </p:spTree>
    <p:extLst>
      <p:ext uri="{BB962C8B-B14F-4D97-AF65-F5344CB8AC3E}">
        <p14:creationId xmlns:p14="http://schemas.microsoft.com/office/powerpoint/2010/main" val="2156840086"/>
      </p:ext>
    </p:extLst>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showMasterPhAnim="0" userDrawn="1">
  <p:cSld name="Small title - half page">
    <p:spTree>
      <p:nvGrpSpPr>
        <p:cNvPr id="1" name=""/>
        <p:cNvGrpSpPr/>
        <p:nvPr/>
      </p:nvGrpSpPr>
      <p:grpSpPr bwMode="auto">
        <a:xfrm>
          <a:off x="0" y="0"/>
          <a:ext cx="0" cy="0"/>
          <a:chOff x="0" y="0"/>
          <a:chExt cx="0" cy="0"/>
        </a:xfrm>
      </p:grpSpPr>
      <p:sp>
        <p:nvSpPr>
          <p:cNvPr id="1369438893" name="Title 2"/>
          <p:cNvSpPr>
            <a:spLocks noGrp="1"/>
          </p:cNvSpPr>
          <p:nvPr>
            <p:ph type="title" hasCustomPrompt="1"/>
          </p:nvPr>
        </p:nvSpPr>
        <p:spPr bwMode="auto">
          <a:xfrm>
            <a:off x="584200" y="457200"/>
            <a:ext cx="5508419" cy="372410"/>
          </a:xfrm>
        </p:spPr>
        <p:txBody>
          <a:bodyPr tIns="64008"/>
          <a:lstStyle>
            <a:lvl1pPr>
              <a:defRPr sz="2000" spc="0">
                <a:latin typeface="+mj-lt"/>
                <a:cs typeface="Segoe UI"/>
              </a:defRPr>
            </a:lvl1pPr>
          </a:lstStyle>
          <a:p>
            <a:pPr>
              <a:defRPr/>
            </a:pPr>
            <a:r>
              <a:rPr lang="en-US"/>
              <a:t>Click to edit title style</a:t>
            </a:r>
            <a:endParaRPr/>
          </a:p>
        </p:txBody>
      </p:sp>
      <p:sp>
        <p:nvSpPr>
          <p:cNvPr id="132299635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466399027"/>
      </p:ext>
    </p:extLst>
  </p:cSld>
  <p:clrMapOvr>
    <a:masterClrMapping/>
  </p:clrMapOvr>
</p:sldLayout>
</file>

<file path=ppt/slideLayouts/slideLayout408.xml><?xml version="1.0" encoding="utf-8"?>
<p:sldLayout xmlns:a="http://schemas.openxmlformats.org/drawingml/2006/main" xmlns:r="http://schemas.openxmlformats.org/officeDocument/2006/relationships" xmlns:p="http://schemas.openxmlformats.org/presentationml/2006/main" showMasterPhAnim="0" userDrawn="1">
  <p:cSld name="Blank">
    <p:spTree>
      <p:nvGrpSpPr>
        <p:cNvPr id="1" name=""/>
        <p:cNvGrpSpPr/>
        <p:nvPr/>
      </p:nvGrpSpPr>
      <p:grpSpPr bwMode="auto">
        <a:xfrm>
          <a:off x="0" y="0"/>
          <a:ext cx="0" cy="0"/>
          <a:chOff x="0" y="0"/>
          <a:chExt cx="0" cy="0"/>
        </a:xfrm>
      </p:grpSpPr>
      <p:sp>
        <p:nvSpPr>
          <p:cNvPr id="35700320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4228763045"/>
      </p:ext>
    </p:extLst>
  </p:cSld>
  <p:clrMapOvr>
    <a:masterClrMapping/>
  </p:clrMapOvr>
</p:sldLayout>
</file>

<file path=ppt/slideLayouts/slideLayout409.xml><?xml version="1.0" encoding="utf-8"?>
<p:sldLayout xmlns:a="http://schemas.openxmlformats.org/drawingml/2006/main" xmlns:r="http://schemas.openxmlformats.org/officeDocument/2006/relationships" xmlns:p="http://schemas.openxmlformats.org/presentationml/2006/main" showMasterPhAnim="0" userDrawn="1">
  <p:cSld name="LearningPath2_WmGray">
    <p:bg>
      <p:bgPr>
        <a:blipFill dpi="0" rotWithShape="1">
          <a:blip r:embed="rId2">
            <a:lum/>
          </a:blip>
          <a:srcRect/>
          <a:stretch>
            <a:fillRect/>
          </a:stretch>
        </a:blipFill>
        <a:effectLst/>
      </p:bgPr>
    </p:bg>
    <p:spTree>
      <p:nvGrpSpPr>
        <p:cNvPr id="1" name=""/>
        <p:cNvGrpSpPr/>
        <p:nvPr/>
      </p:nvGrpSpPr>
      <p:grpSpPr bwMode="auto">
        <a:xfrm>
          <a:off x="0" y="0"/>
          <a:ext cx="0" cy="0"/>
          <a:chOff x="0" y="0"/>
          <a:chExt cx="0" cy="0"/>
        </a:xfrm>
      </p:grpSpPr>
      <p:sp>
        <p:nvSpPr>
          <p:cNvPr id="1092962982"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06322321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629947818"/>
      </p:ext>
    </p:extLst>
  </p:cSld>
  <p:clrMapOvr>
    <a:masterClrMapping/>
  </p:clrMapOvr>
</p:sldLayout>
</file>

<file path=ppt/slideLayouts/slideLayout410.xml><?xml version="1.0" encoding="utf-8"?>
<p:sldLayout xmlns:a="http://schemas.openxmlformats.org/drawingml/2006/main" xmlns:r="http://schemas.openxmlformats.org/officeDocument/2006/relationships" xmlns:p="http://schemas.openxmlformats.org/presentationml/2006/main" showMasterPhAnim="0" userDrawn="1">
  <p:cSld name="Text option_3 rows">
    <p:spTree>
      <p:nvGrpSpPr>
        <p:cNvPr id="1" name=""/>
        <p:cNvGrpSpPr/>
        <p:nvPr/>
      </p:nvGrpSpPr>
      <p:grpSpPr bwMode="auto">
        <a:xfrm>
          <a:off x="0" y="0"/>
          <a:ext cx="0" cy="0"/>
          <a:chOff x="0" y="0"/>
          <a:chExt cx="0" cy="0"/>
        </a:xfrm>
      </p:grpSpPr>
      <p:sp>
        <p:nvSpPr>
          <p:cNvPr id="653690742" name="Text Placeholder 4"/>
          <p:cNvSpPr>
            <a:spLocks noGrp="1"/>
          </p:cNvSpPr>
          <p:nvPr>
            <p:ph type="body" sz="quarter" idx="11" hasCustomPrompt="1"/>
          </p:nvPr>
        </p:nvSpPr>
        <p:spPr bwMode="auto">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1381836604" name="Text Placeholder 4"/>
          <p:cNvSpPr>
            <a:spLocks noGrp="1"/>
          </p:cNvSpPr>
          <p:nvPr>
            <p:ph type="body" sz="quarter" idx="15" hasCustomPrompt="1"/>
          </p:nvPr>
        </p:nvSpPr>
        <p:spPr bwMode="auto">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1425757935" name="Text Placeholder 4"/>
          <p:cNvSpPr>
            <a:spLocks noGrp="1"/>
          </p:cNvSpPr>
          <p:nvPr>
            <p:ph type="body" sz="quarter" idx="17" hasCustomPrompt="1"/>
          </p:nvPr>
        </p:nvSpPr>
        <p:spPr bwMode="auto">
          <a:xfrm>
            <a:off x="1389460" y="3545276"/>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103279718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2126704042"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cxnSp>
        <p:nvCxnSpPr>
          <p:cNvPr id="499119756" name="Straight Connector 6"/>
          <p:cNvCxnSpPr/>
          <p:nvPr userDrawn="1"/>
        </p:nvCxnSpPr>
        <p:spPr bwMode="auto">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205540291" name="Straight Connector 7"/>
          <p:cNvCxnSpPr/>
          <p:nvPr userDrawn="1"/>
        </p:nvCxnSpPr>
        <p:spPr bwMode="auto">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397018"/>
      </p:ext>
    </p:extLst>
  </p:cSld>
  <p:clrMapOvr>
    <a:masterClrMapping/>
  </p:clrMapOvr>
</p:sldLayout>
</file>

<file path=ppt/slideLayouts/slideLayout411.xml><?xml version="1.0" encoding="utf-8"?>
<p:sldLayout xmlns:a="http://schemas.openxmlformats.org/drawingml/2006/main" xmlns:r="http://schemas.openxmlformats.org/officeDocument/2006/relationships" xmlns:p="http://schemas.openxmlformats.org/presentationml/2006/main" showMasterPhAnim="0" userDrawn="1">
  <p:cSld name="Text option_4 rows">
    <p:spTree>
      <p:nvGrpSpPr>
        <p:cNvPr id="1" name=""/>
        <p:cNvGrpSpPr/>
        <p:nvPr/>
      </p:nvGrpSpPr>
      <p:grpSpPr bwMode="auto">
        <a:xfrm>
          <a:off x="0" y="0"/>
          <a:ext cx="0" cy="0"/>
          <a:chOff x="0" y="0"/>
          <a:chExt cx="0" cy="0"/>
        </a:xfrm>
      </p:grpSpPr>
      <p:sp>
        <p:nvSpPr>
          <p:cNvPr id="1198677743" name="Text Placeholder 4"/>
          <p:cNvSpPr>
            <a:spLocks noGrp="1"/>
          </p:cNvSpPr>
          <p:nvPr>
            <p:ph type="body" sz="quarter" idx="11" hasCustomPrompt="1"/>
          </p:nvPr>
        </p:nvSpPr>
        <p:spPr bwMode="auto">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1513212562" name="Straight Connector 19"/>
          <p:cNvCxnSpPr/>
          <p:nvPr userDrawn="1"/>
        </p:nvCxnSpPr>
        <p:spPr bwMode="auto">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817280265" name="Text Placeholder 4"/>
          <p:cNvSpPr>
            <a:spLocks noGrp="1"/>
          </p:cNvSpPr>
          <p:nvPr>
            <p:ph type="body" sz="quarter" idx="15" hasCustomPrompt="1"/>
          </p:nvPr>
        </p:nvSpPr>
        <p:spPr bwMode="auto">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1107038075" name="Straight Connector 20"/>
          <p:cNvCxnSpPr/>
          <p:nvPr userDrawn="1"/>
        </p:nvCxnSpPr>
        <p:spPr bwMode="auto">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2138902885" name="Text Placeholder 4"/>
          <p:cNvSpPr>
            <a:spLocks noGrp="1"/>
          </p:cNvSpPr>
          <p:nvPr>
            <p:ph type="body" sz="quarter" idx="17" hasCustomPrompt="1"/>
          </p:nvPr>
        </p:nvSpPr>
        <p:spPr bwMode="auto">
          <a:xfrm>
            <a:off x="1389460" y="3545276"/>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1560132226" name="Straight Connector 21"/>
          <p:cNvCxnSpPr/>
          <p:nvPr userDrawn="1"/>
        </p:nvCxnSpPr>
        <p:spPr bwMode="auto">
          <a:xfrm>
            <a:off x="1389695" y="445894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2120111989" name="Text Placeholder 4"/>
          <p:cNvSpPr>
            <a:spLocks noGrp="1"/>
          </p:cNvSpPr>
          <p:nvPr>
            <p:ph type="body" sz="quarter" idx="19" hasCustomPrompt="1"/>
          </p:nvPr>
        </p:nvSpPr>
        <p:spPr bwMode="auto">
          <a:xfrm>
            <a:off x="1389460" y="4591438"/>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52809130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783273817"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Tree>
    <p:extLst>
      <p:ext uri="{BB962C8B-B14F-4D97-AF65-F5344CB8AC3E}">
        <p14:creationId xmlns:p14="http://schemas.microsoft.com/office/powerpoint/2010/main" val="9644463"/>
      </p:ext>
    </p:extLst>
  </p:cSld>
  <p:clrMapOvr>
    <a:masterClrMapping/>
  </p:clrMapOvr>
</p:sldLayout>
</file>

<file path=ppt/slideLayouts/slideLayout412.xml><?xml version="1.0" encoding="utf-8"?>
<p:sldLayout xmlns:a="http://schemas.openxmlformats.org/drawingml/2006/main" xmlns:r="http://schemas.openxmlformats.org/officeDocument/2006/relationships" xmlns:p="http://schemas.openxmlformats.org/presentationml/2006/main" showMasterPhAnim="0" userDrawn="1">
  <p:cSld name="Text option_5 rows">
    <p:spTree>
      <p:nvGrpSpPr>
        <p:cNvPr id="1" name=""/>
        <p:cNvGrpSpPr/>
        <p:nvPr/>
      </p:nvGrpSpPr>
      <p:grpSpPr bwMode="auto">
        <a:xfrm>
          <a:off x="0" y="0"/>
          <a:ext cx="0" cy="0"/>
          <a:chOff x="0" y="0"/>
          <a:chExt cx="0" cy="0"/>
        </a:xfrm>
      </p:grpSpPr>
      <p:sp>
        <p:nvSpPr>
          <p:cNvPr id="287035737" name="Text Placeholder 4"/>
          <p:cNvSpPr>
            <a:spLocks noGrp="1"/>
          </p:cNvSpPr>
          <p:nvPr>
            <p:ph type="body" sz="quarter" idx="11" hasCustomPrompt="1"/>
          </p:nvPr>
        </p:nvSpPr>
        <p:spPr bwMode="auto">
          <a:xfrm>
            <a:off x="1389460" y="1456896"/>
            <a:ext cx="10210404" cy="64562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255464667" name="Straight Connector 14"/>
          <p:cNvCxnSpPr/>
          <p:nvPr userDrawn="1"/>
        </p:nvCxnSpPr>
        <p:spPr bwMode="auto">
          <a:xfrm>
            <a:off x="1389695" y="2205973"/>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563181935" name="Text Placeholder 4"/>
          <p:cNvSpPr>
            <a:spLocks noGrp="1"/>
          </p:cNvSpPr>
          <p:nvPr>
            <p:ph type="body" sz="quarter" idx="15" hasCustomPrompt="1"/>
          </p:nvPr>
        </p:nvSpPr>
        <p:spPr bwMode="auto">
          <a:xfrm>
            <a:off x="1389460" y="2309426"/>
            <a:ext cx="10210404" cy="64890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192959109" name="Straight Connector 16"/>
          <p:cNvCxnSpPr/>
          <p:nvPr userDrawn="1"/>
        </p:nvCxnSpPr>
        <p:spPr bwMode="auto">
          <a:xfrm>
            <a:off x="1389695" y="306177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086014482" name="Text Placeholder 4"/>
          <p:cNvSpPr>
            <a:spLocks noGrp="1"/>
          </p:cNvSpPr>
          <p:nvPr>
            <p:ph type="body" sz="quarter" idx="17" hasCustomPrompt="1"/>
          </p:nvPr>
        </p:nvSpPr>
        <p:spPr bwMode="auto">
          <a:xfrm>
            <a:off x="1389460" y="3165232"/>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234579203" name="Straight Connector 18"/>
          <p:cNvCxnSpPr/>
          <p:nvPr userDrawn="1"/>
        </p:nvCxnSpPr>
        <p:spPr bwMode="auto">
          <a:xfrm>
            <a:off x="1389695" y="391758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747541527" name="Text Placeholder 4"/>
          <p:cNvSpPr>
            <a:spLocks noGrp="1"/>
          </p:cNvSpPr>
          <p:nvPr>
            <p:ph type="body" sz="quarter" idx="19" hasCustomPrompt="1"/>
          </p:nvPr>
        </p:nvSpPr>
        <p:spPr bwMode="auto">
          <a:xfrm>
            <a:off x="1389460" y="4021038"/>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1487714828" name="Straight Connector 10"/>
          <p:cNvCxnSpPr/>
          <p:nvPr userDrawn="1"/>
        </p:nvCxnSpPr>
        <p:spPr bwMode="auto">
          <a:xfrm>
            <a:off x="1389695" y="4773391"/>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680897609" name="Text Placeholder 4"/>
          <p:cNvSpPr>
            <a:spLocks noGrp="1"/>
          </p:cNvSpPr>
          <p:nvPr>
            <p:ph type="body" sz="quarter" idx="21" hasCustomPrompt="1"/>
          </p:nvPr>
        </p:nvSpPr>
        <p:spPr bwMode="auto">
          <a:xfrm>
            <a:off x="1389460" y="4876845"/>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sp>
        <p:nvSpPr>
          <p:cNvPr id="144151428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2140676024"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Tree>
    <p:extLst>
      <p:ext uri="{BB962C8B-B14F-4D97-AF65-F5344CB8AC3E}">
        <p14:creationId xmlns:p14="http://schemas.microsoft.com/office/powerpoint/2010/main" val="1799964734"/>
      </p:ext>
    </p:extLst>
  </p:cSld>
  <p:clrMapOvr>
    <a:masterClrMapping/>
  </p:clrMapOvr>
</p:sldLayout>
</file>

<file path=ppt/slideLayouts/slideLayout413.xml><?xml version="1.0" encoding="utf-8"?>
<p:sldLayout xmlns:a="http://schemas.openxmlformats.org/drawingml/2006/main" xmlns:r="http://schemas.openxmlformats.org/officeDocument/2006/relationships" xmlns:p="http://schemas.openxmlformats.org/presentationml/2006/main" showMasterPhAnim="0" userDrawn="1">
  <p:cSld name="1_Knowledge Check">
    <p:spTree>
      <p:nvGrpSpPr>
        <p:cNvPr id="1" name=""/>
        <p:cNvGrpSpPr/>
        <p:nvPr/>
      </p:nvGrpSpPr>
      <p:grpSpPr bwMode="auto">
        <a:xfrm>
          <a:off x="0" y="0"/>
          <a:ext cx="0" cy="0"/>
          <a:chOff x="0" y="0"/>
          <a:chExt cx="0" cy="0"/>
        </a:xfrm>
      </p:grpSpPr>
      <p:sp>
        <p:nvSpPr>
          <p:cNvPr id="799538685" name="Rounded Rectangle 3_1"/>
          <p:cNvSpPr/>
          <p:nvPr userDrawn="1"/>
        </p:nvSpPr>
        <p:spPr bwMode="auto">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ts val="0"/>
              </a:spcBef>
              <a:spcAft>
                <a:spcPts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446163128" name="Title 1"/>
          <p:cNvSpPr>
            <a:spLocks noGrp="1"/>
          </p:cNvSpPr>
          <p:nvPr>
            <p:ph type="title"/>
          </p:nvPr>
        </p:nvSpPr>
        <p:spPr bwMode="auto">
          <a:xfrm>
            <a:off x="588262" y="585216"/>
            <a:ext cx="8193024" cy="369332"/>
          </a:xfrm>
        </p:spPr>
        <p:txBody>
          <a:bodyPr/>
          <a:lstStyle>
            <a:lvl1pPr>
              <a:defRPr sz="2400" b="0" i="0">
                <a:solidFill>
                  <a:schemeClr val="tx1"/>
                </a:solidFill>
                <a:latin typeface="+mj-lt"/>
                <a:cs typeface="Segoe UI Semibold"/>
              </a:defRPr>
            </a:lvl1pPr>
          </a:lstStyle>
          <a:p>
            <a:pPr>
              <a:defRPr/>
            </a:pPr>
            <a:r>
              <a:rPr lang="en-US"/>
              <a:t>Click to edit Master title style</a:t>
            </a:r>
            <a:endParaRPr/>
          </a:p>
        </p:txBody>
      </p:sp>
      <p:sp>
        <p:nvSpPr>
          <p:cNvPr id="118957242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523683825" name="Text Placeholder 11"/>
          <p:cNvSpPr>
            <a:spLocks noGrp="1"/>
          </p:cNvSpPr>
          <p:nvPr>
            <p:ph type="body" sz="quarter" idx="17"/>
          </p:nvPr>
        </p:nvSpPr>
        <p:spPr bwMode="auto">
          <a:xfrm>
            <a:off x="1235075" y="1594151"/>
            <a:ext cx="8778782" cy="399973"/>
          </a:xfrm>
          <a:prstGeom prst="rect">
            <a:avLst/>
          </a:prstGeom>
        </p:spPr>
        <p:txBody>
          <a:bodyPr anchor="t"/>
          <a:lstStyle>
            <a:lvl1pPr marL="0" indent="0">
              <a:spcBef>
                <a:spcPts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1083932468" name="Text Placeholder 3"/>
          <p:cNvSpPr>
            <a:spLocks noGrp="1"/>
          </p:cNvSpPr>
          <p:nvPr>
            <p:ph type="body" sz="quarter" idx="15"/>
          </p:nvPr>
        </p:nvSpPr>
        <p:spPr bwMode="auto">
          <a:xfrm>
            <a:off x="1237265" y="1994124"/>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grpSp>
        <p:nvGrpSpPr>
          <p:cNvPr id="1058267640" name="Group 6"/>
          <p:cNvGrpSpPr/>
          <p:nvPr userDrawn="1"/>
        </p:nvGrpSpPr>
        <p:grpSpPr bwMode="auto">
          <a:xfrm>
            <a:off x="10107938" y="893763"/>
            <a:ext cx="1110600" cy="1110600"/>
            <a:chOff x="5540700" y="2116300"/>
            <a:chExt cx="1110600" cy="1110600"/>
          </a:xfrm>
        </p:grpSpPr>
        <p:sp>
          <p:nvSpPr>
            <p:cNvPr id="8" name="Oval 7"/>
            <p:cNvSpPr/>
            <p:nvPr/>
          </p:nvSpPr>
          <p:spPr bwMode="auto">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a:lnSpc>
                  <a:spcPct val="100000"/>
                </a:lnSpc>
                <a:spcBef>
                  <a:spcPts val="0"/>
                </a:spcBef>
                <a:spcAft>
                  <a:spcPts val="0"/>
                </a:spcAft>
                <a:buClrTx/>
                <a:buSzTx/>
                <a:buFontTx/>
                <a:buNone/>
                <a:defRPr/>
              </a:pPr>
              <a:endParaRPr lang="en-US" sz="1800" b="0" i="0" u="none" strike="noStrike" cap="none" spc="0">
                <a:ln>
                  <a:noFill/>
                </a:ln>
                <a:solidFill>
                  <a:srgbClr val="FFFFFF"/>
                </a:solidFill>
                <a:latin typeface="Segoe UI"/>
                <a:ea typeface="+mn-ea"/>
                <a:cs typeface="+mn-cs"/>
              </a:endParaRPr>
            </a:p>
          </p:txBody>
        </p:sp>
        <p:pic>
          <p:nvPicPr>
            <p:cNvPr id="9" name="Picture 8"/>
            <p:cNvPicPr/>
            <p:nvPr/>
          </p:nvPicPr>
          <p:blipFill rotWithShape="1">
            <a:blip r:embed="rId2"/>
            <a:stretch/>
          </p:blipFill>
          <p:spPr bwMode="auto">
            <a:xfrm>
              <a:off x="5749602" y="2325202"/>
              <a:ext cx="692796" cy="692796"/>
            </a:xfrm>
            <a:prstGeom prst="rect">
              <a:avLst/>
            </a:prstGeom>
            <a:noFill/>
          </p:spPr>
        </p:pic>
      </p:grpSp>
      <p:sp>
        <p:nvSpPr>
          <p:cNvPr id="375946109" name="Text Placeholder 11"/>
          <p:cNvSpPr>
            <a:spLocks noGrp="1"/>
          </p:cNvSpPr>
          <p:nvPr>
            <p:ph type="body" sz="quarter" idx="20"/>
          </p:nvPr>
        </p:nvSpPr>
        <p:spPr bwMode="auto">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defRPr/>
            </a:pPr>
            <a:r>
              <a:rPr lang="en-US"/>
              <a:t>Click to edit Master text styles</a:t>
            </a:r>
            <a:endParaRPr/>
          </a:p>
        </p:txBody>
      </p:sp>
      <p:sp>
        <p:nvSpPr>
          <p:cNvPr id="22893215" name="Text Placeholder 3"/>
          <p:cNvSpPr>
            <a:spLocks noGrp="1"/>
          </p:cNvSpPr>
          <p:nvPr>
            <p:ph type="body" sz="quarter" idx="21"/>
          </p:nvPr>
        </p:nvSpPr>
        <p:spPr bwMode="auto">
          <a:xfrm>
            <a:off x="1237265" y="4898755"/>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101611465" name="Text Placeholder 11"/>
          <p:cNvSpPr>
            <a:spLocks noGrp="1"/>
          </p:cNvSpPr>
          <p:nvPr>
            <p:ph type="body" sz="quarter" idx="22"/>
          </p:nvPr>
        </p:nvSpPr>
        <p:spPr bwMode="auto">
          <a:xfrm>
            <a:off x="1235075" y="3042690"/>
            <a:ext cx="8778782" cy="406323"/>
          </a:xfrm>
          <a:prstGeom prst="rect">
            <a:avLst/>
          </a:prstGeom>
        </p:spPr>
        <p:txBody>
          <a:bodyPr anchor="t"/>
          <a:lstStyle>
            <a:lvl1pPr marL="0" indent="0">
              <a:spcBef>
                <a:spcPts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1210456296" name="Text Placeholder 3"/>
          <p:cNvSpPr>
            <a:spLocks noGrp="1"/>
          </p:cNvSpPr>
          <p:nvPr>
            <p:ph type="body" sz="quarter" idx="23"/>
          </p:nvPr>
        </p:nvSpPr>
        <p:spPr bwMode="auto">
          <a:xfrm>
            <a:off x="1237265" y="3449013"/>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3368960663"/>
      </p:ext>
    </p:extLst>
  </p:cSld>
  <p:clrMapOvr>
    <a:masterClrMapping/>
  </p:clrMapOvr>
</p:sldLayout>
</file>

<file path=ppt/slideLayouts/slideLayout414.xml><?xml version="1.0" encoding="utf-8"?>
<p:sldLayout xmlns:a="http://schemas.openxmlformats.org/drawingml/2006/main" xmlns:r="http://schemas.openxmlformats.org/officeDocument/2006/relationships" xmlns:p="http://schemas.openxmlformats.org/presentationml/2006/main" showMasterPhAnim="0" preserve="1" userDrawn="1">
  <p:cSld name="Title Slide">
    <p:bg>
      <p:bgPr>
        <a:blipFill dpi="0" rotWithShape="1">
          <a:blip r:embed="rId2">
            <a:lum/>
          </a:blip>
          <a:srcRect/>
          <a:stretch>
            <a:fillRect/>
          </a:stretch>
        </a:blipFill>
        <a:effectLst/>
      </p:bgPr>
    </p:bg>
    <p:spTree>
      <p:nvGrpSpPr>
        <p:cNvPr id="1" name=""/>
        <p:cNvGrpSpPr/>
        <p:nvPr/>
      </p:nvGrpSpPr>
      <p:grpSpPr bwMode="auto">
        <a:xfrm>
          <a:off x="0" y="0"/>
          <a:ext cx="0" cy="0"/>
          <a:chOff x="0" y="0"/>
          <a:chExt cx="0" cy="0"/>
        </a:xfrm>
      </p:grpSpPr>
      <p:pic>
        <p:nvPicPr>
          <p:cNvPr id="404097295" name="MS logo gray - EMF" descr="Microsoft logo, gray text version"/>
          <p:cNvPicPr>
            <a:picLocks noChangeAspect="1"/>
          </p:cNvPicPr>
          <p:nvPr userDrawn="1"/>
        </p:nvPicPr>
        <p:blipFill rotWithShape="1">
          <a:blip>
            <a:extLst>
              <a:ext uri="{96DAC541-7B7A-43D3-8B79-37D633B846F1}">
                <asvg:svgBlip xmlns:asvg="http://schemas.microsoft.com/office/drawing/2016/SVG/main" r:embed="rId3"/>
              </a:ext>
            </a:extLst>
          </a:blip>
          <a:stretch/>
        </p:blipFill>
        <p:spPr bwMode="black">
          <a:xfrm>
            <a:off x="584200" y="585789"/>
            <a:ext cx="1366440" cy="292608"/>
          </a:xfrm>
          <a:prstGeom prst="rect">
            <a:avLst/>
          </a:prstGeom>
        </p:spPr>
      </p:pic>
      <p:sp>
        <p:nvSpPr>
          <p:cNvPr id="1858272358" name="Title 1"/>
          <p:cNvSpPr>
            <a:spLocks noGrp="1"/>
          </p:cNvSpPr>
          <p:nvPr>
            <p:ph type="title" hasCustomPrompt="1"/>
          </p:nvPr>
        </p:nvSpPr>
        <p:spPr bwMode="auto">
          <a:xfrm>
            <a:off x="569913" y="3551986"/>
            <a:ext cx="5686955" cy="1108121"/>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Event name or </a:t>
            </a:r>
            <a:br>
              <a:rPr lang="en-US"/>
            </a:br>
            <a:r>
              <a:rPr lang="en-US"/>
              <a:t>presentation title </a:t>
            </a:r>
            <a:endParaRPr/>
          </a:p>
        </p:txBody>
      </p:sp>
    </p:spTree>
    <p:extLst>
      <p:ext uri="{BB962C8B-B14F-4D97-AF65-F5344CB8AC3E}">
        <p14:creationId xmlns:p14="http://schemas.microsoft.com/office/powerpoint/2010/main" val="1679206749"/>
      </p:ext>
    </p:extLst>
  </p:cSld>
  <p:clrMapOvr>
    <a:masterClrMapping/>
  </p:clrMapOvr>
</p:sldLayout>
</file>

<file path=ppt/slideLayouts/slideLayout415.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DE7B1E9D-1FB8-3220-D1B1-3235FAB56D97}"/>
              </a:ext>
            </a:extLst>
          </p:cNvPr>
          <p:cNvSpPr>
            <a:spLocks noGrp="1"/>
          </p:cNvSpPr>
          <p:nvPr>
            <p:ph type="title"/>
          </p:nvPr>
        </p:nvSpPr>
        <p:spPr bwMode="auto">
          <a:xfrm>
            <a:off x="588240" y="1590480"/>
            <a:ext cx="5653440" cy="430560"/>
          </a:xfrm>
        </p:spPr>
        <p:txBody>
          <a:bodyPr/>
          <a:lstStyle/>
          <a:p>
            <a:pPr>
              <a:defRPr/>
            </a:pPr>
            <a:r>
              <a:rPr lang="en-US" dirty="0"/>
              <a:t>End of presentation</a:t>
            </a:r>
            <a:endParaRPr dirty="0"/>
          </a:p>
        </p:txBody>
      </p:sp>
    </p:spTree>
    <p:extLst>
      <p:ext uri="{BB962C8B-B14F-4D97-AF65-F5344CB8AC3E}">
        <p14:creationId xmlns:p14="http://schemas.microsoft.com/office/powerpoint/2010/main" val="2472352776"/>
      </p:ext>
    </p:extLst>
  </p:cSld>
  <p:clrMapOvr>
    <a:masterClrMapping/>
  </p:clrMapOvr>
</p:sldLayout>
</file>

<file path=ppt/slideLayouts/slideLayout416.xml><?xml version="1.0" encoding="utf-8"?>
<p:sldLayout xmlns:a="http://schemas.openxmlformats.org/drawingml/2006/main" xmlns:r="http://schemas.openxmlformats.org/officeDocument/2006/relationships" xmlns:p="http://schemas.openxmlformats.org/presentationml/2006/main" showMasterPhAnim="0" preserve="1" userDrawn="1">
  <p:cSld name="Section Divider">
    <p:bg>
      <p:bgPr>
        <a:blipFill dpi="0" rotWithShape="1">
          <a:blip r:embed="rId2">
            <a:lum/>
          </a:blip>
          <a:srcRect/>
          <a:stretch>
            <a:fillRect/>
          </a:stretch>
        </a:blipFill>
        <a:effectLst/>
      </p:bgPr>
    </p:bg>
    <p:spTree>
      <p:nvGrpSpPr>
        <p:cNvPr id="1" name=""/>
        <p:cNvGrpSpPr/>
        <p:nvPr/>
      </p:nvGrpSpPr>
      <p:grpSpPr bwMode="auto">
        <a:xfrm>
          <a:off x="0" y="0"/>
          <a:ext cx="0" cy="0"/>
          <a:chOff x="0" y="0"/>
          <a:chExt cx="0" cy="0"/>
        </a:xfrm>
      </p:grpSpPr>
      <p:sp>
        <p:nvSpPr>
          <p:cNvPr id="3" name="Rectangle 2">
            <a:extLst>
              <a:ext uri="{FF2B5EF4-FFF2-40B4-BE49-F238E27FC236}">
                <a16:creationId xmlns:a16="http://schemas.microsoft.com/office/drawing/2014/main" id="{73E1C19E-EBB5-2706-7EA4-79071E07AB35}"/>
              </a:ext>
            </a:extLst>
          </p:cNvPr>
          <p:cNvSpPr/>
          <p:nvPr userDrawn="1"/>
        </p:nvSpPr>
        <p:spPr bwMode="auto">
          <a:xfrm>
            <a:off x="0" y="2396507"/>
            <a:ext cx="12192000" cy="1708727"/>
          </a:xfrm>
          <a:prstGeom prst="rect">
            <a:avLst/>
          </a:prstGeom>
          <a:solidFill>
            <a:srgbClr val="FCF7F4">
              <a:alpha val="4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905C8B51-F059-BE8C-08AB-E9058758F9C8}"/>
              </a:ext>
            </a:extLst>
          </p:cNvPr>
          <p:cNvSpPr>
            <a:spLocks noGrp="1"/>
          </p:cNvSpPr>
          <p:nvPr>
            <p:ph type="title" hasCustomPrompt="1"/>
          </p:nvPr>
        </p:nvSpPr>
        <p:spPr bwMode="auto">
          <a:xfrm>
            <a:off x="0" y="2396508"/>
            <a:ext cx="9906000" cy="1708726"/>
          </a:xfrm>
          <a:prstGeom prst="rect">
            <a:avLst/>
          </a:prstGeom>
          <a:noFill/>
        </p:spPr>
        <p:txBody>
          <a:bodyPr wrap="square" lIns="640080" tIns="0" rIns="0" bIns="0" anchor="ctr" anchorCtr="0">
            <a:noAutofit/>
          </a:bodyPr>
          <a:lstStyle>
            <a:lvl1pPr>
              <a:defRPr sz="4100" b="0" i="0" spc="-51">
                <a:solidFill>
                  <a:schemeClr val="tx1"/>
                </a:solidFill>
                <a:latin typeface="+mn-lt"/>
                <a:cs typeface="Segoe UI"/>
              </a:defRPr>
            </a:lvl1pPr>
          </a:lstStyle>
          <a:p>
            <a:pPr>
              <a:defRPr/>
            </a:pPr>
            <a:r>
              <a:rPr lang="en-US" dirty="0"/>
              <a:t>Section divider title</a:t>
            </a:r>
            <a:endParaRPr dirty="0"/>
          </a:p>
        </p:txBody>
      </p:sp>
    </p:spTree>
    <p:extLst>
      <p:ext uri="{BB962C8B-B14F-4D97-AF65-F5344CB8AC3E}">
        <p14:creationId xmlns:p14="http://schemas.microsoft.com/office/powerpoint/2010/main" val="4026148804"/>
      </p:ext>
    </p:extLst>
  </p:cSld>
  <p:clrMapOvr>
    <a:masterClrMapping/>
  </p:clrMapOvr>
</p:sldLayout>
</file>

<file path=ppt/slideLayouts/slideLayout417.xml><?xml version="1.0" encoding="utf-8"?>
<p:sldLayout xmlns:a="http://schemas.openxmlformats.org/drawingml/2006/main" xmlns:r="http://schemas.openxmlformats.org/officeDocument/2006/relationships" xmlns:p="http://schemas.openxmlformats.org/presentationml/2006/main" showMasterPhAnim="0" preserve="1" userDrawn="1">
  <p:cSld name="Agenda">
    <p:bg>
      <p:bgPr>
        <a:blipFill dpi="0" rotWithShape="1">
          <a:blip r:embed="rId2">
            <a:lum/>
          </a:blip>
          <a:srcRect/>
          <a:stretch>
            <a:fillRect/>
          </a:stretch>
        </a:blipFill>
        <a:effectLst/>
      </p:bgPr>
    </p:bg>
    <p:spTree>
      <p:nvGrpSpPr>
        <p:cNvPr id="1" name=""/>
        <p:cNvGrpSpPr/>
        <p:nvPr/>
      </p:nvGrpSpPr>
      <p:grpSpPr bwMode="auto">
        <a:xfrm>
          <a:off x="0" y="0"/>
          <a:ext cx="0" cy="0"/>
          <a:chOff x="0" y="0"/>
          <a:chExt cx="0" cy="0"/>
        </a:xfrm>
      </p:grpSpPr>
      <p:sp>
        <p:nvSpPr>
          <p:cNvPr id="1561524499" name="Title 1"/>
          <p:cNvSpPr>
            <a:spLocks noGrp="1"/>
          </p:cNvSpPr>
          <p:nvPr>
            <p:ph type="title" hasCustomPrompt="1"/>
          </p:nvPr>
        </p:nvSpPr>
        <p:spPr bwMode="auto"/>
        <p:txBody>
          <a:bodyPr/>
          <a:lstStyle>
            <a:lvl1pPr>
              <a:defRPr/>
            </a:lvl1pPr>
          </a:lstStyle>
          <a:p>
            <a:pPr>
              <a:defRPr/>
            </a:pPr>
            <a:r>
              <a:rPr lang="en-US"/>
              <a:t>Click to add text</a:t>
            </a:r>
            <a:endParaRPr/>
          </a:p>
        </p:txBody>
      </p:sp>
      <p:sp>
        <p:nvSpPr>
          <p:cNvPr id="593547741"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p:txBody>
      </p:sp>
    </p:spTree>
    <p:extLst>
      <p:ext uri="{BB962C8B-B14F-4D97-AF65-F5344CB8AC3E}">
        <p14:creationId xmlns:p14="http://schemas.microsoft.com/office/powerpoint/2010/main" val="3449103074"/>
      </p:ext>
    </p:extLst>
  </p:cSld>
  <p:clrMapOvr>
    <a:masterClrMapping/>
  </p:clrMapOvr>
</p:sldLayout>
</file>

<file path=ppt/slideLayouts/slideLayout418.xml><?xml version="1.0" encoding="utf-8"?>
<p:sldLayout xmlns:a="http://schemas.openxmlformats.org/drawingml/2006/main" xmlns:r="http://schemas.openxmlformats.org/officeDocument/2006/relationships" xmlns:p="http://schemas.openxmlformats.org/presentationml/2006/main" showMasterPhAnim="0" preserve="1" userDrawn="1">
  <p:cSld name="Learning objectives">
    <p:bg>
      <p:bgPr>
        <a:blipFill dpi="0" rotWithShape="1">
          <a:blip r:embed="rId2">
            <a:lum/>
          </a:blip>
          <a:srcRect/>
          <a:stretch>
            <a:fillRect/>
          </a:stretch>
        </a:blipFill>
        <a:effectLst/>
      </p:bgPr>
    </p:bg>
    <p:spTree>
      <p:nvGrpSpPr>
        <p:cNvPr id="1" name=""/>
        <p:cNvGrpSpPr/>
        <p:nvPr/>
      </p:nvGrpSpPr>
      <p:grpSpPr bwMode="auto">
        <a:xfrm>
          <a:off x="0" y="0"/>
          <a:ext cx="0" cy="0"/>
          <a:chOff x="0" y="0"/>
          <a:chExt cx="0" cy="0"/>
        </a:xfrm>
      </p:grpSpPr>
      <p:sp>
        <p:nvSpPr>
          <p:cNvPr id="942747024" name="Title 6"/>
          <p:cNvSpPr>
            <a:spLocks noGrp="1"/>
          </p:cNvSpPr>
          <p:nvPr>
            <p:ph type="title"/>
          </p:nvPr>
        </p:nvSpPr>
        <p:spPr bwMode="auto"/>
        <p:txBody>
          <a:bodyPr/>
          <a:lstStyle/>
          <a:p>
            <a:pPr>
              <a:defRPr/>
            </a:pPr>
            <a:r>
              <a:rPr lang="en-US"/>
              <a:t>Click to edit Master title style</a:t>
            </a:r>
            <a:endParaRPr/>
          </a:p>
        </p:txBody>
      </p:sp>
      <p:sp>
        <p:nvSpPr>
          <p:cNvPr id="1795821427"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extLst>
      <p:ext uri="{BB962C8B-B14F-4D97-AF65-F5344CB8AC3E}">
        <p14:creationId xmlns:p14="http://schemas.microsoft.com/office/powerpoint/2010/main" val="1049008988"/>
      </p:ext>
    </p:extLst>
  </p:cSld>
  <p:clrMapOvr>
    <a:masterClrMapping/>
  </p:clrMapOvr>
</p:sldLayout>
</file>

<file path=ppt/slideLayouts/slideLayout419.xml><?xml version="1.0" encoding="utf-8"?>
<p:sldLayout xmlns:a="http://schemas.openxmlformats.org/drawingml/2006/main" xmlns:r="http://schemas.openxmlformats.org/officeDocument/2006/relationships" xmlns:p="http://schemas.openxmlformats.org/presentationml/2006/main" showMasterPhAnim="0" preserve="1" userDrawn="1">
  <p:cSld name="Title | Content">
    <p:spTree>
      <p:nvGrpSpPr>
        <p:cNvPr id="1" name=""/>
        <p:cNvGrpSpPr/>
        <p:nvPr/>
      </p:nvGrpSpPr>
      <p:grpSpPr bwMode="auto">
        <a:xfrm>
          <a:off x="0" y="0"/>
          <a:ext cx="0" cy="0"/>
          <a:chOff x="0" y="0"/>
          <a:chExt cx="0" cy="0"/>
        </a:xfrm>
      </p:grpSpPr>
      <p:sp>
        <p:nvSpPr>
          <p:cNvPr id="1214507069" name="Title 1"/>
          <p:cNvSpPr>
            <a:spLocks noGrp="1"/>
          </p:cNvSpPr>
          <p:nvPr>
            <p:ph type="title"/>
          </p:nvPr>
        </p:nvSpPr>
        <p:spPr bwMode="auto"/>
        <p:txBody>
          <a:bodyPr/>
          <a:lstStyle/>
          <a:p>
            <a:pPr>
              <a:defRPr/>
            </a:pPr>
            <a:r>
              <a:rPr lang="en-US"/>
              <a:t>Click to edit Master title style</a:t>
            </a:r>
            <a:endParaRPr/>
          </a:p>
        </p:txBody>
      </p:sp>
      <p:sp>
        <p:nvSpPr>
          <p:cNvPr id="1619188302"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extLst>
      <p:ext uri="{BB962C8B-B14F-4D97-AF65-F5344CB8AC3E}">
        <p14:creationId xmlns:p14="http://schemas.microsoft.com/office/powerpoint/2010/main" val="861632929"/>
      </p:ext>
    </p:extLst>
  </p:cSld>
  <p:clrMapOvr>
    <a:masterClrMapping/>
  </p:clrMapOvr>
</p:sldLayout>
</file>

<file path=ppt/slideLayouts/slideLayout420.xml><?xml version="1.0" encoding="utf-8"?>
<p:sldLayout xmlns:a="http://schemas.openxmlformats.org/drawingml/2006/main" xmlns:r="http://schemas.openxmlformats.org/officeDocument/2006/relationships" xmlns:p="http://schemas.openxmlformats.org/presentationml/2006/main" showMasterPhAnim="0" preserve="1" userDrawn="1">
  <p:cSld name="Title | Subtitle">
    <p:spTree>
      <p:nvGrpSpPr>
        <p:cNvPr id="1" name=""/>
        <p:cNvGrpSpPr/>
        <p:nvPr/>
      </p:nvGrpSpPr>
      <p:grpSpPr bwMode="auto">
        <a:xfrm>
          <a:off x="0" y="0"/>
          <a:ext cx="0" cy="0"/>
          <a:chOff x="0" y="0"/>
          <a:chExt cx="0" cy="0"/>
        </a:xfrm>
      </p:grpSpPr>
      <p:sp>
        <p:nvSpPr>
          <p:cNvPr id="389148327" name="Title 1"/>
          <p:cNvSpPr>
            <a:spLocks noGrp="1"/>
          </p:cNvSpPr>
          <p:nvPr>
            <p:ph type="title"/>
          </p:nvPr>
        </p:nvSpPr>
        <p:spPr bwMode="auto"/>
        <p:txBody>
          <a:bodyPr/>
          <a:lstStyle/>
          <a:p>
            <a:pPr>
              <a:defRPr/>
            </a:pPr>
            <a:r>
              <a:rPr lang="en-US"/>
              <a:t>Click to edit Master title style</a:t>
            </a:r>
            <a:endParaRPr/>
          </a:p>
        </p:txBody>
      </p:sp>
      <p:sp>
        <p:nvSpPr>
          <p:cNvPr id="162605436" name="Content Placeholder 5"/>
          <p:cNvSpPr>
            <a:spLocks noGrp="1"/>
          </p:cNvSpPr>
          <p:nvPr>
            <p:ph sz="quarter" idx="10"/>
          </p:nvPr>
        </p:nvSpPr>
        <p:spPr bwMode="auto">
          <a:xfrm>
            <a:off x="457200" y="1506084"/>
            <a:ext cx="11222038" cy="4524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323351751" name="Text Placeholder 7"/>
          <p:cNvSpPr>
            <a:spLocks noGrp="1"/>
          </p:cNvSpPr>
          <p:nvPr>
            <p:ph type="body" sz="quarter" idx="11"/>
          </p:nvPr>
        </p:nvSpPr>
        <p:spPr bwMode="auto">
          <a:xfrm>
            <a:off x="457200" y="998538"/>
            <a:ext cx="11222038" cy="425450"/>
          </a:xfrm>
        </p:spPr>
        <p:txBody>
          <a:bodyPr/>
          <a:lstStyle>
            <a:lvl1pPr marL="0" indent="0">
              <a:buNone/>
              <a:defRPr lang="en-US" sz="2250" spc="0">
                <a:solidFill>
                  <a:srgbClr val="003C6A"/>
                </a:solidFill>
                <a:latin typeface="Segoe UI Semibold"/>
                <a:ea typeface="+mn-ea"/>
                <a:cs typeface="Segoe UI Semibold"/>
              </a:defRPr>
            </a:lvl1pPr>
          </a:lstStyle>
          <a:p>
            <a:pPr lvl="0">
              <a:defRPr/>
            </a:pPr>
            <a:r>
              <a:rPr lang="en-US"/>
              <a:t>Click to edit Master text styles</a:t>
            </a:r>
            <a:endParaRPr/>
          </a:p>
        </p:txBody>
      </p:sp>
    </p:spTree>
    <p:extLst>
      <p:ext uri="{BB962C8B-B14F-4D97-AF65-F5344CB8AC3E}">
        <p14:creationId xmlns:p14="http://schemas.microsoft.com/office/powerpoint/2010/main" val="2209522506"/>
      </p:ext>
    </p:extLst>
  </p:cSld>
  <p:clrMapOvr>
    <a:masterClrMapping/>
  </p:clrMapOvr>
</p:sldLayout>
</file>

<file path=ppt/slideLayouts/slideLayout421.xml><?xml version="1.0" encoding="utf-8"?>
<p:sldLayout xmlns:a="http://schemas.openxmlformats.org/drawingml/2006/main" xmlns:r="http://schemas.openxmlformats.org/officeDocument/2006/relationships" xmlns:p="http://schemas.openxmlformats.org/presentationml/2006/main" showMasterPhAnim="0" preserve="1" userDrawn="1">
  <p:cSld name="Lab | Exercise">
    <p:spTree>
      <p:nvGrpSpPr>
        <p:cNvPr id="1" name=""/>
        <p:cNvGrpSpPr/>
        <p:nvPr/>
      </p:nvGrpSpPr>
      <p:grpSpPr bwMode="auto">
        <a:xfrm>
          <a:off x="0" y="0"/>
          <a:ext cx="0" cy="0"/>
          <a:chOff x="0" y="0"/>
          <a:chExt cx="0" cy="0"/>
        </a:xfrm>
      </p:grpSpPr>
      <p:sp>
        <p:nvSpPr>
          <p:cNvPr id="1178244240" name="Title 1"/>
          <p:cNvSpPr>
            <a:spLocks noGrp="1"/>
          </p:cNvSpPr>
          <p:nvPr>
            <p:ph type="title" hasCustomPrompt="1"/>
          </p:nvPr>
        </p:nvSpPr>
        <p:spPr bwMode="auto"/>
        <p:txBody>
          <a:bodyPr/>
          <a:lstStyle>
            <a:lvl1pPr>
              <a:defRPr/>
            </a:lvl1pPr>
          </a:lstStyle>
          <a:p>
            <a:pPr>
              <a:defRPr/>
            </a:pPr>
            <a:r>
              <a:rPr lang="en-US"/>
              <a:t>Click to lab/exercise title</a:t>
            </a:r>
            <a:endParaRPr/>
          </a:p>
        </p:txBody>
      </p:sp>
      <p:sp>
        <p:nvSpPr>
          <p:cNvPr id="1324862675" name="Rectangle: Rounded Corners 3"/>
          <p:cNvSpPr/>
          <p:nvPr userDrawn="1"/>
        </p:nvSpPr>
        <p:spPr bwMode="auto">
          <a:xfrm>
            <a:off x="395187" y="1555423"/>
            <a:ext cx="5816337" cy="4383464"/>
          </a:xfrm>
          <a:prstGeom prst="roundRect">
            <a:avLst>
              <a:gd name="adj" fmla="val 5914"/>
            </a:avLst>
          </a:prstGeom>
          <a:solidFill>
            <a:srgbClr val="F4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632505739" name="Content Placeholder 4"/>
          <p:cNvSpPr>
            <a:spLocks noGrp="1"/>
          </p:cNvSpPr>
          <p:nvPr>
            <p:ph sz="quarter" idx="12"/>
          </p:nvPr>
        </p:nvSpPr>
        <p:spPr bwMode="auto">
          <a:xfrm>
            <a:off x="702393"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961178744" name="Content Placeholder 4"/>
          <p:cNvSpPr>
            <a:spLocks noGrp="1"/>
          </p:cNvSpPr>
          <p:nvPr>
            <p:ph sz="quarter" idx="13"/>
          </p:nvPr>
        </p:nvSpPr>
        <p:spPr bwMode="auto">
          <a:xfrm>
            <a:off x="6469932"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extLst>
      <p:ext uri="{BB962C8B-B14F-4D97-AF65-F5344CB8AC3E}">
        <p14:creationId xmlns:p14="http://schemas.microsoft.com/office/powerpoint/2010/main" val="3816599189"/>
      </p:ext>
    </p:extLst>
  </p:cSld>
  <p:clrMapOvr>
    <a:masterClrMapping/>
  </p:clrMapOvr>
</p:sldLayout>
</file>

<file path=ppt/slideLayouts/slideLayout422.xml><?xml version="1.0" encoding="utf-8"?>
<p:sldLayout xmlns:a="http://schemas.openxmlformats.org/drawingml/2006/main" xmlns:r="http://schemas.openxmlformats.org/officeDocument/2006/relationships" xmlns:p="http://schemas.openxmlformats.org/presentationml/2006/main" showMasterPhAnim="0" preserve="1" userDrawn="1">
  <p:cSld name="Summary | KC">
    <p:spTree>
      <p:nvGrpSpPr>
        <p:cNvPr id="1" name=""/>
        <p:cNvGrpSpPr/>
        <p:nvPr/>
      </p:nvGrpSpPr>
      <p:grpSpPr bwMode="auto">
        <a:xfrm>
          <a:off x="0" y="0"/>
          <a:ext cx="0" cy="0"/>
          <a:chOff x="0" y="0"/>
          <a:chExt cx="0" cy="0"/>
        </a:xfrm>
      </p:grpSpPr>
      <p:sp>
        <p:nvSpPr>
          <p:cNvPr id="697761048" name="Title 1"/>
          <p:cNvSpPr>
            <a:spLocks noGrp="1"/>
          </p:cNvSpPr>
          <p:nvPr>
            <p:ph type="title" hasCustomPrompt="1"/>
          </p:nvPr>
        </p:nvSpPr>
        <p:spPr bwMode="auto"/>
        <p:txBody>
          <a:bodyPr/>
          <a:lstStyle>
            <a:lvl1pPr>
              <a:defRPr/>
            </a:lvl1pPr>
          </a:lstStyle>
          <a:p>
            <a:pPr>
              <a:defRPr/>
            </a:pPr>
            <a:r>
              <a:rPr lang="en-US"/>
              <a:t>Click to add summary</a:t>
            </a:r>
            <a:endParaRPr/>
          </a:p>
        </p:txBody>
      </p:sp>
      <p:sp>
        <p:nvSpPr>
          <p:cNvPr id="1408034917" name="Rectangle: Rounded Corners 3"/>
          <p:cNvSpPr/>
          <p:nvPr userDrawn="1"/>
        </p:nvSpPr>
        <p:spPr bwMode="auto">
          <a:xfrm>
            <a:off x="5863473" y="1555423"/>
            <a:ext cx="5816337" cy="4383464"/>
          </a:xfrm>
          <a:prstGeom prst="roundRect">
            <a:avLst>
              <a:gd name="adj" fmla="val 5914"/>
            </a:avLst>
          </a:prstGeom>
          <a:solidFill>
            <a:srgbClr val="F4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84779149" name="Content Placeholder 4"/>
          <p:cNvSpPr>
            <a:spLocks noGrp="1"/>
          </p:cNvSpPr>
          <p:nvPr>
            <p:ph sz="quarter" idx="12"/>
          </p:nvPr>
        </p:nvSpPr>
        <p:spPr bwMode="auto">
          <a:xfrm>
            <a:off x="426610"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extLst>
      <p:ext uri="{BB962C8B-B14F-4D97-AF65-F5344CB8AC3E}">
        <p14:creationId xmlns:p14="http://schemas.microsoft.com/office/powerpoint/2010/main" val="900908943"/>
      </p:ext>
    </p:extLst>
  </p:cSld>
  <p:clrMapOvr>
    <a:masterClrMapping/>
  </p:clrMapOvr>
</p:sldLayout>
</file>

<file path=ppt/slideLayouts/slideLayout423.xml><?xml version="1.0" encoding="utf-8"?>
<p:sldLayout xmlns:a="http://schemas.openxmlformats.org/drawingml/2006/main" xmlns:r="http://schemas.openxmlformats.org/officeDocument/2006/relationships" xmlns:p="http://schemas.openxmlformats.org/presentationml/2006/main" showMasterPhAnim="0" preserve="1" userDrawn="1">
  <p:cSld name="1_Summary | KC">
    <p:spTree>
      <p:nvGrpSpPr>
        <p:cNvPr id="1" name=""/>
        <p:cNvGrpSpPr/>
        <p:nvPr/>
      </p:nvGrpSpPr>
      <p:grpSpPr bwMode="auto">
        <a:xfrm>
          <a:off x="0" y="0"/>
          <a:ext cx="0" cy="0"/>
          <a:chOff x="0" y="0"/>
          <a:chExt cx="0" cy="0"/>
        </a:xfrm>
      </p:grpSpPr>
      <p:sp>
        <p:nvSpPr>
          <p:cNvPr id="2085075798" name="Title 1"/>
          <p:cNvSpPr>
            <a:spLocks noGrp="1"/>
          </p:cNvSpPr>
          <p:nvPr>
            <p:ph type="title" hasCustomPrompt="1"/>
          </p:nvPr>
        </p:nvSpPr>
        <p:spPr bwMode="auto"/>
        <p:txBody>
          <a:bodyPr/>
          <a:lstStyle>
            <a:lvl1pPr>
              <a:defRPr/>
            </a:lvl1pPr>
          </a:lstStyle>
          <a:p>
            <a:pPr>
              <a:defRPr/>
            </a:pPr>
            <a:r>
              <a:rPr lang="en-US"/>
              <a:t>Click to add summary</a:t>
            </a:r>
            <a:endParaRPr/>
          </a:p>
        </p:txBody>
      </p:sp>
      <p:sp>
        <p:nvSpPr>
          <p:cNvPr id="3" name="Rectangle: Rounded Corners 3">
            <a:extLst>
              <a:ext uri="{FF2B5EF4-FFF2-40B4-BE49-F238E27FC236}">
                <a16:creationId xmlns:a16="http://schemas.microsoft.com/office/drawing/2014/main" id="{645E56DD-9F3D-D8C7-D016-D8AF5BFF4BF3}"/>
              </a:ext>
            </a:extLst>
          </p:cNvPr>
          <p:cNvSpPr/>
          <p:nvPr userDrawn="1"/>
        </p:nvSpPr>
        <p:spPr bwMode="auto">
          <a:xfrm>
            <a:off x="457201" y="1555423"/>
            <a:ext cx="11222610" cy="4383464"/>
          </a:xfrm>
          <a:prstGeom prst="roundRect">
            <a:avLst>
              <a:gd name="adj" fmla="val 5914"/>
            </a:avLst>
          </a:prstGeom>
          <a:solidFill>
            <a:srgbClr val="F4F3F5"/>
          </a:solidFill>
          <a:ln>
            <a:solidFill>
              <a:schemeClr val="accent5">
                <a:lumMod val="60000"/>
                <a:lumOff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extLst>
      <p:ext uri="{BB962C8B-B14F-4D97-AF65-F5344CB8AC3E}">
        <p14:creationId xmlns:p14="http://schemas.microsoft.com/office/powerpoint/2010/main" val="1364385434"/>
      </p:ext>
    </p:extLst>
  </p:cSld>
  <p:clrMapOvr>
    <a:masterClrMapping/>
  </p:clrMapOvr>
</p:sldLayout>
</file>

<file path=ppt/slideLayouts/slideLayout424.xml><?xml version="1.0" encoding="utf-8"?>
<p:sldLayout xmlns:a="http://schemas.openxmlformats.org/drawingml/2006/main" xmlns:r="http://schemas.openxmlformats.org/officeDocument/2006/relationships" xmlns:p="http://schemas.openxmlformats.org/presentationml/2006/main" showMasterPhAnim="0" userDrawn="1">
  <p:cSld name="Summary">
    <p:spTree>
      <p:nvGrpSpPr>
        <p:cNvPr id="1" name=""/>
        <p:cNvGrpSpPr/>
        <p:nvPr/>
      </p:nvGrpSpPr>
      <p:grpSpPr bwMode="auto">
        <a:xfrm>
          <a:off x="0" y="0"/>
          <a:ext cx="0" cy="0"/>
          <a:chOff x="0" y="0"/>
          <a:chExt cx="0" cy="0"/>
        </a:xfrm>
      </p:grpSpPr>
      <p:sp>
        <p:nvSpPr>
          <p:cNvPr id="1386461759" name="Title 1"/>
          <p:cNvSpPr>
            <a:spLocks noGrp="1"/>
          </p:cNvSpPr>
          <p:nvPr>
            <p:ph type="title"/>
          </p:nvPr>
        </p:nvSpPr>
        <p:spPr bwMode="auto">
          <a:xfrm>
            <a:off x="588262" y="585216"/>
            <a:ext cx="8193024" cy="492443"/>
          </a:xfrm>
        </p:spPr>
        <p:txBody>
          <a:bodyPr/>
          <a:lstStyle>
            <a:lvl1pPr>
              <a:defRPr sz="3200" b="0" i="0">
                <a:solidFill>
                  <a:schemeClr val="tx1"/>
                </a:solidFill>
                <a:latin typeface="+mj-lt"/>
                <a:cs typeface="Segoe UI Semibold"/>
              </a:defRPr>
            </a:lvl1pPr>
          </a:lstStyle>
          <a:p>
            <a:pPr>
              <a:defRPr/>
            </a:pPr>
            <a:r>
              <a:rPr lang="en-US"/>
              <a:t>Click to edit Master title style</a:t>
            </a:r>
            <a:endParaRPr/>
          </a:p>
        </p:txBody>
      </p:sp>
      <p:sp>
        <p:nvSpPr>
          <p:cNvPr id="1487025489" name="Footer Placeholder 10"/>
          <p:cNvSpPr>
            <a:spLocks noGrp="1"/>
          </p:cNvSpPr>
          <p:nvPr>
            <p:ph type="ftr" sz="quarter" idx="3"/>
          </p:nvPr>
        </p:nvSpPr>
        <p:spPr bwMode="auto">
          <a:xfrm>
            <a:off x="43561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672244797" name="Text Placeholder 11"/>
          <p:cNvSpPr>
            <a:spLocks noGrp="1"/>
          </p:cNvSpPr>
          <p:nvPr>
            <p:ph type="body" sz="quarter" idx="17"/>
          </p:nvPr>
        </p:nvSpPr>
        <p:spPr bwMode="auto">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2024907266" name="Text Placeholder 3"/>
          <p:cNvSpPr>
            <a:spLocks noGrp="1"/>
          </p:cNvSpPr>
          <p:nvPr>
            <p:ph type="body" sz="quarter" idx="35"/>
          </p:nvPr>
        </p:nvSpPr>
        <p:spPr bwMode="auto">
          <a:xfrm>
            <a:off x="4358229" y="2578100"/>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6234386" name="Text Placeholder 11"/>
          <p:cNvSpPr>
            <a:spLocks noGrp="1"/>
          </p:cNvSpPr>
          <p:nvPr>
            <p:ph type="body" sz="quarter" idx="34"/>
          </p:nvPr>
        </p:nvSpPr>
        <p:spPr bwMode="auto">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Tree>
    <p:extLst>
      <p:ext uri="{BB962C8B-B14F-4D97-AF65-F5344CB8AC3E}">
        <p14:creationId xmlns:p14="http://schemas.microsoft.com/office/powerpoint/2010/main" val="1150183243"/>
      </p:ext>
    </p:extLst>
  </p:cSld>
  <p:clrMapOvr>
    <a:masterClrMapping/>
  </p:clrMapOvr>
</p:sldLayout>
</file>

<file path=ppt/slideLayouts/slideLayout425.xml><?xml version="1.0" encoding="utf-8"?>
<p:sldLayout xmlns:a="http://schemas.openxmlformats.org/drawingml/2006/main" xmlns:r="http://schemas.openxmlformats.org/officeDocument/2006/relationships" xmlns:p="http://schemas.openxmlformats.org/presentationml/2006/main" showMasterPhAnim="0" userDrawn="1">
  <p:cSld name="LearningPath1_WmGray">
    <p:bg>
      <p:bgPr>
        <a:solidFill>
          <a:srgbClr val="E8E6DF"/>
        </a:solidFill>
        <a:effectLst/>
      </p:bgPr>
    </p:bg>
    <p:spTree>
      <p:nvGrpSpPr>
        <p:cNvPr id="1" name=""/>
        <p:cNvGrpSpPr/>
        <p:nvPr/>
      </p:nvGrpSpPr>
      <p:grpSpPr bwMode="auto">
        <a:xfrm>
          <a:off x="0" y="0"/>
          <a:ext cx="0" cy="0"/>
          <a:chOff x="0" y="0"/>
          <a:chExt cx="0" cy="0"/>
        </a:xfrm>
      </p:grpSpPr>
      <p:sp>
        <p:nvSpPr>
          <p:cNvPr id="477085501" name="Title 1"/>
          <p:cNvSpPr>
            <a:spLocks noGrp="1"/>
          </p:cNvSpPr>
          <p:nvPr>
            <p:ph type="title"/>
          </p:nvPr>
        </p:nvSpPr>
        <p:spPr bwMode="auto">
          <a:xfrm>
            <a:off x="588262" y="585216"/>
            <a:ext cx="8193024" cy="492443"/>
          </a:xfrm>
        </p:spPr>
        <p:txBody>
          <a:bodyPr/>
          <a:lstStyle>
            <a:lvl1pPr>
              <a:defRPr sz="3200" b="0" i="0">
                <a:solidFill>
                  <a:schemeClr val="tx1"/>
                </a:solidFill>
                <a:latin typeface="+mj-lt"/>
                <a:cs typeface="Segoe UI Semibold"/>
              </a:defRPr>
            </a:lvl1pPr>
          </a:lstStyle>
          <a:p>
            <a:pPr>
              <a:defRPr/>
            </a:pPr>
            <a:r>
              <a:rPr lang="en-US"/>
              <a:t>Click to edit Master title style</a:t>
            </a:r>
            <a:endParaRPr/>
          </a:p>
        </p:txBody>
      </p:sp>
      <p:sp>
        <p:nvSpPr>
          <p:cNvPr id="23292704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488344127" name="Graphic 5"/>
          <p:cNvPicPr>
            <a:picLocks noChangeAspect="1"/>
          </p:cNvPicPr>
          <p:nvPr userDrawn="1"/>
        </p:nvPicPr>
        <p:blipFill rotWithShape="1">
          <a:blip r:embed="rId2"/>
          <a:stretch/>
        </p:blipFill>
        <p:spPr bwMode="auto">
          <a:xfrm>
            <a:off x="-1" y="2827846"/>
            <a:ext cx="12192001" cy="3035200"/>
          </a:xfrm>
          <a:prstGeom prst="rect">
            <a:avLst/>
          </a:prstGeom>
        </p:spPr>
      </p:pic>
    </p:spTree>
    <p:extLst>
      <p:ext uri="{BB962C8B-B14F-4D97-AF65-F5344CB8AC3E}">
        <p14:creationId xmlns:p14="http://schemas.microsoft.com/office/powerpoint/2010/main" val="2347472869"/>
      </p:ext>
    </p:extLst>
  </p:cSld>
  <p:clrMapOvr>
    <a:masterClrMapping/>
  </p:clrMapOvr>
</p:sldLayout>
</file>

<file path=ppt/slideLayouts/slideLayout426.xml><?xml version="1.0" encoding="utf-8"?>
<p:sldLayout xmlns:a="http://schemas.openxmlformats.org/drawingml/2006/main" xmlns:r="http://schemas.openxmlformats.org/officeDocument/2006/relationships" xmlns:p="http://schemas.openxmlformats.org/presentationml/2006/main" showMasterPhAnim="0" preserve="1" userDrawn="1">
  <p:cSld name="Walk-in">
    <p:bg bwMode="gray">
      <p:bgPr>
        <a:solidFill>
          <a:schemeClr val="tx2"/>
        </a:solidFill>
        <a:effectLst/>
      </p:bgPr>
    </p:bg>
    <p:spTree>
      <p:nvGrpSpPr>
        <p:cNvPr id="1" name=""/>
        <p:cNvGrpSpPr/>
        <p:nvPr/>
      </p:nvGrpSpPr>
      <p:grpSpPr bwMode="auto">
        <a:xfrm>
          <a:off x="0" y="0"/>
          <a:ext cx="0" cy="0"/>
          <a:chOff x="0" y="0"/>
          <a:chExt cx="0" cy="0"/>
        </a:xfrm>
      </p:grpSpPr>
      <p:pic>
        <p:nvPicPr>
          <p:cNvPr id="1711081475" name="MS logo white - EMF" descr="Microsoft logo white text version"/>
          <p:cNvPicPr>
            <a:picLocks noChangeAspect="1"/>
          </p:cNvPicPr>
          <p:nvPr userDrawn="1"/>
        </p:nvPicPr>
        <p:blipFill rotWithShape="1">
          <a:blip>
            <a:extLst>
              <a:ext uri="{96DAC541-7B7A-43D3-8B79-37D633B846F1}">
                <asvg:svgBlip xmlns:asvg="http://schemas.microsoft.com/office/drawing/2016/SVG/main" r:embed="rId2"/>
              </a:ext>
            </a:extLst>
          </a:blip>
          <a:stretch/>
        </p:blipFill>
        <p:spPr bwMode="black">
          <a:xfrm>
            <a:off x="584200" y="585788"/>
            <a:ext cx="1366245" cy="292608"/>
          </a:xfrm>
          <a:prstGeom prst="rect">
            <a:avLst/>
          </a:prstGeom>
        </p:spPr>
      </p:pic>
      <p:pic>
        <p:nvPicPr>
          <p:cNvPr id="1321255317" name="Picture 3" descr="Microsoft Learn&#10;Spark possibility"/>
          <p:cNvPicPr>
            <a:picLocks noGrp="1" noRot="1" noMove="1" noResize="1" noEditPoints="1" noAdjustHandles="1" noChangeArrowheads="1" noChangeShapeType="1" noCrop="1"/>
          </p:cNvPicPr>
          <p:nvPr userDrawn="1"/>
        </p:nvPicPr>
        <p:blipFill rotWithShape="1">
          <a:blip r:embed="rId3"/>
          <a:stretch/>
        </p:blipFill>
        <p:spPr bwMode="auto">
          <a:xfrm>
            <a:off x="223228" y="2573202"/>
            <a:ext cx="5344642" cy="1681958"/>
          </a:xfrm>
          <a:prstGeom prst="rect">
            <a:avLst/>
          </a:prstGeom>
        </p:spPr>
      </p:pic>
      <p:sp>
        <p:nvSpPr>
          <p:cNvPr id="54690510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bg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t>© Copyright Microsoft Corporation. All rights reserved.</a:t>
            </a:r>
            <a:endParaRPr/>
          </a:p>
        </p:txBody>
      </p:sp>
    </p:spTree>
    <p:extLst>
      <p:ext uri="{BB962C8B-B14F-4D97-AF65-F5344CB8AC3E}">
        <p14:creationId xmlns:p14="http://schemas.microsoft.com/office/powerpoint/2010/main" val="211623997"/>
      </p:ext>
    </p:extLst>
  </p:cSld>
  <p:clrMapOvr>
    <a:overrideClrMapping bg1="lt1" tx1="dk1" bg2="lt2" tx2="dk2" accent1="accent1" accent2="accent2" accent3="accent3" accent4="accent4" accent5="accent5" accent6="accent6" hlink="hlink" folHlink="folHlink"/>
  </p:clrMapOvr>
</p:sldLayout>
</file>

<file path=ppt/slideLayouts/slideLayout427.xml><?xml version="1.0" encoding="utf-8"?>
<p:sldLayout xmlns:a="http://schemas.openxmlformats.org/drawingml/2006/main" xmlns:r="http://schemas.openxmlformats.org/officeDocument/2006/relationships" xmlns:p="http://schemas.openxmlformats.org/presentationml/2006/main" showMasterPhAnim="0" preserve="1" userDrawn="1">
  <p:cSld name="Title Slide">
    <p:bg>
      <p:bgPr>
        <a:solidFill>
          <a:srgbClr val="E8E6DF"/>
        </a:solidFill>
        <a:effectLst/>
      </p:bgPr>
    </p:bg>
    <p:spTree>
      <p:nvGrpSpPr>
        <p:cNvPr id="1" name=""/>
        <p:cNvGrpSpPr/>
        <p:nvPr/>
      </p:nvGrpSpPr>
      <p:grpSpPr bwMode="auto">
        <a:xfrm>
          <a:off x="0" y="0"/>
          <a:ext cx="0" cy="0"/>
          <a:chOff x="0" y="0"/>
          <a:chExt cx="0" cy="0"/>
        </a:xfrm>
      </p:grpSpPr>
      <p:pic>
        <p:nvPicPr>
          <p:cNvPr id="414488377" name="Picture 9"/>
          <p:cNvPicPr>
            <a:picLocks noChangeAspect="1"/>
          </p:cNvPicPr>
          <p:nvPr userDrawn="1"/>
        </p:nvPicPr>
        <p:blipFill rotWithShape="1">
          <a:blip r:embed="rId2"/>
          <a:stretch/>
        </p:blipFill>
        <p:spPr bwMode="auto">
          <a:xfrm>
            <a:off x="0" y="0"/>
            <a:ext cx="12192000" cy="6858000"/>
          </a:xfrm>
          <a:prstGeom prst="rect">
            <a:avLst/>
          </a:prstGeom>
        </p:spPr>
      </p:pic>
      <p:pic>
        <p:nvPicPr>
          <p:cNvPr id="413222391" name="MS logo gray - EMF" descr="Microsoft logo, gray text version"/>
          <p:cNvPicPr>
            <a:picLocks noChangeAspect="1"/>
          </p:cNvPicPr>
          <p:nvPr userDrawn="1"/>
        </p:nvPicPr>
        <p:blipFill rotWithShape="1">
          <a:blip r:embed="rId3"/>
          <a:stretch/>
        </p:blipFill>
        <p:spPr bwMode="black">
          <a:xfrm>
            <a:off x="584200" y="585788"/>
            <a:ext cx="1366440" cy="292608"/>
          </a:xfrm>
          <a:prstGeom prst="rect">
            <a:avLst/>
          </a:prstGeom>
        </p:spPr>
      </p:pic>
      <p:sp>
        <p:nvSpPr>
          <p:cNvPr id="1798452339" name="Title 1"/>
          <p:cNvSpPr>
            <a:spLocks noGrp="1"/>
          </p:cNvSpPr>
          <p:nvPr>
            <p:ph type="title" hasCustomPrompt="1"/>
          </p:nvPr>
        </p:nvSpPr>
        <p:spPr bwMode="auto">
          <a:xfrm>
            <a:off x="569912" y="3429000"/>
            <a:ext cx="5686955" cy="1231106"/>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Event name or </a:t>
            </a:r>
            <a:br>
              <a:rPr lang="en-US"/>
            </a:br>
            <a:r>
              <a:rPr lang="en-US"/>
              <a:t>presentation title </a:t>
            </a:r>
            <a:endParaRPr/>
          </a:p>
        </p:txBody>
      </p:sp>
      <p:sp>
        <p:nvSpPr>
          <p:cNvPr id="1532646642" name="Text Placeholder 4"/>
          <p:cNvSpPr>
            <a:spLocks noGrp="1"/>
          </p:cNvSpPr>
          <p:nvPr>
            <p:ph type="body" sz="quarter" idx="13" hasCustomPrompt="1"/>
          </p:nvPr>
        </p:nvSpPr>
        <p:spPr bwMode="auto">
          <a:xfrm>
            <a:off x="4756150" y="6446520"/>
            <a:ext cx="1645920" cy="153888"/>
          </a:xfrm>
          <a:prstGeom prst="rect">
            <a:avLst/>
          </a:prstGeom>
          <a:noFill/>
        </p:spPr>
        <p:txBody>
          <a:bodyPr wrap="square" lIns="0" tIns="0" rIns="0" bIns="0">
            <a:spAutoFit/>
          </a:bodyPr>
          <a:lstStyle>
            <a:lvl1pPr marL="0" indent="0">
              <a:spcBef>
                <a:spcPts val="0"/>
              </a:spcBef>
              <a:buNone/>
              <a:defRPr sz="1000" spc="0">
                <a:solidFill>
                  <a:schemeClr val="tx1"/>
                </a:solidFill>
                <a:latin typeface="+mn-lt"/>
                <a:cs typeface="Segoe UI"/>
              </a:defRPr>
            </a:lvl1pPr>
          </a:lstStyle>
          <a:p>
            <a:pPr lvl="0">
              <a:defRPr/>
            </a:pPr>
            <a:r>
              <a:rPr lang="en-US"/>
              <a:t>Date</a:t>
            </a:r>
            <a:endParaRPr/>
          </a:p>
        </p:txBody>
      </p:sp>
      <p:sp>
        <p:nvSpPr>
          <p:cNvPr id="22952424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647133581"/>
      </p:ext>
    </p:extLst>
  </p:cSld>
  <p:clrMapOvr>
    <a:overrideClrMapping bg1="lt1" tx1="dk1" bg2="lt2" tx2="dk2" accent1="accent1" accent2="accent2" accent3="accent3" accent4="accent4" accent5="accent5" accent6="accent6" hlink="hlink" folHlink="folHlink"/>
  </p:clrMapOvr>
</p:sldLayout>
</file>

<file path=ppt/slideLayouts/slideLayout428.xml><?xml version="1.0" encoding="utf-8"?>
<p:sldLayout xmlns:a="http://schemas.openxmlformats.org/drawingml/2006/main" xmlns:r="http://schemas.openxmlformats.org/officeDocument/2006/relationships" xmlns:p="http://schemas.openxmlformats.org/presentationml/2006/main" showMasterPhAnim="0" preserve="1" userDrawn="1">
  <p:cSld name="Section slide">
    <p:bg>
      <p:bgPr>
        <a:solidFill>
          <a:srgbClr val="E8E6DF"/>
        </a:solidFill>
        <a:effectLst/>
      </p:bgPr>
    </p:bg>
    <p:spTree>
      <p:nvGrpSpPr>
        <p:cNvPr id="1" name=""/>
        <p:cNvGrpSpPr/>
        <p:nvPr/>
      </p:nvGrpSpPr>
      <p:grpSpPr bwMode="auto">
        <a:xfrm>
          <a:off x="0" y="0"/>
          <a:ext cx="0" cy="0"/>
          <a:chOff x="0" y="0"/>
          <a:chExt cx="0" cy="0"/>
        </a:xfrm>
      </p:grpSpPr>
      <p:pic>
        <p:nvPicPr>
          <p:cNvPr id="540355023" name="Picture 1"/>
          <p:cNvPicPr>
            <a:picLocks noChangeAspect="1"/>
          </p:cNvPicPr>
          <p:nvPr userDrawn="1"/>
        </p:nvPicPr>
        <p:blipFill rotWithShape="1">
          <a:blip r:embed="rId2"/>
          <a:srcRect r="19823"/>
          <a:stretch/>
        </p:blipFill>
        <p:spPr bwMode="auto">
          <a:xfrm>
            <a:off x="2417010" y="0"/>
            <a:ext cx="9774990" cy="6858000"/>
          </a:xfrm>
          <a:prstGeom prst="rect">
            <a:avLst/>
          </a:prstGeom>
        </p:spPr>
      </p:pic>
      <p:sp>
        <p:nvSpPr>
          <p:cNvPr id="1642358360" name="Title 1"/>
          <p:cNvSpPr>
            <a:spLocks noGrp="1"/>
          </p:cNvSpPr>
          <p:nvPr>
            <p:ph type="title" hasCustomPrompt="1"/>
          </p:nvPr>
        </p:nvSpPr>
        <p:spPr bwMode="auto">
          <a:xfrm>
            <a:off x="569911" y="3384610"/>
            <a:ext cx="6345239" cy="615553"/>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Section divider title</a:t>
            </a:r>
            <a:endParaRPr/>
          </a:p>
        </p:txBody>
      </p:sp>
      <p:sp>
        <p:nvSpPr>
          <p:cNvPr id="92799850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401880407"/>
      </p:ext>
    </p:extLst>
  </p:cSld>
  <p:clrMapOvr>
    <a:overrideClrMapping bg1="lt1" tx1="dk1" bg2="lt2" tx2="dk2" accent1="accent1" accent2="accent2" accent3="accent3" accent4="accent4" accent5="accent5" accent6="accent6" hlink="hlink" folHlink="folHlink"/>
  </p:clrMapOvr>
</p:sldLayout>
</file>

<file path=ppt/slideLayouts/slideLayout429.xml><?xml version="1.0" encoding="utf-8"?>
<p:sldLayout xmlns:a="http://schemas.openxmlformats.org/drawingml/2006/main" xmlns:r="http://schemas.openxmlformats.org/officeDocument/2006/relationships" xmlns:p="http://schemas.openxmlformats.org/presentationml/2006/main" showMasterPhAnim="0" preserve="1" userDrawn="1">
  <p:cSld name="Agenda_1-column">
    <p:bg>
      <p:bgPr>
        <a:solidFill>
          <a:srgbClr val="E8E6DF"/>
        </a:solidFill>
        <a:effectLst/>
      </p:bgPr>
    </p:bg>
    <p:spTree>
      <p:nvGrpSpPr>
        <p:cNvPr id="1" name=""/>
        <p:cNvGrpSpPr/>
        <p:nvPr/>
      </p:nvGrpSpPr>
      <p:grpSpPr bwMode="auto">
        <a:xfrm>
          <a:off x="0" y="0"/>
          <a:ext cx="0" cy="0"/>
          <a:chOff x="0" y="0"/>
          <a:chExt cx="0" cy="0"/>
        </a:xfrm>
      </p:grpSpPr>
      <p:sp>
        <p:nvSpPr>
          <p:cNvPr id="389090356" name="Title 1"/>
          <p:cNvSpPr>
            <a:spLocks noGrp="1"/>
          </p:cNvSpPr>
          <p:nvPr>
            <p:ph type="title" hasCustomPrompt="1"/>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Agenda</a:t>
            </a:r>
            <a:endParaRPr/>
          </a:p>
        </p:txBody>
      </p:sp>
      <p:cxnSp>
        <p:nvCxnSpPr>
          <p:cNvPr id="1254350553" name="Straight Connector 3"/>
          <p:cNvCxnSpPr/>
          <p:nvPr userDrawn="1"/>
        </p:nvCxnSpPr>
        <p:spPr bwMode="auto">
          <a:xfrm>
            <a:off x="585216" y="1289050"/>
            <a:ext cx="3182112" cy="0"/>
          </a:xfrm>
          <a:prstGeom prst="line">
            <a:avLst/>
          </a:prstGeom>
          <a:ln w="76200" cap="rnd">
            <a:gradFill>
              <a:gsLst>
                <a:gs pos="0">
                  <a:schemeClr val="accent3"/>
                </a:gs>
                <a:gs pos="22000">
                  <a:srgbClr val="F4364C"/>
                </a:gs>
                <a:gs pos="48000">
                  <a:schemeClr val="accent2"/>
                </a:gs>
                <a:gs pos="97531">
                  <a:srgbClr val="8DC8E8"/>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337637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771217268" name="Text Placeholder 3"/>
          <p:cNvSpPr>
            <a:spLocks noGrp="1"/>
          </p:cNvSpPr>
          <p:nvPr>
            <p:ph type="body" sz="quarter" idx="15"/>
          </p:nvPr>
        </p:nvSpPr>
        <p:spPr bwMode="auto">
          <a:xfrm>
            <a:off x="586388" y="1818177"/>
            <a:ext cx="5033361" cy="280782"/>
          </a:xfrm>
          <a:prstGeom prst="rect">
            <a:avLst/>
          </a:prstGeom>
        </p:spPr>
        <p:txBody>
          <a:bodyPr wrap="square">
            <a:spAutoFit/>
          </a:bodyPr>
          <a:lstStyle>
            <a:lvl1pPr marL="137160" indent="-137160">
              <a:lnSpc>
                <a:spcPct val="110000"/>
              </a:lnSpc>
              <a:spcBef>
                <a:spcPts val="0"/>
              </a:spcBef>
              <a:spcAft>
                <a:spcPts val="1200"/>
              </a:spcAft>
              <a:buFont typeface="Arial"/>
              <a:buChar char="•"/>
              <a:defRPr sz="1800">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3238354155"/>
      </p:ext>
    </p:extLst>
  </p:cSld>
  <p:clrMapOvr>
    <a:overrideClrMapping bg1="lt1" tx1="dk1" bg2="lt2" tx2="dk2" accent1="accent1" accent2="accent2" accent3="accent3" accent4="accent4" accent5="accent5" accent6="accent6" hlink="hlink" folHlink="folHlink"/>
  </p:clrMapOvr>
</p:sldLayout>
</file>

<file path=ppt/slideLayouts/slideLayout430.xml><?xml version="1.0" encoding="utf-8"?>
<p:sldLayout xmlns:a="http://schemas.openxmlformats.org/drawingml/2006/main" xmlns:r="http://schemas.openxmlformats.org/officeDocument/2006/relationships" xmlns:p="http://schemas.openxmlformats.org/presentationml/2006/main" showMasterPhAnim="0" preserve="1" userDrawn="1">
  <p:cSld name="3_Agenda_2-column">
    <p:bg>
      <p:bgPr>
        <a:solidFill>
          <a:srgbClr val="E8E6DF"/>
        </a:solidFill>
        <a:effectLst/>
      </p:bgPr>
    </p:bg>
    <p:spTree>
      <p:nvGrpSpPr>
        <p:cNvPr id="1" name=""/>
        <p:cNvGrpSpPr/>
        <p:nvPr/>
      </p:nvGrpSpPr>
      <p:grpSpPr bwMode="auto">
        <a:xfrm>
          <a:off x="0" y="0"/>
          <a:ext cx="0" cy="0"/>
          <a:chOff x="0" y="0"/>
          <a:chExt cx="0" cy="0"/>
        </a:xfrm>
      </p:grpSpPr>
      <p:sp>
        <p:nvSpPr>
          <p:cNvPr id="168474559" name="Title 1"/>
          <p:cNvSpPr>
            <a:spLocks noGrp="1"/>
          </p:cNvSpPr>
          <p:nvPr>
            <p:ph type="title" hasCustomPrompt="1"/>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Agenda</a:t>
            </a:r>
            <a:endParaRPr/>
          </a:p>
        </p:txBody>
      </p:sp>
      <p:cxnSp>
        <p:nvCxnSpPr>
          <p:cNvPr id="1105404847" name="Straight Connector 3"/>
          <p:cNvCxnSpPr/>
          <p:nvPr userDrawn="1"/>
        </p:nvCxnSpPr>
        <p:spPr bwMode="auto">
          <a:xfrm>
            <a:off x="585216" y="1289050"/>
            <a:ext cx="3182112" cy="0"/>
          </a:xfrm>
          <a:prstGeom prst="line">
            <a:avLst/>
          </a:prstGeom>
          <a:ln w="76200" cap="rnd">
            <a:gradFill>
              <a:gsLst>
                <a:gs pos="0">
                  <a:schemeClr val="accent3"/>
                </a:gs>
                <a:gs pos="22000">
                  <a:srgbClr val="F4364C"/>
                </a:gs>
                <a:gs pos="48000">
                  <a:schemeClr val="accent2"/>
                </a:gs>
                <a:gs pos="97531">
                  <a:srgbClr val="8DC8E8"/>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0119814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63472271" name="Text Placeholder 3"/>
          <p:cNvSpPr>
            <a:spLocks noGrp="1"/>
          </p:cNvSpPr>
          <p:nvPr>
            <p:ph type="body" sz="quarter" idx="17"/>
          </p:nvPr>
        </p:nvSpPr>
        <p:spPr bwMode="auto">
          <a:xfrm>
            <a:off x="586388"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385866838" name="Text Placeholder 3"/>
          <p:cNvSpPr>
            <a:spLocks noGrp="1"/>
          </p:cNvSpPr>
          <p:nvPr>
            <p:ph type="body" sz="quarter" idx="18"/>
          </p:nvPr>
        </p:nvSpPr>
        <p:spPr bwMode="auto">
          <a:xfrm>
            <a:off x="6891338"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385148960"/>
      </p:ext>
    </p:extLst>
  </p:cSld>
  <p:clrMapOvr>
    <a:overrideClrMapping bg1="lt1" tx1="dk1" bg2="lt2" tx2="dk2" accent1="accent1" accent2="accent2" accent3="accent3" accent4="accent4" accent5="accent5" accent6="accent6" hlink="hlink" folHlink="folHlink"/>
  </p:clrMapOvr>
</p:sldLayout>
</file>

<file path=ppt/slideLayouts/slideLayout431.xml><?xml version="1.0" encoding="utf-8"?>
<p:sldLayout xmlns:a="http://schemas.openxmlformats.org/drawingml/2006/main" xmlns:r="http://schemas.openxmlformats.org/officeDocument/2006/relationships" xmlns:p="http://schemas.openxmlformats.org/presentationml/2006/main" showMasterPhAnim="0" preserve="1" userDrawn="1">
  <p:cSld name="Presenter-BIo">
    <p:bg>
      <p:bgPr>
        <a:solidFill>
          <a:srgbClr val="E8E6DF"/>
        </a:solidFill>
        <a:effectLst/>
      </p:bgPr>
    </p:bg>
    <p:spTree>
      <p:nvGrpSpPr>
        <p:cNvPr id="1" name=""/>
        <p:cNvGrpSpPr/>
        <p:nvPr/>
      </p:nvGrpSpPr>
      <p:grpSpPr bwMode="auto">
        <a:xfrm>
          <a:off x="0" y="0"/>
          <a:ext cx="0" cy="0"/>
          <a:chOff x="0" y="0"/>
          <a:chExt cx="0" cy="0"/>
        </a:xfrm>
      </p:grpSpPr>
      <p:sp>
        <p:nvSpPr>
          <p:cNvPr id="369523155" name="Rectangle 18"/>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a:lnSpc>
                <a:spcPct val="100000"/>
              </a:lnSpc>
              <a:spcBef>
                <a:spcPts val="0"/>
              </a:spcBef>
              <a:spcAft>
                <a:spcPts val="0"/>
              </a:spcAft>
              <a:buClrTx/>
              <a:buSzTx/>
              <a:buFontTx/>
              <a:buNone/>
              <a:defRPr/>
            </a:pPr>
            <a:endParaRPr lang="en-US" sz="2000" b="0" i="0" u="none" strike="noStrike" cap="none" spc="0">
              <a:ln>
                <a:noFill/>
              </a:ln>
              <a:solidFill>
                <a:srgbClr val="FFFFFF"/>
              </a:solidFill>
              <a:latin typeface="Segoe UI"/>
              <a:ea typeface="Segoe UI"/>
              <a:cs typeface="Segoe UI"/>
            </a:endParaRPr>
          </a:p>
        </p:txBody>
      </p:sp>
      <p:sp>
        <p:nvSpPr>
          <p:cNvPr id="1462168406" name="Title 1"/>
          <p:cNvSpPr>
            <a:spLocks noGrp="1"/>
          </p:cNvSpPr>
          <p:nvPr>
            <p:ph type="title"/>
          </p:nvPr>
        </p:nvSpPr>
        <p:spPr bwMode="auto">
          <a:xfrm>
            <a:off x="588262" y="585216"/>
            <a:ext cx="5749038"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74699513" name="Picture Placeholder" descr="This photo is a 'placeholder' only. Drag or drop your photo here, or click and tap the center to insert a photo."/>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1538748942" name="Picture Placeholder" descr="This photo is a 'placeholder' only. Drag or drop your photo here, or click and tap the center to insert a photo."/>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280804629" name="Picture Placeholder" descr="This photo is a 'placeholder' only. Drag or drop your photo here, or click and tap the center to insert a photo."/>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1896280719" name="Picture Placeholder" descr="This photo is a 'placeholder' only. Drag or drop your photo here, or click and tap the center to insert a photo."/>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1226729878" name="Picture Placeholder" descr="This photo is a 'placeholder' only. Drag or drop your photo here, or click and tap the center to insert a photo."/>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1311382816" name="Picture Placeholder" descr="This photo is a 'placeholder' only. Drag or drop your photo here, or click and tap the center to insert a photo."/>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1747574722" name="Picture Placeholder" descr="This photo is a 'placeholder' only. Drag or drop your photo here, or click and tap the center to insert a photo."/>
          <p:cNvSpPr>
            <a:spLocks noGrp="1"/>
          </p:cNvSpPr>
          <p:nvPr>
            <p:ph type="pic" sz="quarter" idx="14" hasCustomPrompt="1"/>
          </p:nvPr>
        </p:nvSpPr>
        <p:spPr bwMode="ltGray">
          <a:xfrm>
            <a:off x="8165231" y="457200"/>
            <a:ext cx="2849035" cy="2874212"/>
          </a:xfrm>
          <a:prstGeom prst="roundRect">
            <a:avLst>
              <a:gd name="adj" fmla="val 21738"/>
            </a:avLst>
          </a:prstGeom>
          <a:blipFill rotWithShape="1">
            <a:blip r:embed="rId2"/>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50" b="1">
                <a:solidFill>
                  <a:srgbClr val="000000"/>
                </a:solidFill>
                <a:latin typeface="+mn-lt"/>
                <a:cs typeface="Segoe UI"/>
              </a:defRPr>
            </a:lvl1pPr>
          </a:lstStyle>
          <a:p>
            <a:pPr>
              <a:defRPr/>
            </a:pPr>
            <a:r>
              <a:rPr lang="en-US"/>
              <a:t>Click icon to </a:t>
            </a:r>
            <a:br>
              <a:rPr lang="en-US"/>
            </a:br>
            <a:r>
              <a:rPr lang="en-US"/>
              <a:t>add your picture here</a:t>
            </a:r>
            <a:endParaRPr/>
          </a:p>
        </p:txBody>
      </p:sp>
      <p:sp>
        <p:nvSpPr>
          <p:cNvPr id="121286401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669273622"/>
      </p:ext>
    </p:extLst>
  </p:cSld>
  <p:clrMapOvr>
    <a:masterClrMapping/>
  </p:clrMapOvr>
</p:sldLayout>
</file>

<file path=ppt/slideLayouts/slideLayout432.xml><?xml version="1.0" encoding="utf-8"?>
<p:sldLayout xmlns:a="http://schemas.openxmlformats.org/drawingml/2006/main" xmlns:r="http://schemas.openxmlformats.org/officeDocument/2006/relationships" xmlns:p="http://schemas.openxmlformats.org/presentationml/2006/main" showMasterPhAnim="0" preserve="1" userDrawn="1">
  <p:cSld name="Summary page_Big headline_Learn">
    <p:bg>
      <p:bgPr>
        <a:solidFill>
          <a:srgbClr val="E8E6DF"/>
        </a:solidFill>
        <a:effectLst/>
      </p:bgPr>
    </p:bg>
    <p:spTree>
      <p:nvGrpSpPr>
        <p:cNvPr id="1" name=""/>
        <p:cNvGrpSpPr/>
        <p:nvPr/>
      </p:nvGrpSpPr>
      <p:grpSpPr bwMode="auto">
        <a:xfrm>
          <a:off x="0" y="0"/>
          <a:ext cx="0" cy="0"/>
          <a:chOff x="0" y="0"/>
          <a:chExt cx="0" cy="0"/>
        </a:xfrm>
      </p:grpSpPr>
      <p:pic>
        <p:nvPicPr>
          <p:cNvPr id="1823625486" name="Picture 2"/>
          <p:cNvPicPr>
            <a:picLocks noChangeAspect="1"/>
          </p:cNvPicPr>
          <p:nvPr userDrawn="1"/>
        </p:nvPicPr>
        <p:blipFill rotWithShape="1">
          <a:blip r:embed="rId2"/>
          <a:stretch/>
        </p:blipFill>
        <p:spPr bwMode="auto">
          <a:xfrm>
            <a:off x="0" y="0"/>
            <a:ext cx="12192000" cy="6858000"/>
          </a:xfrm>
          <a:prstGeom prst="rect">
            <a:avLst/>
          </a:prstGeom>
        </p:spPr>
      </p:pic>
      <p:sp>
        <p:nvSpPr>
          <p:cNvPr id="1667670625" name="Title 4"/>
          <p:cNvSpPr>
            <a:spLocks noGrp="1"/>
          </p:cNvSpPr>
          <p:nvPr>
            <p:ph type="title" hasCustomPrompt="1"/>
          </p:nvPr>
        </p:nvSpPr>
        <p:spPr bwMode="auto">
          <a:xfrm>
            <a:off x="525081" y="2448062"/>
            <a:ext cx="10430257" cy="1015663"/>
          </a:xfrm>
        </p:spPr>
        <p:txBody>
          <a:bodyPr anchor="b" anchorCtr="0"/>
          <a:lstStyle>
            <a:lvl1pPr>
              <a:defRPr sz="6600" spc="-100">
                <a:latin typeface="+mn-lt"/>
              </a:defRPr>
            </a:lvl1pPr>
          </a:lstStyle>
          <a:p>
            <a:pPr>
              <a:defRPr/>
            </a:pPr>
            <a:r>
              <a:rPr lang="en-US"/>
              <a:t>Big headline</a:t>
            </a:r>
            <a:endParaRPr/>
          </a:p>
        </p:txBody>
      </p:sp>
      <p:sp>
        <p:nvSpPr>
          <p:cNvPr id="1265776682" name="Text Placeholder 3"/>
          <p:cNvSpPr>
            <a:spLocks noGrp="1"/>
          </p:cNvSpPr>
          <p:nvPr>
            <p:ph type="body" sz="quarter" idx="15"/>
          </p:nvPr>
        </p:nvSpPr>
        <p:spPr bwMode="auto">
          <a:xfrm>
            <a:off x="586390" y="4278313"/>
            <a:ext cx="4712686"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65176" indent="-128016">
              <a:spcAft>
                <a:spcPts val="0"/>
              </a:spcAft>
              <a:buFont typeface="Arial"/>
              <a:buChar char="•"/>
              <a:defRPr>
                <a:solidFill>
                  <a:schemeClr val="tx1"/>
                </a:solidFill>
              </a:defRPr>
            </a:lvl2pPr>
            <a:lvl3pPr marL="384048" indent="-118872">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774319351" name="Text Placeholder 3"/>
          <p:cNvSpPr>
            <a:spLocks noGrp="1"/>
          </p:cNvSpPr>
          <p:nvPr>
            <p:ph type="body" sz="quarter" idx="16"/>
          </p:nvPr>
        </p:nvSpPr>
        <p:spPr bwMode="auto">
          <a:xfrm>
            <a:off x="6246410" y="4278313"/>
            <a:ext cx="3765954"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65176" indent="-128016">
              <a:spcAft>
                <a:spcPts val="0"/>
              </a:spcAft>
              <a:buFont typeface="Arial"/>
              <a:buChar char="•"/>
              <a:defRPr>
                <a:solidFill>
                  <a:schemeClr val="tx1"/>
                </a:solidFill>
              </a:defRPr>
            </a:lvl2pPr>
            <a:lvl3pPr marL="384048" indent="-118872">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03860955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730803622"/>
      </p:ext>
    </p:extLst>
  </p:cSld>
  <p:clrMapOvr>
    <a:overrideClrMapping bg1="lt1" tx1="dk1" bg2="lt2" tx2="dk2" accent1="accent1" accent2="accent2" accent3="accent3" accent4="accent4" accent5="accent5" accent6="accent6" hlink="hlink" folHlink="folHlink"/>
  </p:clrMapOvr>
</p:sldLayout>
</file>

<file path=ppt/slideLayouts/slideLayout433.xml><?xml version="1.0" encoding="utf-8"?>
<p:sldLayout xmlns:a="http://schemas.openxmlformats.org/drawingml/2006/main" xmlns:r="http://schemas.openxmlformats.org/officeDocument/2006/relationships" xmlns:p="http://schemas.openxmlformats.org/presentationml/2006/main" showMasterPhAnim="0" preserve="1" userDrawn="1">
  <p:cSld name="1-column_Text">
    <p:bg>
      <p:bgRef idx="1001">
        <a:schemeClr val="bg1"/>
      </p:bgRef>
    </p:bg>
    <p:spTree>
      <p:nvGrpSpPr>
        <p:cNvPr id="1" name=""/>
        <p:cNvGrpSpPr/>
        <p:nvPr/>
      </p:nvGrpSpPr>
      <p:grpSpPr bwMode="auto">
        <a:xfrm>
          <a:off x="0" y="0"/>
          <a:ext cx="0" cy="0"/>
          <a:chOff x="0" y="0"/>
          <a:chExt cx="0" cy="0"/>
        </a:xfrm>
      </p:grpSpPr>
      <p:sp>
        <p:nvSpPr>
          <p:cNvPr id="1434662136" name="Title 1"/>
          <p:cNvSpPr>
            <a:spLocks noGrp="1"/>
          </p:cNvSpPr>
          <p:nvPr>
            <p:ph type="title"/>
          </p:nvPr>
        </p:nvSpPr>
        <p:spPr bwMode="auto">
          <a:xfrm>
            <a:off x="588262" y="585216"/>
            <a:ext cx="11013473"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636438497" name="Text Placeholder 3"/>
          <p:cNvSpPr>
            <a:spLocks noGrp="1"/>
          </p:cNvSpPr>
          <p:nvPr>
            <p:ph type="body" sz="quarter" idx="15"/>
          </p:nvPr>
        </p:nvSpPr>
        <p:spPr bwMode="auto">
          <a:xfrm>
            <a:off x="586388" y="1591056"/>
            <a:ext cx="110134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58668556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613995656"/>
      </p:ext>
    </p:extLst>
  </p:cSld>
  <p:clrMapOvr>
    <a:overrideClrMapping bg1="lt1" tx1="dk1" bg2="lt2" tx2="dk2" accent1="accent1" accent2="accent2" accent3="accent3" accent4="accent4" accent5="accent5" accent6="accent6" hlink="hlink" folHlink="folHlink"/>
  </p:clrMapOvr>
</p:sldLayout>
</file>

<file path=ppt/slideLayouts/slideLayout434.xml><?xml version="1.0" encoding="utf-8"?>
<p:sldLayout xmlns:a="http://schemas.openxmlformats.org/drawingml/2006/main" xmlns:r="http://schemas.openxmlformats.org/officeDocument/2006/relationships" xmlns:p="http://schemas.openxmlformats.org/presentationml/2006/main" showMasterPhAnim="0" preserve="1" userDrawn="1">
  <p:cSld name="Title and subheading">
    <p:spTree>
      <p:nvGrpSpPr>
        <p:cNvPr id="1" name=""/>
        <p:cNvGrpSpPr/>
        <p:nvPr/>
      </p:nvGrpSpPr>
      <p:grpSpPr bwMode="auto">
        <a:xfrm>
          <a:off x="0" y="0"/>
          <a:ext cx="0" cy="0"/>
          <a:chOff x="0" y="0"/>
          <a:chExt cx="0" cy="0"/>
        </a:xfrm>
      </p:grpSpPr>
      <p:sp>
        <p:nvSpPr>
          <p:cNvPr id="876620103" name="Title 1"/>
          <p:cNvSpPr>
            <a:spLocks noGrp="1"/>
          </p:cNvSpPr>
          <p:nvPr>
            <p:ph type="title"/>
          </p:nvPr>
        </p:nvSpPr>
        <p:spPr bwMode="auto">
          <a:xfrm>
            <a:off x="588261" y="585216"/>
            <a:ext cx="11011601" cy="707281"/>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56820492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953257959" name="Text Placeholder 11"/>
          <p:cNvSpPr>
            <a:spLocks noGrp="1"/>
          </p:cNvSpPr>
          <p:nvPr>
            <p:ph type="body" sz="quarter" idx="17"/>
          </p:nvPr>
        </p:nvSpPr>
        <p:spPr bwMode="auto">
          <a:xfrm>
            <a:off x="584199" y="1386766"/>
            <a:ext cx="1101160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Tree>
    <p:extLst>
      <p:ext uri="{BB962C8B-B14F-4D97-AF65-F5344CB8AC3E}">
        <p14:creationId xmlns:p14="http://schemas.microsoft.com/office/powerpoint/2010/main" val="2890053688"/>
      </p:ext>
    </p:extLst>
  </p:cSld>
  <p:clrMapOvr>
    <a:masterClrMapping/>
  </p:clrMapOvr>
</p:sldLayout>
</file>

<file path=ppt/slideLayouts/slideLayout435.xml><?xml version="1.0" encoding="utf-8"?>
<p:sldLayout xmlns:a="http://schemas.openxmlformats.org/drawingml/2006/main" xmlns:r="http://schemas.openxmlformats.org/officeDocument/2006/relationships" xmlns:p="http://schemas.openxmlformats.org/presentationml/2006/main" showMasterPhAnim="0" preserve="1" userDrawn="1">
  <p:cSld name="1_1-column_Text">
    <p:bg>
      <p:bgRef idx="1001">
        <a:schemeClr val="bg1"/>
      </p:bgRef>
    </p:bg>
    <p:spTree>
      <p:nvGrpSpPr>
        <p:cNvPr id="1" name=""/>
        <p:cNvGrpSpPr/>
        <p:nvPr/>
      </p:nvGrpSpPr>
      <p:grpSpPr bwMode="auto">
        <a:xfrm>
          <a:off x="0" y="0"/>
          <a:ext cx="0" cy="0"/>
          <a:chOff x="0" y="0"/>
          <a:chExt cx="0" cy="0"/>
        </a:xfrm>
      </p:grpSpPr>
      <p:sp>
        <p:nvSpPr>
          <p:cNvPr id="132934329" name="Title 1"/>
          <p:cNvSpPr>
            <a:spLocks noGrp="1"/>
          </p:cNvSpPr>
          <p:nvPr>
            <p:ph type="title"/>
          </p:nvPr>
        </p:nvSpPr>
        <p:spPr bwMode="auto">
          <a:xfrm>
            <a:off x="588261" y="585216"/>
            <a:ext cx="8189027"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038736955" name="Text Placeholder 11"/>
          <p:cNvSpPr>
            <a:spLocks noGrp="1"/>
          </p:cNvSpPr>
          <p:nvPr>
            <p:ph type="body" sz="quarter" idx="17"/>
          </p:nvPr>
        </p:nvSpPr>
        <p:spPr bwMode="auto">
          <a:xfrm>
            <a:off x="584200" y="1594155"/>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343121930" name="Text Placeholder 3"/>
          <p:cNvSpPr>
            <a:spLocks noGrp="1"/>
          </p:cNvSpPr>
          <p:nvPr>
            <p:ph type="body" sz="quarter" idx="15"/>
          </p:nvPr>
        </p:nvSpPr>
        <p:spPr bwMode="auto">
          <a:xfrm>
            <a:off x="586390" y="2085764"/>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47159865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510785607"/>
      </p:ext>
    </p:extLst>
  </p:cSld>
  <p:clrMapOvr>
    <a:overrideClrMapping bg1="lt1" tx1="dk1" bg2="lt2" tx2="dk2" accent1="accent1" accent2="accent2" accent3="accent3" accent4="accent4" accent5="accent5" accent6="accent6" hlink="hlink" folHlink="folHlink"/>
  </p:clrMapOvr>
</p:sldLayout>
</file>

<file path=ppt/slideLayouts/slideLayout436.xml><?xml version="1.0" encoding="utf-8"?>
<p:sldLayout xmlns:a="http://schemas.openxmlformats.org/drawingml/2006/main" xmlns:r="http://schemas.openxmlformats.org/officeDocument/2006/relationships" xmlns:p="http://schemas.openxmlformats.org/presentationml/2006/main" showMasterPhAnim="0" preserve="1" userDrawn="1">
  <p:cSld name="2-column_Text">
    <p:bg>
      <p:bgRef idx="1001">
        <a:schemeClr val="bg1"/>
      </p:bgRef>
    </p:bg>
    <p:spTree>
      <p:nvGrpSpPr>
        <p:cNvPr id="1" name=""/>
        <p:cNvGrpSpPr/>
        <p:nvPr/>
      </p:nvGrpSpPr>
      <p:grpSpPr bwMode="auto">
        <a:xfrm>
          <a:off x="0" y="0"/>
          <a:ext cx="0" cy="0"/>
          <a:chOff x="0" y="0"/>
          <a:chExt cx="0" cy="0"/>
        </a:xfrm>
      </p:grpSpPr>
      <p:sp>
        <p:nvSpPr>
          <p:cNvPr id="181973075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488080914" name="Text Placeholder 3"/>
          <p:cNvSpPr>
            <a:spLocks noGrp="1"/>
          </p:cNvSpPr>
          <p:nvPr>
            <p:ph type="body" sz="quarter" idx="15"/>
          </p:nvPr>
        </p:nvSpPr>
        <p:spPr bwMode="auto">
          <a:xfrm>
            <a:off x="586390" y="1591056"/>
            <a:ext cx="5217510"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963595320" name="Text Placeholder 3"/>
          <p:cNvSpPr>
            <a:spLocks noGrp="1"/>
          </p:cNvSpPr>
          <p:nvPr>
            <p:ph type="body" sz="quarter" idx="20"/>
          </p:nvPr>
        </p:nvSpPr>
        <p:spPr bwMode="auto">
          <a:xfrm>
            <a:off x="6253664" y="1591056"/>
            <a:ext cx="5187106"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55879074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021363164"/>
      </p:ext>
    </p:extLst>
  </p:cSld>
  <p:clrMapOvr>
    <a:overrideClrMapping bg1="lt1" tx1="dk1" bg2="lt2" tx2="dk2" accent1="accent1" accent2="accent2" accent3="accent3" accent4="accent4" accent5="accent5" accent6="accent6" hlink="hlink" folHlink="folHlink"/>
  </p:clrMapOvr>
</p:sldLayout>
</file>

<file path=ppt/slideLayouts/slideLayout437.xml><?xml version="1.0" encoding="utf-8"?>
<p:sldLayout xmlns:a="http://schemas.openxmlformats.org/drawingml/2006/main" xmlns:r="http://schemas.openxmlformats.org/officeDocument/2006/relationships" xmlns:p="http://schemas.openxmlformats.org/presentationml/2006/main" showMasterPhAnim="0" preserve="1" userDrawn="1">
  <p:cSld name="2-column_Text_with Subheads">
    <p:bg>
      <p:bgRef idx="1001">
        <a:schemeClr val="bg1"/>
      </p:bgRef>
    </p:bg>
    <p:spTree>
      <p:nvGrpSpPr>
        <p:cNvPr id="1" name=""/>
        <p:cNvGrpSpPr/>
        <p:nvPr/>
      </p:nvGrpSpPr>
      <p:grpSpPr bwMode="auto">
        <a:xfrm>
          <a:off x="0" y="0"/>
          <a:ext cx="0" cy="0"/>
          <a:chOff x="0" y="0"/>
          <a:chExt cx="0" cy="0"/>
        </a:xfrm>
      </p:grpSpPr>
      <p:sp>
        <p:nvSpPr>
          <p:cNvPr id="637994542"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893188332" name="Text Placeholder 11"/>
          <p:cNvSpPr>
            <a:spLocks noGrp="1"/>
          </p:cNvSpPr>
          <p:nvPr>
            <p:ph type="body" sz="quarter" idx="16"/>
          </p:nvPr>
        </p:nvSpPr>
        <p:spPr bwMode="auto">
          <a:xfrm>
            <a:off x="58420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880312511" name="Text Placeholder 3"/>
          <p:cNvSpPr>
            <a:spLocks noGrp="1"/>
          </p:cNvSpPr>
          <p:nvPr>
            <p:ph type="body" sz="quarter" idx="15"/>
          </p:nvPr>
        </p:nvSpPr>
        <p:spPr bwMode="auto">
          <a:xfrm>
            <a:off x="586390" y="2085764"/>
            <a:ext cx="5217510"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841838384" name="Text Placeholder 11"/>
          <p:cNvSpPr>
            <a:spLocks noGrp="1"/>
          </p:cNvSpPr>
          <p:nvPr>
            <p:ph type="body" sz="quarter" idx="19"/>
          </p:nvPr>
        </p:nvSpPr>
        <p:spPr bwMode="auto">
          <a:xfrm>
            <a:off x="624422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933505405" name="Text Placeholder 3"/>
          <p:cNvSpPr>
            <a:spLocks noGrp="1"/>
          </p:cNvSpPr>
          <p:nvPr>
            <p:ph type="body" sz="quarter" idx="20"/>
          </p:nvPr>
        </p:nvSpPr>
        <p:spPr bwMode="auto">
          <a:xfrm>
            <a:off x="6253664" y="2085764"/>
            <a:ext cx="5187106"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27372292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344270452"/>
      </p:ext>
    </p:extLst>
  </p:cSld>
  <p:clrMapOvr>
    <a:overrideClrMapping bg1="lt1" tx1="dk1" bg2="lt2" tx2="dk2" accent1="accent1" accent2="accent2" accent3="accent3" accent4="accent4" accent5="accent5" accent6="accent6" hlink="hlink" folHlink="folHlink"/>
  </p:clrMapOvr>
</p:sldLayout>
</file>

<file path=ppt/slideLayouts/slideLayout438.xml><?xml version="1.0" encoding="utf-8"?>
<p:sldLayout xmlns:a="http://schemas.openxmlformats.org/drawingml/2006/main" xmlns:r="http://schemas.openxmlformats.org/officeDocument/2006/relationships" xmlns:p="http://schemas.openxmlformats.org/presentationml/2006/main" showMasterPhAnim="0" preserve="1" userDrawn="1">
  <p:cSld name="3-column_Text">
    <p:bg>
      <p:bgRef idx="1001">
        <a:schemeClr val="bg1"/>
      </p:bgRef>
    </p:bg>
    <p:spTree>
      <p:nvGrpSpPr>
        <p:cNvPr id="1" name=""/>
        <p:cNvGrpSpPr/>
        <p:nvPr/>
      </p:nvGrpSpPr>
      <p:grpSpPr bwMode="auto">
        <a:xfrm>
          <a:off x="0" y="0"/>
          <a:ext cx="0" cy="0"/>
          <a:chOff x="0" y="0"/>
          <a:chExt cx="0" cy="0"/>
        </a:xfrm>
      </p:grpSpPr>
      <p:sp>
        <p:nvSpPr>
          <p:cNvPr id="408449727"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325508266" name="Text Placeholder 3"/>
          <p:cNvSpPr>
            <a:spLocks noGrp="1"/>
          </p:cNvSpPr>
          <p:nvPr>
            <p:ph type="body" sz="quarter" idx="15"/>
          </p:nvPr>
        </p:nvSpPr>
        <p:spPr bwMode="auto">
          <a:xfrm>
            <a:off x="586390"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027161530" name="Text Placeholder 3"/>
          <p:cNvSpPr>
            <a:spLocks noGrp="1"/>
          </p:cNvSpPr>
          <p:nvPr>
            <p:ph type="body" sz="quarter" idx="16"/>
          </p:nvPr>
        </p:nvSpPr>
        <p:spPr bwMode="auto">
          <a:xfrm>
            <a:off x="4362862"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752344071" name="Text Placeholder 3"/>
          <p:cNvSpPr>
            <a:spLocks noGrp="1"/>
          </p:cNvSpPr>
          <p:nvPr>
            <p:ph type="body" sz="quarter" idx="17"/>
          </p:nvPr>
        </p:nvSpPr>
        <p:spPr bwMode="auto">
          <a:xfrm>
            <a:off x="8130190"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54155922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4288077740"/>
      </p:ext>
    </p:extLst>
  </p:cSld>
  <p:clrMapOvr>
    <a:overrideClrMapping bg1="lt1" tx1="dk1" bg2="lt2" tx2="dk2" accent1="accent1" accent2="accent2" accent3="accent3" accent4="accent4" accent5="accent5" accent6="accent6" hlink="hlink" folHlink="folHlink"/>
  </p:clrMapOvr>
</p:sldLayout>
</file>

<file path=ppt/slideLayouts/slideLayout439.xml><?xml version="1.0" encoding="utf-8"?>
<p:sldLayout xmlns:a="http://schemas.openxmlformats.org/drawingml/2006/main" xmlns:r="http://schemas.openxmlformats.org/officeDocument/2006/relationships" xmlns:p="http://schemas.openxmlformats.org/presentationml/2006/main" showMasterPhAnim="0" preserve="1" userDrawn="1">
  <p:cSld name="3-column_Text_with Subheads">
    <p:bg>
      <p:bgRef idx="1001">
        <a:schemeClr val="bg1"/>
      </p:bgRef>
    </p:bg>
    <p:spTree>
      <p:nvGrpSpPr>
        <p:cNvPr id="1" name=""/>
        <p:cNvGrpSpPr/>
        <p:nvPr/>
      </p:nvGrpSpPr>
      <p:grpSpPr bwMode="auto">
        <a:xfrm>
          <a:off x="0" y="0"/>
          <a:ext cx="0" cy="0"/>
          <a:chOff x="0" y="0"/>
          <a:chExt cx="0" cy="0"/>
        </a:xfrm>
      </p:grpSpPr>
      <p:sp>
        <p:nvSpPr>
          <p:cNvPr id="94877928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307529223" name="Text Placeholder 11"/>
          <p:cNvSpPr>
            <a:spLocks noGrp="1"/>
          </p:cNvSpPr>
          <p:nvPr>
            <p:ph type="body" sz="quarter" idx="16"/>
          </p:nvPr>
        </p:nvSpPr>
        <p:spPr bwMode="auto">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371936935" name="Text Placeholder 3"/>
          <p:cNvSpPr>
            <a:spLocks noGrp="1"/>
          </p:cNvSpPr>
          <p:nvPr>
            <p:ph type="body" sz="quarter" idx="15"/>
          </p:nvPr>
        </p:nvSpPr>
        <p:spPr bwMode="auto">
          <a:xfrm>
            <a:off x="586390"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573624337" name="Text Placeholder 11"/>
          <p:cNvSpPr>
            <a:spLocks noGrp="1"/>
          </p:cNvSpPr>
          <p:nvPr>
            <p:ph type="body" sz="quarter" idx="22"/>
          </p:nvPr>
        </p:nvSpPr>
        <p:spPr bwMode="auto">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471466113" name="Text Placeholder 3"/>
          <p:cNvSpPr>
            <a:spLocks noGrp="1"/>
          </p:cNvSpPr>
          <p:nvPr>
            <p:ph type="body" sz="quarter" idx="23"/>
          </p:nvPr>
        </p:nvSpPr>
        <p:spPr bwMode="auto">
          <a:xfrm>
            <a:off x="4359737"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216829795" name="Text Placeholder 11"/>
          <p:cNvSpPr>
            <a:spLocks noGrp="1"/>
          </p:cNvSpPr>
          <p:nvPr>
            <p:ph type="body" sz="quarter" idx="24"/>
          </p:nvPr>
        </p:nvSpPr>
        <p:spPr bwMode="auto">
          <a:xfrm>
            <a:off x="8130894"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478831664" name="Text Placeholder 3"/>
          <p:cNvSpPr>
            <a:spLocks noGrp="1"/>
          </p:cNvSpPr>
          <p:nvPr>
            <p:ph type="body" sz="quarter" idx="25"/>
          </p:nvPr>
        </p:nvSpPr>
        <p:spPr bwMode="auto">
          <a:xfrm>
            <a:off x="8133084"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88872356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502658063"/>
      </p:ext>
    </p:extLst>
  </p:cSld>
  <p:clrMapOvr>
    <a:overrideClrMapping bg1="lt1" tx1="dk1" bg2="lt2" tx2="dk2" accent1="accent1" accent2="accent2" accent3="accent3" accent4="accent4" accent5="accent5" accent6="accent6" hlink="hlink" folHlink="folHlink"/>
  </p:clrMapOvr>
</p:sldLayout>
</file>

<file path=ppt/slideLayouts/slideLayout440.xml><?xml version="1.0" encoding="utf-8"?>
<p:sldLayout xmlns:a="http://schemas.openxmlformats.org/drawingml/2006/main" xmlns:r="http://schemas.openxmlformats.org/officeDocument/2006/relationships" xmlns:p="http://schemas.openxmlformats.org/presentationml/2006/main" showMasterPhAnim="0" preserve="1" userDrawn="1">
  <p:cSld name="3-column_Text_with Subheads-Icons">
    <p:bg>
      <p:bgRef idx="1001">
        <a:schemeClr val="bg1"/>
      </p:bgRef>
    </p:bg>
    <p:spTree>
      <p:nvGrpSpPr>
        <p:cNvPr id="1" name=""/>
        <p:cNvGrpSpPr/>
        <p:nvPr/>
      </p:nvGrpSpPr>
      <p:grpSpPr bwMode="auto">
        <a:xfrm>
          <a:off x="0" y="0"/>
          <a:ext cx="0" cy="0"/>
          <a:chOff x="0" y="0"/>
          <a:chExt cx="0" cy="0"/>
        </a:xfrm>
      </p:grpSpPr>
      <p:sp>
        <p:nvSpPr>
          <p:cNvPr id="204839615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54233427" name="Text Placeholder 11"/>
          <p:cNvSpPr>
            <a:spLocks noGrp="1"/>
          </p:cNvSpPr>
          <p:nvPr>
            <p:ph type="body" sz="quarter" idx="16"/>
          </p:nvPr>
        </p:nvSpPr>
        <p:spPr bwMode="auto">
          <a:xfrm>
            <a:off x="584200"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369116079" name="Text Placeholder 3"/>
          <p:cNvSpPr>
            <a:spLocks noGrp="1"/>
          </p:cNvSpPr>
          <p:nvPr>
            <p:ph type="body" sz="quarter" idx="15"/>
          </p:nvPr>
        </p:nvSpPr>
        <p:spPr bwMode="auto">
          <a:xfrm>
            <a:off x="586390"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788338235" name="Text Placeholder 11"/>
          <p:cNvSpPr>
            <a:spLocks noGrp="1"/>
          </p:cNvSpPr>
          <p:nvPr>
            <p:ph type="body" sz="quarter" idx="22"/>
          </p:nvPr>
        </p:nvSpPr>
        <p:spPr bwMode="auto">
          <a:xfrm>
            <a:off x="4357547"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22004947" name="Text Placeholder 3"/>
          <p:cNvSpPr>
            <a:spLocks noGrp="1"/>
          </p:cNvSpPr>
          <p:nvPr>
            <p:ph type="body" sz="quarter" idx="23"/>
          </p:nvPr>
        </p:nvSpPr>
        <p:spPr bwMode="auto">
          <a:xfrm>
            <a:off x="4359737"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638735136" name="Text Placeholder 11"/>
          <p:cNvSpPr>
            <a:spLocks noGrp="1"/>
          </p:cNvSpPr>
          <p:nvPr>
            <p:ph type="body" sz="quarter" idx="24"/>
          </p:nvPr>
        </p:nvSpPr>
        <p:spPr bwMode="auto">
          <a:xfrm>
            <a:off x="8130894"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25962121" name="Text Placeholder 3"/>
          <p:cNvSpPr>
            <a:spLocks noGrp="1"/>
          </p:cNvSpPr>
          <p:nvPr>
            <p:ph type="body" sz="quarter" idx="25"/>
          </p:nvPr>
        </p:nvSpPr>
        <p:spPr bwMode="auto">
          <a:xfrm>
            <a:off x="8133084"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4201338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973536936"/>
      </p:ext>
    </p:extLst>
  </p:cSld>
  <p:clrMapOvr>
    <a:overrideClrMapping bg1="lt1" tx1="dk1" bg2="lt2" tx2="dk2" accent1="accent1" accent2="accent2" accent3="accent3" accent4="accent4" accent5="accent5" accent6="accent6" hlink="hlink" folHlink="folHlink"/>
  </p:clrMapOvr>
</p:sldLayout>
</file>

<file path=ppt/slideLayouts/slideLayout441.xml><?xml version="1.0" encoding="utf-8"?>
<p:sldLayout xmlns:a="http://schemas.openxmlformats.org/drawingml/2006/main" xmlns:r="http://schemas.openxmlformats.org/officeDocument/2006/relationships" xmlns:p="http://schemas.openxmlformats.org/presentationml/2006/main" showMasterPhAnim="0" preserve="1" userDrawn="1">
  <p:cSld name="2_3-column_Text_with Subheads-Icons">
    <p:bg>
      <p:bgRef idx="1001">
        <a:schemeClr val="bg1"/>
      </p:bgRef>
    </p:bg>
    <p:spTree>
      <p:nvGrpSpPr>
        <p:cNvPr id="1" name=""/>
        <p:cNvGrpSpPr/>
        <p:nvPr/>
      </p:nvGrpSpPr>
      <p:grpSpPr bwMode="auto">
        <a:xfrm>
          <a:off x="0" y="0"/>
          <a:ext cx="0" cy="0"/>
          <a:chOff x="0" y="0"/>
          <a:chExt cx="0" cy="0"/>
        </a:xfrm>
      </p:grpSpPr>
      <p:cxnSp>
        <p:nvCxnSpPr>
          <p:cNvPr id="1616187378"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80385435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97624504"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1384320"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580391855"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933731968"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609389068"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2072646746"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43860040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369459404"/>
      </p:ext>
    </p:extLst>
  </p:cSld>
  <p:clrMapOvr>
    <a:overrideClrMapping bg1="lt1" tx1="dk1" bg2="lt2" tx2="dk2" accent1="accent1" accent2="accent2" accent3="accent3" accent4="accent4" accent5="accent5" accent6="accent6" hlink="hlink" folHlink="folHlink"/>
  </p:clrMapOvr>
</p:sldLayout>
</file>

<file path=ppt/slideLayouts/slideLayout442.xml><?xml version="1.0" encoding="utf-8"?>
<p:sldLayout xmlns:a="http://schemas.openxmlformats.org/drawingml/2006/main" xmlns:r="http://schemas.openxmlformats.org/officeDocument/2006/relationships" xmlns:p="http://schemas.openxmlformats.org/presentationml/2006/main" showMasterPhAnim="0" preserve="1" userDrawn="1">
  <p:cSld name="4_3-column_Text_with Subheads-Icons">
    <p:bg>
      <p:bgRef idx="1001">
        <a:schemeClr val="bg1"/>
      </p:bgRef>
    </p:bg>
    <p:spTree>
      <p:nvGrpSpPr>
        <p:cNvPr id="1" name=""/>
        <p:cNvGrpSpPr/>
        <p:nvPr/>
      </p:nvGrpSpPr>
      <p:grpSpPr bwMode="auto">
        <a:xfrm>
          <a:off x="0" y="0"/>
          <a:ext cx="0" cy="0"/>
          <a:chOff x="0" y="0"/>
          <a:chExt cx="0" cy="0"/>
        </a:xfrm>
      </p:grpSpPr>
      <p:cxnSp>
        <p:nvCxnSpPr>
          <p:cNvPr id="2141219464"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05249143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999844511"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44121744"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560363356"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739605865"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367174810"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629413645"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00143290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883399895"/>
      </p:ext>
    </p:extLst>
  </p:cSld>
  <p:clrMapOvr>
    <a:overrideClrMapping bg1="lt1" tx1="dk1" bg2="lt2" tx2="dk2" accent1="accent1" accent2="accent2" accent3="accent3" accent4="accent4" accent5="accent5" accent6="accent6" hlink="hlink" folHlink="folHlink"/>
  </p:clrMapOvr>
</p:sldLayout>
</file>

<file path=ppt/slideLayouts/slideLayout443.xml><?xml version="1.0" encoding="utf-8"?>
<p:sldLayout xmlns:a="http://schemas.openxmlformats.org/drawingml/2006/main" xmlns:r="http://schemas.openxmlformats.org/officeDocument/2006/relationships" xmlns:p="http://schemas.openxmlformats.org/presentationml/2006/main" showMasterPhAnim="0" preserve="1" userDrawn="1">
  <p:cSld name="3_3-column_Text_with Subheads-Icons">
    <p:bg>
      <p:bgRef idx="1001">
        <a:schemeClr val="bg1"/>
      </p:bgRef>
    </p:bg>
    <p:spTree>
      <p:nvGrpSpPr>
        <p:cNvPr id="1" name=""/>
        <p:cNvGrpSpPr/>
        <p:nvPr/>
      </p:nvGrpSpPr>
      <p:grpSpPr bwMode="auto">
        <a:xfrm>
          <a:off x="0" y="0"/>
          <a:ext cx="0" cy="0"/>
          <a:chOff x="0" y="0"/>
          <a:chExt cx="0" cy="0"/>
        </a:xfrm>
      </p:grpSpPr>
      <p:cxnSp>
        <p:nvCxnSpPr>
          <p:cNvPr id="418750319"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31427403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92407276"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471338867"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785645370"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00548629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323969613"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409490509"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548942950"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81538001"/>
      </p:ext>
    </p:extLst>
  </p:cSld>
  <p:clrMapOvr>
    <a:overrideClrMapping bg1="lt1" tx1="dk1" bg2="lt2" tx2="dk2" accent1="accent1" accent2="accent2" accent3="accent3" accent4="accent4" accent5="accent5" accent6="accent6" hlink="hlink" folHlink="folHlink"/>
  </p:clrMapOvr>
</p:sldLayout>
</file>

<file path=ppt/slideLayouts/slideLayout444.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and title">
    <p:spTree>
      <p:nvGrpSpPr>
        <p:cNvPr id="1" name=""/>
        <p:cNvGrpSpPr/>
        <p:nvPr/>
      </p:nvGrpSpPr>
      <p:grpSpPr bwMode="auto">
        <a:xfrm>
          <a:off x="0" y="0"/>
          <a:ext cx="0" cy="0"/>
          <a:chOff x="0" y="0"/>
          <a:chExt cx="0" cy="0"/>
        </a:xfrm>
      </p:grpSpPr>
      <p:sp>
        <p:nvSpPr>
          <p:cNvPr id="1546005074" name="Text Placeholder 3"/>
          <p:cNvSpPr>
            <a:spLocks noGrp="1"/>
          </p:cNvSpPr>
          <p:nvPr>
            <p:ph type="body" sz="quarter" idx="15"/>
          </p:nvPr>
        </p:nvSpPr>
        <p:spPr bwMode="auto">
          <a:xfrm>
            <a:off x="586390" y="4978880"/>
            <a:ext cx="5217510"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953867372" name="Text Placeholder 3"/>
          <p:cNvSpPr>
            <a:spLocks noGrp="1"/>
          </p:cNvSpPr>
          <p:nvPr>
            <p:ph type="body" sz="quarter" idx="20"/>
          </p:nvPr>
        </p:nvSpPr>
        <p:spPr bwMode="auto">
          <a:xfrm>
            <a:off x="6253664" y="4978880"/>
            <a:ext cx="5187106"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715996176" name="Picture Placeholder" descr="This photo is a 'placeholder' only. Drag or drop your photo here, or click and tap the center to insert a photo."/>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81038046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17883547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810351414"/>
      </p:ext>
    </p:extLst>
  </p:cSld>
  <p:clrMapOvr>
    <a:masterClrMapping/>
  </p:clrMapOvr>
</p:sldLayout>
</file>

<file path=ppt/slideLayouts/slideLayout445.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p:spTree>
      <p:nvGrpSpPr>
        <p:cNvPr id="1" name=""/>
        <p:cNvGrpSpPr/>
        <p:nvPr/>
      </p:nvGrpSpPr>
      <p:grpSpPr bwMode="auto">
        <a:xfrm>
          <a:off x="0" y="0"/>
          <a:ext cx="0" cy="0"/>
          <a:chOff x="0" y="0"/>
          <a:chExt cx="0" cy="0"/>
        </a:xfrm>
      </p:grpSpPr>
      <p:sp>
        <p:nvSpPr>
          <p:cNvPr id="260822131" name="Text Placeholder 3"/>
          <p:cNvSpPr>
            <a:spLocks noGrp="1"/>
          </p:cNvSpPr>
          <p:nvPr>
            <p:ph type="body" sz="quarter" idx="15"/>
          </p:nvPr>
        </p:nvSpPr>
        <p:spPr bwMode="auto">
          <a:xfrm>
            <a:off x="586390" y="4978880"/>
            <a:ext cx="5217510"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374589092" name="Text Placeholder 3"/>
          <p:cNvSpPr>
            <a:spLocks noGrp="1"/>
          </p:cNvSpPr>
          <p:nvPr>
            <p:ph type="body" sz="quarter" idx="20"/>
          </p:nvPr>
        </p:nvSpPr>
        <p:spPr bwMode="auto">
          <a:xfrm>
            <a:off x="6253664" y="4978880"/>
            <a:ext cx="5187106"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241869026" name="Picture Placeholder" descr="This photo is a 'placeholder' only. Drag or drop your photo here, or click and tap the center to insert a photo."/>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77762127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7231903"/>
      </p:ext>
    </p:extLst>
  </p:cSld>
  <p:clrMapOvr>
    <a:masterClrMapping/>
  </p:clrMapOvr>
</p:sldLayout>
</file>

<file path=ppt/slideLayouts/slideLayout446.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subheads, and title">
    <p:spTree>
      <p:nvGrpSpPr>
        <p:cNvPr id="1" name=""/>
        <p:cNvGrpSpPr/>
        <p:nvPr/>
      </p:nvGrpSpPr>
      <p:grpSpPr bwMode="auto">
        <a:xfrm>
          <a:off x="0" y="0"/>
          <a:ext cx="0" cy="0"/>
          <a:chOff x="0" y="0"/>
          <a:chExt cx="0" cy="0"/>
        </a:xfrm>
      </p:grpSpPr>
      <p:sp>
        <p:nvSpPr>
          <p:cNvPr id="1895145583" name="Text Placeholder 11"/>
          <p:cNvSpPr>
            <a:spLocks noGrp="1"/>
          </p:cNvSpPr>
          <p:nvPr>
            <p:ph type="body" sz="quarter" idx="16"/>
          </p:nvPr>
        </p:nvSpPr>
        <p:spPr bwMode="auto">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785215300" name="Text Placeholder 3"/>
          <p:cNvSpPr>
            <a:spLocks noGrp="1"/>
          </p:cNvSpPr>
          <p:nvPr>
            <p:ph type="body" sz="quarter" idx="15"/>
          </p:nvPr>
        </p:nvSpPr>
        <p:spPr bwMode="auto">
          <a:xfrm>
            <a:off x="586390" y="5357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315788975" name="Text Placeholder 11"/>
          <p:cNvSpPr>
            <a:spLocks noGrp="1"/>
          </p:cNvSpPr>
          <p:nvPr>
            <p:ph type="body" sz="quarter" idx="22"/>
          </p:nvPr>
        </p:nvSpPr>
        <p:spPr bwMode="auto">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232483249" name="Text Placeholder 3"/>
          <p:cNvSpPr>
            <a:spLocks noGrp="1"/>
          </p:cNvSpPr>
          <p:nvPr>
            <p:ph type="body" sz="quarter" idx="33"/>
          </p:nvPr>
        </p:nvSpPr>
        <p:spPr bwMode="auto">
          <a:xfrm>
            <a:off x="6252435" y="5357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829055402"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477438979" name="Picture Placeholder" descr="This photo is a 'placeholder' only. Drag or drop your photo here, or click and tap the center to insert a photo."/>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08822268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436118990"/>
      </p:ext>
    </p:extLst>
  </p:cSld>
  <p:clrMapOvr>
    <a:masterClrMapping/>
  </p:clrMapOvr>
</p:sldLayout>
</file>

<file path=ppt/slideLayouts/slideLayout447.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and subheads">
    <p:spTree>
      <p:nvGrpSpPr>
        <p:cNvPr id="1" name=""/>
        <p:cNvGrpSpPr/>
        <p:nvPr/>
      </p:nvGrpSpPr>
      <p:grpSpPr bwMode="auto">
        <a:xfrm>
          <a:off x="0" y="0"/>
          <a:ext cx="0" cy="0"/>
          <a:chOff x="0" y="0"/>
          <a:chExt cx="0" cy="0"/>
        </a:xfrm>
      </p:grpSpPr>
      <p:sp>
        <p:nvSpPr>
          <p:cNvPr id="529221180" name="Rectangle 10"/>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400">
              <a:gradFill>
                <a:gsLst>
                  <a:gs pos="0">
                    <a:srgbClr val="FFFFFF"/>
                  </a:gs>
                  <a:gs pos="100000">
                    <a:srgbClr val="FFFFFF"/>
                  </a:gs>
                </a:gsLst>
                <a:lin ang="5400000" scaled="0"/>
              </a:gradFill>
              <a:ea typeface="Segoe UI"/>
              <a:cs typeface="Segoe UI"/>
            </a:endParaRPr>
          </a:p>
        </p:txBody>
      </p:sp>
      <p:sp>
        <p:nvSpPr>
          <p:cNvPr id="159269642" name="Text Placeholder 11"/>
          <p:cNvSpPr>
            <a:spLocks noGrp="1"/>
          </p:cNvSpPr>
          <p:nvPr>
            <p:ph type="body" sz="quarter" idx="16"/>
          </p:nvPr>
        </p:nvSpPr>
        <p:spPr bwMode="auto">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290084522" name="Text Placeholder 3"/>
          <p:cNvSpPr>
            <a:spLocks noGrp="1"/>
          </p:cNvSpPr>
          <p:nvPr>
            <p:ph type="body" sz="quarter" idx="15"/>
          </p:nvPr>
        </p:nvSpPr>
        <p:spPr bwMode="auto">
          <a:xfrm>
            <a:off x="586390" y="5357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140685016" name="Text Placeholder 11"/>
          <p:cNvSpPr>
            <a:spLocks noGrp="1"/>
          </p:cNvSpPr>
          <p:nvPr>
            <p:ph type="body" sz="quarter" idx="22"/>
          </p:nvPr>
        </p:nvSpPr>
        <p:spPr bwMode="auto">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50439876" name="Text Placeholder 3"/>
          <p:cNvSpPr>
            <a:spLocks noGrp="1"/>
          </p:cNvSpPr>
          <p:nvPr>
            <p:ph type="body" sz="quarter" idx="33"/>
          </p:nvPr>
        </p:nvSpPr>
        <p:spPr bwMode="auto">
          <a:xfrm>
            <a:off x="6252435" y="5357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255100828" name="Picture Placeholder" descr="This photo is a 'placeholder' only. Drag or drop your photo here, or click and tap the center to insert a photo."/>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8166642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796450174"/>
      </p:ext>
    </p:extLst>
  </p:cSld>
  <p:clrMapOvr>
    <a:masterClrMapping/>
  </p:clrMapOvr>
</p:sldLayout>
</file>

<file path=ppt/slideLayouts/slideLayout448.xml><?xml version="1.0" encoding="utf-8"?>
<p:sldLayout xmlns:a="http://schemas.openxmlformats.org/drawingml/2006/main" xmlns:r="http://schemas.openxmlformats.org/officeDocument/2006/relationships" xmlns:p="http://schemas.openxmlformats.org/presentationml/2006/main" showMasterPhAnim="0" userDrawn="1">
  <p:cSld name="1-column_Callout_with Image">
    <p:bg>
      <p:bgRef idx="1001">
        <a:schemeClr val="bg1"/>
      </p:bgRef>
    </p:bg>
    <p:spTree>
      <p:nvGrpSpPr>
        <p:cNvPr id="1" name=""/>
        <p:cNvGrpSpPr/>
        <p:nvPr/>
      </p:nvGrpSpPr>
      <p:grpSpPr bwMode="auto">
        <a:xfrm>
          <a:off x="0" y="0"/>
          <a:ext cx="0" cy="0"/>
          <a:chOff x="0" y="0"/>
          <a:chExt cx="0" cy="0"/>
        </a:xfrm>
      </p:grpSpPr>
      <p:sp>
        <p:nvSpPr>
          <p:cNvPr id="2012146214" name="Footer Placeholder 10"/>
          <p:cNvSpPr>
            <a:spLocks noGrp="1"/>
          </p:cNvSpPr>
          <p:nvPr>
            <p:ph type="ftr" sz="quarter" idx="3"/>
          </p:nvPr>
        </p:nvSpPr>
        <p:spPr bwMode="auto">
          <a:xfrm>
            <a:off x="40640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53161770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723267210" name="Picture Placeholder" descr="This photo is a 'placeholder' only. Drag or drop your photo here, or click and tap the center to insert a photo."/>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304479903" name="Text Placeholder 11"/>
          <p:cNvSpPr>
            <a:spLocks noGrp="1"/>
          </p:cNvSpPr>
          <p:nvPr>
            <p:ph type="body" sz="quarter" idx="16"/>
          </p:nvPr>
        </p:nvSpPr>
        <p:spPr bwMode="auto">
          <a:xfrm>
            <a:off x="584200" y="1594155"/>
            <a:ext cx="3174143"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449641053" name="Text Placeholder 3"/>
          <p:cNvSpPr>
            <a:spLocks noGrp="1"/>
          </p:cNvSpPr>
          <p:nvPr>
            <p:ph type="body" sz="quarter" idx="15"/>
          </p:nvPr>
        </p:nvSpPr>
        <p:spPr bwMode="auto">
          <a:xfrm>
            <a:off x="586388" y="2085764"/>
            <a:ext cx="3172810"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65176" indent="-128016">
              <a:spcAft>
                <a:spcPts val="0"/>
              </a:spcAft>
              <a:buFont typeface="Arial"/>
              <a:buChar char="•"/>
              <a:defRPr>
                <a:solidFill>
                  <a:schemeClr val="tx1"/>
                </a:solidFill>
              </a:defRPr>
            </a:lvl2pPr>
            <a:lvl3pPr marL="384048" indent="-118872">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Tree>
    <p:extLst>
      <p:ext uri="{BB962C8B-B14F-4D97-AF65-F5344CB8AC3E}">
        <p14:creationId xmlns:p14="http://schemas.microsoft.com/office/powerpoint/2010/main" val="1877213541"/>
      </p:ext>
    </p:extLst>
  </p:cSld>
  <p:clrMapOvr>
    <a:overrideClrMapping bg1="lt1" tx1="dk1" bg2="lt2" tx2="dk2" accent1="accent1" accent2="accent2" accent3="accent3" accent4="accent4" accent5="accent5" accent6="accent6" hlink="hlink" folHlink="folHlink"/>
  </p:clrMapOvr>
</p:sldLayout>
</file>

<file path=ppt/slideLayouts/slideLayout449.xml><?xml version="1.0" encoding="utf-8"?>
<p:sldLayout xmlns:a="http://schemas.openxmlformats.org/drawingml/2006/main" xmlns:r="http://schemas.openxmlformats.org/officeDocument/2006/relationships" xmlns:p="http://schemas.openxmlformats.org/presentationml/2006/main" showMasterPhAnim="0" preserve="1" userDrawn="1">
  <p:cSld name="1-column_Text_with Image">
    <p:bg>
      <p:bgRef idx="1001">
        <a:schemeClr val="bg1"/>
      </p:bgRef>
    </p:bg>
    <p:spTree>
      <p:nvGrpSpPr>
        <p:cNvPr id="1" name=""/>
        <p:cNvGrpSpPr/>
        <p:nvPr/>
      </p:nvGrpSpPr>
      <p:grpSpPr bwMode="auto">
        <a:xfrm>
          <a:off x="0" y="0"/>
          <a:ext cx="0" cy="0"/>
          <a:chOff x="0" y="0"/>
          <a:chExt cx="0" cy="0"/>
        </a:xfrm>
      </p:grpSpPr>
      <p:sp>
        <p:nvSpPr>
          <p:cNvPr id="425888366" name="Title 1"/>
          <p:cNvSpPr>
            <a:spLocks noGrp="1"/>
          </p:cNvSpPr>
          <p:nvPr>
            <p:ph type="title"/>
          </p:nvPr>
        </p:nvSpPr>
        <p:spPr bwMode="auto">
          <a:xfrm>
            <a:off x="588261" y="585216"/>
            <a:ext cx="4710689"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627666832" name="Text Placeholder 11"/>
          <p:cNvSpPr>
            <a:spLocks noGrp="1"/>
          </p:cNvSpPr>
          <p:nvPr>
            <p:ph type="body" sz="quarter" idx="16"/>
          </p:nvPr>
        </p:nvSpPr>
        <p:spPr bwMode="auto">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511994637" name="Text Placeholder 3"/>
          <p:cNvSpPr>
            <a:spLocks noGrp="1"/>
          </p:cNvSpPr>
          <p:nvPr>
            <p:ph type="body" sz="quarter" idx="15"/>
          </p:nvPr>
        </p:nvSpPr>
        <p:spPr bwMode="auto">
          <a:xfrm>
            <a:off x="586388" y="2085764"/>
            <a:ext cx="4712685"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65176" indent="-128016">
              <a:spcAft>
                <a:spcPts val="0"/>
              </a:spcAft>
              <a:buFont typeface="Arial"/>
              <a:buChar char="•"/>
              <a:defRPr>
                <a:solidFill>
                  <a:schemeClr val="tx1"/>
                </a:solidFill>
              </a:defRPr>
            </a:lvl2pPr>
            <a:lvl3pPr marL="384048" indent="-118872">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888893942" name="Picture Placeholder" descr="This photo is a 'placeholder' only. Drag or drop your photo here, or click and tap the center to insert a photo."/>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a:defRPr>
            </a:lvl1pPr>
          </a:lstStyle>
          <a:p>
            <a:pPr>
              <a:defRPr/>
            </a:pPr>
            <a:r>
              <a:rPr lang="en-US"/>
              <a:t>Drag &amp; drop your photo here </a:t>
            </a:r>
            <a:br>
              <a:rPr lang="en-US"/>
            </a:br>
            <a:r>
              <a:rPr lang="en-US"/>
              <a:t>or click or tap icon below </a:t>
            </a:r>
            <a:br>
              <a:rPr lang="en-US"/>
            </a:br>
            <a:r>
              <a:rPr lang="en-US"/>
              <a:t>to insert</a:t>
            </a:r>
            <a:endParaRPr/>
          </a:p>
          <a:p>
            <a:pPr>
              <a:defRPr/>
            </a:pPr>
            <a:endParaRPr lang="en-US"/>
          </a:p>
          <a:p>
            <a:pPr>
              <a:defRPr/>
            </a:pPr>
            <a:endParaRPr lang="en-US"/>
          </a:p>
        </p:txBody>
      </p:sp>
      <p:sp>
        <p:nvSpPr>
          <p:cNvPr id="74761589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94452413"/>
      </p:ext>
    </p:extLst>
  </p:cSld>
  <p:clrMapOvr>
    <a:overrideClrMapping bg1="lt1" tx1="dk1" bg2="lt2" tx2="dk2" accent1="accent1" accent2="accent2" accent3="accent3" accent4="accent4" accent5="accent5" accent6="accent6" hlink="hlink" folHlink="folHlink"/>
  </p:clrMapOvr>
</p:sldLayout>
</file>

<file path=ppt/slideLayouts/slideLayout450.xml><?xml version="1.0" encoding="utf-8"?>
<p:sldLayout xmlns:a="http://schemas.openxmlformats.org/drawingml/2006/main" xmlns:r="http://schemas.openxmlformats.org/officeDocument/2006/relationships" xmlns:p="http://schemas.openxmlformats.org/presentationml/2006/main" showMasterPhAnim="0" preserve="1" userDrawn="1">
  <p:cSld name="2-column_Text_with Image">
    <p:bg>
      <p:bgRef idx="1001">
        <a:schemeClr val="bg1"/>
      </p:bgRef>
    </p:bg>
    <p:spTree>
      <p:nvGrpSpPr>
        <p:cNvPr id="1" name=""/>
        <p:cNvGrpSpPr/>
        <p:nvPr/>
      </p:nvGrpSpPr>
      <p:grpSpPr bwMode="auto">
        <a:xfrm>
          <a:off x="0" y="0"/>
          <a:ext cx="0" cy="0"/>
          <a:chOff x="0" y="0"/>
          <a:chExt cx="0" cy="0"/>
        </a:xfrm>
      </p:grpSpPr>
      <p:sp>
        <p:nvSpPr>
          <p:cNvPr id="1254417123" name="Title 1"/>
          <p:cNvSpPr>
            <a:spLocks noGrp="1"/>
          </p:cNvSpPr>
          <p:nvPr>
            <p:ph type="title"/>
          </p:nvPr>
        </p:nvSpPr>
        <p:spPr bwMode="auto">
          <a:xfrm>
            <a:off x="588262" y="585216"/>
            <a:ext cx="7248356" cy="307777"/>
          </a:xfrm>
        </p:spPr>
        <p:txBody>
          <a:bodyPr/>
          <a:lstStyle>
            <a:lvl1pPr>
              <a:defRPr sz="2000" b="0" i="0">
                <a:solidFill>
                  <a:srgbClr val="001F2D"/>
                </a:solidFill>
                <a:latin typeface="+mj-lt"/>
                <a:cs typeface="Segoe UI Semibold"/>
              </a:defRPr>
            </a:lvl1pPr>
          </a:lstStyle>
          <a:p>
            <a:pPr>
              <a:defRPr/>
            </a:pPr>
            <a:r>
              <a:rPr lang="en-US"/>
              <a:t>Click to edit Master title style</a:t>
            </a:r>
            <a:endParaRPr/>
          </a:p>
        </p:txBody>
      </p:sp>
      <p:sp>
        <p:nvSpPr>
          <p:cNvPr id="1302077311" name="Text Placeholder 11"/>
          <p:cNvSpPr>
            <a:spLocks noGrp="1"/>
          </p:cNvSpPr>
          <p:nvPr>
            <p:ph type="body" sz="quarter" idx="16"/>
          </p:nvPr>
        </p:nvSpPr>
        <p:spPr bwMode="auto">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470510988" name="Text Placeholder 3"/>
          <p:cNvSpPr>
            <a:spLocks noGrp="1"/>
          </p:cNvSpPr>
          <p:nvPr>
            <p:ph type="body" sz="quarter" idx="15"/>
          </p:nvPr>
        </p:nvSpPr>
        <p:spPr bwMode="auto">
          <a:xfrm>
            <a:off x="586390" y="2085764"/>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352886844" name="Text Placeholder 11"/>
          <p:cNvSpPr>
            <a:spLocks noGrp="1"/>
          </p:cNvSpPr>
          <p:nvPr>
            <p:ph type="body" sz="quarter" idx="22"/>
          </p:nvPr>
        </p:nvSpPr>
        <p:spPr bwMode="auto">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172877042" name="Text Placeholder 3"/>
          <p:cNvSpPr>
            <a:spLocks noGrp="1"/>
          </p:cNvSpPr>
          <p:nvPr>
            <p:ph type="body" sz="quarter" idx="23"/>
          </p:nvPr>
        </p:nvSpPr>
        <p:spPr bwMode="auto">
          <a:xfrm>
            <a:off x="4359737" y="2085764"/>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198610841" name="Picture Placeholder" descr="This photo is a 'placeholder' only. Drag or drop your photo here, or click and tap the center to insert a photo."/>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a:defRPr>
            </a:lvl1pPr>
          </a:lstStyle>
          <a:p>
            <a:pPr>
              <a:defRPr/>
            </a:pPr>
            <a:r>
              <a:rPr lang="en-US"/>
              <a:t>Drag &amp; drop your photo here </a:t>
            </a:r>
            <a:br>
              <a:rPr lang="en-US"/>
            </a:br>
            <a:r>
              <a:rPr lang="en-US"/>
              <a:t>or click or tap icon below </a:t>
            </a:r>
            <a:br>
              <a:rPr lang="en-US"/>
            </a:br>
            <a:r>
              <a:rPr lang="en-US"/>
              <a:t>to insert</a:t>
            </a:r>
            <a:endParaRPr/>
          </a:p>
          <a:p>
            <a:pPr>
              <a:defRPr/>
            </a:pPr>
            <a:endParaRPr lang="en-US"/>
          </a:p>
          <a:p>
            <a:pPr>
              <a:defRPr/>
            </a:pPr>
            <a:endParaRPr lang="en-US"/>
          </a:p>
        </p:txBody>
      </p:sp>
      <p:sp>
        <p:nvSpPr>
          <p:cNvPr id="178084696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754252662"/>
      </p:ext>
    </p:extLst>
  </p:cSld>
  <p:clrMapOvr>
    <a:overrideClrMapping bg1="lt1" tx1="dk1" bg2="lt2" tx2="dk2" accent1="accent1" accent2="accent2" accent3="accent3" accent4="accent4" accent5="accent5" accent6="accent6" hlink="hlink" folHlink="folHlink"/>
  </p:clrMapOvr>
</p:sldLayout>
</file>

<file path=ppt/slideLayouts/slideLayout451.xml><?xml version="1.0" encoding="utf-8"?>
<p:sldLayout xmlns:a="http://schemas.openxmlformats.org/drawingml/2006/main" xmlns:r="http://schemas.openxmlformats.org/officeDocument/2006/relationships" xmlns:p="http://schemas.openxmlformats.org/presentationml/2006/main" showMasterPhAnim="0" userDrawn="1">
  <p:cSld name="1_Two photos_with Captions">
    <p:bg>
      <p:bgRef idx="1001">
        <a:schemeClr val="bg1"/>
      </p:bgRef>
    </p:bg>
    <p:spTree>
      <p:nvGrpSpPr>
        <p:cNvPr id="1" name=""/>
        <p:cNvGrpSpPr/>
        <p:nvPr/>
      </p:nvGrpSpPr>
      <p:grpSpPr bwMode="auto">
        <a:xfrm>
          <a:off x="0" y="0"/>
          <a:ext cx="0" cy="0"/>
          <a:chOff x="0" y="0"/>
          <a:chExt cx="0" cy="0"/>
        </a:xfrm>
      </p:grpSpPr>
      <p:sp>
        <p:nvSpPr>
          <p:cNvPr id="18303743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006261456" name="Picture Placeholder" descr="This photo is a 'placeholder' only. Drag or drop your photo here, or click and tap the center to insert a photo."/>
          <p:cNvSpPr>
            <a:spLocks noGrp="1"/>
          </p:cNvSpPr>
          <p:nvPr>
            <p:ph type="pic" sz="quarter" idx="19" hasCustomPrompt="1"/>
          </p:nvPr>
        </p:nvSpPr>
        <p:spPr bwMode="ltGray">
          <a:xfrm>
            <a:off x="584200" y="1591310"/>
            <a:ext cx="5365752"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951442596" name="Text Placeholder 11"/>
          <p:cNvSpPr>
            <a:spLocks noGrp="1"/>
          </p:cNvSpPr>
          <p:nvPr>
            <p:ph type="body" sz="quarter" idx="16"/>
          </p:nvPr>
        </p:nvSpPr>
        <p:spPr bwMode="auto">
          <a:xfrm>
            <a:off x="584199" y="4575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440100981" name="Text Placeholder 3"/>
          <p:cNvSpPr>
            <a:spLocks noGrp="1"/>
          </p:cNvSpPr>
          <p:nvPr>
            <p:ph type="body" sz="quarter" idx="15"/>
          </p:nvPr>
        </p:nvSpPr>
        <p:spPr bwMode="auto">
          <a:xfrm>
            <a:off x="586390" y="4976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100061021" name="Picture Placeholder" descr="This photo is a 'placeholder' only. Drag or drop your photo here, or click and tap the center to insert a photo."/>
          <p:cNvSpPr>
            <a:spLocks noGrp="1"/>
          </p:cNvSpPr>
          <p:nvPr>
            <p:ph type="pic" sz="quarter" idx="20" hasCustomPrompt="1"/>
          </p:nvPr>
        </p:nvSpPr>
        <p:spPr bwMode="ltGray">
          <a:xfrm>
            <a:off x="6242049" y="1591310"/>
            <a:ext cx="5357813"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397946585" name="Text Placeholder 11"/>
          <p:cNvSpPr>
            <a:spLocks noGrp="1"/>
          </p:cNvSpPr>
          <p:nvPr>
            <p:ph type="body" sz="quarter" idx="22"/>
          </p:nvPr>
        </p:nvSpPr>
        <p:spPr bwMode="auto">
          <a:xfrm>
            <a:off x="6243372" y="4575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736378505" name="Text Placeholder 3"/>
          <p:cNvSpPr>
            <a:spLocks noGrp="1"/>
          </p:cNvSpPr>
          <p:nvPr>
            <p:ph type="body" sz="quarter" idx="33"/>
          </p:nvPr>
        </p:nvSpPr>
        <p:spPr bwMode="auto">
          <a:xfrm>
            <a:off x="6252435" y="4976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62838521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90722956"/>
      </p:ext>
    </p:extLst>
  </p:cSld>
  <p:clrMapOvr>
    <a:overrideClrMapping bg1="lt1" tx1="dk1" bg2="lt2" tx2="dk2" accent1="accent1" accent2="accent2" accent3="accent3" accent4="accent4" accent5="accent5" accent6="accent6" hlink="hlink" folHlink="folHlink"/>
  </p:clrMapOvr>
</p:sldLayout>
</file>

<file path=ppt/slideLayouts/slideLayout452.xml><?xml version="1.0" encoding="utf-8"?>
<p:sldLayout xmlns:a="http://schemas.openxmlformats.org/drawingml/2006/main" xmlns:r="http://schemas.openxmlformats.org/officeDocument/2006/relationships" xmlns:p="http://schemas.openxmlformats.org/presentationml/2006/main" showMasterPhAnim="0" userDrawn="1">
  <p:cSld name="1_Three photos_with Captions">
    <p:bg>
      <p:bgRef idx="1001">
        <a:schemeClr val="bg1"/>
      </p:bgRef>
    </p:bg>
    <p:spTree>
      <p:nvGrpSpPr>
        <p:cNvPr id="1" name=""/>
        <p:cNvGrpSpPr/>
        <p:nvPr/>
      </p:nvGrpSpPr>
      <p:grpSpPr bwMode="auto">
        <a:xfrm>
          <a:off x="0" y="0"/>
          <a:ext cx="0" cy="0"/>
          <a:chOff x="0" y="0"/>
          <a:chExt cx="0" cy="0"/>
        </a:xfrm>
      </p:grpSpPr>
      <p:sp>
        <p:nvSpPr>
          <p:cNvPr id="548290497"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512560772" name="Picture Placeholder" descr="This photo is a 'placeholder' only. Drag or drop your photo here, or click and tap the center to insert a photo."/>
          <p:cNvSpPr>
            <a:spLocks noGrp="1"/>
          </p:cNvSpPr>
          <p:nvPr>
            <p:ph type="pic" sz="quarter" idx="19" hasCustomPrompt="1"/>
          </p:nvPr>
        </p:nvSpPr>
        <p:spPr bwMode="ltGray">
          <a:xfrm>
            <a:off x="58420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864469488" name="Text Placeholder 11"/>
          <p:cNvSpPr>
            <a:spLocks noGrp="1"/>
          </p:cNvSpPr>
          <p:nvPr>
            <p:ph type="body" sz="quarter" idx="16"/>
          </p:nvPr>
        </p:nvSpPr>
        <p:spPr bwMode="auto">
          <a:xfrm>
            <a:off x="584200" y="4575104"/>
            <a:ext cx="3479070"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931749606" name="Text Placeholder 3"/>
          <p:cNvSpPr>
            <a:spLocks noGrp="1"/>
          </p:cNvSpPr>
          <p:nvPr>
            <p:ph type="body" sz="quarter" idx="15"/>
          </p:nvPr>
        </p:nvSpPr>
        <p:spPr bwMode="auto">
          <a:xfrm>
            <a:off x="586390" y="4976443"/>
            <a:ext cx="347761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147749539" name="Picture Placeholder" descr="This photo is a 'placeholder' only. Drag or drop your photo here, or click and tap the center to insert a photo."/>
          <p:cNvSpPr>
            <a:spLocks noGrp="1"/>
          </p:cNvSpPr>
          <p:nvPr>
            <p:ph type="pic" sz="quarter" idx="20" hasCustomPrompt="1"/>
          </p:nvPr>
        </p:nvSpPr>
        <p:spPr bwMode="ltGray">
          <a:xfrm>
            <a:off x="435356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711499734" name="Text Placeholder 11"/>
          <p:cNvSpPr>
            <a:spLocks noGrp="1"/>
          </p:cNvSpPr>
          <p:nvPr>
            <p:ph type="body" sz="quarter" idx="22"/>
          </p:nvPr>
        </p:nvSpPr>
        <p:spPr bwMode="auto">
          <a:xfrm>
            <a:off x="4374792" y="4575104"/>
            <a:ext cx="3476891"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819012087" name="Text Placeholder 3"/>
          <p:cNvSpPr>
            <a:spLocks noGrp="1"/>
          </p:cNvSpPr>
          <p:nvPr>
            <p:ph type="body" sz="quarter" idx="33"/>
          </p:nvPr>
        </p:nvSpPr>
        <p:spPr bwMode="auto">
          <a:xfrm>
            <a:off x="4383855" y="4976442"/>
            <a:ext cx="347761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137972913" name="Picture Placeholder" descr="This photo is a 'placeholder' only. Drag or drop your photo here, or click and tap the center to insert a photo."/>
          <p:cNvSpPr>
            <a:spLocks noGrp="1"/>
          </p:cNvSpPr>
          <p:nvPr>
            <p:ph type="pic" sz="quarter" idx="21" hasCustomPrompt="1"/>
          </p:nvPr>
        </p:nvSpPr>
        <p:spPr bwMode="ltGray">
          <a:xfrm>
            <a:off x="8128000" y="1591309"/>
            <a:ext cx="3486092" cy="2684159"/>
          </a:xfrm>
          <a:prstGeom prst="rect">
            <a:avLst/>
          </a:prstGeom>
          <a:solidFill>
            <a:srgbClr val="F4F4F7"/>
          </a:solidFill>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677950907" name="Text Placeholder 11"/>
          <p:cNvSpPr>
            <a:spLocks noGrp="1"/>
          </p:cNvSpPr>
          <p:nvPr>
            <p:ph type="body" sz="quarter" idx="24"/>
          </p:nvPr>
        </p:nvSpPr>
        <p:spPr bwMode="auto">
          <a:xfrm>
            <a:off x="8133626" y="4571913"/>
            <a:ext cx="3485370" cy="187857"/>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886521673" name="Text Placeholder 3"/>
          <p:cNvSpPr>
            <a:spLocks noGrp="1"/>
          </p:cNvSpPr>
          <p:nvPr>
            <p:ph type="body" sz="quarter" idx="34"/>
          </p:nvPr>
        </p:nvSpPr>
        <p:spPr bwMode="auto">
          <a:xfrm>
            <a:off x="8128000" y="4973784"/>
            <a:ext cx="3486092" cy="156547"/>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4116400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14082505"/>
      </p:ext>
    </p:extLst>
  </p:cSld>
  <p:clrMapOvr>
    <a:overrideClrMapping bg1="lt1" tx1="dk1" bg2="lt2" tx2="dk2" accent1="accent1" accent2="accent2" accent3="accent3" accent4="accent4" accent5="accent5" accent6="accent6" hlink="hlink" folHlink="folHlink"/>
  </p:clrMapOvr>
</p:sldLayout>
</file>

<file path=ppt/slideLayouts/slideLayout453.xml><?xml version="1.0" encoding="utf-8"?>
<p:sldLayout xmlns:a="http://schemas.openxmlformats.org/drawingml/2006/main" xmlns:r="http://schemas.openxmlformats.org/officeDocument/2006/relationships" xmlns:p="http://schemas.openxmlformats.org/presentationml/2006/main" showMasterPhAnim="0" userDrawn="1">
  <p:cSld name="1_Four photos_with Captions">
    <p:bg>
      <p:bgRef idx="1001">
        <a:schemeClr val="bg1"/>
      </p:bgRef>
    </p:bg>
    <p:spTree>
      <p:nvGrpSpPr>
        <p:cNvPr id="1" name=""/>
        <p:cNvGrpSpPr/>
        <p:nvPr/>
      </p:nvGrpSpPr>
      <p:grpSpPr bwMode="auto">
        <a:xfrm>
          <a:off x="0" y="0"/>
          <a:ext cx="0" cy="0"/>
          <a:chOff x="0" y="0"/>
          <a:chExt cx="0" cy="0"/>
        </a:xfrm>
      </p:grpSpPr>
      <p:sp>
        <p:nvSpPr>
          <p:cNvPr id="589489055"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470849922" name="Picture Placeholder" descr="This photo is a 'placeholder' only. Drag or drop your photo here, or click and tap the center to insert a photo."/>
          <p:cNvSpPr>
            <a:spLocks noGrp="1"/>
          </p:cNvSpPr>
          <p:nvPr>
            <p:ph type="pic" sz="quarter" idx="19"/>
          </p:nvPr>
        </p:nvSpPr>
        <p:spPr bwMode="ltGray">
          <a:xfrm>
            <a:off x="5842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2105693540" name="Text Placeholder 11"/>
          <p:cNvSpPr>
            <a:spLocks noGrp="1"/>
          </p:cNvSpPr>
          <p:nvPr>
            <p:ph type="body" sz="quarter" idx="16"/>
          </p:nvPr>
        </p:nvSpPr>
        <p:spPr bwMode="auto">
          <a:xfrm>
            <a:off x="584200" y="4575104"/>
            <a:ext cx="2535699"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27646051" name="Text Placeholder 3"/>
          <p:cNvSpPr>
            <a:spLocks noGrp="1"/>
          </p:cNvSpPr>
          <p:nvPr>
            <p:ph type="body" sz="quarter" idx="15"/>
          </p:nvPr>
        </p:nvSpPr>
        <p:spPr bwMode="auto">
          <a:xfrm>
            <a:off x="586390"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07160853" name="Picture Placeholder" descr="This photo is a 'placeholder' only. Drag or drop your photo here, or click and tap the center to insert a photo."/>
          <p:cNvSpPr>
            <a:spLocks noGrp="1"/>
          </p:cNvSpPr>
          <p:nvPr>
            <p:ph type="pic" sz="quarter" idx="29"/>
          </p:nvPr>
        </p:nvSpPr>
        <p:spPr bwMode="ltGray">
          <a:xfrm>
            <a:off x="34290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291755403" name="Text Placeholder 11"/>
          <p:cNvSpPr>
            <a:spLocks noGrp="1"/>
          </p:cNvSpPr>
          <p:nvPr>
            <p:ph type="body" sz="quarter" idx="22"/>
          </p:nvPr>
        </p:nvSpPr>
        <p:spPr bwMode="auto">
          <a:xfrm>
            <a:off x="3413125"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861034401" name="Text Placeholder 3"/>
          <p:cNvSpPr>
            <a:spLocks noGrp="1"/>
          </p:cNvSpPr>
          <p:nvPr>
            <p:ph type="body" sz="quarter" idx="33"/>
          </p:nvPr>
        </p:nvSpPr>
        <p:spPr bwMode="auto">
          <a:xfrm>
            <a:off x="3422188"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998731679" name="Picture Placeholder" descr="This photo is a 'placeholder' only. Drag or drop your photo here, or click and tap the center to insert a photo."/>
          <p:cNvSpPr>
            <a:spLocks noGrp="1"/>
          </p:cNvSpPr>
          <p:nvPr>
            <p:ph type="pic" sz="quarter" idx="30"/>
          </p:nvPr>
        </p:nvSpPr>
        <p:spPr bwMode="ltGray">
          <a:xfrm>
            <a:off x="62484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2037510830" name="Text Placeholder 11"/>
          <p:cNvSpPr>
            <a:spLocks noGrp="1"/>
          </p:cNvSpPr>
          <p:nvPr>
            <p:ph type="body" sz="quarter" idx="24"/>
          </p:nvPr>
        </p:nvSpPr>
        <p:spPr bwMode="auto">
          <a:xfrm>
            <a:off x="6240462"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747464761" name="Text Placeholder 3"/>
          <p:cNvSpPr>
            <a:spLocks noGrp="1"/>
          </p:cNvSpPr>
          <p:nvPr>
            <p:ph type="body" sz="quarter" idx="34"/>
          </p:nvPr>
        </p:nvSpPr>
        <p:spPr bwMode="auto">
          <a:xfrm>
            <a:off x="6234836"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831719695" name="Picture Placeholder" descr="This photo is a 'placeholder' only. Drag or drop your photo here, or click and tap the center to insert a photo."/>
          <p:cNvSpPr>
            <a:spLocks noGrp="1"/>
          </p:cNvSpPr>
          <p:nvPr>
            <p:ph type="pic" sz="quarter" idx="31"/>
          </p:nvPr>
        </p:nvSpPr>
        <p:spPr bwMode="ltGray">
          <a:xfrm>
            <a:off x="90678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1619555939" name="Text Placeholder 11"/>
          <p:cNvSpPr>
            <a:spLocks noGrp="1"/>
          </p:cNvSpPr>
          <p:nvPr>
            <p:ph type="body" sz="quarter" idx="26"/>
          </p:nvPr>
        </p:nvSpPr>
        <p:spPr bwMode="auto">
          <a:xfrm>
            <a:off x="9076259"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691924094" name="Text Placeholder 3"/>
          <p:cNvSpPr>
            <a:spLocks noGrp="1"/>
          </p:cNvSpPr>
          <p:nvPr>
            <p:ph type="body" sz="quarter" idx="35"/>
          </p:nvPr>
        </p:nvSpPr>
        <p:spPr bwMode="auto">
          <a:xfrm>
            <a:off x="9082208"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9865240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111984160"/>
      </p:ext>
    </p:extLst>
  </p:cSld>
  <p:clrMapOvr>
    <a:overrideClrMapping bg1="lt1" tx1="dk1" bg2="lt2" tx2="dk2" accent1="accent1" accent2="accent2" accent3="accent3" accent4="accent4" accent5="accent5" accent6="accent6" hlink="hlink" folHlink="folHlink"/>
  </p:clrMapOvr>
</p:sldLayout>
</file>

<file path=ppt/slideLayouts/slideLayout454.xml><?xml version="1.0" encoding="utf-8"?>
<p:sldLayout xmlns:a="http://schemas.openxmlformats.org/drawingml/2006/main" xmlns:r="http://schemas.openxmlformats.org/officeDocument/2006/relationships" xmlns:p="http://schemas.openxmlformats.org/presentationml/2006/main" showMasterPhAnim="0" preserve="1" userDrawn="1">
  <p:cSld name="Summary">
    <p:spTree>
      <p:nvGrpSpPr>
        <p:cNvPr id="1" name=""/>
        <p:cNvGrpSpPr/>
        <p:nvPr/>
      </p:nvGrpSpPr>
      <p:grpSpPr bwMode="auto">
        <a:xfrm>
          <a:off x="0" y="0"/>
          <a:ext cx="0" cy="0"/>
          <a:chOff x="0" y="0"/>
          <a:chExt cx="0" cy="0"/>
        </a:xfrm>
      </p:grpSpPr>
      <p:sp>
        <p:nvSpPr>
          <p:cNvPr id="1453371841"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616661156" name="Footer Placeholder 10"/>
          <p:cNvSpPr>
            <a:spLocks noGrp="1"/>
          </p:cNvSpPr>
          <p:nvPr>
            <p:ph type="ftr" sz="quarter" idx="3"/>
          </p:nvPr>
        </p:nvSpPr>
        <p:spPr bwMode="auto">
          <a:xfrm>
            <a:off x="43561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642463964" name="Rectangle: Single Corner Rounded 5"/>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400">
              <a:gradFill>
                <a:gsLst>
                  <a:gs pos="0">
                    <a:srgbClr val="FFFFFF"/>
                  </a:gs>
                  <a:gs pos="100000">
                    <a:srgbClr val="FFFFFF"/>
                  </a:gs>
                </a:gsLst>
                <a:lin ang="5400000" scaled="0"/>
              </a:gradFill>
              <a:ea typeface="Segoe UI"/>
              <a:cs typeface="Segoe UI"/>
            </a:endParaRPr>
          </a:p>
        </p:txBody>
      </p:sp>
      <p:sp>
        <p:nvSpPr>
          <p:cNvPr id="265803868" name="Text Placeholder 11"/>
          <p:cNvSpPr>
            <a:spLocks noGrp="1"/>
          </p:cNvSpPr>
          <p:nvPr>
            <p:ph type="body" sz="quarter" idx="17"/>
          </p:nvPr>
        </p:nvSpPr>
        <p:spPr bwMode="auto">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919647817" name="Text Placeholder 3"/>
          <p:cNvSpPr>
            <a:spLocks noGrp="1"/>
          </p:cNvSpPr>
          <p:nvPr>
            <p:ph type="body" sz="quarter" idx="35"/>
          </p:nvPr>
        </p:nvSpPr>
        <p:spPr bwMode="auto">
          <a:xfrm>
            <a:off x="4358229" y="2578100"/>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996348835" name="Text Placeholder 11"/>
          <p:cNvSpPr>
            <a:spLocks noGrp="1"/>
          </p:cNvSpPr>
          <p:nvPr>
            <p:ph type="body" sz="quarter" idx="34"/>
          </p:nvPr>
        </p:nvSpPr>
        <p:spPr bwMode="auto">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Tree>
    <p:extLst>
      <p:ext uri="{BB962C8B-B14F-4D97-AF65-F5344CB8AC3E}">
        <p14:creationId xmlns:p14="http://schemas.microsoft.com/office/powerpoint/2010/main" val="2459641580"/>
      </p:ext>
    </p:extLst>
  </p:cSld>
  <p:clrMapOvr>
    <a:masterClrMapping/>
  </p:clrMapOvr>
</p:sldLayout>
</file>

<file path=ppt/slideLayouts/slideLayout455.xml><?xml version="1.0" encoding="utf-8"?>
<p:sldLayout xmlns:a="http://schemas.openxmlformats.org/drawingml/2006/main" xmlns:r="http://schemas.openxmlformats.org/officeDocument/2006/relationships" xmlns:p="http://schemas.openxmlformats.org/presentationml/2006/main" showMasterPhAnim="0" preserve="1" userDrawn="1">
  <p:cSld name="2-column_Callout_with Image">
    <p:bg>
      <p:bgRef idx="1001">
        <a:schemeClr val="bg1"/>
      </p:bgRef>
    </p:bg>
    <p:spTree>
      <p:nvGrpSpPr>
        <p:cNvPr id="1" name=""/>
        <p:cNvGrpSpPr/>
        <p:nvPr/>
      </p:nvGrpSpPr>
      <p:grpSpPr bwMode="auto">
        <a:xfrm>
          <a:off x="0" y="0"/>
          <a:ext cx="0" cy="0"/>
          <a:chOff x="0" y="0"/>
          <a:chExt cx="0" cy="0"/>
        </a:xfrm>
      </p:grpSpPr>
      <p:sp>
        <p:nvSpPr>
          <p:cNvPr id="1977421734" name="Footer Placeholder 10"/>
          <p:cNvSpPr>
            <a:spLocks noGrp="1"/>
          </p:cNvSpPr>
          <p:nvPr>
            <p:ph type="ftr" sz="quarter" idx="3"/>
          </p:nvPr>
        </p:nvSpPr>
        <p:spPr bwMode="auto">
          <a:xfrm>
            <a:off x="40640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93530611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477025493" name="Picture Placeholder" descr="This photo is a 'placeholder' only. Drag or drop your photo here, or click and tap the center to insert a photo."/>
          <p:cNvSpPr>
            <a:spLocks noGrp="1"/>
          </p:cNvSpPr>
          <p:nvPr>
            <p:ph type="pic" sz="quarter" idx="20" hasCustomPrompt="1"/>
          </p:nvPr>
        </p:nvSpPr>
        <p:spPr bwMode="ltGray">
          <a:xfrm>
            <a:off x="4064000" y="1292233"/>
            <a:ext cx="7535862" cy="3279767"/>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552862102" name="Text Placeholder 11"/>
          <p:cNvSpPr>
            <a:spLocks noGrp="1"/>
          </p:cNvSpPr>
          <p:nvPr>
            <p:ph type="body" sz="quarter" idx="22"/>
          </p:nvPr>
        </p:nvSpPr>
        <p:spPr bwMode="auto">
          <a:xfrm>
            <a:off x="4064000" y="4830309"/>
            <a:ext cx="7535862"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847099024" name="Text Placeholder 3"/>
          <p:cNvSpPr>
            <a:spLocks noGrp="1"/>
          </p:cNvSpPr>
          <p:nvPr>
            <p:ph type="body" sz="quarter" idx="33"/>
          </p:nvPr>
        </p:nvSpPr>
        <p:spPr bwMode="auto">
          <a:xfrm>
            <a:off x="4073063" y="5231647"/>
            <a:ext cx="752680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398564783" name="Rectangle: Single Corner Rounded 4"/>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400">
              <a:gradFill>
                <a:gsLst>
                  <a:gs pos="0">
                    <a:srgbClr val="FFFFFF"/>
                  </a:gs>
                  <a:gs pos="100000">
                    <a:srgbClr val="FFFFFF"/>
                  </a:gs>
                </a:gsLst>
                <a:lin ang="5400000" scaled="0"/>
              </a:gradFill>
              <a:ea typeface="Segoe UI"/>
              <a:cs typeface="Segoe UI"/>
            </a:endParaRPr>
          </a:p>
        </p:txBody>
      </p:sp>
      <p:sp>
        <p:nvSpPr>
          <p:cNvPr id="425801012" name="Text Placeholder 11"/>
          <p:cNvSpPr>
            <a:spLocks noGrp="1"/>
          </p:cNvSpPr>
          <p:nvPr>
            <p:ph type="body" sz="quarter" idx="34"/>
          </p:nvPr>
        </p:nvSpPr>
        <p:spPr bwMode="auto">
          <a:xfrm>
            <a:off x="588262" y="2210101"/>
            <a:ext cx="2113253" cy="492443"/>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Tree>
    <p:extLst>
      <p:ext uri="{BB962C8B-B14F-4D97-AF65-F5344CB8AC3E}">
        <p14:creationId xmlns:p14="http://schemas.microsoft.com/office/powerpoint/2010/main" val="1146912890"/>
      </p:ext>
    </p:extLst>
  </p:cSld>
  <p:clrMapOvr>
    <a:overrideClrMapping bg1="lt1" tx1="dk1" bg2="lt2" tx2="dk2" accent1="accent1" accent2="accent2" accent3="accent3" accent4="accent4" accent5="accent5" accent6="accent6" hlink="hlink" folHlink="folHlink"/>
  </p:clrMapOvr>
</p:sldLayout>
</file>

<file path=ppt/slideLayouts/slideLayout456.xml><?xml version="1.0" encoding="utf-8"?>
<p:sldLayout xmlns:a="http://schemas.openxmlformats.org/drawingml/2006/main" xmlns:r="http://schemas.openxmlformats.org/officeDocument/2006/relationships" xmlns:p="http://schemas.openxmlformats.org/presentationml/2006/main" showMasterPhAnim="0" preserve="1" userDrawn="1">
  <p:cSld name="Learn Clickdown">
    <p:bg>
      <p:bgPr>
        <a:blipFill dpi="0" rotWithShape="1">
          <a:blip r:embed="rId2">
            <a:lum/>
          </a:blip>
          <a:srcRect/>
          <a:stretch>
            <a:fillRect/>
          </a:stretch>
        </a:blipFill>
        <a:effectLst/>
      </p:bgPr>
    </p:bg>
    <p:spTree>
      <p:nvGrpSpPr>
        <p:cNvPr id="1" name=""/>
        <p:cNvGrpSpPr/>
        <p:nvPr/>
      </p:nvGrpSpPr>
      <p:grpSpPr bwMode="auto">
        <a:xfrm>
          <a:off x="0" y="0"/>
          <a:ext cx="0" cy="0"/>
          <a:chOff x="0" y="0"/>
          <a:chExt cx="0" cy="0"/>
        </a:xfrm>
      </p:grpSpPr>
      <p:sp>
        <p:nvSpPr>
          <p:cNvPr id="935291800" name="Rectangle 5"/>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400">
              <a:gradFill>
                <a:gsLst>
                  <a:gs pos="0">
                    <a:srgbClr val="FFFFFF"/>
                  </a:gs>
                  <a:gs pos="100000">
                    <a:srgbClr val="FFFFFF"/>
                  </a:gs>
                </a:gsLst>
                <a:lin ang="5400000" scaled="0"/>
              </a:gradFill>
              <a:ea typeface="Segoe UI"/>
              <a:cs typeface="Segoe UI"/>
            </a:endParaRPr>
          </a:p>
        </p:txBody>
      </p:sp>
      <p:sp>
        <p:nvSpPr>
          <p:cNvPr id="1390220533" name="Rectangle: Top Corners Rounded 1"/>
          <p:cNvSpPr/>
          <p:nvPr userDrawn="1"/>
        </p:nvSpPr>
        <p:spPr bwMode="auto">
          <a:xfrm rot="16199998"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a:lnSpc>
                <a:spcPct val="100000"/>
              </a:lnSpc>
              <a:spcBef>
                <a:spcPts val="0"/>
              </a:spcBef>
              <a:spcAft>
                <a:spcPts val="0"/>
              </a:spcAft>
              <a:buClrTx/>
              <a:buSzTx/>
              <a:buFontTx/>
              <a:buNone/>
              <a:defRPr/>
            </a:pPr>
            <a:endParaRPr lang="en-US" sz="2000" b="0" i="0" u="none" strike="noStrike" cap="none" spc="0" baseline="30000">
              <a:ln>
                <a:noFill/>
              </a:ln>
              <a:solidFill>
                <a:srgbClr val="FFFFFF"/>
              </a:solidFill>
              <a:latin typeface="Segoe UI"/>
              <a:ea typeface="+mn-ea"/>
              <a:cs typeface="+mn-cs"/>
            </a:endParaRPr>
          </a:p>
        </p:txBody>
      </p:sp>
      <p:pic>
        <p:nvPicPr>
          <p:cNvPr id="410651777" name="Picture 2"/>
          <p:cNvPicPr>
            <a:picLocks noChangeAspect="1"/>
          </p:cNvPicPr>
          <p:nvPr userDrawn="1"/>
        </p:nvPicPr>
        <p:blipFill rotWithShape="1">
          <a:blip r:embed="rId3"/>
          <a:srcRect l="15" r="15210"/>
          <a:stretch/>
        </p:blipFill>
        <p:spPr bwMode="auto">
          <a:xfrm>
            <a:off x="7458887" y="1759165"/>
            <a:ext cx="4737876" cy="3870680"/>
          </a:xfrm>
          <a:prstGeom prst="rect">
            <a:avLst/>
          </a:prstGeom>
          <a:noFill/>
          <a:ln w="38100">
            <a:noFill/>
          </a:ln>
          <a:effectLst/>
        </p:spPr>
      </p:pic>
      <p:sp>
        <p:nvSpPr>
          <p:cNvPr id="1597213459" name="Picture Placeholder" descr="This photo is a 'placeholder' only. Drag or drop your photo here, or click and tap the center to insert a photo."/>
          <p:cNvSpPr>
            <a:spLocks noGrp="1"/>
          </p:cNvSpPr>
          <p:nvPr>
            <p:ph type="pic" sz="quarter" idx="20" hasCustomPrompt="1"/>
          </p:nvPr>
        </p:nvSpPr>
        <p:spPr bwMode="ltGray">
          <a:xfrm>
            <a:off x="7724774"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website screenshot here or click or tap icon below to insert</a:t>
            </a:r>
            <a:endParaRPr/>
          </a:p>
          <a:p>
            <a:pPr>
              <a:defRPr/>
            </a:pPr>
            <a:endParaRPr lang="en-US"/>
          </a:p>
          <a:p>
            <a:pPr>
              <a:defRPr/>
            </a:pPr>
            <a:endParaRPr lang="en-US"/>
          </a:p>
        </p:txBody>
      </p:sp>
      <p:sp>
        <p:nvSpPr>
          <p:cNvPr id="881112714" name="Title 1"/>
          <p:cNvSpPr>
            <a:spLocks noGrp="1"/>
          </p:cNvSpPr>
          <p:nvPr>
            <p:ph type="title"/>
          </p:nvPr>
        </p:nvSpPr>
        <p:spPr bwMode="auto">
          <a:xfrm>
            <a:off x="588262" y="585216"/>
            <a:ext cx="5652201"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345022690" name="Text Placeholder 11"/>
          <p:cNvSpPr>
            <a:spLocks noGrp="1"/>
          </p:cNvSpPr>
          <p:nvPr>
            <p:ph type="body" sz="quarter" idx="16"/>
          </p:nvPr>
        </p:nvSpPr>
        <p:spPr bwMode="auto">
          <a:xfrm>
            <a:off x="584199" y="1594155"/>
            <a:ext cx="5654573"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369684149" name="Text Placeholder 3"/>
          <p:cNvSpPr>
            <a:spLocks noGrp="1"/>
          </p:cNvSpPr>
          <p:nvPr>
            <p:ph type="body" sz="quarter" idx="15"/>
          </p:nvPr>
        </p:nvSpPr>
        <p:spPr bwMode="auto">
          <a:xfrm>
            <a:off x="586388" y="2085764"/>
            <a:ext cx="565220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41000815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4159479545"/>
      </p:ext>
    </p:extLst>
  </p:cSld>
  <p:clrMapOvr>
    <a:masterClrMapping/>
  </p:clrMapOvr>
</p:sldLayout>
</file>

<file path=ppt/slideLayouts/slideLayout457.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
    <p:spTree>
      <p:nvGrpSpPr>
        <p:cNvPr id="1" name=""/>
        <p:cNvGrpSpPr/>
        <p:nvPr/>
      </p:nvGrpSpPr>
      <p:grpSpPr bwMode="auto">
        <a:xfrm>
          <a:off x="0" y="0"/>
          <a:ext cx="0" cy="0"/>
          <a:chOff x="0" y="0"/>
          <a:chExt cx="0" cy="0"/>
        </a:xfrm>
      </p:grpSpPr>
      <p:sp>
        <p:nvSpPr>
          <p:cNvPr id="134338563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75956857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508504930"/>
      </p:ext>
    </p:extLst>
  </p:cSld>
  <p:clrMapOvr>
    <a:masterClrMapping/>
  </p:clrMapOvr>
</p:sldLayout>
</file>

<file path=ppt/slideLayouts/slideLayout458.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_Off-white">
    <p:bg>
      <p:bgPr>
        <a:solidFill>
          <a:srgbClr val="F4F3F5"/>
        </a:solidFill>
        <a:effectLst/>
      </p:bgPr>
    </p:bg>
    <p:spTree>
      <p:nvGrpSpPr>
        <p:cNvPr id="1" name=""/>
        <p:cNvGrpSpPr/>
        <p:nvPr/>
      </p:nvGrpSpPr>
      <p:grpSpPr bwMode="auto">
        <a:xfrm>
          <a:off x="0" y="0"/>
          <a:ext cx="0" cy="0"/>
          <a:chOff x="0" y="0"/>
          <a:chExt cx="0" cy="0"/>
        </a:xfrm>
      </p:grpSpPr>
      <p:sp>
        <p:nvSpPr>
          <p:cNvPr id="166587777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5575067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879727835"/>
      </p:ext>
    </p:extLst>
  </p:cSld>
  <p:clrMapOvr>
    <a:masterClrMapping/>
  </p:clrMapOvr>
</p:sldLayout>
</file>

<file path=ppt/slideLayouts/slideLayout459.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_WmGray">
    <p:bg>
      <p:bgPr>
        <a:solidFill>
          <a:srgbClr val="E8E6DF"/>
        </a:solidFill>
        <a:effectLst/>
      </p:bgPr>
    </p:bg>
    <p:spTree>
      <p:nvGrpSpPr>
        <p:cNvPr id="1" name=""/>
        <p:cNvGrpSpPr/>
        <p:nvPr/>
      </p:nvGrpSpPr>
      <p:grpSpPr bwMode="auto">
        <a:xfrm>
          <a:off x="0" y="0"/>
          <a:ext cx="0" cy="0"/>
          <a:chOff x="0" y="0"/>
          <a:chExt cx="0" cy="0"/>
        </a:xfrm>
      </p:grpSpPr>
      <p:sp>
        <p:nvSpPr>
          <p:cNvPr id="829860531"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2188761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540997593"/>
      </p:ext>
    </p:extLst>
  </p:cSld>
  <p:clrMapOvr>
    <a:masterClrMapping/>
  </p:clrMapOvr>
</p:sldLayout>
</file>

<file path=ppt/slideLayouts/slideLayout460.xml><?xml version="1.0" encoding="utf-8"?>
<p:sldLayout xmlns:a="http://schemas.openxmlformats.org/drawingml/2006/main" xmlns:r="http://schemas.openxmlformats.org/officeDocument/2006/relationships" xmlns:p="http://schemas.openxmlformats.org/presentationml/2006/main" showMasterPhAnim="0" preserve="1" userDrawn="1">
  <p:cSld name="1-column container">
    <p:spTree>
      <p:nvGrpSpPr>
        <p:cNvPr id="1" name=""/>
        <p:cNvGrpSpPr/>
        <p:nvPr/>
      </p:nvGrpSpPr>
      <p:grpSpPr bwMode="auto">
        <a:xfrm>
          <a:off x="0" y="0"/>
          <a:ext cx="0" cy="0"/>
          <a:chOff x="0" y="0"/>
          <a:chExt cx="0" cy="0"/>
        </a:xfrm>
      </p:grpSpPr>
      <p:sp>
        <p:nvSpPr>
          <p:cNvPr id="178805727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41113983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334273526" name="Rounded Rectangle 3_1"/>
          <p:cNvSpPr/>
          <p:nvPr userDrawn="1"/>
        </p:nvSpPr>
        <p:spPr bwMode="auto">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ts val="0"/>
              </a:spcBef>
              <a:spcAft>
                <a:spcPts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942197376" name="Text Placeholder 11"/>
          <p:cNvSpPr>
            <a:spLocks noGrp="1"/>
          </p:cNvSpPr>
          <p:nvPr>
            <p:ph type="body" sz="quarter" idx="17"/>
          </p:nvPr>
        </p:nvSpPr>
        <p:spPr bwMode="auto">
          <a:xfrm>
            <a:off x="1235075" y="1771955"/>
            <a:ext cx="8778782"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236474278" name="Text Placeholder 3"/>
          <p:cNvSpPr>
            <a:spLocks noGrp="1"/>
          </p:cNvSpPr>
          <p:nvPr>
            <p:ph type="body" sz="quarter" idx="15"/>
          </p:nvPr>
        </p:nvSpPr>
        <p:spPr bwMode="auto">
          <a:xfrm>
            <a:off x="1237265" y="2263564"/>
            <a:ext cx="87750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Tree>
    <p:extLst>
      <p:ext uri="{BB962C8B-B14F-4D97-AF65-F5344CB8AC3E}">
        <p14:creationId xmlns:p14="http://schemas.microsoft.com/office/powerpoint/2010/main" val="3945298298"/>
      </p:ext>
    </p:extLst>
  </p:cSld>
  <p:clrMapOvr>
    <a:masterClrMapping/>
  </p:clrMapOvr>
</p:sldLayout>
</file>

<file path=ppt/slideLayouts/slideLayout461.xml><?xml version="1.0" encoding="utf-8"?>
<p:sldLayout xmlns:a="http://schemas.openxmlformats.org/drawingml/2006/main" xmlns:r="http://schemas.openxmlformats.org/officeDocument/2006/relationships" xmlns:p="http://schemas.openxmlformats.org/presentationml/2006/main" showMasterPhAnim="0" preserve="1" userDrawn="1">
  <p:cSld name="Knowledge Check">
    <p:spTree>
      <p:nvGrpSpPr>
        <p:cNvPr id="1" name=""/>
        <p:cNvGrpSpPr/>
        <p:nvPr/>
      </p:nvGrpSpPr>
      <p:grpSpPr bwMode="auto">
        <a:xfrm>
          <a:off x="0" y="0"/>
          <a:ext cx="0" cy="0"/>
          <a:chOff x="0" y="0"/>
          <a:chExt cx="0" cy="0"/>
        </a:xfrm>
      </p:grpSpPr>
      <p:sp>
        <p:nvSpPr>
          <p:cNvPr id="1397084992"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07923908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731195087" name="Rounded Rectangle 3_1"/>
          <p:cNvSpPr/>
          <p:nvPr userDrawn="1"/>
        </p:nvSpPr>
        <p:spPr bwMode="auto">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ts val="0"/>
              </a:spcBef>
              <a:spcAft>
                <a:spcPts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982894123" name="Text Placeholder 11"/>
          <p:cNvSpPr>
            <a:spLocks noGrp="1"/>
          </p:cNvSpPr>
          <p:nvPr>
            <p:ph type="body" sz="quarter" idx="17"/>
          </p:nvPr>
        </p:nvSpPr>
        <p:spPr bwMode="auto">
          <a:xfrm>
            <a:off x="1235075" y="1594151"/>
            <a:ext cx="8778782" cy="399973"/>
          </a:xfrm>
          <a:prstGeom prst="rect">
            <a:avLst/>
          </a:prstGeom>
        </p:spPr>
        <p:txBody>
          <a:bodyPr anchor="t"/>
          <a:lstStyle>
            <a:lvl1pPr marL="0" indent="0">
              <a:spcBef>
                <a:spcPts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1277207280" name="Text Placeholder 3"/>
          <p:cNvSpPr>
            <a:spLocks noGrp="1"/>
          </p:cNvSpPr>
          <p:nvPr>
            <p:ph type="body" sz="quarter" idx="15"/>
          </p:nvPr>
        </p:nvSpPr>
        <p:spPr bwMode="auto">
          <a:xfrm>
            <a:off x="1237265" y="1994124"/>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grpSp>
        <p:nvGrpSpPr>
          <p:cNvPr id="589779465" name="Group 6"/>
          <p:cNvGrpSpPr/>
          <p:nvPr userDrawn="1"/>
        </p:nvGrpSpPr>
        <p:grpSpPr bwMode="auto">
          <a:xfrm>
            <a:off x="10107938" y="893763"/>
            <a:ext cx="1110600" cy="1110600"/>
            <a:chOff x="5540700" y="2116300"/>
            <a:chExt cx="1110600" cy="1110600"/>
          </a:xfrm>
        </p:grpSpPr>
        <p:sp>
          <p:nvSpPr>
            <p:cNvPr id="8" name="Oval 7"/>
            <p:cNvSpPr/>
            <p:nvPr/>
          </p:nvSpPr>
          <p:spPr bwMode="auto">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a:lnSpc>
                  <a:spcPct val="100000"/>
                </a:lnSpc>
                <a:spcBef>
                  <a:spcPts val="0"/>
                </a:spcBef>
                <a:spcAft>
                  <a:spcPts val="0"/>
                </a:spcAft>
                <a:buClrTx/>
                <a:buSzTx/>
                <a:buFontTx/>
                <a:buNone/>
                <a:defRPr/>
              </a:pPr>
              <a:endParaRPr lang="en-US" sz="1800" b="0" i="0" u="none" strike="noStrike" cap="none" spc="0">
                <a:ln>
                  <a:noFill/>
                </a:ln>
                <a:solidFill>
                  <a:srgbClr val="FFFFFF"/>
                </a:solidFill>
                <a:latin typeface="Segoe UI"/>
                <a:ea typeface="+mn-ea"/>
                <a:cs typeface="+mn-cs"/>
              </a:endParaRPr>
            </a:p>
          </p:txBody>
        </p:sp>
        <p:pic>
          <p:nvPicPr>
            <p:cNvPr id="9" name="Picture 8"/>
            <p:cNvPicPr/>
            <p:nvPr/>
          </p:nvPicPr>
          <p:blipFill rotWithShape="1">
            <a:blip r:embed="rId2"/>
            <a:stretch/>
          </p:blipFill>
          <p:spPr bwMode="auto">
            <a:xfrm>
              <a:off x="5749602" y="2325202"/>
              <a:ext cx="692796" cy="692796"/>
            </a:xfrm>
            <a:prstGeom prst="rect">
              <a:avLst/>
            </a:prstGeom>
            <a:noFill/>
          </p:spPr>
        </p:pic>
      </p:grpSp>
      <p:sp>
        <p:nvSpPr>
          <p:cNvPr id="558155816" name="Text Placeholder 11"/>
          <p:cNvSpPr>
            <a:spLocks noGrp="1"/>
          </p:cNvSpPr>
          <p:nvPr>
            <p:ph type="body" sz="quarter" idx="20"/>
          </p:nvPr>
        </p:nvSpPr>
        <p:spPr bwMode="auto">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defRPr/>
            </a:pPr>
            <a:r>
              <a:rPr lang="en-US"/>
              <a:t>Click to edit Master text styles</a:t>
            </a:r>
            <a:endParaRPr/>
          </a:p>
        </p:txBody>
      </p:sp>
      <p:sp>
        <p:nvSpPr>
          <p:cNvPr id="736009632" name="Text Placeholder 3"/>
          <p:cNvSpPr>
            <a:spLocks noGrp="1"/>
          </p:cNvSpPr>
          <p:nvPr>
            <p:ph type="body" sz="quarter" idx="21"/>
          </p:nvPr>
        </p:nvSpPr>
        <p:spPr bwMode="auto">
          <a:xfrm>
            <a:off x="1237265" y="4898755"/>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590245843" name="Text Placeholder 11"/>
          <p:cNvSpPr>
            <a:spLocks noGrp="1"/>
          </p:cNvSpPr>
          <p:nvPr>
            <p:ph type="body" sz="quarter" idx="22"/>
          </p:nvPr>
        </p:nvSpPr>
        <p:spPr bwMode="auto">
          <a:xfrm>
            <a:off x="1235075" y="3042690"/>
            <a:ext cx="8778782" cy="406323"/>
          </a:xfrm>
          <a:prstGeom prst="rect">
            <a:avLst/>
          </a:prstGeom>
        </p:spPr>
        <p:txBody>
          <a:bodyPr anchor="t"/>
          <a:lstStyle>
            <a:lvl1pPr marL="0" indent="0">
              <a:spcBef>
                <a:spcPts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722350056" name="Text Placeholder 3"/>
          <p:cNvSpPr>
            <a:spLocks noGrp="1"/>
          </p:cNvSpPr>
          <p:nvPr>
            <p:ph type="body" sz="quarter" idx="23"/>
          </p:nvPr>
        </p:nvSpPr>
        <p:spPr bwMode="auto">
          <a:xfrm>
            <a:off x="1237265" y="3449013"/>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3172863000"/>
      </p:ext>
    </p:extLst>
  </p:cSld>
  <p:clrMapOvr>
    <a:masterClrMapping/>
  </p:clrMapOvr>
</p:sldLayout>
</file>

<file path=ppt/slideLayouts/slideLayout462.xml><?xml version="1.0" encoding="utf-8"?>
<p:sldLayout xmlns:a="http://schemas.openxmlformats.org/drawingml/2006/main" xmlns:r="http://schemas.openxmlformats.org/officeDocument/2006/relationships" xmlns:p="http://schemas.openxmlformats.org/presentationml/2006/main" showMasterPhAnim="0" preserve="1" userDrawn="1">
  <p:cSld name="LearningPath1_WmGray">
    <p:bg>
      <p:bgPr>
        <a:solidFill>
          <a:srgbClr val="E8E6DF"/>
        </a:solidFill>
        <a:effectLst/>
      </p:bgPr>
    </p:bg>
    <p:spTree>
      <p:nvGrpSpPr>
        <p:cNvPr id="1" name=""/>
        <p:cNvGrpSpPr/>
        <p:nvPr/>
      </p:nvGrpSpPr>
      <p:grpSpPr bwMode="auto">
        <a:xfrm>
          <a:off x="0" y="0"/>
          <a:ext cx="0" cy="0"/>
          <a:chOff x="0" y="0"/>
          <a:chExt cx="0" cy="0"/>
        </a:xfrm>
      </p:grpSpPr>
      <p:sp>
        <p:nvSpPr>
          <p:cNvPr id="192923801"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68939865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391344529" name="Graphic 5"/>
          <p:cNvPicPr>
            <a:picLocks noChangeAspect="1"/>
          </p:cNvPicPr>
          <p:nvPr userDrawn="1"/>
        </p:nvPicPr>
        <p:blipFill rotWithShape="1">
          <a:blip r:embed="rId2"/>
          <a:stretch/>
        </p:blipFill>
        <p:spPr bwMode="auto">
          <a:xfrm>
            <a:off x="-1" y="2827846"/>
            <a:ext cx="12192001" cy="3035200"/>
          </a:xfrm>
          <a:prstGeom prst="rect">
            <a:avLst/>
          </a:prstGeom>
        </p:spPr>
      </p:pic>
    </p:spTree>
    <p:extLst>
      <p:ext uri="{BB962C8B-B14F-4D97-AF65-F5344CB8AC3E}">
        <p14:creationId xmlns:p14="http://schemas.microsoft.com/office/powerpoint/2010/main" val="31871830"/>
      </p:ext>
    </p:extLst>
  </p:cSld>
  <p:clrMapOvr>
    <a:masterClrMapping/>
  </p:clrMapOvr>
</p:sldLayout>
</file>

<file path=ppt/slideLayouts/slideLayout463.xml><?xml version="1.0" encoding="utf-8"?>
<p:sldLayout xmlns:a="http://schemas.openxmlformats.org/drawingml/2006/main" xmlns:r="http://schemas.openxmlformats.org/officeDocument/2006/relationships" xmlns:p="http://schemas.openxmlformats.org/presentationml/2006/main" showMasterPhAnim="0" preserve="1" userDrawn="1">
  <p:cSld name="LearningPath3_OffWhite">
    <p:bg>
      <p:bgPr>
        <a:solidFill>
          <a:srgbClr val="F4F3F5"/>
        </a:solidFill>
        <a:effectLst/>
      </p:bgPr>
    </p:bg>
    <p:spTree>
      <p:nvGrpSpPr>
        <p:cNvPr id="1" name=""/>
        <p:cNvGrpSpPr/>
        <p:nvPr/>
      </p:nvGrpSpPr>
      <p:grpSpPr bwMode="auto">
        <a:xfrm>
          <a:off x="0" y="0"/>
          <a:ext cx="0" cy="0"/>
          <a:chOff x="0" y="0"/>
          <a:chExt cx="0" cy="0"/>
        </a:xfrm>
      </p:grpSpPr>
      <p:sp>
        <p:nvSpPr>
          <p:cNvPr id="1501524097"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01380642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861320686" name="Graphic 4"/>
          <p:cNvPicPr>
            <a:picLocks noChangeAspect="1"/>
          </p:cNvPicPr>
          <p:nvPr userDrawn="1"/>
        </p:nvPicPr>
        <p:blipFill rotWithShape="1">
          <a:blip r:embed="rId2"/>
          <a:stretch/>
        </p:blipFill>
        <p:spPr bwMode="auto">
          <a:xfrm>
            <a:off x="-1" y="3144660"/>
            <a:ext cx="12192001" cy="3035200"/>
          </a:xfrm>
          <a:prstGeom prst="rect">
            <a:avLst/>
          </a:prstGeom>
        </p:spPr>
      </p:pic>
    </p:spTree>
    <p:extLst>
      <p:ext uri="{BB962C8B-B14F-4D97-AF65-F5344CB8AC3E}">
        <p14:creationId xmlns:p14="http://schemas.microsoft.com/office/powerpoint/2010/main" val="33115850"/>
      </p:ext>
    </p:extLst>
  </p:cSld>
  <p:clrMapOvr>
    <a:masterClrMapping/>
  </p:clrMapOvr>
</p:sldLayout>
</file>

<file path=ppt/slideLayouts/slideLayout464.xml><?xml version="1.0" encoding="utf-8"?>
<p:sldLayout xmlns:a="http://schemas.openxmlformats.org/drawingml/2006/main" xmlns:r="http://schemas.openxmlformats.org/officeDocument/2006/relationships" xmlns:p="http://schemas.openxmlformats.org/presentationml/2006/main" showMasterPhAnim="0" preserve="1" userDrawn="1">
  <p:cSld name="Developer code full page">
    <p:bg>
      <p:bgPr>
        <a:solidFill>
          <a:srgbClr val="E8E6DF"/>
        </a:solidFill>
        <a:effectLst/>
      </p:bgPr>
    </p:bg>
    <p:spTree>
      <p:nvGrpSpPr>
        <p:cNvPr id="1" name=""/>
        <p:cNvGrpSpPr/>
        <p:nvPr/>
      </p:nvGrpSpPr>
      <p:grpSpPr bwMode="auto">
        <a:xfrm>
          <a:off x="0" y="0"/>
          <a:ext cx="0" cy="0"/>
          <a:chOff x="0" y="0"/>
          <a:chExt cx="0" cy="0"/>
        </a:xfrm>
      </p:grpSpPr>
      <p:sp>
        <p:nvSpPr>
          <p:cNvPr id="965359656" name="Text Placeholder 14"/>
          <p:cNvSpPr>
            <a:spLocks noGrp="1"/>
          </p:cNvSpPr>
          <p:nvPr>
            <p:ph type="body" sz="quarter" idx="13" hasCustomPrompt="1"/>
          </p:nvPr>
        </p:nvSpPr>
        <p:spPr bwMode="auto">
          <a:xfrm>
            <a:off x="0" y="0"/>
            <a:ext cx="3788358" cy="446148"/>
          </a:xfrm>
          <a:prstGeom prst="rect">
            <a:avLst/>
          </a:prstGeom>
          <a:gradFill>
            <a:gsLst>
              <a:gs pos="0">
                <a:srgbClr val="000000"/>
              </a:gs>
              <a:gs pos="92000">
                <a:srgbClr val="000000"/>
              </a:gs>
              <a:gs pos="92000">
                <a:schemeClr val="accent3"/>
              </a:gs>
            </a:gsLst>
            <a:lin ang="16200000" scaled="1"/>
          </a:gradFill>
        </p:spPr>
        <p:txBody>
          <a:bodyPr vert="horz" wrap="square" lIns="585216" tIns="91440" rIns="0" bIns="45720" rtlCol="0">
            <a:spAutoFit/>
          </a:bodyPr>
          <a:lstStyle>
            <a:lvl1pPr marL="0" indent="0">
              <a:buNone/>
              <a:defRPr lang="en-US" sz="2000" b="0" i="0" u="none" strike="noStrike" cap="none">
                <a:ln>
                  <a:noFill/>
                </a:ln>
                <a:solidFill>
                  <a:srgbClr val="FFFFFF"/>
                </a:solidFill>
                <a:latin typeface="Segoe UI Semibold"/>
              </a:defRPr>
            </a:lvl1pPr>
          </a:lstStyle>
          <a:p>
            <a:pPr marL="228600" lvl="0" indent="-228600">
              <a:defRPr/>
            </a:pPr>
            <a:r>
              <a:rPr lang="en-US"/>
              <a:t>Click to enter title</a:t>
            </a:r>
            <a:endParaRPr/>
          </a:p>
        </p:txBody>
      </p:sp>
      <p:sp>
        <p:nvSpPr>
          <p:cNvPr id="642368486" name="Footer Placeholder 10"/>
          <p:cNvSpPr>
            <a:spLocks noGrp="1"/>
          </p:cNvSpPr>
          <p:nvPr>
            <p:ph type="ftr" sz="quarter" idx="3"/>
          </p:nvPr>
        </p:nvSpPr>
        <p:spPr bwMode="auto">
          <a:xfrm>
            <a:off x="7448551" y="6421083"/>
            <a:ext cx="4151312" cy="197976"/>
          </a:xfrm>
          <a:prstGeom prst="rect">
            <a:avLst/>
          </a:prstGeom>
        </p:spPr>
        <p:txBody>
          <a:bodyPr vert="horz" lIns="0" tIns="0" rIns="0" bIns="0" rtlCol="0" anchor="ctr"/>
          <a:lstStyle>
            <a:lvl1pPr marL="0" algn="r"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172437723" name="Text Placeholder 3"/>
          <p:cNvSpPr txBox="1"/>
          <p:nvPr userDrawn="1"/>
        </p:nvSpPr>
        <p:spPr bwMode="auto">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a:lnSpc>
                <a:spcPct val="150000"/>
              </a:lnSpc>
              <a:spcBef>
                <a:spcPts val="0"/>
              </a:spcBef>
              <a:spcAft>
                <a:spcPts val="600"/>
              </a:spcAft>
              <a:buClr>
                <a:schemeClr val="bg1"/>
              </a:buClr>
              <a:buSzPct val="120000"/>
              <a:buFontTx/>
              <a:buNone/>
              <a:defRPr lang="en-US" sz="1400" b="0" i="0">
                <a:solidFill>
                  <a:schemeClr val="tx1"/>
                </a:solidFill>
                <a:latin typeface="Consolas"/>
                <a:ea typeface="Segoe UI Semibold"/>
                <a:cs typeface="Segoe UI Semibold"/>
              </a:defRPr>
            </a:lvl1pPr>
            <a:lvl2pPr marL="0" indent="0" algn="l" defTabSz="914132" rtl="0">
              <a:lnSpc>
                <a:spcPct val="110000"/>
              </a:lnSpc>
              <a:spcBef>
                <a:spcPts val="0"/>
              </a:spcBef>
              <a:spcAft>
                <a:spcPts val="600"/>
              </a:spcAft>
              <a:buClrTx/>
              <a:buSzPct val="110000"/>
              <a:buFont typeface="Arial"/>
              <a:buNone/>
              <a:defRPr lang="en-US" sz="2000" b="0" i="0">
                <a:solidFill>
                  <a:schemeClr val="tx1"/>
                </a:solidFill>
                <a:latin typeface="Segoe UI"/>
                <a:ea typeface="Segoe UI"/>
                <a:cs typeface="Segoe UI"/>
              </a:defRPr>
            </a:lvl2pPr>
            <a:lvl3pPr marL="288924" indent="-222250" algn="l" defTabSz="914132" rtl="0">
              <a:lnSpc>
                <a:spcPct val="110000"/>
              </a:lnSpc>
              <a:spcBef>
                <a:spcPts val="0"/>
              </a:spcBef>
              <a:spcAft>
                <a:spcPts val="600"/>
              </a:spcAft>
              <a:buClrTx/>
              <a:buSzPct val="120000"/>
              <a:buFont typeface="Arial"/>
              <a:buChar char="•"/>
              <a:defRPr lang="en-US" sz="2000" b="0" i="0">
                <a:solidFill>
                  <a:schemeClr val="tx1"/>
                </a:solidFill>
                <a:latin typeface="Segoe UI"/>
                <a:ea typeface="Segoe UI"/>
                <a:cs typeface="Segoe UI"/>
              </a:defRPr>
            </a:lvl3pPr>
            <a:lvl4pPr marL="631825" indent="-182880" algn="l" defTabSz="914132" rtl="0">
              <a:lnSpc>
                <a:spcPct val="110000"/>
              </a:lnSpc>
              <a:spcBef>
                <a:spcPts val="0"/>
              </a:spcBef>
              <a:spcAft>
                <a:spcPts val="600"/>
              </a:spcAft>
              <a:buClrTx/>
              <a:buFont typeface="Arial"/>
              <a:buChar char="•"/>
              <a:defRPr lang="en-US" sz="1800" b="0" i="0">
                <a:solidFill>
                  <a:schemeClr val="tx1"/>
                </a:solidFill>
                <a:latin typeface="Segoe UI"/>
                <a:ea typeface="Segoe UI"/>
                <a:cs typeface="Segoe UI"/>
              </a:defRPr>
            </a:lvl4pPr>
            <a:lvl5pPr marL="1162685" indent="-194310" algn="l" defTabSz="914132" rtl="0">
              <a:lnSpc>
                <a:spcPct val="110000"/>
              </a:lnSpc>
              <a:spcBef>
                <a:spcPts val="500"/>
              </a:spcBef>
              <a:buClr>
                <a:schemeClr val="tx1"/>
              </a:buClr>
              <a:buFont typeface="Arial"/>
              <a:buChar char="•"/>
              <a:defRPr lang="en-US" sz="1600" b="0" i="0">
                <a:solidFill>
                  <a:schemeClr val="tx1"/>
                </a:solidFill>
                <a:latin typeface="Segoe UI"/>
                <a:ea typeface="Segoe UI"/>
                <a:cs typeface="Segoe UI"/>
              </a:defRPr>
            </a:lvl5pPr>
            <a:lvl6pPr marL="1873781" indent="-228533" algn="l" defTabSz="914132" rtl="0">
              <a:lnSpc>
                <a:spcPct val="110000"/>
              </a:lnSpc>
              <a:spcBef>
                <a:spcPts val="500"/>
              </a:spcBef>
              <a:buFont typeface="Arial"/>
              <a:buChar char="•"/>
              <a:defRPr sz="1400">
                <a:solidFill>
                  <a:schemeClr val="tx1"/>
                </a:solidFill>
                <a:latin typeface="+mn-lt"/>
                <a:ea typeface="+mn-ea"/>
                <a:cs typeface="+mn-cs"/>
              </a:defRPr>
            </a:lvl6pPr>
            <a:lvl7pPr marL="2970926" indent="-228533" algn="l" defTabSz="914132" rtl="0">
              <a:lnSpc>
                <a:spcPct val="90000"/>
              </a:lnSpc>
              <a:spcBef>
                <a:spcPts val="500"/>
              </a:spcBef>
              <a:buFont typeface="Arial"/>
              <a:buChar char="•"/>
              <a:defRPr sz="1900">
                <a:solidFill>
                  <a:schemeClr val="tx1"/>
                </a:solidFill>
                <a:latin typeface="+mn-lt"/>
                <a:ea typeface="+mn-ea"/>
                <a:cs typeface="+mn-cs"/>
              </a:defRPr>
            </a:lvl7pPr>
            <a:lvl8pPr marL="3427992" indent="-228533" algn="l" defTabSz="914132" rtl="0">
              <a:lnSpc>
                <a:spcPct val="90000"/>
              </a:lnSpc>
              <a:spcBef>
                <a:spcPts val="500"/>
              </a:spcBef>
              <a:buFont typeface="Arial"/>
              <a:buChar char="•"/>
              <a:defRPr sz="1900">
                <a:solidFill>
                  <a:schemeClr val="tx1"/>
                </a:solidFill>
                <a:latin typeface="+mn-lt"/>
                <a:ea typeface="+mn-ea"/>
                <a:cs typeface="+mn-cs"/>
              </a:defRPr>
            </a:lvl8pPr>
            <a:lvl9pPr marL="3885057" indent="-228533" algn="l" defTabSz="914132" rtl="0">
              <a:lnSpc>
                <a:spcPct val="90000"/>
              </a:lnSpc>
              <a:spcBef>
                <a:spcPts val="500"/>
              </a:spcBef>
              <a:buFont typeface="Arial"/>
              <a:buChar char="•"/>
              <a:defRPr sz="1900">
                <a:solidFill>
                  <a:schemeClr val="tx1"/>
                </a:solidFill>
                <a:latin typeface="+mn-lt"/>
                <a:ea typeface="+mn-ea"/>
                <a:cs typeface="+mn-cs"/>
              </a:defRPr>
            </a:lvl9pPr>
          </a:lstStyle>
          <a:p>
            <a:pPr marL="0" marR="0" lvl="0" indent="0" algn="l" defTabSz="914132" rtl="0">
              <a:lnSpc>
                <a:spcPct val="150000"/>
              </a:lnSpc>
              <a:spcBef>
                <a:spcPts val="0"/>
              </a:spcBef>
              <a:spcAft>
                <a:spcPts val="600"/>
              </a:spcAft>
              <a:buClr>
                <a:srgbClr val="E9E9E9"/>
              </a:buClr>
              <a:buSzPct val="120000"/>
              <a:buFontTx/>
              <a:buNone/>
              <a:defRPr/>
            </a:pPr>
            <a:endParaRPr lang="en-US" sz="1400" b="0" i="0" u="none" strike="noStrike" cap="none" spc="0">
              <a:ln>
                <a:noFill/>
              </a:ln>
              <a:solidFill>
                <a:srgbClr val="000000"/>
              </a:solidFill>
              <a:latin typeface="Consolas"/>
              <a:cs typeface="Segoe UI Semibold"/>
            </a:endParaRPr>
          </a:p>
        </p:txBody>
      </p:sp>
      <p:sp>
        <p:nvSpPr>
          <p:cNvPr id="697954626" name="Text Placeholder 4" descr="This layout should only be used for developer code. The font used is a monospace font which is ideal for showing code."/>
          <p:cNvSpPr>
            <a:spLocks noGrp="1"/>
          </p:cNvSpPr>
          <p:nvPr>
            <p:ph type="body" sz="quarter" idx="11" hasCustomPrompt="1"/>
          </p:nvPr>
        </p:nvSpPr>
        <p:spPr bwMode="auto">
          <a:xfrm>
            <a:off x="579438" y="1083733"/>
            <a:ext cx="11020424" cy="4885267"/>
          </a:xfrm>
        </p:spPr>
        <p:txBody>
          <a:bodyPr/>
          <a:lstStyle>
            <a:lvl1pPr marL="0" indent="0">
              <a:buNone/>
              <a:defRPr sz="1400">
                <a:solidFill>
                  <a:srgbClr val="2F2F2F"/>
                </a:solidFill>
                <a:latin typeface="Consolas"/>
                <a:cs typeface="Consolas"/>
              </a:defRPr>
            </a:lvl1pPr>
            <a:lvl2pPr marL="346448" indent="0">
              <a:buNone/>
              <a:defRPr sz="2400">
                <a:gradFill>
                  <a:gsLst>
                    <a:gs pos="43000">
                      <a:schemeClr val="tx1"/>
                    </a:gs>
                    <a:gs pos="61049">
                      <a:schemeClr val="tx1"/>
                    </a:gs>
                  </a:gsLst>
                  <a:lin ang="5400000" scaled="0"/>
                </a:gradFill>
                <a:latin typeface="Consolas"/>
                <a:cs typeface="Consolas"/>
              </a:defRPr>
            </a:lvl2pPr>
            <a:lvl3pPr marL="584432" indent="0">
              <a:buNone/>
              <a:defRPr sz="2000">
                <a:gradFill>
                  <a:gsLst>
                    <a:gs pos="43000">
                      <a:schemeClr val="tx1"/>
                    </a:gs>
                    <a:gs pos="61049">
                      <a:schemeClr val="tx1"/>
                    </a:gs>
                  </a:gsLst>
                  <a:lin ang="5400000" scaled="0"/>
                </a:gradFill>
                <a:latin typeface="Consolas"/>
                <a:cs typeface="Consolas"/>
              </a:defRPr>
            </a:lvl3pPr>
            <a:lvl4pPr marL="814319" indent="0">
              <a:buNone/>
              <a:defRPr sz="1800">
                <a:gradFill>
                  <a:gsLst>
                    <a:gs pos="43000">
                      <a:schemeClr val="tx1"/>
                    </a:gs>
                    <a:gs pos="61049">
                      <a:schemeClr val="tx1"/>
                    </a:gs>
                  </a:gsLst>
                  <a:lin ang="5400000" scaled="0"/>
                </a:gradFill>
                <a:latin typeface="Consolas"/>
                <a:cs typeface="Consolas"/>
              </a:defRPr>
            </a:lvl4pPr>
            <a:lvl5pPr marL="1050682" indent="0">
              <a:buNone/>
              <a:defRPr sz="1800">
                <a:gradFill>
                  <a:gsLst>
                    <a:gs pos="43000">
                      <a:schemeClr val="tx1"/>
                    </a:gs>
                    <a:gs pos="61049">
                      <a:schemeClr val="tx1"/>
                    </a:gs>
                  </a:gsLst>
                  <a:lin ang="5400000" scaled="0"/>
                </a:gradFill>
                <a:latin typeface="Consolas"/>
                <a:cs typeface="Consolas"/>
              </a:defRPr>
            </a:lvl5pPr>
          </a:lstStyle>
          <a:p>
            <a:pPr lvl="0">
              <a:defRPr/>
            </a:pPr>
            <a:r>
              <a:rPr lang="en-US"/>
              <a:t>Click to edit or paste code</a:t>
            </a:r>
            <a:endParaRPr/>
          </a:p>
        </p:txBody>
      </p:sp>
    </p:spTree>
    <p:extLst>
      <p:ext uri="{BB962C8B-B14F-4D97-AF65-F5344CB8AC3E}">
        <p14:creationId xmlns:p14="http://schemas.microsoft.com/office/powerpoint/2010/main" val="2352814902"/>
      </p:ext>
    </p:extLst>
  </p:cSld>
  <p:clrMapOvr>
    <a:overrideClrMapping bg1="lt1" tx1="dk1" bg2="lt2" tx2="dk2" accent1="accent1" accent2="accent2" accent3="accent3" accent4="accent4" accent5="accent5" accent6="accent6" hlink="hlink" folHlink="folHlink"/>
  </p:clrMapOvr>
</p:sldLayout>
</file>

<file path=ppt/slideLayouts/slideLayout465.xml><?xml version="1.0" encoding="utf-8"?>
<p:sldLayout xmlns:a="http://schemas.openxmlformats.org/drawingml/2006/main" xmlns:r="http://schemas.openxmlformats.org/officeDocument/2006/relationships" xmlns:p="http://schemas.openxmlformats.org/presentationml/2006/main" showMasterPhAnim="0" preserve="1" userDrawn="1">
  <p:cSld name="Developer code right">
    <p:bg>
      <p:bgPr>
        <a:solidFill>
          <a:srgbClr val="E8E6DF"/>
        </a:solidFill>
        <a:effectLst/>
      </p:bgPr>
    </p:bg>
    <p:spTree>
      <p:nvGrpSpPr>
        <p:cNvPr id="1" name=""/>
        <p:cNvGrpSpPr/>
        <p:nvPr/>
      </p:nvGrpSpPr>
      <p:grpSpPr bwMode="auto">
        <a:xfrm>
          <a:off x="0" y="0"/>
          <a:ext cx="0" cy="0"/>
          <a:chOff x="0" y="0"/>
          <a:chExt cx="0" cy="0"/>
        </a:xfrm>
      </p:grpSpPr>
      <p:sp>
        <p:nvSpPr>
          <p:cNvPr id="86810157" name="Rectangle 2"/>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000">
              <a:solidFill>
                <a:srgbClr val="FFFFFF"/>
              </a:solidFill>
              <a:ea typeface="Segoe UI"/>
              <a:cs typeface="Segoe UI"/>
            </a:endParaRPr>
          </a:p>
        </p:txBody>
      </p:sp>
      <p:sp>
        <p:nvSpPr>
          <p:cNvPr id="893897997" name="Title 1"/>
          <p:cNvSpPr>
            <a:spLocks noGrp="1"/>
          </p:cNvSpPr>
          <p:nvPr>
            <p:ph type="title"/>
          </p:nvPr>
        </p:nvSpPr>
        <p:spPr bwMode="auto">
          <a:xfrm>
            <a:off x="588262" y="585216"/>
            <a:ext cx="4042761"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80662516" name="Text Placeholder 3"/>
          <p:cNvSpPr>
            <a:spLocks noGrp="1"/>
          </p:cNvSpPr>
          <p:nvPr>
            <p:ph type="body" sz="quarter" idx="15"/>
          </p:nvPr>
        </p:nvSpPr>
        <p:spPr bwMode="auto">
          <a:xfrm>
            <a:off x="586388" y="1594155"/>
            <a:ext cx="4042761" cy="726353"/>
          </a:xfrm>
          <a:prstGeom prst="rect">
            <a:avLst/>
          </a:prstGeom>
        </p:spPr>
        <p:txBody>
          <a:bodyPr wrap="square">
            <a:spAutoFit/>
          </a:bodyPr>
          <a:lstStyle>
            <a:lvl1pPr marL="0" indent="0">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049337845" name="Text Placeholder 4" descr="This layout should only be used for developer code. The font used is a monospace font which is ideal for showing code."/>
          <p:cNvSpPr>
            <a:spLocks noGrp="1"/>
          </p:cNvSpPr>
          <p:nvPr>
            <p:ph type="body" sz="quarter" idx="11" hasCustomPrompt="1"/>
          </p:nvPr>
        </p:nvSpPr>
        <p:spPr bwMode="auto">
          <a:xfrm>
            <a:off x="5800725" y="582613"/>
            <a:ext cx="5799138" cy="5692775"/>
          </a:xfrm>
        </p:spPr>
        <p:txBody>
          <a:bodyPr/>
          <a:lstStyle>
            <a:lvl1pPr marL="0" indent="0">
              <a:buNone/>
              <a:defRPr sz="1400">
                <a:solidFill>
                  <a:srgbClr val="2F2F2F"/>
                </a:solidFill>
                <a:latin typeface="Consolas"/>
                <a:cs typeface="Consolas"/>
              </a:defRPr>
            </a:lvl1pPr>
            <a:lvl2pPr marL="346448" indent="0">
              <a:buNone/>
              <a:defRPr sz="2400">
                <a:gradFill>
                  <a:gsLst>
                    <a:gs pos="43000">
                      <a:schemeClr val="tx1"/>
                    </a:gs>
                    <a:gs pos="61049">
                      <a:schemeClr val="tx1"/>
                    </a:gs>
                  </a:gsLst>
                  <a:lin ang="5400000" scaled="0"/>
                </a:gradFill>
                <a:latin typeface="Consolas"/>
                <a:cs typeface="Consolas"/>
              </a:defRPr>
            </a:lvl2pPr>
            <a:lvl3pPr marL="584432" indent="0">
              <a:buNone/>
              <a:defRPr sz="2000">
                <a:gradFill>
                  <a:gsLst>
                    <a:gs pos="43000">
                      <a:schemeClr val="tx1"/>
                    </a:gs>
                    <a:gs pos="61049">
                      <a:schemeClr val="tx1"/>
                    </a:gs>
                  </a:gsLst>
                  <a:lin ang="5400000" scaled="0"/>
                </a:gradFill>
                <a:latin typeface="Consolas"/>
                <a:cs typeface="Consolas"/>
              </a:defRPr>
            </a:lvl3pPr>
            <a:lvl4pPr marL="814319" indent="0">
              <a:buNone/>
              <a:defRPr sz="1800">
                <a:gradFill>
                  <a:gsLst>
                    <a:gs pos="43000">
                      <a:schemeClr val="tx1"/>
                    </a:gs>
                    <a:gs pos="61049">
                      <a:schemeClr val="tx1"/>
                    </a:gs>
                  </a:gsLst>
                  <a:lin ang="5400000" scaled="0"/>
                </a:gradFill>
                <a:latin typeface="Consolas"/>
                <a:cs typeface="Consolas"/>
              </a:defRPr>
            </a:lvl4pPr>
            <a:lvl5pPr marL="1050682" indent="0">
              <a:buNone/>
              <a:defRPr sz="1800">
                <a:gradFill>
                  <a:gsLst>
                    <a:gs pos="43000">
                      <a:schemeClr val="tx1"/>
                    </a:gs>
                    <a:gs pos="61049">
                      <a:schemeClr val="tx1"/>
                    </a:gs>
                  </a:gsLst>
                  <a:lin ang="5400000" scaled="0"/>
                </a:gradFill>
                <a:latin typeface="Consolas"/>
                <a:cs typeface="Consolas"/>
              </a:defRPr>
            </a:lvl5pPr>
          </a:lstStyle>
          <a:p>
            <a:pPr lvl="0">
              <a:defRPr/>
            </a:pPr>
            <a:r>
              <a:rPr lang="en-US"/>
              <a:t>Click to edit or paste code</a:t>
            </a:r>
            <a:endParaRPr/>
          </a:p>
        </p:txBody>
      </p:sp>
    </p:spTree>
    <p:extLst>
      <p:ext uri="{BB962C8B-B14F-4D97-AF65-F5344CB8AC3E}">
        <p14:creationId xmlns:p14="http://schemas.microsoft.com/office/powerpoint/2010/main" val="2653235980"/>
      </p:ext>
    </p:extLst>
  </p:cSld>
  <p:clrMapOvr>
    <a:overrideClrMapping bg1="lt1" tx1="dk1" bg2="lt2" tx2="dk2" accent1="accent1" accent2="accent2" accent3="accent3" accent4="accent4" accent5="accent5" accent6="accent6" hlink="hlink" folHlink="folHlink"/>
  </p:clrMapOvr>
</p:sldLayout>
</file>

<file path=ppt/slideLayouts/slideLayout466.xml><?xml version="1.0" encoding="utf-8"?>
<p:sldLayout xmlns:a="http://schemas.openxmlformats.org/drawingml/2006/main" xmlns:r="http://schemas.openxmlformats.org/officeDocument/2006/relationships" xmlns:p="http://schemas.openxmlformats.org/presentationml/2006/main" showMasterPhAnim="0" preserve="1" userDrawn="1">
  <p:cSld name="Resources">
    <p:bg>
      <p:bgPr>
        <a:solidFill>
          <a:srgbClr val="E8E6DF"/>
        </a:solidFill>
        <a:effectLst/>
      </p:bgPr>
    </p:bg>
    <p:spTree>
      <p:nvGrpSpPr>
        <p:cNvPr id="1" name=""/>
        <p:cNvGrpSpPr/>
        <p:nvPr/>
      </p:nvGrpSpPr>
      <p:grpSpPr bwMode="auto">
        <a:xfrm>
          <a:off x="0" y="0"/>
          <a:ext cx="0" cy="0"/>
          <a:chOff x="0" y="0"/>
          <a:chExt cx="0" cy="0"/>
        </a:xfrm>
      </p:grpSpPr>
      <p:sp>
        <p:nvSpPr>
          <p:cNvPr id="37737648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060724774" name="Text Placeholder 3"/>
          <p:cNvSpPr>
            <a:spLocks noGrp="1"/>
          </p:cNvSpPr>
          <p:nvPr>
            <p:ph type="body" sz="quarter" idx="15"/>
          </p:nvPr>
        </p:nvSpPr>
        <p:spPr bwMode="auto">
          <a:xfrm>
            <a:off x="586388" y="1591056"/>
            <a:ext cx="8193024" cy="541687"/>
          </a:xfrm>
          <a:prstGeom prst="rect">
            <a:avLst/>
          </a:prstGeom>
        </p:spPr>
        <p:txBody>
          <a:bodyPr wrap="square">
            <a:spAutoFit/>
          </a:bodyPr>
          <a:lstStyle>
            <a:lvl1pPr marL="0" indent="0">
              <a:buFont typeface="Arial"/>
              <a:buNone/>
              <a:defRPr>
                <a:solidFill>
                  <a:schemeClr val="tx1"/>
                </a:solidFill>
                <a:latin typeface="+mj-lt"/>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p:txBody>
      </p:sp>
      <p:sp>
        <p:nvSpPr>
          <p:cNvPr id="1660147830" name="Text Placeholder 3"/>
          <p:cNvSpPr>
            <a:spLocks noGrp="1"/>
          </p:cNvSpPr>
          <p:nvPr>
            <p:ph type="body" sz="quarter" idx="19"/>
          </p:nvPr>
        </p:nvSpPr>
        <p:spPr bwMode="auto">
          <a:xfrm>
            <a:off x="586388" y="2081710"/>
            <a:ext cx="8193024" cy="1132618"/>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p:txBody>
      </p:sp>
      <p:sp>
        <p:nvSpPr>
          <p:cNvPr id="25721434" name="Text Placeholder 3"/>
          <p:cNvSpPr>
            <a:spLocks noGrp="1"/>
          </p:cNvSpPr>
          <p:nvPr>
            <p:ph type="body" sz="quarter" idx="20"/>
          </p:nvPr>
        </p:nvSpPr>
        <p:spPr bwMode="auto">
          <a:xfrm>
            <a:off x="586388" y="3587124"/>
            <a:ext cx="8193024" cy="541687"/>
          </a:xfrm>
          <a:prstGeom prst="rect">
            <a:avLst/>
          </a:prstGeom>
        </p:spPr>
        <p:txBody>
          <a:bodyPr wrap="square">
            <a:spAutoFit/>
          </a:bodyPr>
          <a:lstStyle>
            <a:lvl1pPr marL="0" indent="0">
              <a:buFont typeface="Arial"/>
              <a:buNone/>
              <a:defRPr>
                <a:solidFill>
                  <a:schemeClr val="tx1"/>
                </a:solidFill>
                <a:latin typeface="+mj-lt"/>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p:txBody>
      </p:sp>
      <p:sp>
        <p:nvSpPr>
          <p:cNvPr id="613406857" name="Text Placeholder 3"/>
          <p:cNvSpPr>
            <a:spLocks noGrp="1"/>
          </p:cNvSpPr>
          <p:nvPr>
            <p:ph type="body" sz="quarter" idx="21"/>
          </p:nvPr>
        </p:nvSpPr>
        <p:spPr bwMode="auto">
          <a:xfrm>
            <a:off x="586388" y="4077778"/>
            <a:ext cx="8193024" cy="1132618"/>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p:txBody>
      </p:sp>
      <p:sp>
        <p:nvSpPr>
          <p:cNvPr id="3415628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6442076"/>
      </p:ext>
    </p:extLst>
  </p:cSld>
  <p:clrMapOvr>
    <a:overrideClrMapping bg1="lt1" tx1="dk1" bg2="lt2" tx2="dk2" accent1="accent1" accent2="accent2" accent3="accent3" accent4="accent4" accent5="accent5" accent6="accent6" hlink="hlink" folHlink="folHlink"/>
  </p:clrMapOvr>
</p:sldLayout>
</file>

<file path=ppt/slideLayouts/slideLayout467.xml><?xml version="1.0" encoding="utf-8"?>
<p:sldLayout xmlns:a="http://schemas.openxmlformats.org/drawingml/2006/main" xmlns:r="http://schemas.openxmlformats.org/officeDocument/2006/relationships" xmlns:p="http://schemas.openxmlformats.org/presentationml/2006/main" showMasterPhAnim="0" preserve="1" userDrawn="1">
  <p:cSld name="Closing slide_with Logo">
    <p:bg>
      <p:bgPr>
        <a:solidFill>
          <a:srgbClr val="E8E6DF"/>
        </a:solidFill>
        <a:effectLst/>
      </p:bgPr>
    </p:bg>
    <p:spTree>
      <p:nvGrpSpPr>
        <p:cNvPr id="1" name=""/>
        <p:cNvGrpSpPr/>
        <p:nvPr/>
      </p:nvGrpSpPr>
      <p:grpSpPr bwMode="auto">
        <a:xfrm>
          <a:off x="0" y="0"/>
          <a:ext cx="0" cy="0"/>
          <a:chOff x="0" y="0"/>
          <a:chExt cx="0" cy="0"/>
        </a:xfrm>
      </p:grpSpPr>
      <p:pic>
        <p:nvPicPr>
          <p:cNvPr id="716185481" name="MS logo gray - EMF"/>
          <p:cNvPicPr>
            <a:picLocks noChangeAspect="1"/>
          </p:cNvPicPr>
          <p:nvPr userDrawn="1"/>
        </p:nvPicPr>
        <p:blipFill rotWithShape="1">
          <a:blip r:embed="rId2"/>
          <a:stretch/>
        </p:blipFill>
        <p:spPr bwMode="black">
          <a:xfrm>
            <a:off x="584200" y="585788"/>
            <a:ext cx="1366440" cy="292608"/>
          </a:xfrm>
          <a:prstGeom prst="rect">
            <a:avLst/>
          </a:prstGeom>
        </p:spPr>
      </p:pic>
      <p:sp>
        <p:nvSpPr>
          <p:cNvPr id="1527615860" name="Title 1"/>
          <p:cNvSpPr>
            <a:spLocks noGrp="1"/>
          </p:cNvSpPr>
          <p:nvPr>
            <p:ph type="title" hasCustomPrompt="1"/>
          </p:nvPr>
        </p:nvSpPr>
        <p:spPr bwMode="auto">
          <a:xfrm>
            <a:off x="588262" y="-612577"/>
            <a:ext cx="8193024" cy="307777"/>
          </a:xfrm>
        </p:spPr>
        <p:txBody>
          <a:bodyPr/>
          <a:lstStyle>
            <a:lvl1pPr>
              <a:defRPr sz="2000" b="0" i="0">
                <a:solidFill>
                  <a:srgbClr val="001F2D"/>
                </a:solidFill>
                <a:latin typeface="+mj-lt"/>
                <a:cs typeface="Segoe UI Semibold"/>
              </a:defRPr>
            </a:lvl1pPr>
          </a:lstStyle>
          <a:p>
            <a:pPr>
              <a:defRPr/>
            </a:pPr>
            <a:r>
              <a:rPr lang="en-US"/>
              <a:t>Final slide with logo</a:t>
            </a:r>
            <a:endParaRPr/>
          </a:p>
        </p:txBody>
      </p:sp>
      <p:sp>
        <p:nvSpPr>
          <p:cNvPr id="46050896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037244377"/>
      </p:ext>
    </p:extLst>
  </p:cSld>
  <p:clrMapOvr>
    <a:overrideClrMapping bg1="lt1" tx1="dk1" bg2="lt2" tx2="dk2" accent1="accent1" accent2="accent2" accent3="accent3" accent4="accent4" accent5="accent5" accent6="accent6" hlink="hlink" folHlink="folHlink"/>
  </p:clrMapOvr>
</p:sldLayout>
</file>

<file path=ppt/slideLayouts/slideLayout468.xml><?xml version="1.0" encoding="utf-8"?>
<p:sldLayout xmlns:a="http://schemas.openxmlformats.org/drawingml/2006/main" xmlns:r="http://schemas.openxmlformats.org/officeDocument/2006/relationships" xmlns:p="http://schemas.openxmlformats.org/presentationml/2006/main" showMasterPhAnim="0" preserve="1" userDrawn="1">
  <p:cSld name="2_Closing slide_with Logo">
    <p:bg>
      <p:bgPr>
        <a:solidFill>
          <a:srgbClr val="E8E6DF"/>
        </a:solidFill>
        <a:effectLst/>
      </p:bgPr>
    </p:bg>
    <p:spTree>
      <p:nvGrpSpPr>
        <p:cNvPr id="1" name=""/>
        <p:cNvGrpSpPr/>
        <p:nvPr/>
      </p:nvGrpSpPr>
      <p:grpSpPr bwMode="auto">
        <a:xfrm>
          <a:off x="0" y="0"/>
          <a:ext cx="0" cy="0"/>
          <a:chOff x="0" y="0"/>
          <a:chExt cx="0" cy="0"/>
        </a:xfrm>
      </p:grpSpPr>
      <p:pic>
        <p:nvPicPr>
          <p:cNvPr id="89364104" name="MS logo gray - EMF"/>
          <p:cNvPicPr>
            <a:picLocks noChangeAspect="1"/>
          </p:cNvPicPr>
          <p:nvPr userDrawn="1"/>
        </p:nvPicPr>
        <p:blipFill rotWithShape="1">
          <a:blip r:embed="rId2"/>
          <a:stretch/>
        </p:blipFill>
        <p:spPr bwMode="black">
          <a:xfrm>
            <a:off x="584200" y="585788"/>
            <a:ext cx="1366440" cy="292608"/>
          </a:xfrm>
          <a:prstGeom prst="rect">
            <a:avLst/>
          </a:prstGeom>
        </p:spPr>
      </p:pic>
      <p:sp>
        <p:nvSpPr>
          <p:cNvPr id="1240227523" name="Title 1"/>
          <p:cNvSpPr>
            <a:spLocks noGrp="1"/>
          </p:cNvSpPr>
          <p:nvPr>
            <p:ph type="title" hasCustomPrompt="1"/>
          </p:nvPr>
        </p:nvSpPr>
        <p:spPr bwMode="auto">
          <a:xfrm>
            <a:off x="588262" y="-616043"/>
            <a:ext cx="8193024" cy="307777"/>
          </a:xfrm>
        </p:spPr>
        <p:txBody>
          <a:bodyPr/>
          <a:lstStyle>
            <a:lvl1pPr>
              <a:defRPr sz="2000" b="0" i="0">
                <a:solidFill>
                  <a:srgbClr val="001F2D"/>
                </a:solidFill>
                <a:latin typeface="+mj-lt"/>
                <a:cs typeface="Segoe UI Semibold"/>
              </a:defRPr>
            </a:lvl1pPr>
          </a:lstStyle>
          <a:p>
            <a:pPr>
              <a:defRPr/>
            </a:pPr>
            <a:r>
              <a:rPr lang="en-US"/>
              <a:t>Final slide with logo</a:t>
            </a:r>
            <a:endParaRPr/>
          </a:p>
        </p:txBody>
      </p:sp>
      <p:sp>
        <p:nvSpPr>
          <p:cNvPr id="186741011" name="Text Placeholder 4"/>
          <p:cNvSpPr>
            <a:spLocks noGrp="1"/>
          </p:cNvSpPr>
          <p:nvPr>
            <p:ph type="body" sz="quarter" idx="12" hasCustomPrompt="1"/>
          </p:nvPr>
        </p:nvSpPr>
        <p:spPr bwMode="auto">
          <a:xfrm>
            <a:off x="585216" y="2080227"/>
            <a:ext cx="3361943" cy="553998"/>
          </a:xfrm>
          <a:prstGeom prst="rect">
            <a:avLst/>
          </a:prstGeom>
          <a:noFill/>
        </p:spPr>
        <p:txBody>
          <a:bodyPr wrap="square" lIns="0" tIns="0" rIns="0" bIns="0">
            <a:spAutoFit/>
          </a:bodyPr>
          <a:lstStyle>
            <a:lvl1pPr marL="0" indent="0" algn="l" defTabSz="457200" rtl="0">
              <a:lnSpc>
                <a:spcPct val="100000"/>
              </a:lnSpc>
              <a:spcBef>
                <a:spcPts val="0"/>
              </a:spcBef>
              <a:spcAft>
                <a:spcPts val="0"/>
              </a:spcAft>
              <a:buFont typeface="Arial"/>
              <a:buNone/>
              <a:defRPr lang="en-US" sz="3600" b="0" cap="none" spc="-50">
                <a:ln w="3175">
                  <a:noFill/>
                </a:ln>
                <a:solidFill>
                  <a:schemeClr val="accent3"/>
                </a:solidFill>
                <a:latin typeface="+mj-lt"/>
                <a:ea typeface="+mn-ea"/>
                <a:cs typeface="Segoe UI"/>
              </a:defRPr>
            </a:lvl1pPr>
          </a:lstStyle>
          <a:p>
            <a:pPr lvl="0">
              <a:defRPr/>
            </a:pPr>
            <a:r>
              <a:rPr lang="en-US"/>
              <a:t>Thank you.</a:t>
            </a:r>
            <a:endParaRPr/>
          </a:p>
        </p:txBody>
      </p:sp>
      <p:sp>
        <p:nvSpPr>
          <p:cNvPr id="51542225" name="Text Placeholder 8"/>
          <p:cNvSpPr>
            <a:spLocks noGrp="1"/>
          </p:cNvSpPr>
          <p:nvPr>
            <p:ph type="body" sz="quarter" idx="13"/>
          </p:nvPr>
        </p:nvSpPr>
        <p:spPr bwMode="auto">
          <a:xfrm>
            <a:off x="4485640" y="2276475"/>
            <a:ext cx="7114222" cy="1689098"/>
          </a:xfrm>
        </p:spPr>
        <p:txBody>
          <a:bodyPr/>
          <a:lstStyle>
            <a:lvl1pPr marL="0" indent="0" algn="l" defTabSz="457200" rtl="0">
              <a:lnSpc>
                <a:spcPct val="100000"/>
              </a:lnSpc>
              <a:spcBef>
                <a:spcPts val="0"/>
              </a:spcBef>
              <a:buNone/>
              <a:defRPr lang="en-US" sz="2000" b="0" cap="none" spc="-50">
                <a:ln w="3175">
                  <a:noFill/>
                </a:ln>
                <a:solidFill>
                  <a:schemeClr val="tx1"/>
                </a:solidFill>
                <a:latin typeface="+mn-lt"/>
                <a:ea typeface="+mn-ea"/>
                <a:cs typeface="Segoe UI"/>
              </a:defRPr>
            </a:lvl1pPr>
            <a:lvl2pPr marL="155448" indent="0">
              <a:buNone/>
              <a:defRPr lang="en-US" sz="2000" b="0" cap="none" spc="-50">
                <a:ln w="3175">
                  <a:noFill/>
                </a:ln>
                <a:solidFill>
                  <a:schemeClr val="bg1"/>
                </a:solidFill>
                <a:latin typeface="+mn-lt"/>
                <a:ea typeface="+mn-ea"/>
                <a:cs typeface="Segoe UI"/>
              </a:defRPr>
            </a:lvl2pPr>
            <a:lvl3pPr marL="265176" indent="0">
              <a:buNone/>
              <a:defRPr/>
            </a:lvl3pPr>
            <a:lvl4pPr marL="661988" indent="0">
              <a:buNone/>
              <a:defRPr/>
            </a:lvl4pPr>
            <a:lvl5pPr marL="855663" indent="0">
              <a:buNone/>
              <a:defRPr/>
            </a:lvl5pPr>
          </a:lstStyle>
          <a:p>
            <a:pPr lvl="0">
              <a:defRPr/>
            </a:pPr>
            <a:r>
              <a:rPr lang="en-US"/>
              <a:t>Click to edit Master text styles</a:t>
            </a:r>
            <a:endParaRPr/>
          </a:p>
        </p:txBody>
      </p:sp>
      <p:sp>
        <p:nvSpPr>
          <p:cNvPr id="112538790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57185187"/>
      </p:ext>
    </p:extLst>
  </p:cSld>
  <p:clrMapOvr>
    <a:overrideClrMapping bg1="lt1" tx1="dk1" bg2="lt2" tx2="dk2" accent1="accent1" accent2="accent2" accent3="accent3" accent4="accent4" accent5="accent5" accent6="accent6" hlink="hlink" folHlink="folHlink"/>
  </p:clrMapOvr>
</p:sldLayout>
</file>

<file path=ppt/slideLayouts/slideLayout469.xml><?xml version="1.0" encoding="utf-8"?>
<p:sldLayout xmlns:a="http://schemas.openxmlformats.org/drawingml/2006/main" xmlns:r="http://schemas.openxmlformats.org/officeDocument/2006/relationships" xmlns:p="http://schemas.openxmlformats.org/presentationml/2006/main" showMasterPhAnim="0" userDrawn="1">
  <p:cSld name="Title_Gradient_Dark Blue">
    <p:bg>
      <p:bgPr>
        <a:solidFill>
          <a:schemeClr val="bg2"/>
        </a:solidFill>
        <a:effectLst/>
      </p:bgPr>
    </p:bg>
    <p:spTree>
      <p:nvGrpSpPr>
        <p:cNvPr id="1" name=""/>
        <p:cNvGrpSpPr/>
        <p:nvPr/>
      </p:nvGrpSpPr>
      <p:grpSpPr bwMode="auto">
        <a:xfrm>
          <a:off x="0" y="0"/>
          <a:ext cx="0" cy="0"/>
          <a:chOff x="0" y="0"/>
          <a:chExt cx="0" cy="0"/>
        </a:xfrm>
      </p:grpSpPr>
      <p:pic>
        <p:nvPicPr>
          <p:cNvPr id="1081200549" name="Picture 6" descr="Background pattern&#10;&#10;Description automatically generated"/>
          <p:cNvPicPr>
            <a:picLocks noChangeAspect="1"/>
          </p:cNvPicPr>
          <p:nvPr userDrawn="1"/>
        </p:nvPicPr>
        <p:blipFill rotWithShape="1">
          <a:blip r:embed="rId2"/>
          <a:stretch/>
        </p:blipFill>
        <p:spPr bwMode="auto">
          <a:xfrm>
            <a:off x="0" y="0"/>
            <a:ext cx="12188952" cy="6856285"/>
          </a:xfrm>
          <a:prstGeom prst="rect">
            <a:avLst/>
          </a:prstGeom>
        </p:spPr>
      </p:pic>
      <p:pic>
        <p:nvPicPr>
          <p:cNvPr id="1643074266" name="MS logo white - EMF"/>
          <p:cNvPicPr>
            <a:picLocks noChangeAspect="1"/>
          </p:cNvPicPr>
          <p:nvPr userDrawn="1"/>
        </p:nvPicPr>
        <p:blipFill rotWithShape="1">
          <a:blip r:embed="rId3"/>
          <a:stretch/>
        </p:blipFill>
        <p:spPr bwMode="white">
          <a:xfrm>
            <a:off x="584200" y="585788"/>
            <a:ext cx="1366245" cy="292608"/>
          </a:xfrm>
          <a:prstGeom prst="rect">
            <a:avLst/>
          </a:prstGeom>
        </p:spPr>
      </p:pic>
      <p:sp>
        <p:nvSpPr>
          <p:cNvPr id="1796656420" name="Title 1"/>
          <p:cNvSpPr>
            <a:spLocks noGrp="1"/>
          </p:cNvSpPr>
          <p:nvPr>
            <p:ph type="title" hasCustomPrompt="1"/>
          </p:nvPr>
        </p:nvSpPr>
        <p:spPr bwMode="white">
          <a:xfrm>
            <a:off x="569911" y="2769057"/>
            <a:ext cx="8193024" cy="1231106"/>
          </a:xfrm>
          <a:prstGeom prst="rect">
            <a:avLst/>
          </a:prstGeom>
          <a:noFill/>
        </p:spPr>
        <p:txBody>
          <a:bodyPr wrap="square" lIns="0" tIns="0" rIns="0" bIns="0" anchor="b" anchorCtr="0">
            <a:spAutoFit/>
          </a:bodyPr>
          <a:lstStyle>
            <a:lvl1pPr>
              <a:defRPr sz="4000" b="0" i="0" spc="-50">
                <a:solidFill>
                  <a:schemeClr val="bg1"/>
                </a:solidFill>
                <a:latin typeface="+mn-lt"/>
                <a:cs typeface="Segoe UI"/>
              </a:defRPr>
            </a:lvl1pPr>
          </a:lstStyle>
          <a:p>
            <a:pPr>
              <a:defRPr/>
            </a:pPr>
            <a:r>
              <a:rPr lang="en-US"/>
              <a:t>Event name or </a:t>
            </a:r>
            <a:br>
              <a:rPr lang="en-US"/>
            </a:br>
            <a:r>
              <a:rPr lang="en-US"/>
              <a:t>presentation title</a:t>
            </a:r>
            <a:endParaRPr/>
          </a:p>
        </p:txBody>
      </p:sp>
      <p:sp>
        <p:nvSpPr>
          <p:cNvPr id="362435219" name="Text Placeholder 4"/>
          <p:cNvSpPr>
            <a:spLocks noGrp="1"/>
          </p:cNvSpPr>
          <p:nvPr>
            <p:ph type="body" sz="quarter" idx="12" hasCustomPrompt="1"/>
          </p:nvPr>
        </p:nvSpPr>
        <p:spPr bwMode="white">
          <a:xfrm>
            <a:off x="582042" y="4215827"/>
            <a:ext cx="8193024" cy="246221"/>
          </a:xfrm>
          <a:prstGeom prst="rect">
            <a:avLst/>
          </a:prstGeom>
          <a:noFill/>
        </p:spPr>
        <p:txBody>
          <a:bodyPr wrap="square" lIns="0" tIns="0" rIns="0" bIns="0">
            <a:spAutoFit/>
          </a:bodyPr>
          <a:lstStyle>
            <a:lvl1pPr marL="0" indent="0">
              <a:spcBef>
                <a:spcPts val="0"/>
              </a:spcBef>
              <a:buNone/>
              <a:defRPr sz="1600" spc="0">
                <a:solidFill>
                  <a:schemeClr val="bg1"/>
                </a:solidFill>
                <a:latin typeface="+mn-lt"/>
                <a:cs typeface="Segoe UI"/>
              </a:defRPr>
            </a:lvl1pPr>
          </a:lstStyle>
          <a:p>
            <a:pPr lvl="0">
              <a:defRPr/>
            </a:pPr>
            <a:r>
              <a:rPr lang="en-US"/>
              <a:t>Speaker name or subtitle</a:t>
            </a:r>
            <a:endParaRPr/>
          </a:p>
        </p:txBody>
      </p:sp>
      <p:sp>
        <p:nvSpPr>
          <p:cNvPr id="419142190" name="Text Placeholder 4"/>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ts val="0"/>
              </a:spcBef>
              <a:buNone/>
              <a:defRPr sz="1000" spc="0">
                <a:solidFill>
                  <a:schemeClr val="bg1"/>
                </a:solidFill>
                <a:latin typeface="+mn-lt"/>
                <a:cs typeface="Segoe UI"/>
              </a:defRPr>
            </a:lvl1pPr>
          </a:lstStyle>
          <a:p>
            <a:pPr lvl="0">
              <a:defRPr/>
            </a:pPr>
            <a:r>
              <a:rPr lang="en-US"/>
              <a:t>Date</a:t>
            </a:r>
            <a:endParaRPr/>
          </a:p>
        </p:txBody>
      </p:sp>
      <p:sp>
        <p:nvSpPr>
          <p:cNvPr id="948450110" name="Text Placeholder 4"/>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ts val="0"/>
              </a:spcBef>
              <a:buNone/>
              <a:defRPr sz="1000" spc="0">
                <a:solidFill>
                  <a:schemeClr val="bg1"/>
                </a:solidFill>
                <a:latin typeface="+mn-lt"/>
                <a:cs typeface="Segoe UI"/>
              </a:defRPr>
            </a:lvl1pPr>
          </a:lstStyle>
          <a:p>
            <a:pPr lvl="0">
              <a:defRPr/>
            </a:pPr>
            <a:r>
              <a:rPr lang="en-US"/>
              <a:t>Microsoft confidential</a:t>
            </a:r>
            <a:endParaRPr/>
          </a:p>
        </p:txBody>
      </p:sp>
    </p:spTree>
    <p:extLst>
      <p:ext uri="{BB962C8B-B14F-4D97-AF65-F5344CB8AC3E}">
        <p14:creationId xmlns:p14="http://schemas.microsoft.com/office/powerpoint/2010/main" val="541744219"/>
      </p:ext>
    </p:extLst>
  </p:cSld>
  <p:clrMapOvr>
    <a:masterClrMapping/>
  </p:clrMapOvr>
</p:sldLayout>
</file>

<file path=ppt/slideLayouts/slideLayout470.xml><?xml version="1.0" encoding="utf-8"?>
<p:sldLayout xmlns:a="http://schemas.openxmlformats.org/drawingml/2006/main" xmlns:r="http://schemas.openxmlformats.org/officeDocument/2006/relationships" xmlns:p="http://schemas.openxmlformats.org/presentationml/2006/main" showMasterPhAnim="0" userDrawn="1">
  <p:cSld name="Small title - half page">
    <p:spTree>
      <p:nvGrpSpPr>
        <p:cNvPr id="1" name=""/>
        <p:cNvGrpSpPr/>
        <p:nvPr/>
      </p:nvGrpSpPr>
      <p:grpSpPr bwMode="auto">
        <a:xfrm>
          <a:off x="0" y="0"/>
          <a:ext cx="0" cy="0"/>
          <a:chOff x="0" y="0"/>
          <a:chExt cx="0" cy="0"/>
        </a:xfrm>
      </p:grpSpPr>
      <p:sp>
        <p:nvSpPr>
          <p:cNvPr id="69018739" name="Title 2"/>
          <p:cNvSpPr>
            <a:spLocks noGrp="1"/>
          </p:cNvSpPr>
          <p:nvPr>
            <p:ph type="title" hasCustomPrompt="1"/>
          </p:nvPr>
        </p:nvSpPr>
        <p:spPr bwMode="auto">
          <a:xfrm>
            <a:off x="584200" y="457200"/>
            <a:ext cx="5508419" cy="372410"/>
          </a:xfrm>
        </p:spPr>
        <p:txBody>
          <a:bodyPr tIns="64008"/>
          <a:lstStyle>
            <a:lvl1pPr>
              <a:defRPr sz="2000" spc="0">
                <a:latin typeface="+mj-lt"/>
                <a:cs typeface="Segoe UI"/>
              </a:defRPr>
            </a:lvl1pPr>
          </a:lstStyle>
          <a:p>
            <a:pPr>
              <a:defRPr/>
            </a:pPr>
            <a:r>
              <a:rPr lang="en-US"/>
              <a:t>Click to edit title style</a:t>
            </a:r>
            <a:endParaRPr/>
          </a:p>
        </p:txBody>
      </p:sp>
      <p:sp>
        <p:nvSpPr>
          <p:cNvPr id="74377412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144114744"/>
      </p:ext>
    </p:extLst>
  </p:cSld>
  <p:clrMapOvr>
    <a:masterClrMapping/>
  </p:clrMapOvr>
</p:sldLayout>
</file>

<file path=ppt/slideLayouts/slideLayout471.xml><?xml version="1.0" encoding="utf-8"?>
<p:sldLayout xmlns:a="http://schemas.openxmlformats.org/drawingml/2006/main" xmlns:r="http://schemas.openxmlformats.org/officeDocument/2006/relationships" xmlns:p="http://schemas.openxmlformats.org/presentationml/2006/main" showMasterPhAnim="0" userDrawn="1">
  <p:cSld name="Blank">
    <p:spTree>
      <p:nvGrpSpPr>
        <p:cNvPr id="1" name=""/>
        <p:cNvGrpSpPr/>
        <p:nvPr/>
      </p:nvGrpSpPr>
      <p:grpSpPr bwMode="auto">
        <a:xfrm>
          <a:off x="0" y="0"/>
          <a:ext cx="0" cy="0"/>
          <a:chOff x="0" y="0"/>
          <a:chExt cx="0" cy="0"/>
        </a:xfrm>
      </p:grpSpPr>
      <p:sp>
        <p:nvSpPr>
          <p:cNvPr id="14040234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810461454"/>
      </p:ext>
    </p:extLst>
  </p:cSld>
  <p:clrMapOvr>
    <a:masterClrMapping/>
  </p:clrMapOvr>
</p:sldLayout>
</file>

<file path=ppt/slideLayouts/slideLayout472.xml><?xml version="1.0" encoding="utf-8"?>
<p:sldLayout xmlns:a="http://schemas.openxmlformats.org/drawingml/2006/main" xmlns:r="http://schemas.openxmlformats.org/officeDocument/2006/relationships" xmlns:p="http://schemas.openxmlformats.org/presentationml/2006/main" showMasterPhAnim="0" userDrawn="1">
  <p:cSld name="LearningPath2_WmGray">
    <p:bg>
      <p:bgPr>
        <a:solidFill>
          <a:srgbClr val="E8E6DF"/>
        </a:solidFill>
        <a:effectLst/>
      </p:bgPr>
    </p:bg>
    <p:spTree>
      <p:nvGrpSpPr>
        <p:cNvPr id="1" name=""/>
        <p:cNvGrpSpPr/>
        <p:nvPr/>
      </p:nvGrpSpPr>
      <p:grpSpPr bwMode="auto">
        <a:xfrm>
          <a:off x="0" y="0"/>
          <a:ext cx="0" cy="0"/>
          <a:chOff x="0" y="0"/>
          <a:chExt cx="0" cy="0"/>
        </a:xfrm>
      </p:grpSpPr>
      <p:sp>
        <p:nvSpPr>
          <p:cNvPr id="267681834"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84637824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38947731" name="Graphic 3"/>
          <p:cNvPicPr>
            <a:picLocks noChangeAspect="1"/>
          </p:cNvPicPr>
          <p:nvPr userDrawn="1"/>
        </p:nvPicPr>
        <p:blipFill rotWithShape="1">
          <a:blip r:embed="rId2"/>
          <a:stretch/>
        </p:blipFill>
        <p:spPr bwMode="auto">
          <a:xfrm>
            <a:off x="-1" y="3144660"/>
            <a:ext cx="12192001" cy="3035200"/>
          </a:xfrm>
          <a:prstGeom prst="rect">
            <a:avLst/>
          </a:prstGeom>
        </p:spPr>
      </p:pic>
    </p:spTree>
    <p:extLst>
      <p:ext uri="{BB962C8B-B14F-4D97-AF65-F5344CB8AC3E}">
        <p14:creationId xmlns:p14="http://schemas.microsoft.com/office/powerpoint/2010/main" val="1412083386"/>
      </p:ext>
    </p:extLst>
  </p:cSld>
  <p:clrMapOvr>
    <a:masterClrMapping/>
  </p:clrMapOvr>
</p:sldLayout>
</file>

<file path=ppt/slideLayouts/slideLayout473.xml><?xml version="1.0" encoding="utf-8"?>
<p:sldLayout xmlns:a="http://schemas.openxmlformats.org/drawingml/2006/main" xmlns:r="http://schemas.openxmlformats.org/officeDocument/2006/relationships" xmlns:p="http://schemas.openxmlformats.org/presentationml/2006/main" showMasterPhAnim="0" userDrawn="1">
  <p:cSld name="Text option_3 rows">
    <p:spTree>
      <p:nvGrpSpPr>
        <p:cNvPr id="1" name=""/>
        <p:cNvGrpSpPr/>
        <p:nvPr/>
      </p:nvGrpSpPr>
      <p:grpSpPr bwMode="auto">
        <a:xfrm>
          <a:off x="0" y="0"/>
          <a:ext cx="0" cy="0"/>
          <a:chOff x="0" y="0"/>
          <a:chExt cx="0" cy="0"/>
        </a:xfrm>
      </p:grpSpPr>
      <p:sp>
        <p:nvSpPr>
          <p:cNvPr id="1650466314" name="Text Placeholder 4"/>
          <p:cNvSpPr>
            <a:spLocks noGrp="1"/>
          </p:cNvSpPr>
          <p:nvPr>
            <p:ph type="body" sz="quarter" idx="11" hasCustomPrompt="1"/>
          </p:nvPr>
        </p:nvSpPr>
        <p:spPr bwMode="auto">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1326379482" name="Text Placeholder 4"/>
          <p:cNvSpPr>
            <a:spLocks noGrp="1"/>
          </p:cNvSpPr>
          <p:nvPr>
            <p:ph type="body" sz="quarter" idx="15" hasCustomPrompt="1"/>
          </p:nvPr>
        </p:nvSpPr>
        <p:spPr bwMode="auto">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1594228830" name="Text Placeholder 4"/>
          <p:cNvSpPr>
            <a:spLocks noGrp="1"/>
          </p:cNvSpPr>
          <p:nvPr>
            <p:ph type="body" sz="quarter" idx="17" hasCustomPrompt="1"/>
          </p:nvPr>
        </p:nvSpPr>
        <p:spPr bwMode="auto">
          <a:xfrm>
            <a:off x="1389460" y="3545276"/>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42010532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77408676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cxnSp>
        <p:nvCxnSpPr>
          <p:cNvPr id="1286874852" name="Straight Connector 6"/>
          <p:cNvCxnSpPr/>
          <p:nvPr userDrawn="1"/>
        </p:nvCxnSpPr>
        <p:spPr bwMode="auto">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1453039469" name="Straight Connector 7"/>
          <p:cNvCxnSpPr/>
          <p:nvPr userDrawn="1"/>
        </p:nvCxnSpPr>
        <p:spPr bwMode="auto">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0725823"/>
      </p:ext>
    </p:extLst>
  </p:cSld>
  <p:clrMapOvr>
    <a:masterClrMapping/>
  </p:clrMapOvr>
</p:sldLayout>
</file>

<file path=ppt/slideLayouts/slideLayout474.xml><?xml version="1.0" encoding="utf-8"?>
<p:sldLayout xmlns:a="http://schemas.openxmlformats.org/drawingml/2006/main" xmlns:r="http://schemas.openxmlformats.org/officeDocument/2006/relationships" xmlns:p="http://schemas.openxmlformats.org/presentationml/2006/main" showMasterPhAnim="0" userDrawn="1">
  <p:cSld name="Text option_4 rows">
    <p:spTree>
      <p:nvGrpSpPr>
        <p:cNvPr id="1" name=""/>
        <p:cNvGrpSpPr/>
        <p:nvPr/>
      </p:nvGrpSpPr>
      <p:grpSpPr bwMode="auto">
        <a:xfrm>
          <a:off x="0" y="0"/>
          <a:ext cx="0" cy="0"/>
          <a:chOff x="0" y="0"/>
          <a:chExt cx="0" cy="0"/>
        </a:xfrm>
      </p:grpSpPr>
      <p:sp>
        <p:nvSpPr>
          <p:cNvPr id="568690865" name="Text Placeholder 4"/>
          <p:cNvSpPr>
            <a:spLocks noGrp="1"/>
          </p:cNvSpPr>
          <p:nvPr>
            <p:ph type="body" sz="quarter" idx="11" hasCustomPrompt="1"/>
          </p:nvPr>
        </p:nvSpPr>
        <p:spPr bwMode="auto">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2013236968" name="Straight Connector 19"/>
          <p:cNvCxnSpPr/>
          <p:nvPr userDrawn="1"/>
        </p:nvCxnSpPr>
        <p:spPr bwMode="auto">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88661403" name="Text Placeholder 4"/>
          <p:cNvSpPr>
            <a:spLocks noGrp="1"/>
          </p:cNvSpPr>
          <p:nvPr>
            <p:ph type="body" sz="quarter" idx="15" hasCustomPrompt="1"/>
          </p:nvPr>
        </p:nvSpPr>
        <p:spPr bwMode="auto">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483323009" name="Straight Connector 20"/>
          <p:cNvCxnSpPr/>
          <p:nvPr userDrawn="1"/>
        </p:nvCxnSpPr>
        <p:spPr bwMode="auto">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248716944" name="Text Placeholder 4"/>
          <p:cNvSpPr>
            <a:spLocks noGrp="1"/>
          </p:cNvSpPr>
          <p:nvPr>
            <p:ph type="body" sz="quarter" idx="17" hasCustomPrompt="1"/>
          </p:nvPr>
        </p:nvSpPr>
        <p:spPr bwMode="auto">
          <a:xfrm>
            <a:off x="1389460" y="3545276"/>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1988806224" name="Straight Connector 21"/>
          <p:cNvCxnSpPr/>
          <p:nvPr userDrawn="1"/>
        </p:nvCxnSpPr>
        <p:spPr bwMode="auto">
          <a:xfrm>
            <a:off x="1389695" y="445894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145400896" name="Text Placeholder 4"/>
          <p:cNvSpPr>
            <a:spLocks noGrp="1"/>
          </p:cNvSpPr>
          <p:nvPr>
            <p:ph type="body" sz="quarter" idx="19" hasCustomPrompt="1"/>
          </p:nvPr>
        </p:nvSpPr>
        <p:spPr bwMode="auto">
          <a:xfrm>
            <a:off x="1389460" y="4591438"/>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157947747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2024919012"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Tree>
    <p:extLst>
      <p:ext uri="{BB962C8B-B14F-4D97-AF65-F5344CB8AC3E}">
        <p14:creationId xmlns:p14="http://schemas.microsoft.com/office/powerpoint/2010/main" val="3686977794"/>
      </p:ext>
    </p:extLst>
  </p:cSld>
  <p:clrMapOvr>
    <a:masterClrMapping/>
  </p:clrMapOvr>
</p:sldLayout>
</file>

<file path=ppt/slideLayouts/slideLayout475.xml><?xml version="1.0" encoding="utf-8"?>
<p:sldLayout xmlns:a="http://schemas.openxmlformats.org/drawingml/2006/main" xmlns:r="http://schemas.openxmlformats.org/officeDocument/2006/relationships" xmlns:p="http://schemas.openxmlformats.org/presentationml/2006/main" showMasterPhAnim="0" userDrawn="1">
  <p:cSld name="Text option_5 rows">
    <p:spTree>
      <p:nvGrpSpPr>
        <p:cNvPr id="1" name=""/>
        <p:cNvGrpSpPr/>
        <p:nvPr/>
      </p:nvGrpSpPr>
      <p:grpSpPr bwMode="auto">
        <a:xfrm>
          <a:off x="0" y="0"/>
          <a:ext cx="0" cy="0"/>
          <a:chOff x="0" y="0"/>
          <a:chExt cx="0" cy="0"/>
        </a:xfrm>
      </p:grpSpPr>
      <p:sp>
        <p:nvSpPr>
          <p:cNvPr id="660242930" name="Text Placeholder 4"/>
          <p:cNvSpPr>
            <a:spLocks noGrp="1"/>
          </p:cNvSpPr>
          <p:nvPr>
            <p:ph type="body" sz="quarter" idx="11" hasCustomPrompt="1"/>
          </p:nvPr>
        </p:nvSpPr>
        <p:spPr bwMode="auto">
          <a:xfrm>
            <a:off x="1389460" y="1456896"/>
            <a:ext cx="10210404" cy="64562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1753956169" name="Straight Connector 14"/>
          <p:cNvCxnSpPr/>
          <p:nvPr userDrawn="1"/>
        </p:nvCxnSpPr>
        <p:spPr bwMode="auto">
          <a:xfrm>
            <a:off x="1389695" y="2205973"/>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804254872" name="Text Placeholder 4"/>
          <p:cNvSpPr>
            <a:spLocks noGrp="1"/>
          </p:cNvSpPr>
          <p:nvPr>
            <p:ph type="body" sz="quarter" idx="15" hasCustomPrompt="1"/>
          </p:nvPr>
        </p:nvSpPr>
        <p:spPr bwMode="auto">
          <a:xfrm>
            <a:off x="1389460" y="2309426"/>
            <a:ext cx="10210404" cy="64890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34393390" name="Straight Connector 16"/>
          <p:cNvCxnSpPr/>
          <p:nvPr userDrawn="1"/>
        </p:nvCxnSpPr>
        <p:spPr bwMode="auto">
          <a:xfrm>
            <a:off x="1389695" y="306177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917169255" name="Text Placeholder 4"/>
          <p:cNvSpPr>
            <a:spLocks noGrp="1"/>
          </p:cNvSpPr>
          <p:nvPr>
            <p:ph type="body" sz="quarter" idx="17" hasCustomPrompt="1"/>
          </p:nvPr>
        </p:nvSpPr>
        <p:spPr bwMode="auto">
          <a:xfrm>
            <a:off x="1389460" y="3165232"/>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419758257" name="Straight Connector 18"/>
          <p:cNvCxnSpPr/>
          <p:nvPr userDrawn="1"/>
        </p:nvCxnSpPr>
        <p:spPr bwMode="auto">
          <a:xfrm>
            <a:off x="1389695" y="391758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293110374" name="Text Placeholder 4"/>
          <p:cNvSpPr>
            <a:spLocks noGrp="1"/>
          </p:cNvSpPr>
          <p:nvPr>
            <p:ph type="body" sz="quarter" idx="19" hasCustomPrompt="1"/>
          </p:nvPr>
        </p:nvSpPr>
        <p:spPr bwMode="auto">
          <a:xfrm>
            <a:off x="1389460" y="4021038"/>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1334022236" name="Straight Connector 10"/>
          <p:cNvCxnSpPr/>
          <p:nvPr userDrawn="1"/>
        </p:nvCxnSpPr>
        <p:spPr bwMode="auto">
          <a:xfrm>
            <a:off x="1389695" y="4773391"/>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750649464" name="Text Placeholder 4"/>
          <p:cNvSpPr>
            <a:spLocks noGrp="1"/>
          </p:cNvSpPr>
          <p:nvPr>
            <p:ph type="body" sz="quarter" idx="21" hasCustomPrompt="1"/>
          </p:nvPr>
        </p:nvSpPr>
        <p:spPr bwMode="auto">
          <a:xfrm>
            <a:off x="1389460" y="4876845"/>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sp>
        <p:nvSpPr>
          <p:cNvPr id="3380941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295669622"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Tree>
    <p:extLst>
      <p:ext uri="{BB962C8B-B14F-4D97-AF65-F5344CB8AC3E}">
        <p14:creationId xmlns:p14="http://schemas.microsoft.com/office/powerpoint/2010/main" val="3968288957"/>
      </p:ext>
    </p:extLst>
  </p:cSld>
  <p:clrMapOvr>
    <a:masterClrMapping/>
  </p:clrMapOvr>
</p:sldLayout>
</file>

<file path=ppt/slideLayouts/slideLayout476.xml><?xml version="1.0" encoding="utf-8"?>
<p:sldLayout xmlns:a="http://schemas.openxmlformats.org/drawingml/2006/main" xmlns:r="http://schemas.openxmlformats.org/officeDocument/2006/relationships" xmlns:p="http://schemas.openxmlformats.org/presentationml/2006/main" showMasterPhAnim="0" userDrawn="1">
  <p:cSld name="1_Knowledge Check">
    <p:spTree>
      <p:nvGrpSpPr>
        <p:cNvPr id="1" name=""/>
        <p:cNvGrpSpPr/>
        <p:nvPr/>
      </p:nvGrpSpPr>
      <p:grpSpPr bwMode="auto">
        <a:xfrm>
          <a:off x="0" y="0"/>
          <a:ext cx="0" cy="0"/>
          <a:chOff x="0" y="0"/>
          <a:chExt cx="0" cy="0"/>
        </a:xfrm>
      </p:grpSpPr>
      <p:sp>
        <p:nvSpPr>
          <p:cNvPr id="1592185545" name="Rounded Rectangle 3_1"/>
          <p:cNvSpPr/>
          <p:nvPr userDrawn="1"/>
        </p:nvSpPr>
        <p:spPr bwMode="auto">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ts val="0"/>
              </a:spcBef>
              <a:spcAft>
                <a:spcPts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516688900" name="Title 1"/>
          <p:cNvSpPr>
            <a:spLocks noGrp="1"/>
          </p:cNvSpPr>
          <p:nvPr>
            <p:ph type="title"/>
          </p:nvPr>
        </p:nvSpPr>
        <p:spPr bwMode="auto">
          <a:xfrm>
            <a:off x="588262" y="585216"/>
            <a:ext cx="8193024" cy="369332"/>
          </a:xfrm>
        </p:spPr>
        <p:txBody>
          <a:bodyPr/>
          <a:lstStyle>
            <a:lvl1pPr>
              <a:defRPr sz="2400" b="0" i="0">
                <a:solidFill>
                  <a:schemeClr val="tx1"/>
                </a:solidFill>
                <a:latin typeface="+mj-lt"/>
                <a:cs typeface="Segoe UI Semibold"/>
              </a:defRPr>
            </a:lvl1pPr>
          </a:lstStyle>
          <a:p>
            <a:pPr>
              <a:defRPr/>
            </a:pPr>
            <a:r>
              <a:rPr lang="en-US"/>
              <a:t>Click to edit Master title style</a:t>
            </a:r>
            <a:endParaRPr/>
          </a:p>
        </p:txBody>
      </p:sp>
      <p:sp>
        <p:nvSpPr>
          <p:cNvPr id="1430961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2131263256" name="Text Placeholder 11"/>
          <p:cNvSpPr>
            <a:spLocks noGrp="1"/>
          </p:cNvSpPr>
          <p:nvPr>
            <p:ph type="body" sz="quarter" idx="17"/>
          </p:nvPr>
        </p:nvSpPr>
        <p:spPr bwMode="auto">
          <a:xfrm>
            <a:off x="1235075" y="1594151"/>
            <a:ext cx="8778782" cy="399973"/>
          </a:xfrm>
          <a:prstGeom prst="rect">
            <a:avLst/>
          </a:prstGeom>
        </p:spPr>
        <p:txBody>
          <a:bodyPr anchor="t"/>
          <a:lstStyle>
            <a:lvl1pPr marL="0" indent="0">
              <a:spcBef>
                <a:spcPts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1881364257" name="Text Placeholder 3"/>
          <p:cNvSpPr>
            <a:spLocks noGrp="1"/>
          </p:cNvSpPr>
          <p:nvPr>
            <p:ph type="body" sz="quarter" idx="15"/>
          </p:nvPr>
        </p:nvSpPr>
        <p:spPr bwMode="auto">
          <a:xfrm>
            <a:off x="1237265" y="1994124"/>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grpSp>
        <p:nvGrpSpPr>
          <p:cNvPr id="866991163" name="Group 6"/>
          <p:cNvGrpSpPr/>
          <p:nvPr userDrawn="1"/>
        </p:nvGrpSpPr>
        <p:grpSpPr bwMode="auto">
          <a:xfrm>
            <a:off x="10107938" y="893763"/>
            <a:ext cx="1110600" cy="1110600"/>
            <a:chOff x="5540700" y="2116300"/>
            <a:chExt cx="1110600" cy="1110600"/>
          </a:xfrm>
        </p:grpSpPr>
        <p:sp>
          <p:nvSpPr>
            <p:cNvPr id="8" name="Oval 7"/>
            <p:cNvSpPr/>
            <p:nvPr/>
          </p:nvSpPr>
          <p:spPr bwMode="auto">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a:lnSpc>
                  <a:spcPct val="100000"/>
                </a:lnSpc>
                <a:spcBef>
                  <a:spcPts val="0"/>
                </a:spcBef>
                <a:spcAft>
                  <a:spcPts val="0"/>
                </a:spcAft>
                <a:buClrTx/>
                <a:buSzTx/>
                <a:buFontTx/>
                <a:buNone/>
                <a:defRPr/>
              </a:pPr>
              <a:endParaRPr lang="en-US" sz="1800" b="0" i="0" u="none" strike="noStrike" cap="none" spc="0">
                <a:ln>
                  <a:noFill/>
                </a:ln>
                <a:solidFill>
                  <a:srgbClr val="FFFFFF"/>
                </a:solidFill>
                <a:latin typeface="Segoe UI"/>
                <a:ea typeface="+mn-ea"/>
                <a:cs typeface="+mn-cs"/>
              </a:endParaRPr>
            </a:p>
          </p:txBody>
        </p:sp>
        <p:pic>
          <p:nvPicPr>
            <p:cNvPr id="9" name="Picture 8"/>
            <p:cNvPicPr/>
            <p:nvPr/>
          </p:nvPicPr>
          <p:blipFill rotWithShape="1">
            <a:blip r:embed="rId2"/>
            <a:stretch/>
          </p:blipFill>
          <p:spPr bwMode="auto">
            <a:xfrm>
              <a:off x="5749602" y="2325202"/>
              <a:ext cx="692796" cy="692796"/>
            </a:xfrm>
            <a:prstGeom prst="rect">
              <a:avLst/>
            </a:prstGeom>
            <a:noFill/>
          </p:spPr>
        </p:pic>
      </p:grpSp>
      <p:sp>
        <p:nvSpPr>
          <p:cNvPr id="896578901" name="Text Placeholder 11"/>
          <p:cNvSpPr>
            <a:spLocks noGrp="1"/>
          </p:cNvSpPr>
          <p:nvPr>
            <p:ph type="body" sz="quarter" idx="20"/>
          </p:nvPr>
        </p:nvSpPr>
        <p:spPr bwMode="auto">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defRPr/>
            </a:pPr>
            <a:r>
              <a:rPr lang="en-US"/>
              <a:t>Click to edit Master text styles</a:t>
            </a:r>
            <a:endParaRPr/>
          </a:p>
        </p:txBody>
      </p:sp>
      <p:sp>
        <p:nvSpPr>
          <p:cNvPr id="2037932151" name="Text Placeholder 3"/>
          <p:cNvSpPr>
            <a:spLocks noGrp="1"/>
          </p:cNvSpPr>
          <p:nvPr>
            <p:ph type="body" sz="quarter" idx="21"/>
          </p:nvPr>
        </p:nvSpPr>
        <p:spPr bwMode="auto">
          <a:xfrm>
            <a:off x="1237265" y="4898755"/>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669380980" name="Text Placeholder 11"/>
          <p:cNvSpPr>
            <a:spLocks noGrp="1"/>
          </p:cNvSpPr>
          <p:nvPr>
            <p:ph type="body" sz="quarter" idx="22"/>
          </p:nvPr>
        </p:nvSpPr>
        <p:spPr bwMode="auto">
          <a:xfrm>
            <a:off x="1235075" y="3042690"/>
            <a:ext cx="8778782" cy="406323"/>
          </a:xfrm>
          <a:prstGeom prst="rect">
            <a:avLst/>
          </a:prstGeom>
        </p:spPr>
        <p:txBody>
          <a:bodyPr anchor="t"/>
          <a:lstStyle>
            <a:lvl1pPr marL="0" indent="0">
              <a:spcBef>
                <a:spcPts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728229188" name="Text Placeholder 3"/>
          <p:cNvSpPr>
            <a:spLocks noGrp="1"/>
          </p:cNvSpPr>
          <p:nvPr>
            <p:ph type="body" sz="quarter" idx="23"/>
          </p:nvPr>
        </p:nvSpPr>
        <p:spPr bwMode="auto">
          <a:xfrm>
            <a:off x="1237265" y="3449013"/>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735912270"/>
      </p:ext>
    </p:extLst>
  </p:cSld>
  <p:clrMapOvr>
    <a:masterClrMapping/>
  </p:clrMapOvr>
</p:sldLayout>
</file>

<file path=ppt/slideLayouts/slideLayout477.xml><?xml version="1.0" encoding="utf-8"?>
<p:sldLayout xmlns:a="http://schemas.openxmlformats.org/drawingml/2006/main" xmlns:r="http://schemas.openxmlformats.org/officeDocument/2006/relationships" xmlns:p="http://schemas.openxmlformats.org/presentationml/2006/main" showMasterPhAnim="0" preserve="1" userDrawn="1">
  <p:cSld name="Title Slide">
    <p:bg>
      <p:bgPr>
        <a:blipFill dpi="0" rotWithShape="1">
          <a:blip r:embed="rId2">
            <a:lum/>
          </a:blip>
          <a:srcRect/>
          <a:stretch>
            <a:fillRect/>
          </a:stretch>
        </a:blipFill>
        <a:effectLst/>
      </p:bgPr>
    </p:bg>
    <p:spTree>
      <p:nvGrpSpPr>
        <p:cNvPr id="1" name=""/>
        <p:cNvGrpSpPr/>
        <p:nvPr/>
      </p:nvGrpSpPr>
      <p:grpSpPr bwMode="auto">
        <a:xfrm>
          <a:off x="0" y="0"/>
          <a:ext cx="0" cy="0"/>
          <a:chOff x="0" y="0"/>
          <a:chExt cx="0" cy="0"/>
        </a:xfrm>
      </p:grpSpPr>
      <p:pic>
        <p:nvPicPr>
          <p:cNvPr id="494476598" name="MS logo gray - EMF" descr="Microsoft logo, gray text version"/>
          <p:cNvPicPr>
            <a:picLocks noChangeAspect="1"/>
          </p:cNvPicPr>
          <p:nvPr userDrawn="1"/>
        </p:nvPicPr>
        <p:blipFill rotWithShape="1">
          <a:blip>
            <a:extLst>
              <a:ext uri="{96DAC541-7B7A-43D3-8B79-37D633B846F1}">
                <asvg:svgBlip xmlns:asvg="http://schemas.microsoft.com/office/drawing/2016/SVG/main" r:embed="rId3"/>
              </a:ext>
            </a:extLst>
          </a:blip>
          <a:stretch/>
        </p:blipFill>
        <p:spPr bwMode="black">
          <a:xfrm>
            <a:off x="584200" y="585789"/>
            <a:ext cx="1366440" cy="292608"/>
          </a:xfrm>
          <a:prstGeom prst="rect">
            <a:avLst/>
          </a:prstGeom>
        </p:spPr>
      </p:pic>
      <p:sp>
        <p:nvSpPr>
          <p:cNvPr id="458240690" name="Title 1"/>
          <p:cNvSpPr>
            <a:spLocks noGrp="1"/>
          </p:cNvSpPr>
          <p:nvPr>
            <p:ph type="title" hasCustomPrompt="1"/>
          </p:nvPr>
        </p:nvSpPr>
        <p:spPr bwMode="auto">
          <a:xfrm>
            <a:off x="569913" y="3551986"/>
            <a:ext cx="5686955" cy="1108121"/>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Event name or </a:t>
            </a:r>
            <a:br>
              <a:rPr lang="en-US"/>
            </a:br>
            <a:r>
              <a:rPr lang="en-US"/>
              <a:t>presentation title </a:t>
            </a:r>
            <a:endParaRPr/>
          </a:p>
        </p:txBody>
      </p:sp>
    </p:spTree>
    <p:extLst>
      <p:ext uri="{BB962C8B-B14F-4D97-AF65-F5344CB8AC3E}">
        <p14:creationId xmlns:p14="http://schemas.microsoft.com/office/powerpoint/2010/main" val="4091473215"/>
      </p:ext>
    </p:extLst>
  </p:cSld>
  <p:clrMapOvr>
    <a:masterClrMapping/>
  </p:clrMapOvr>
</p:sldLayout>
</file>

<file path=ppt/slideLayouts/slideLayout478.xml><?xml version="1.0" encoding="utf-8"?>
<p:sldLayout xmlns:a="http://schemas.openxmlformats.org/drawingml/2006/main" xmlns:r="http://schemas.openxmlformats.org/officeDocument/2006/relationships" xmlns:p="http://schemas.openxmlformats.org/presentationml/2006/main" showMasterPhAnim="0" preserve="1" userDrawn="1">
  <p:cSld name="Section Divider">
    <p:bg>
      <p:bgPr>
        <a:blipFill dpi="0" rotWithShape="1">
          <a:blip r:embed="rId2">
            <a:lum/>
          </a:blip>
          <a:srcRect/>
          <a:stretch>
            <a:fillRect/>
          </a:stretch>
        </a:blipFill>
        <a:effectLst/>
      </p:bgPr>
    </p:bg>
    <p:spTree>
      <p:nvGrpSpPr>
        <p:cNvPr id="1" name=""/>
        <p:cNvGrpSpPr/>
        <p:nvPr/>
      </p:nvGrpSpPr>
      <p:grpSpPr bwMode="auto">
        <a:xfrm>
          <a:off x="0" y="0"/>
          <a:ext cx="0" cy="0"/>
          <a:chOff x="0" y="0"/>
          <a:chExt cx="0" cy="0"/>
        </a:xfrm>
      </p:grpSpPr>
      <p:sp>
        <p:nvSpPr>
          <p:cNvPr id="2" name="Rectangle 1">
            <a:extLst>
              <a:ext uri="{FF2B5EF4-FFF2-40B4-BE49-F238E27FC236}">
                <a16:creationId xmlns:a16="http://schemas.microsoft.com/office/drawing/2014/main" id="{55C953B2-CE1D-CD89-E123-B7217079E3F6}"/>
              </a:ext>
            </a:extLst>
          </p:cNvPr>
          <p:cNvSpPr/>
          <p:nvPr userDrawn="1"/>
        </p:nvSpPr>
        <p:spPr bwMode="auto">
          <a:xfrm>
            <a:off x="0" y="2396507"/>
            <a:ext cx="12192000" cy="1708727"/>
          </a:xfrm>
          <a:prstGeom prst="rect">
            <a:avLst/>
          </a:prstGeom>
          <a:solidFill>
            <a:srgbClr val="FCF7F4">
              <a:alpha val="4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3B1D9139-8FFB-1889-ABAF-57309D22A017}"/>
              </a:ext>
            </a:extLst>
          </p:cNvPr>
          <p:cNvSpPr>
            <a:spLocks noGrp="1"/>
          </p:cNvSpPr>
          <p:nvPr>
            <p:ph type="title" hasCustomPrompt="1"/>
          </p:nvPr>
        </p:nvSpPr>
        <p:spPr bwMode="auto">
          <a:xfrm>
            <a:off x="0" y="2396508"/>
            <a:ext cx="9906000" cy="1708726"/>
          </a:xfrm>
          <a:prstGeom prst="rect">
            <a:avLst/>
          </a:prstGeom>
          <a:noFill/>
        </p:spPr>
        <p:txBody>
          <a:bodyPr wrap="square" lIns="640080" tIns="0" rIns="0" bIns="0" anchor="ctr" anchorCtr="0">
            <a:noAutofit/>
          </a:bodyPr>
          <a:lstStyle>
            <a:lvl1pPr>
              <a:defRPr sz="4100" b="0" i="0" spc="-51">
                <a:solidFill>
                  <a:schemeClr val="tx1"/>
                </a:solidFill>
                <a:latin typeface="+mn-lt"/>
                <a:cs typeface="Segoe UI"/>
              </a:defRPr>
            </a:lvl1pPr>
          </a:lstStyle>
          <a:p>
            <a:pPr>
              <a:defRPr/>
            </a:pPr>
            <a:r>
              <a:rPr lang="en-US" dirty="0"/>
              <a:t>Section divider title</a:t>
            </a:r>
            <a:endParaRPr dirty="0"/>
          </a:p>
        </p:txBody>
      </p:sp>
    </p:spTree>
    <p:extLst>
      <p:ext uri="{BB962C8B-B14F-4D97-AF65-F5344CB8AC3E}">
        <p14:creationId xmlns:p14="http://schemas.microsoft.com/office/powerpoint/2010/main" val="4137474861"/>
      </p:ext>
    </p:extLst>
  </p:cSld>
  <p:clrMapOvr>
    <a:masterClrMapping/>
  </p:clrMapOvr>
</p:sldLayout>
</file>

<file path=ppt/slideLayouts/slideLayout479.xml><?xml version="1.0" encoding="utf-8"?>
<p:sldLayout xmlns:a="http://schemas.openxmlformats.org/drawingml/2006/main" xmlns:r="http://schemas.openxmlformats.org/officeDocument/2006/relationships" xmlns:p="http://schemas.openxmlformats.org/presentationml/2006/main" preserve="1" userDrawn="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PlaceHolder 1">
            <a:extLst>
              <a:ext uri="{FF2B5EF4-FFF2-40B4-BE49-F238E27FC236}">
                <a16:creationId xmlns:a16="http://schemas.microsoft.com/office/drawing/2014/main" id="{3BE69BB6-690F-9BBD-85C7-3B7D6AE0E2C2}"/>
              </a:ext>
            </a:extLst>
          </p:cNvPr>
          <p:cNvSpPr>
            <a:spLocks noGrp="1"/>
          </p:cNvSpPr>
          <p:nvPr>
            <p:ph type="title"/>
          </p:nvPr>
        </p:nvSpPr>
        <p:spPr bwMode="auto">
          <a:xfrm>
            <a:off x="588240" y="1590480"/>
            <a:ext cx="5653440" cy="430560"/>
          </a:xfrm>
          <a:prstGeom prst="rect">
            <a:avLst/>
          </a:prstGeom>
          <a:noFill/>
          <a:ln w="0">
            <a:noFill/>
          </a:ln>
        </p:spPr>
        <p:txBody>
          <a:bodyPr lIns="0" tIns="0" rIns="0" bIns="0" anchor="t">
            <a:noAutofit/>
          </a:bodyPr>
          <a:lstStyle>
            <a:lvl1pPr indent="0" algn="l" defTabSz="932760">
              <a:lnSpc>
                <a:spcPct val="100000"/>
              </a:lnSpc>
              <a:buNone/>
              <a:defRPr lang="en-US" sz="2800" b="0" u="none" strike="noStrike">
                <a:solidFill>
                  <a:schemeClr val="dk1"/>
                </a:solidFill>
                <a:latin typeface="Segoe UI Semibold"/>
              </a:defRPr>
            </a:lvl1pPr>
          </a:lstStyle>
          <a:p>
            <a:pPr indent="0" algn="l" defTabSz="932760">
              <a:lnSpc>
                <a:spcPct val="100000"/>
              </a:lnSpc>
              <a:buNone/>
              <a:defRPr/>
            </a:pPr>
            <a:r>
              <a:rPr lang="en-US" sz="2800" b="0" u="none" strike="noStrike" dirty="0">
                <a:solidFill>
                  <a:schemeClr val="dk1"/>
                </a:solidFill>
                <a:latin typeface="Segoe UI Semibold"/>
              </a:rPr>
              <a:t>Click to edit Master title style</a:t>
            </a:r>
          </a:p>
        </p:txBody>
      </p:sp>
    </p:spTree>
    <p:extLst>
      <p:ext uri="{BB962C8B-B14F-4D97-AF65-F5344CB8AC3E}">
        <p14:creationId xmlns:p14="http://schemas.microsoft.com/office/powerpoint/2010/main" val="2238468758"/>
      </p:ext>
    </p:extLst>
  </p:cSld>
  <p:clrMapOvr>
    <a:masterClrMapping/>
  </p:clrMapOvr>
</p:sldLayout>
</file>

<file path=ppt/slideLayouts/slideLayout480.xml><?xml version="1.0" encoding="utf-8"?>
<p:sldLayout xmlns:a="http://schemas.openxmlformats.org/drawingml/2006/main" xmlns:r="http://schemas.openxmlformats.org/officeDocument/2006/relationships" xmlns:p="http://schemas.openxmlformats.org/presentationml/2006/main" showMasterPhAnim="0" preserve="1" userDrawn="1">
  <p:cSld name="Agenda">
    <p:bg>
      <p:bgPr>
        <a:blipFill dpi="0" rotWithShape="1">
          <a:blip r:embed="rId2">
            <a:lum/>
          </a:blip>
          <a:srcRect/>
          <a:stretch>
            <a:fillRect/>
          </a:stretch>
        </a:blipFill>
        <a:effectLst/>
      </p:bgPr>
    </p:bg>
    <p:spTree>
      <p:nvGrpSpPr>
        <p:cNvPr id="1" name=""/>
        <p:cNvGrpSpPr/>
        <p:nvPr/>
      </p:nvGrpSpPr>
      <p:grpSpPr bwMode="auto">
        <a:xfrm>
          <a:off x="0" y="0"/>
          <a:ext cx="0" cy="0"/>
          <a:chOff x="0" y="0"/>
          <a:chExt cx="0" cy="0"/>
        </a:xfrm>
      </p:grpSpPr>
      <p:sp>
        <p:nvSpPr>
          <p:cNvPr id="67285229" name="Title 1"/>
          <p:cNvSpPr>
            <a:spLocks noGrp="1"/>
          </p:cNvSpPr>
          <p:nvPr>
            <p:ph type="title" hasCustomPrompt="1"/>
          </p:nvPr>
        </p:nvSpPr>
        <p:spPr bwMode="auto"/>
        <p:txBody>
          <a:bodyPr/>
          <a:lstStyle>
            <a:lvl1pPr>
              <a:defRPr/>
            </a:lvl1pPr>
          </a:lstStyle>
          <a:p>
            <a:pPr>
              <a:defRPr/>
            </a:pPr>
            <a:r>
              <a:rPr lang="en-US"/>
              <a:t>Click to add text</a:t>
            </a:r>
            <a:endParaRPr/>
          </a:p>
        </p:txBody>
      </p:sp>
      <p:sp>
        <p:nvSpPr>
          <p:cNvPr id="1096536026"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p:txBody>
      </p:sp>
    </p:spTree>
    <p:extLst>
      <p:ext uri="{BB962C8B-B14F-4D97-AF65-F5344CB8AC3E}">
        <p14:creationId xmlns:p14="http://schemas.microsoft.com/office/powerpoint/2010/main" val="1123963621"/>
      </p:ext>
    </p:extLst>
  </p:cSld>
  <p:clrMapOvr>
    <a:masterClrMapping/>
  </p:clrMapOvr>
</p:sldLayout>
</file>

<file path=ppt/slideLayouts/slideLayout481.xml><?xml version="1.0" encoding="utf-8"?>
<p:sldLayout xmlns:a="http://schemas.openxmlformats.org/drawingml/2006/main" xmlns:r="http://schemas.openxmlformats.org/officeDocument/2006/relationships" xmlns:p="http://schemas.openxmlformats.org/presentationml/2006/main" showMasterPhAnim="0" preserve="1" userDrawn="1">
  <p:cSld name="Learning objectives">
    <p:bg>
      <p:bgPr>
        <a:blipFill dpi="0" rotWithShape="1">
          <a:blip r:embed="rId2">
            <a:lum/>
          </a:blip>
          <a:srcRect/>
          <a:stretch>
            <a:fillRect/>
          </a:stretch>
        </a:blipFill>
        <a:effectLst/>
      </p:bgPr>
    </p:bg>
    <p:spTree>
      <p:nvGrpSpPr>
        <p:cNvPr id="1" name=""/>
        <p:cNvGrpSpPr/>
        <p:nvPr/>
      </p:nvGrpSpPr>
      <p:grpSpPr bwMode="auto">
        <a:xfrm>
          <a:off x="0" y="0"/>
          <a:ext cx="0" cy="0"/>
          <a:chOff x="0" y="0"/>
          <a:chExt cx="0" cy="0"/>
        </a:xfrm>
      </p:grpSpPr>
      <p:sp>
        <p:nvSpPr>
          <p:cNvPr id="671206237" name="Title 6"/>
          <p:cNvSpPr>
            <a:spLocks noGrp="1"/>
          </p:cNvSpPr>
          <p:nvPr>
            <p:ph type="title"/>
          </p:nvPr>
        </p:nvSpPr>
        <p:spPr bwMode="auto"/>
        <p:txBody>
          <a:bodyPr/>
          <a:lstStyle/>
          <a:p>
            <a:pPr>
              <a:defRPr/>
            </a:pPr>
            <a:r>
              <a:rPr lang="en-US"/>
              <a:t>Click to edit Master title style</a:t>
            </a:r>
            <a:endParaRPr/>
          </a:p>
        </p:txBody>
      </p:sp>
      <p:sp>
        <p:nvSpPr>
          <p:cNvPr id="1483488333"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extLst>
      <p:ext uri="{BB962C8B-B14F-4D97-AF65-F5344CB8AC3E}">
        <p14:creationId xmlns:p14="http://schemas.microsoft.com/office/powerpoint/2010/main" val="2645751385"/>
      </p:ext>
    </p:extLst>
  </p:cSld>
  <p:clrMapOvr>
    <a:masterClrMapping/>
  </p:clrMapOvr>
</p:sldLayout>
</file>

<file path=ppt/slideLayouts/slideLayout482.xml><?xml version="1.0" encoding="utf-8"?>
<p:sldLayout xmlns:a="http://schemas.openxmlformats.org/drawingml/2006/main" xmlns:r="http://schemas.openxmlformats.org/officeDocument/2006/relationships" xmlns:p="http://schemas.openxmlformats.org/presentationml/2006/main" showMasterPhAnim="0" preserve="1" userDrawn="1">
  <p:cSld name="Title | Content">
    <p:spTree>
      <p:nvGrpSpPr>
        <p:cNvPr id="1" name=""/>
        <p:cNvGrpSpPr/>
        <p:nvPr/>
      </p:nvGrpSpPr>
      <p:grpSpPr bwMode="auto">
        <a:xfrm>
          <a:off x="0" y="0"/>
          <a:ext cx="0" cy="0"/>
          <a:chOff x="0" y="0"/>
          <a:chExt cx="0" cy="0"/>
        </a:xfrm>
      </p:grpSpPr>
      <p:sp>
        <p:nvSpPr>
          <p:cNvPr id="1488578050" name="Title 1"/>
          <p:cNvSpPr>
            <a:spLocks noGrp="1"/>
          </p:cNvSpPr>
          <p:nvPr>
            <p:ph type="title"/>
          </p:nvPr>
        </p:nvSpPr>
        <p:spPr bwMode="auto"/>
        <p:txBody>
          <a:bodyPr/>
          <a:lstStyle/>
          <a:p>
            <a:pPr>
              <a:defRPr/>
            </a:pPr>
            <a:r>
              <a:rPr lang="en-US"/>
              <a:t>Click to edit Master title style</a:t>
            </a:r>
            <a:endParaRPr/>
          </a:p>
        </p:txBody>
      </p:sp>
      <p:sp>
        <p:nvSpPr>
          <p:cNvPr id="621661410"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extLst>
      <p:ext uri="{BB962C8B-B14F-4D97-AF65-F5344CB8AC3E}">
        <p14:creationId xmlns:p14="http://schemas.microsoft.com/office/powerpoint/2010/main" val="3460434480"/>
      </p:ext>
    </p:extLst>
  </p:cSld>
  <p:clrMapOvr>
    <a:masterClrMapping/>
  </p:clrMapOvr>
</p:sldLayout>
</file>

<file path=ppt/slideLayouts/slideLayout483.xml><?xml version="1.0" encoding="utf-8"?>
<p:sldLayout xmlns:a="http://schemas.openxmlformats.org/drawingml/2006/main" xmlns:r="http://schemas.openxmlformats.org/officeDocument/2006/relationships" xmlns:p="http://schemas.openxmlformats.org/presentationml/2006/main" showMasterPhAnim="0" preserve="1" userDrawn="1">
  <p:cSld name="Title | Subtitle">
    <p:spTree>
      <p:nvGrpSpPr>
        <p:cNvPr id="1" name=""/>
        <p:cNvGrpSpPr/>
        <p:nvPr/>
      </p:nvGrpSpPr>
      <p:grpSpPr bwMode="auto">
        <a:xfrm>
          <a:off x="0" y="0"/>
          <a:ext cx="0" cy="0"/>
          <a:chOff x="0" y="0"/>
          <a:chExt cx="0" cy="0"/>
        </a:xfrm>
      </p:grpSpPr>
      <p:sp>
        <p:nvSpPr>
          <p:cNvPr id="976716047" name="Title 1"/>
          <p:cNvSpPr>
            <a:spLocks noGrp="1"/>
          </p:cNvSpPr>
          <p:nvPr>
            <p:ph type="title"/>
          </p:nvPr>
        </p:nvSpPr>
        <p:spPr bwMode="auto"/>
        <p:txBody>
          <a:bodyPr/>
          <a:lstStyle/>
          <a:p>
            <a:pPr>
              <a:defRPr/>
            </a:pPr>
            <a:r>
              <a:rPr lang="en-US"/>
              <a:t>Click to edit Master title style</a:t>
            </a:r>
            <a:endParaRPr/>
          </a:p>
        </p:txBody>
      </p:sp>
      <p:sp>
        <p:nvSpPr>
          <p:cNvPr id="1113116794" name="Content Placeholder 5"/>
          <p:cNvSpPr>
            <a:spLocks noGrp="1"/>
          </p:cNvSpPr>
          <p:nvPr>
            <p:ph sz="quarter" idx="10"/>
          </p:nvPr>
        </p:nvSpPr>
        <p:spPr bwMode="auto">
          <a:xfrm>
            <a:off x="457200" y="1506084"/>
            <a:ext cx="11222038" cy="4524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106759337" name="Text Placeholder 7"/>
          <p:cNvSpPr>
            <a:spLocks noGrp="1"/>
          </p:cNvSpPr>
          <p:nvPr>
            <p:ph type="body" sz="quarter" idx="11"/>
          </p:nvPr>
        </p:nvSpPr>
        <p:spPr bwMode="auto">
          <a:xfrm>
            <a:off x="457200" y="998538"/>
            <a:ext cx="11222038" cy="425450"/>
          </a:xfrm>
        </p:spPr>
        <p:txBody>
          <a:bodyPr/>
          <a:lstStyle>
            <a:lvl1pPr marL="0" indent="0">
              <a:buNone/>
              <a:defRPr lang="en-US" sz="2250" spc="0">
                <a:solidFill>
                  <a:srgbClr val="003C6A"/>
                </a:solidFill>
                <a:latin typeface="Segoe UI Semibold"/>
                <a:ea typeface="+mn-ea"/>
                <a:cs typeface="Segoe UI Semibold"/>
              </a:defRPr>
            </a:lvl1pPr>
          </a:lstStyle>
          <a:p>
            <a:pPr lvl="0">
              <a:defRPr/>
            </a:pPr>
            <a:r>
              <a:rPr lang="en-US"/>
              <a:t>Click to edit Master text styles</a:t>
            </a:r>
            <a:endParaRPr/>
          </a:p>
        </p:txBody>
      </p:sp>
    </p:spTree>
    <p:extLst>
      <p:ext uri="{BB962C8B-B14F-4D97-AF65-F5344CB8AC3E}">
        <p14:creationId xmlns:p14="http://schemas.microsoft.com/office/powerpoint/2010/main" val="218223659"/>
      </p:ext>
    </p:extLst>
  </p:cSld>
  <p:clrMapOvr>
    <a:masterClrMapping/>
  </p:clrMapOvr>
</p:sldLayout>
</file>

<file path=ppt/slideLayouts/slideLayout484.xml><?xml version="1.0" encoding="utf-8"?>
<p:sldLayout xmlns:a="http://schemas.openxmlformats.org/drawingml/2006/main" xmlns:r="http://schemas.openxmlformats.org/officeDocument/2006/relationships" xmlns:p="http://schemas.openxmlformats.org/presentationml/2006/main" showMasterPhAnim="0" preserve="1" userDrawn="1">
  <p:cSld name="Lab | Exercise">
    <p:spTree>
      <p:nvGrpSpPr>
        <p:cNvPr id="1" name=""/>
        <p:cNvGrpSpPr/>
        <p:nvPr/>
      </p:nvGrpSpPr>
      <p:grpSpPr bwMode="auto">
        <a:xfrm>
          <a:off x="0" y="0"/>
          <a:ext cx="0" cy="0"/>
          <a:chOff x="0" y="0"/>
          <a:chExt cx="0" cy="0"/>
        </a:xfrm>
      </p:grpSpPr>
      <p:sp>
        <p:nvSpPr>
          <p:cNvPr id="1722094617" name="Title 1"/>
          <p:cNvSpPr>
            <a:spLocks noGrp="1"/>
          </p:cNvSpPr>
          <p:nvPr>
            <p:ph type="title" hasCustomPrompt="1"/>
          </p:nvPr>
        </p:nvSpPr>
        <p:spPr bwMode="auto"/>
        <p:txBody>
          <a:bodyPr/>
          <a:lstStyle>
            <a:lvl1pPr>
              <a:defRPr/>
            </a:lvl1pPr>
          </a:lstStyle>
          <a:p>
            <a:pPr>
              <a:defRPr/>
            </a:pPr>
            <a:r>
              <a:rPr lang="en-US"/>
              <a:t>Click to lab/exercise title</a:t>
            </a:r>
            <a:endParaRPr/>
          </a:p>
        </p:txBody>
      </p:sp>
      <p:sp>
        <p:nvSpPr>
          <p:cNvPr id="543823749" name="Rectangle: Rounded Corners 3"/>
          <p:cNvSpPr/>
          <p:nvPr userDrawn="1"/>
        </p:nvSpPr>
        <p:spPr bwMode="auto">
          <a:xfrm>
            <a:off x="395187" y="1555423"/>
            <a:ext cx="5816337" cy="4383464"/>
          </a:xfrm>
          <a:prstGeom prst="roundRect">
            <a:avLst>
              <a:gd name="adj" fmla="val 5914"/>
            </a:avLst>
          </a:prstGeom>
          <a:solidFill>
            <a:srgbClr val="F4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463107670" name="Content Placeholder 4"/>
          <p:cNvSpPr>
            <a:spLocks noGrp="1"/>
          </p:cNvSpPr>
          <p:nvPr>
            <p:ph sz="quarter" idx="12"/>
          </p:nvPr>
        </p:nvSpPr>
        <p:spPr bwMode="auto">
          <a:xfrm>
            <a:off x="702393"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926157988" name="Content Placeholder 4"/>
          <p:cNvSpPr>
            <a:spLocks noGrp="1"/>
          </p:cNvSpPr>
          <p:nvPr>
            <p:ph sz="quarter" idx="13"/>
          </p:nvPr>
        </p:nvSpPr>
        <p:spPr bwMode="auto">
          <a:xfrm>
            <a:off x="6469932"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extLst>
      <p:ext uri="{BB962C8B-B14F-4D97-AF65-F5344CB8AC3E}">
        <p14:creationId xmlns:p14="http://schemas.microsoft.com/office/powerpoint/2010/main" val="2910600763"/>
      </p:ext>
    </p:extLst>
  </p:cSld>
  <p:clrMapOvr>
    <a:masterClrMapping/>
  </p:clrMapOvr>
</p:sldLayout>
</file>

<file path=ppt/slideLayouts/slideLayout485.xml><?xml version="1.0" encoding="utf-8"?>
<p:sldLayout xmlns:a="http://schemas.openxmlformats.org/drawingml/2006/main" xmlns:r="http://schemas.openxmlformats.org/officeDocument/2006/relationships" xmlns:p="http://schemas.openxmlformats.org/presentationml/2006/main" showMasterPhAnim="0" preserve="1" userDrawn="1">
  <p:cSld name="Summary | KC">
    <p:spTree>
      <p:nvGrpSpPr>
        <p:cNvPr id="1" name=""/>
        <p:cNvGrpSpPr/>
        <p:nvPr/>
      </p:nvGrpSpPr>
      <p:grpSpPr bwMode="auto">
        <a:xfrm>
          <a:off x="0" y="0"/>
          <a:ext cx="0" cy="0"/>
          <a:chOff x="0" y="0"/>
          <a:chExt cx="0" cy="0"/>
        </a:xfrm>
      </p:grpSpPr>
      <p:sp>
        <p:nvSpPr>
          <p:cNvPr id="192724990" name="Title 1"/>
          <p:cNvSpPr>
            <a:spLocks noGrp="1"/>
          </p:cNvSpPr>
          <p:nvPr>
            <p:ph type="title" hasCustomPrompt="1"/>
          </p:nvPr>
        </p:nvSpPr>
        <p:spPr bwMode="auto"/>
        <p:txBody>
          <a:bodyPr/>
          <a:lstStyle>
            <a:lvl1pPr>
              <a:defRPr/>
            </a:lvl1pPr>
          </a:lstStyle>
          <a:p>
            <a:pPr>
              <a:defRPr/>
            </a:pPr>
            <a:r>
              <a:rPr lang="en-US"/>
              <a:t>Click to add summary</a:t>
            </a:r>
            <a:endParaRPr/>
          </a:p>
        </p:txBody>
      </p:sp>
      <p:sp>
        <p:nvSpPr>
          <p:cNvPr id="1141173871" name="Rectangle: Rounded Corners 3"/>
          <p:cNvSpPr/>
          <p:nvPr userDrawn="1"/>
        </p:nvSpPr>
        <p:spPr bwMode="auto">
          <a:xfrm>
            <a:off x="5863473" y="1555423"/>
            <a:ext cx="5816337" cy="4383464"/>
          </a:xfrm>
          <a:prstGeom prst="roundRect">
            <a:avLst>
              <a:gd name="adj" fmla="val 5914"/>
            </a:avLst>
          </a:prstGeom>
          <a:solidFill>
            <a:srgbClr val="F4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665971425" name="Content Placeholder 4"/>
          <p:cNvSpPr>
            <a:spLocks noGrp="1"/>
          </p:cNvSpPr>
          <p:nvPr>
            <p:ph sz="quarter" idx="12"/>
          </p:nvPr>
        </p:nvSpPr>
        <p:spPr bwMode="auto">
          <a:xfrm>
            <a:off x="426610"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extLst>
      <p:ext uri="{BB962C8B-B14F-4D97-AF65-F5344CB8AC3E}">
        <p14:creationId xmlns:p14="http://schemas.microsoft.com/office/powerpoint/2010/main" val="2840618830"/>
      </p:ext>
    </p:extLst>
  </p:cSld>
  <p:clrMapOvr>
    <a:masterClrMapping/>
  </p:clrMapOvr>
</p:sldLayout>
</file>

<file path=ppt/slideLayouts/slideLayout486.xml><?xml version="1.0" encoding="utf-8"?>
<p:sldLayout xmlns:a="http://schemas.openxmlformats.org/drawingml/2006/main" xmlns:r="http://schemas.openxmlformats.org/officeDocument/2006/relationships" xmlns:p="http://schemas.openxmlformats.org/presentationml/2006/main" showMasterPhAnim="0" preserve="1" userDrawn="1">
  <p:cSld name="1_Summary | KC">
    <p:spTree>
      <p:nvGrpSpPr>
        <p:cNvPr id="1" name=""/>
        <p:cNvGrpSpPr/>
        <p:nvPr/>
      </p:nvGrpSpPr>
      <p:grpSpPr bwMode="auto">
        <a:xfrm>
          <a:off x="0" y="0"/>
          <a:ext cx="0" cy="0"/>
          <a:chOff x="0" y="0"/>
          <a:chExt cx="0" cy="0"/>
        </a:xfrm>
      </p:grpSpPr>
      <p:sp>
        <p:nvSpPr>
          <p:cNvPr id="231937149" name="Title 1"/>
          <p:cNvSpPr>
            <a:spLocks noGrp="1"/>
          </p:cNvSpPr>
          <p:nvPr>
            <p:ph type="title" hasCustomPrompt="1"/>
          </p:nvPr>
        </p:nvSpPr>
        <p:spPr bwMode="auto"/>
        <p:txBody>
          <a:bodyPr/>
          <a:lstStyle>
            <a:lvl1pPr>
              <a:defRPr/>
            </a:lvl1pPr>
          </a:lstStyle>
          <a:p>
            <a:pPr>
              <a:defRPr/>
            </a:pPr>
            <a:r>
              <a:rPr lang="en-US"/>
              <a:t>Click to add summary</a:t>
            </a:r>
            <a:endParaRPr/>
          </a:p>
        </p:txBody>
      </p:sp>
      <p:sp>
        <p:nvSpPr>
          <p:cNvPr id="3" name="Rectangle: Rounded Corners 3">
            <a:extLst>
              <a:ext uri="{FF2B5EF4-FFF2-40B4-BE49-F238E27FC236}">
                <a16:creationId xmlns:a16="http://schemas.microsoft.com/office/drawing/2014/main" id="{CAE614EE-6F8C-2025-620B-ED319F601B92}"/>
              </a:ext>
            </a:extLst>
          </p:cNvPr>
          <p:cNvSpPr/>
          <p:nvPr userDrawn="1"/>
        </p:nvSpPr>
        <p:spPr bwMode="auto">
          <a:xfrm>
            <a:off x="457201" y="1555423"/>
            <a:ext cx="11222610" cy="4383464"/>
          </a:xfrm>
          <a:prstGeom prst="roundRect">
            <a:avLst>
              <a:gd name="adj" fmla="val 5914"/>
            </a:avLst>
          </a:prstGeom>
          <a:solidFill>
            <a:srgbClr val="F4F3F5"/>
          </a:solidFill>
          <a:ln>
            <a:solidFill>
              <a:schemeClr val="accent5">
                <a:lumMod val="60000"/>
                <a:lumOff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extLst>
      <p:ext uri="{BB962C8B-B14F-4D97-AF65-F5344CB8AC3E}">
        <p14:creationId xmlns:p14="http://schemas.microsoft.com/office/powerpoint/2010/main" val="3995523977"/>
      </p:ext>
    </p:extLst>
  </p:cSld>
  <p:clrMapOvr>
    <a:masterClrMapping/>
  </p:clrMapOvr>
</p:sldLayout>
</file>

<file path=ppt/slideLayouts/slideLayout487.xml><?xml version="1.0" encoding="utf-8"?>
<p:sldLayout xmlns:a="http://schemas.openxmlformats.org/drawingml/2006/main" xmlns:r="http://schemas.openxmlformats.org/officeDocument/2006/relationships" xmlns:p="http://schemas.openxmlformats.org/presentationml/2006/main" showMasterPhAnim="0" userDrawn="1">
  <p:cSld name="Summary">
    <p:spTree>
      <p:nvGrpSpPr>
        <p:cNvPr id="1" name=""/>
        <p:cNvGrpSpPr/>
        <p:nvPr/>
      </p:nvGrpSpPr>
      <p:grpSpPr bwMode="auto">
        <a:xfrm>
          <a:off x="0" y="0"/>
          <a:ext cx="0" cy="0"/>
          <a:chOff x="0" y="0"/>
          <a:chExt cx="0" cy="0"/>
        </a:xfrm>
      </p:grpSpPr>
      <p:sp>
        <p:nvSpPr>
          <p:cNvPr id="1908314670" name="Title 1"/>
          <p:cNvSpPr>
            <a:spLocks noGrp="1"/>
          </p:cNvSpPr>
          <p:nvPr>
            <p:ph type="title"/>
          </p:nvPr>
        </p:nvSpPr>
        <p:spPr bwMode="auto">
          <a:xfrm>
            <a:off x="588262" y="585216"/>
            <a:ext cx="8193024" cy="492443"/>
          </a:xfrm>
        </p:spPr>
        <p:txBody>
          <a:bodyPr/>
          <a:lstStyle>
            <a:lvl1pPr>
              <a:defRPr sz="3200" b="0" i="0">
                <a:solidFill>
                  <a:schemeClr val="tx1"/>
                </a:solidFill>
                <a:latin typeface="+mj-lt"/>
                <a:cs typeface="Segoe UI Semibold"/>
              </a:defRPr>
            </a:lvl1pPr>
          </a:lstStyle>
          <a:p>
            <a:pPr>
              <a:defRPr/>
            </a:pPr>
            <a:r>
              <a:rPr lang="en-US"/>
              <a:t>Click to edit Master title style</a:t>
            </a:r>
            <a:endParaRPr/>
          </a:p>
        </p:txBody>
      </p:sp>
      <p:sp>
        <p:nvSpPr>
          <p:cNvPr id="842695013" name="Footer Placeholder 10"/>
          <p:cNvSpPr>
            <a:spLocks noGrp="1"/>
          </p:cNvSpPr>
          <p:nvPr>
            <p:ph type="ftr" sz="quarter" idx="3"/>
          </p:nvPr>
        </p:nvSpPr>
        <p:spPr bwMode="auto">
          <a:xfrm>
            <a:off x="43561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665483462" name="Text Placeholder 11"/>
          <p:cNvSpPr>
            <a:spLocks noGrp="1"/>
          </p:cNvSpPr>
          <p:nvPr>
            <p:ph type="body" sz="quarter" idx="17"/>
          </p:nvPr>
        </p:nvSpPr>
        <p:spPr bwMode="auto">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822588291" name="Text Placeholder 3"/>
          <p:cNvSpPr>
            <a:spLocks noGrp="1"/>
          </p:cNvSpPr>
          <p:nvPr>
            <p:ph type="body" sz="quarter" idx="35"/>
          </p:nvPr>
        </p:nvSpPr>
        <p:spPr bwMode="auto">
          <a:xfrm>
            <a:off x="4358229" y="2578100"/>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561747325" name="Text Placeholder 11"/>
          <p:cNvSpPr>
            <a:spLocks noGrp="1"/>
          </p:cNvSpPr>
          <p:nvPr>
            <p:ph type="body" sz="quarter" idx="34"/>
          </p:nvPr>
        </p:nvSpPr>
        <p:spPr bwMode="auto">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Tree>
    <p:extLst>
      <p:ext uri="{BB962C8B-B14F-4D97-AF65-F5344CB8AC3E}">
        <p14:creationId xmlns:p14="http://schemas.microsoft.com/office/powerpoint/2010/main" val="1468013711"/>
      </p:ext>
    </p:extLst>
  </p:cSld>
  <p:clrMapOvr>
    <a:masterClrMapping/>
  </p:clrMapOvr>
</p:sldLayout>
</file>

<file path=ppt/slideLayouts/slideLayout488.xml><?xml version="1.0" encoding="utf-8"?>
<p:sldLayout xmlns:a="http://schemas.openxmlformats.org/drawingml/2006/main" xmlns:r="http://schemas.openxmlformats.org/officeDocument/2006/relationships" xmlns:p="http://schemas.openxmlformats.org/presentationml/2006/main" showMasterPhAnim="0" userDrawn="1">
  <p:cSld name="LearningPath1_WmGray">
    <p:bg>
      <p:bgPr>
        <a:solidFill>
          <a:srgbClr val="E8E6DF"/>
        </a:solidFill>
        <a:effectLst/>
      </p:bgPr>
    </p:bg>
    <p:spTree>
      <p:nvGrpSpPr>
        <p:cNvPr id="1" name=""/>
        <p:cNvGrpSpPr/>
        <p:nvPr/>
      </p:nvGrpSpPr>
      <p:grpSpPr bwMode="auto">
        <a:xfrm>
          <a:off x="0" y="0"/>
          <a:ext cx="0" cy="0"/>
          <a:chOff x="0" y="0"/>
          <a:chExt cx="0" cy="0"/>
        </a:xfrm>
      </p:grpSpPr>
      <p:sp>
        <p:nvSpPr>
          <p:cNvPr id="1514563696" name="Title 1"/>
          <p:cNvSpPr>
            <a:spLocks noGrp="1"/>
          </p:cNvSpPr>
          <p:nvPr>
            <p:ph type="title"/>
          </p:nvPr>
        </p:nvSpPr>
        <p:spPr bwMode="auto">
          <a:xfrm>
            <a:off x="588262" y="585216"/>
            <a:ext cx="8193024" cy="492443"/>
          </a:xfrm>
        </p:spPr>
        <p:txBody>
          <a:bodyPr/>
          <a:lstStyle>
            <a:lvl1pPr>
              <a:defRPr sz="3200" b="0" i="0">
                <a:solidFill>
                  <a:schemeClr val="tx1"/>
                </a:solidFill>
                <a:latin typeface="+mj-lt"/>
                <a:cs typeface="Segoe UI Semibold"/>
              </a:defRPr>
            </a:lvl1pPr>
          </a:lstStyle>
          <a:p>
            <a:pPr>
              <a:defRPr/>
            </a:pPr>
            <a:r>
              <a:rPr lang="en-US"/>
              <a:t>Click to edit Master title style</a:t>
            </a:r>
            <a:endParaRPr/>
          </a:p>
        </p:txBody>
      </p:sp>
      <p:sp>
        <p:nvSpPr>
          <p:cNvPr id="100875176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915200444" name="Graphic 5"/>
          <p:cNvPicPr>
            <a:picLocks noChangeAspect="1"/>
          </p:cNvPicPr>
          <p:nvPr userDrawn="1"/>
        </p:nvPicPr>
        <p:blipFill rotWithShape="1">
          <a:blip r:embed="rId2"/>
          <a:stretch/>
        </p:blipFill>
        <p:spPr bwMode="auto">
          <a:xfrm>
            <a:off x="-1" y="2827846"/>
            <a:ext cx="12192001" cy="3035200"/>
          </a:xfrm>
          <a:prstGeom prst="rect">
            <a:avLst/>
          </a:prstGeom>
        </p:spPr>
      </p:pic>
    </p:spTree>
    <p:extLst>
      <p:ext uri="{BB962C8B-B14F-4D97-AF65-F5344CB8AC3E}">
        <p14:creationId xmlns:p14="http://schemas.microsoft.com/office/powerpoint/2010/main" val="3559652474"/>
      </p:ext>
    </p:extLst>
  </p:cSld>
  <p:clrMapOvr>
    <a:masterClrMapping/>
  </p:clrMapOvr>
</p:sldLayout>
</file>

<file path=ppt/slideLayouts/slideLayout489.xml><?xml version="1.0" encoding="utf-8"?>
<p:sldLayout xmlns:a="http://schemas.openxmlformats.org/drawingml/2006/main" xmlns:r="http://schemas.openxmlformats.org/officeDocument/2006/relationships" xmlns:p="http://schemas.openxmlformats.org/presentationml/2006/main" showMasterPhAnim="0" preserve="1" userDrawn="1">
  <p:cSld name="Walk-in">
    <p:bg bwMode="gray">
      <p:bgPr>
        <a:solidFill>
          <a:schemeClr val="tx2"/>
        </a:solidFill>
        <a:effectLst/>
      </p:bgPr>
    </p:bg>
    <p:spTree>
      <p:nvGrpSpPr>
        <p:cNvPr id="1" name=""/>
        <p:cNvGrpSpPr/>
        <p:nvPr/>
      </p:nvGrpSpPr>
      <p:grpSpPr bwMode="auto">
        <a:xfrm>
          <a:off x="0" y="0"/>
          <a:ext cx="0" cy="0"/>
          <a:chOff x="0" y="0"/>
          <a:chExt cx="0" cy="0"/>
        </a:xfrm>
      </p:grpSpPr>
      <p:pic>
        <p:nvPicPr>
          <p:cNvPr id="224764823" name="MS logo white - EMF" descr="Microsoft logo white text version"/>
          <p:cNvPicPr>
            <a:picLocks noChangeAspect="1"/>
          </p:cNvPicPr>
          <p:nvPr userDrawn="1"/>
        </p:nvPicPr>
        <p:blipFill rotWithShape="1">
          <a:blip>
            <a:extLst>
              <a:ext uri="{96DAC541-7B7A-43D3-8B79-37D633B846F1}">
                <asvg:svgBlip xmlns:asvg="http://schemas.microsoft.com/office/drawing/2016/SVG/main" r:embed="rId2"/>
              </a:ext>
            </a:extLst>
          </a:blip>
          <a:stretch/>
        </p:blipFill>
        <p:spPr bwMode="black">
          <a:xfrm>
            <a:off x="584200" y="585788"/>
            <a:ext cx="1366245" cy="292608"/>
          </a:xfrm>
          <a:prstGeom prst="rect">
            <a:avLst/>
          </a:prstGeom>
        </p:spPr>
      </p:pic>
      <p:pic>
        <p:nvPicPr>
          <p:cNvPr id="1745223986" name="Picture 3" descr="Microsoft Learn&#10;Spark possibility"/>
          <p:cNvPicPr>
            <a:picLocks noGrp="1" noRot="1" noMove="1" noResize="1" noEditPoints="1" noAdjustHandles="1" noChangeArrowheads="1" noChangeShapeType="1" noCrop="1"/>
          </p:cNvPicPr>
          <p:nvPr userDrawn="1"/>
        </p:nvPicPr>
        <p:blipFill rotWithShape="1">
          <a:blip r:embed="rId3"/>
          <a:stretch/>
        </p:blipFill>
        <p:spPr bwMode="auto">
          <a:xfrm>
            <a:off x="223228" y="2573202"/>
            <a:ext cx="5344642" cy="1681958"/>
          </a:xfrm>
          <a:prstGeom prst="rect">
            <a:avLst/>
          </a:prstGeom>
        </p:spPr>
      </p:pic>
      <p:sp>
        <p:nvSpPr>
          <p:cNvPr id="101367641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bg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t>© Copyright Microsoft Corporation. All rights reserved.</a:t>
            </a:r>
            <a:endParaRPr/>
          </a:p>
        </p:txBody>
      </p:sp>
    </p:spTree>
    <p:extLst>
      <p:ext uri="{BB962C8B-B14F-4D97-AF65-F5344CB8AC3E}">
        <p14:creationId xmlns:p14="http://schemas.microsoft.com/office/powerpoint/2010/main" val="147971735"/>
      </p:ext>
    </p:extLst>
  </p:cSld>
  <p:clrMapOvr>
    <a:overrideClrMapping bg1="lt1" tx1="dk1" bg2="lt2" tx2="dk2" accent1="accent1" accent2="accent2" accent3="accent3" accent4="accent4" accent5="accent5" accent6="accent6" hlink="hlink" folHlink="folHlink"/>
  </p:clrMapOvr>
</p:sldLayout>
</file>

<file path=ppt/slideLayouts/slideLayout490.xml><?xml version="1.0" encoding="utf-8"?>
<p:sldLayout xmlns:a="http://schemas.openxmlformats.org/drawingml/2006/main" xmlns:r="http://schemas.openxmlformats.org/officeDocument/2006/relationships" xmlns:p="http://schemas.openxmlformats.org/presentationml/2006/main" showMasterPhAnim="0" preserve="1" userDrawn="1">
  <p:cSld name="Title Slide">
    <p:bg>
      <p:bgPr>
        <a:solidFill>
          <a:srgbClr val="E8E6DF"/>
        </a:solidFill>
        <a:effectLst/>
      </p:bgPr>
    </p:bg>
    <p:spTree>
      <p:nvGrpSpPr>
        <p:cNvPr id="1" name=""/>
        <p:cNvGrpSpPr/>
        <p:nvPr/>
      </p:nvGrpSpPr>
      <p:grpSpPr bwMode="auto">
        <a:xfrm>
          <a:off x="0" y="0"/>
          <a:ext cx="0" cy="0"/>
          <a:chOff x="0" y="0"/>
          <a:chExt cx="0" cy="0"/>
        </a:xfrm>
      </p:grpSpPr>
      <p:pic>
        <p:nvPicPr>
          <p:cNvPr id="120785072" name="Picture 9"/>
          <p:cNvPicPr>
            <a:picLocks noChangeAspect="1"/>
          </p:cNvPicPr>
          <p:nvPr userDrawn="1"/>
        </p:nvPicPr>
        <p:blipFill rotWithShape="1">
          <a:blip r:embed="rId2"/>
          <a:stretch/>
        </p:blipFill>
        <p:spPr bwMode="auto">
          <a:xfrm>
            <a:off x="0" y="0"/>
            <a:ext cx="12192000" cy="6858000"/>
          </a:xfrm>
          <a:prstGeom prst="rect">
            <a:avLst/>
          </a:prstGeom>
        </p:spPr>
      </p:pic>
      <p:pic>
        <p:nvPicPr>
          <p:cNvPr id="651172059" name="MS logo gray - EMF" descr="Microsoft logo, gray text version"/>
          <p:cNvPicPr>
            <a:picLocks noChangeAspect="1"/>
          </p:cNvPicPr>
          <p:nvPr userDrawn="1"/>
        </p:nvPicPr>
        <p:blipFill rotWithShape="1">
          <a:blip r:embed="rId3"/>
          <a:stretch/>
        </p:blipFill>
        <p:spPr bwMode="black">
          <a:xfrm>
            <a:off x="584200" y="585788"/>
            <a:ext cx="1366440" cy="292608"/>
          </a:xfrm>
          <a:prstGeom prst="rect">
            <a:avLst/>
          </a:prstGeom>
        </p:spPr>
      </p:pic>
      <p:sp>
        <p:nvSpPr>
          <p:cNvPr id="1785283553" name="Title 1"/>
          <p:cNvSpPr>
            <a:spLocks noGrp="1"/>
          </p:cNvSpPr>
          <p:nvPr>
            <p:ph type="title" hasCustomPrompt="1"/>
          </p:nvPr>
        </p:nvSpPr>
        <p:spPr bwMode="auto">
          <a:xfrm>
            <a:off x="569912" y="3429000"/>
            <a:ext cx="5686955" cy="1231106"/>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Event name or </a:t>
            </a:r>
            <a:br>
              <a:rPr lang="en-US"/>
            </a:br>
            <a:r>
              <a:rPr lang="en-US"/>
              <a:t>presentation title </a:t>
            </a:r>
            <a:endParaRPr/>
          </a:p>
        </p:txBody>
      </p:sp>
      <p:sp>
        <p:nvSpPr>
          <p:cNvPr id="1244511315" name="Text Placeholder 4"/>
          <p:cNvSpPr>
            <a:spLocks noGrp="1"/>
          </p:cNvSpPr>
          <p:nvPr>
            <p:ph type="body" sz="quarter" idx="13" hasCustomPrompt="1"/>
          </p:nvPr>
        </p:nvSpPr>
        <p:spPr bwMode="auto">
          <a:xfrm>
            <a:off x="4756150" y="6446520"/>
            <a:ext cx="1645920" cy="153888"/>
          </a:xfrm>
          <a:prstGeom prst="rect">
            <a:avLst/>
          </a:prstGeom>
          <a:noFill/>
        </p:spPr>
        <p:txBody>
          <a:bodyPr wrap="square" lIns="0" tIns="0" rIns="0" bIns="0">
            <a:spAutoFit/>
          </a:bodyPr>
          <a:lstStyle>
            <a:lvl1pPr marL="0" indent="0">
              <a:spcBef>
                <a:spcPts val="0"/>
              </a:spcBef>
              <a:buNone/>
              <a:defRPr sz="1000" spc="0">
                <a:solidFill>
                  <a:schemeClr val="tx1"/>
                </a:solidFill>
                <a:latin typeface="+mn-lt"/>
                <a:cs typeface="Segoe UI"/>
              </a:defRPr>
            </a:lvl1pPr>
          </a:lstStyle>
          <a:p>
            <a:pPr lvl="0">
              <a:defRPr/>
            </a:pPr>
            <a:r>
              <a:rPr lang="en-US"/>
              <a:t>Date</a:t>
            </a:r>
            <a:endParaRPr/>
          </a:p>
        </p:txBody>
      </p:sp>
      <p:sp>
        <p:nvSpPr>
          <p:cNvPr id="179860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4132741933"/>
      </p:ext>
    </p:extLst>
  </p:cSld>
  <p:clrMapOvr>
    <a:overrideClrMapping bg1="lt1" tx1="dk1" bg2="lt2" tx2="dk2" accent1="accent1" accent2="accent2" accent3="accent3" accent4="accent4" accent5="accent5" accent6="accent6" hlink="hlink" folHlink="folHlink"/>
  </p:clrMapOvr>
</p:sldLayout>
</file>

<file path=ppt/slideLayouts/slideLayout491.xml><?xml version="1.0" encoding="utf-8"?>
<p:sldLayout xmlns:a="http://schemas.openxmlformats.org/drawingml/2006/main" xmlns:r="http://schemas.openxmlformats.org/officeDocument/2006/relationships" xmlns:p="http://schemas.openxmlformats.org/presentationml/2006/main" showMasterPhAnim="0" preserve="1" userDrawn="1">
  <p:cSld name="Section slide">
    <p:bg>
      <p:bgPr>
        <a:solidFill>
          <a:srgbClr val="E8E6DF"/>
        </a:solidFill>
        <a:effectLst/>
      </p:bgPr>
    </p:bg>
    <p:spTree>
      <p:nvGrpSpPr>
        <p:cNvPr id="1" name=""/>
        <p:cNvGrpSpPr/>
        <p:nvPr/>
      </p:nvGrpSpPr>
      <p:grpSpPr bwMode="auto">
        <a:xfrm>
          <a:off x="0" y="0"/>
          <a:ext cx="0" cy="0"/>
          <a:chOff x="0" y="0"/>
          <a:chExt cx="0" cy="0"/>
        </a:xfrm>
      </p:grpSpPr>
      <p:pic>
        <p:nvPicPr>
          <p:cNvPr id="550792025" name="Picture 1"/>
          <p:cNvPicPr>
            <a:picLocks noChangeAspect="1"/>
          </p:cNvPicPr>
          <p:nvPr userDrawn="1"/>
        </p:nvPicPr>
        <p:blipFill rotWithShape="1">
          <a:blip r:embed="rId2"/>
          <a:srcRect r="19823"/>
          <a:stretch/>
        </p:blipFill>
        <p:spPr bwMode="auto">
          <a:xfrm>
            <a:off x="2417010" y="0"/>
            <a:ext cx="9774990" cy="6858000"/>
          </a:xfrm>
          <a:prstGeom prst="rect">
            <a:avLst/>
          </a:prstGeom>
        </p:spPr>
      </p:pic>
      <p:sp>
        <p:nvSpPr>
          <p:cNvPr id="1771519521" name="Title 1"/>
          <p:cNvSpPr>
            <a:spLocks noGrp="1"/>
          </p:cNvSpPr>
          <p:nvPr>
            <p:ph type="title" hasCustomPrompt="1"/>
          </p:nvPr>
        </p:nvSpPr>
        <p:spPr bwMode="auto">
          <a:xfrm>
            <a:off x="569911" y="3384610"/>
            <a:ext cx="6345239" cy="615553"/>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Section divider title</a:t>
            </a:r>
            <a:endParaRPr/>
          </a:p>
        </p:txBody>
      </p:sp>
      <p:sp>
        <p:nvSpPr>
          <p:cNvPr id="152398963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4270542727"/>
      </p:ext>
    </p:extLst>
  </p:cSld>
  <p:clrMapOvr>
    <a:overrideClrMapping bg1="lt1" tx1="dk1" bg2="lt2" tx2="dk2" accent1="accent1" accent2="accent2" accent3="accent3" accent4="accent4" accent5="accent5" accent6="accent6" hlink="hlink" folHlink="folHlink"/>
  </p:clrMapOvr>
</p:sldLayout>
</file>

<file path=ppt/slideLayouts/slideLayout492.xml><?xml version="1.0" encoding="utf-8"?>
<p:sldLayout xmlns:a="http://schemas.openxmlformats.org/drawingml/2006/main" xmlns:r="http://schemas.openxmlformats.org/officeDocument/2006/relationships" xmlns:p="http://schemas.openxmlformats.org/presentationml/2006/main" showMasterPhAnim="0" preserve="1" userDrawn="1">
  <p:cSld name="Agenda_1-column">
    <p:bg>
      <p:bgPr>
        <a:solidFill>
          <a:srgbClr val="E8E6DF"/>
        </a:solidFill>
        <a:effectLst/>
      </p:bgPr>
    </p:bg>
    <p:spTree>
      <p:nvGrpSpPr>
        <p:cNvPr id="1" name=""/>
        <p:cNvGrpSpPr/>
        <p:nvPr/>
      </p:nvGrpSpPr>
      <p:grpSpPr bwMode="auto">
        <a:xfrm>
          <a:off x="0" y="0"/>
          <a:ext cx="0" cy="0"/>
          <a:chOff x="0" y="0"/>
          <a:chExt cx="0" cy="0"/>
        </a:xfrm>
      </p:grpSpPr>
      <p:sp>
        <p:nvSpPr>
          <p:cNvPr id="1652206169" name="Title 1"/>
          <p:cNvSpPr>
            <a:spLocks noGrp="1"/>
          </p:cNvSpPr>
          <p:nvPr>
            <p:ph type="title" hasCustomPrompt="1"/>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Agenda</a:t>
            </a:r>
            <a:endParaRPr/>
          </a:p>
        </p:txBody>
      </p:sp>
      <p:cxnSp>
        <p:nvCxnSpPr>
          <p:cNvPr id="1873068216" name="Straight Connector 3"/>
          <p:cNvCxnSpPr/>
          <p:nvPr userDrawn="1"/>
        </p:nvCxnSpPr>
        <p:spPr bwMode="auto">
          <a:xfrm>
            <a:off x="585216" y="1289050"/>
            <a:ext cx="3182112" cy="0"/>
          </a:xfrm>
          <a:prstGeom prst="line">
            <a:avLst/>
          </a:prstGeom>
          <a:ln w="76200" cap="rnd">
            <a:gradFill>
              <a:gsLst>
                <a:gs pos="0">
                  <a:schemeClr val="accent3"/>
                </a:gs>
                <a:gs pos="22000">
                  <a:srgbClr val="F4364C"/>
                </a:gs>
                <a:gs pos="48000">
                  <a:schemeClr val="accent2"/>
                </a:gs>
                <a:gs pos="97531">
                  <a:srgbClr val="8DC8E8"/>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1276515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687828499" name="Text Placeholder 3"/>
          <p:cNvSpPr>
            <a:spLocks noGrp="1"/>
          </p:cNvSpPr>
          <p:nvPr>
            <p:ph type="body" sz="quarter" idx="15"/>
          </p:nvPr>
        </p:nvSpPr>
        <p:spPr bwMode="auto">
          <a:xfrm>
            <a:off x="586388" y="1818177"/>
            <a:ext cx="5033361" cy="280782"/>
          </a:xfrm>
          <a:prstGeom prst="rect">
            <a:avLst/>
          </a:prstGeom>
        </p:spPr>
        <p:txBody>
          <a:bodyPr wrap="square">
            <a:spAutoFit/>
          </a:bodyPr>
          <a:lstStyle>
            <a:lvl1pPr marL="137160" indent="-137160">
              <a:lnSpc>
                <a:spcPct val="110000"/>
              </a:lnSpc>
              <a:spcBef>
                <a:spcPts val="0"/>
              </a:spcBef>
              <a:spcAft>
                <a:spcPts val="1200"/>
              </a:spcAft>
              <a:buFont typeface="Arial"/>
              <a:buChar char="•"/>
              <a:defRPr sz="1800">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2804686374"/>
      </p:ext>
    </p:extLst>
  </p:cSld>
  <p:clrMapOvr>
    <a:overrideClrMapping bg1="lt1" tx1="dk1" bg2="lt2" tx2="dk2" accent1="accent1" accent2="accent2" accent3="accent3" accent4="accent4" accent5="accent5" accent6="accent6" hlink="hlink" folHlink="folHlink"/>
  </p:clrMapOvr>
</p:sldLayout>
</file>

<file path=ppt/slideLayouts/slideLayout493.xml><?xml version="1.0" encoding="utf-8"?>
<p:sldLayout xmlns:a="http://schemas.openxmlformats.org/drawingml/2006/main" xmlns:r="http://schemas.openxmlformats.org/officeDocument/2006/relationships" xmlns:p="http://schemas.openxmlformats.org/presentationml/2006/main" showMasterPhAnim="0" preserve="1" userDrawn="1">
  <p:cSld name="3_Agenda_2-column">
    <p:bg>
      <p:bgPr>
        <a:solidFill>
          <a:srgbClr val="E8E6DF"/>
        </a:solidFill>
        <a:effectLst/>
      </p:bgPr>
    </p:bg>
    <p:spTree>
      <p:nvGrpSpPr>
        <p:cNvPr id="1" name=""/>
        <p:cNvGrpSpPr/>
        <p:nvPr/>
      </p:nvGrpSpPr>
      <p:grpSpPr bwMode="auto">
        <a:xfrm>
          <a:off x="0" y="0"/>
          <a:ext cx="0" cy="0"/>
          <a:chOff x="0" y="0"/>
          <a:chExt cx="0" cy="0"/>
        </a:xfrm>
      </p:grpSpPr>
      <p:sp>
        <p:nvSpPr>
          <p:cNvPr id="914106429" name="Title 1"/>
          <p:cNvSpPr>
            <a:spLocks noGrp="1"/>
          </p:cNvSpPr>
          <p:nvPr>
            <p:ph type="title" hasCustomPrompt="1"/>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Agenda</a:t>
            </a:r>
            <a:endParaRPr/>
          </a:p>
        </p:txBody>
      </p:sp>
      <p:cxnSp>
        <p:nvCxnSpPr>
          <p:cNvPr id="290037367" name="Straight Connector 3"/>
          <p:cNvCxnSpPr/>
          <p:nvPr userDrawn="1"/>
        </p:nvCxnSpPr>
        <p:spPr bwMode="auto">
          <a:xfrm>
            <a:off x="585216" y="1289050"/>
            <a:ext cx="3182112" cy="0"/>
          </a:xfrm>
          <a:prstGeom prst="line">
            <a:avLst/>
          </a:prstGeom>
          <a:ln w="76200" cap="rnd">
            <a:gradFill>
              <a:gsLst>
                <a:gs pos="0">
                  <a:schemeClr val="accent3"/>
                </a:gs>
                <a:gs pos="22000">
                  <a:srgbClr val="F4364C"/>
                </a:gs>
                <a:gs pos="48000">
                  <a:schemeClr val="accent2"/>
                </a:gs>
                <a:gs pos="97531">
                  <a:srgbClr val="8DC8E8"/>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5254902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849357330" name="Text Placeholder 3"/>
          <p:cNvSpPr>
            <a:spLocks noGrp="1"/>
          </p:cNvSpPr>
          <p:nvPr>
            <p:ph type="body" sz="quarter" idx="17"/>
          </p:nvPr>
        </p:nvSpPr>
        <p:spPr bwMode="auto">
          <a:xfrm>
            <a:off x="586388"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44059947" name="Text Placeholder 3"/>
          <p:cNvSpPr>
            <a:spLocks noGrp="1"/>
          </p:cNvSpPr>
          <p:nvPr>
            <p:ph type="body" sz="quarter" idx="18"/>
          </p:nvPr>
        </p:nvSpPr>
        <p:spPr bwMode="auto">
          <a:xfrm>
            <a:off x="6891338"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730162712"/>
      </p:ext>
    </p:extLst>
  </p:cSld>
  <p:clrMapOvr>
    <a:overrideClrMapping bg1="lt1" tx1="dk1" bg2="lt2" tx2="dk2" accent1="accent1" accent2="accent2" accent3="accent3" accent4="accent4" accent5="accent5" accent6="accent6" hlink="hlink" folHlink="folHlink"/>
  </p:clrMapOvr>
</p:sldLayout>
</file>

<file path=ppt/slideLayouts/slideLayout494.xml><?xml version="1.0" encoding="utf-8"?>
<p:sldLayout xmlns:a="http://schemas.openxmlformats.org/drawingml/2006/main" xmlns:r="http://schemas.openxmlformats.org/officeDocument/2006/relationships" xmlns:p="http://schemas.openxmlformats.org/presentationml/2006/main" showMasterPhAnim="0" preserve="1" userDrawn="1">
  <p:cSld name="Presenter-BIo">
    <p:bg>
      <p:bgPr>
        <a:solidFill>
          <a:srgbClr val="E8E6DF"/>
        </a:solidFill>
        <a:effectLst/>
      </p:bgPr>
    </p:bg>
    <p:spTree>
      <p:nvGrpSpPr>
        <p:cNvPr id="1" name=""/>
        <p:cNvGrpSpPr/>
        <p:nvPr/>
      </p:nvGrpSpPr>
      <p:grpSpPr bwMode="auto">
        <a:xfrm>
          <a:off x="0" y="0"/>
          <a:ext cx="0" cy="0"/>
          <a:chOff x="0" y="0"/>
          <a:chExt cx="0" cy="0"/>
        </a:xfrm>
      </p:grpSpPr>
      <p:sp>
        <p:nvSpPr>
          <p:cNvPr id="2003266084" name="Rectangle 18"/>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a:lnSpc>
                <a:spcPct val="100000"/>
              </a:lnSpc>
              <a:spcBef>
                <a:spcPts val="0"/>
              </a:spcBef>
              <a:spcAft>
                <a:spcPts val="0"/>
              </a:spcAft>
              <a:buClrTx/>
              <a:buSzTx/>
              <a:buFontTx/>
              <a:buNone/>
              <a:defRPr/>
            </a:pPr>
            <a:endParaRPr lang="en-US" sz="2000" b="0" i="0" u="none" strike="noStrike" cap="none" spc="0">
              <a:ln>
                <a:noFill/>
              </a:ln>
              <a:solidFill>
                <a:srgbClr val="FFFFFF"/>
              </a:solidFill>
              <a:latin typeface="Segoe UI"/>
              <a:ea typeface="Segoe UI"/>
              <a:cs typeface="Segoe UI"/>
            </a:endParaRPr>
          </a:p>
        </p:txBody>
      </p:sp>
      <p:sp>
        <p:nvSpPr>
          <p:cNvPr id="2051137013" name="Title 1"/>
          <p:cNvSpPr>
            <a:spLocks noGrp="1"/>
          </p:cNvSpPr>
          <p:nvPr>
            <p:ph type="title"/>
          </p:nvPr>
        </p:nvSpPr>
        <p:spPr bwMode="auto">
          <a:xfrm>
            <a:off x="588262" y="585216"/>
            <a:ext cx="5749038"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329645554" name="Picture Placeholder" descr="This photo is a 'placeholder' only. Drag or drop your photo here, or click and tap the center to insert a photo."/>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237978769" name="Picture Placeholder" descr="This photo is a 'placeholder' only. Drag or drop your photo here, or click and tap the center to insert a photo."/>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307963690" name="Picture Placeholder" descr="This photo is a 'placeholder' only. Drag or drop your photo here, or click and tap the center to insert a photo."/>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1043806686" name="Picture Placeholder" descr="This photo is a 'placeholder' only. Drag or drop your photo here, or click and tap the center to insert a photo."/>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1811506482" name="Picture Placeholder" descr="This photo is a 'placeholder' only. Drag or drop your photo here, or click and tap the center to insert a photo."/>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1219232814" name="Picture Placeholder" descr="This photo is a 'placeholder' only. Drag or drop your photo here, or click and tap the center to insert a photo."/>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1888161696" name="Picture Placeholder" descr="This photo is a 'placeholder' only. Drag or drop your photo here, or click and tap the center to insert a photo."/>
          <p:cNvSpPr>
            <a:spLocks noGrp="1"/>
          </p:cNvSpPr>
          <p:nvPr>
            <p:ph type="pic" sz="quarter" idx="14" hasCustomPrompt="1"/>
          </p:nvPr>
        </p:nvSpPr>
        <p:spPr bwMode="ltGray">
          <a:xfrm>
            <a:off x="8165231" y="457200"/>
            <a:ext cx="2849035" cy="2874212"/>
          </a:xfrm>
          <a:prstGeom prst="roundRect">
            <a:avLst>
              <a:gd name="adj" fmla="val 21738"/>
            </a:avLst>
          </a:prstGeom>
          <a:blipFill rotWithShape="1">
            <a:blip r:embed="rId2"/>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50" b="1">
                <a:solidFill>
                  <a:srgbClr val="000000"/>
                </a:solidFill>
                <a:latin typeface="+mn-lt"/>
                <a:cs typeface="Segoe UI"/>
              </a:defRPr>
            </a:lvl1pPr>
          </a:lstStyle>
          <a:p>
            <a:pPr>
              <a:defRPr/>
            </a:pPr>
            <a:r>
              <a:rPr lang="en-US"/>
              <a:t>Click icon to </a:t>
            </a:r>
            <a:br>
              <a:rPr lang="en-US"/>
            </a:br>
            <a:r>
              <a:rPr lang="en-US"/>
              <a:t>add your picture here</a:t>
            </a:r>
            <a:endParaRPr/>
          </a:p>
        </p:txBody>
      </p:sp>
      <p:sp>
        <p:nvSpPr>
          <p:cNvPr id="68650452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913693104"/>
      </p:ext>
    </p:extLst>
  </p:cSld>
  <p:clrMapOvr>
    <a:masterClrMapping/>
  </p:clrMapOvr>
</p:sldLayout>
</file>

<file path=ppt/slideLayouts/slideLayout495.xml><?xml version="1.0" encoding="utf-8"?>
<p:sldLayout xmlns:a="http://schemas.openxmlformats.org/drawingml/2006/main" xmlns:r="http://schemas.openxmlformats.org/officeDocument/2006/relationships" xmlns:p="http://schemas.openxmlformats.org/presentationml/2006/main" showMasterPhAnim="0" preserve="1" userDrawn="1">
  <p:cSld name="Summary page_Big headline_Learn">
    <p:bg>
      <p:bgPr>
        <a:solidFill>
          <a:srgbClr val="E8E6DF"/>
        </a:solidFill>
        <a:effectLst/>
      </p:bgPr>
    </p:bg>
    <p:spTree>
      <p:nvGrpSpPr>
        <p:cNvPr id="1" name=""/>
        <p:cNvGrpSpPr/>
        <p:nvPr/>
      </p:nvGrpSpPr>
      <p:grpSpPr bwMode="auto">
        <a:xfrm>
          <a:off x="0" y="0"/>
          <a:ext cx="0" cy="0"/>
          <a:chOff x="0" y="0"/>
          <a:chExt cx="0" cy="0"/>
        </a:xfrm>
      </p:grpSpPr>
      <p:pic>
        <p:nvPicPr>
          <p:cNvPr id="650236224" name="Picture 2"/>
          <p:cNvPicPr>
            <a:picLocks noChangeAspect="1"/>
          </p:cNvPicPr>
          <p:nvPr userDrawn="1"/>
        </p:nvPicPr>
        <p:blipFill rotWithShape="1">
          <a:blip r:embed="rId2"/>
          <a:stretch/>
        </p:blipFill>
        <p:spPr bwMode="auto">
          <a:xfrm>
            <a:off x="0" y="0"/>
            <a:ext cx="12192000" cy="6858000"/>
          </a:xfrm>
          <a:prstGeom prst="rect">
            <a:avLst/>
          </a:prstGeom>
        </p:spPr>
      </p:pic>
      <p:sp>
        <p:nvSpPr>
          <p:cNvPr id="192633370" name="Title 4"/>
          <p:cNvSpPr>
            <a:spLocks noGrp="1"/>
          </p:cNvSpPr>
          <p:nvPr>
            <p:ph type="title" hasCustomPrompt="1"/>
          </p:nvPr>
        </p:nvSpPr>
        <p:spPr bwMode="auto">
          <a:xfrm>
            <a:off x="525081" y="2448062"/>
            <a:ext cx="10430257" cy="1015663"/>
          </a:xfrm>
        </p:spPr>
        <p:txBody>
          <a:bodyPr anchor="b" anchorCtr="0"/>
          <a:lstStyle>
            <a:lvl1pPr>
              <a:defRPr sz="6600" spc="-100">
                <a:latin typeface="+mn-lt"/>
              </a:defRPr>
            </a:lvl1pPr>
          </a:lstStyle>
          <a:p>
            <a:pPr>
              <a:defRPr/>
            </a:pPr>
            <a:r>
              <a:rPr lang="en-US"/>
              <a:t>Big headline</a:t>
            </a:r>
            <a:endParaRPr/>
          </a:p>
        </p:txBody>
      </p:sp>
      <p:sp>
        <p:nvSpPr>
          <p:cNvPr id="2830932" name="Text Placeholder 3"/>
          <p:cNvSpPr>
            <a:spLocks noGrp="1"/>
          </p:cNvSpPr>
          <p:nvPr>
            <p:ph type="body" sz="quarter" idx="15"/>
          </p:nvPr>
        </p:nvSpPr>
        <p:spPr bwMode="auto">
          <a:xfrm>
            <a:off x="586390" y="4278313"/>
            <a:ext cx="4712686"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65176" indent="-128016">
              <a:spcAft>
                <a:spcPts val="0"/>
              </a:spcAft>
              <a:buFont typeface="Arial"/>
              <a:buChar char="•"/>
              <a:defRPr>
                <a:solidFill>
                  <a:schemeClr val="tx1"/>
                </a:solidFill>
              </a:defRPr>
            </a:lvl2pPr>
            <a:lvl3pPr marL="384048" indent="-118872">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739903384" name="Text Placeholder 3"/>
          <p:cNvSpPr>
            <a:spLocks noGrp="1"/>
          </p:cNvSpPr>
          <p:nvPr>
            <p:ph type="body" sz="quarter" idx="16"/>
          </p:nvPr>
        </p:nvSpPr>
        <p:spPr bwMode="auto">
          <a:xfrm>
            <a:off x="6246410" y="4278313"/>
            <a:ext cx="3765954"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65176" indent="-128016">
              <a:spcAft>
                <a:spcPts val="0"/>
              </a:spcAft>
              <a:buFont typeface="Arial"/>
              <a:buChar char="•"/>
              <a:defRPr>
                <a:solidFill>
                  <a:schemeClr val="tx1"/>
                </a:solidFill>
              </a:defRPr>
            </a:lvl2pPr>
            <a:lvl3pPr marL="384048" indent="-118872">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41841077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57905789"/>
      </p:ext>
    </p:extLst>
  </p:cSld>
  <p:clrMapOvr>
    <a:overrideClrMapping bg1="lt1" tx1="dk1" bg2="lt2" tx2="dk2" accent1="accent1" accent2="accent2" accent3="accent3" accent4="accent4" accent5="accent5" accent6="accent6" hlink="hlink" folHlink="folHlink"/>
  </p:clrMapOvr>
</p:sldLayout>
</file>

<file path=ppt/slideLayouts/slideLayout496.xml><?xml version="1.0" encoding="utf-8"?>
<p:sldLayout xmlns:a="http://schemas.openxmlformats.org/drawingml/2006/main" xmlns:r="http://schemas.openxmlformats.org/officeDocument/2006/relationships" xmlns:p="http://schemas.openxmlformats.org/presentationml/2006/main" showMasterPhAnim="0" preserve="1" userDrawn="1">
  <p:cSld name="1-column_Text">
    <p:bg>
      <p:bgRef idx="1001">
        <a:schemeClr val="bg1"/>
      </p:bgRef>
    </p:bg>
    <p:spTree>
      <p:nvGrpSpPr>
        <p:cNvPr id="1" name=""/>
        <p:cNvGrpSpPr/>
        <p:nvPr/>
      </p:nvGrpSpPr>
      <p:grpSpPr bwMode="auto">
        <a:xfrm>
          <a:off x="0" y="0"/>
          <a:ext cx="0" cy="0"/>
          <a:chOff x="0" y="0"/>
          <a:chExt cx="0" cy="0"/>
        </a:xfrm>
      </p:grpSpPr>
      <p:sp>
        <p:nvSpPr>
          <p:cNvPr id="1669518606" name="Title 1"/>
          <p:cNvSpPr>
            <a:spLocks noGrp="1"/>
          </p:cNvSpPr>
          <p:nvPr>
            <p:ph type="title"/>
          </p:nvPr>
        </p:nvSpPr>
        <p:spPr bwMode="auto">
          <a:xfrm>
            <a:off x="588262" y="585216"/>
            <a:ext cx="11013473"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390798937" name="Text Placeholder 3"/>
          <p:cNvSpPr>
            <a:spLocks noGrp="1"/>
          </p:cNvSpPr>
          <p:nvPr>
            <p:ph type="body" sz="quarter" idx="15"/>
          </p:nvPr>
        </p:nvSpPr>
        <p:spPr bwMode="auto">
          <a:xfrm>
            <a:off x="586388" y="1591056"/>
            <a:ext cx="110134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96487389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442183684"/>
      </p:ext>
    </p:extLst>
  </p:cSld>
  <p:clrMapOvr>
    <a:overrideClrMapping bg1="lt1" tx1="dk1" bg2="lt2" tx2="dk2" accent1="accent1" accent2="accent2" accent3="accent3" accent4="accent4" accent5="accent5" accent6="accent6" hlink="hlink" folHlink="folHlink"/>
  </p:clrMapOvr>
</p:sldLayout>
</file>

<file path=ppt/slideLayouts/slideLayout497.xml><?xml version="1.0" encoding="utf-8"?>
<p:sldLayout xmlns:a="http://schemas.openxmlformats.org/drawingml/2006/main" xmlns:r="http://schemas.openxmlformats.org/officeDocument/2006/relationships" xmlns:p="http://schemas.openxmlformats.org/presentationml/2006/main" showMasterPhAnim="0" preserve="1" userDrawn="1">
  <p:cSld name="Title and subheading">
    <p:spTree>
      <p:nvGrpSpPr>
        <p:cNvPr id="1" name=""/>
        <p:cNvGrpSpPr/>
        <p:nvPr/>
      </p:nvGrpSpPr>
      <p:grpSpPr bwMode="auto">
        <a:xfrm>
          <a:off x="0" y="0"/>
          <a:ext cx="0" cy="0"/>
          <a:chOff x="0" y="0"/>
          <a:chExt cx="0" cy="0"/>
        </a:xfrm>
      </p:grpSpPr>
      <p:sp>
        <p:nvSpPr>
          <p:cNvPr id="424329473" name="Title 1"/>
          <p:cNvSpPr>
            <a:spLocks noGrp="1"/>
          </p:cNvSpPr>
          <p:nvPr>
            <p:ph type="title"/>
          </p:nvPr>
        </p:nvSpPr>
        <p:spPr bwMode="auto">
          <a:xfrm>
            <a:off x="588261" y="585216"/>
            <a:ext cx="11011601" cy="707281"/>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11285638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439333070" name="Text Placeholder 11"/>
          <p:cNvSpPr>
            <a:spLocks noGrp="1"/>
          </p:cNvSpPr>
          <p:nvPr>
            <p:ph type="body" sz="quarter" idx="17"/>
          </p:nvPr>
        </p:nvSpPr>
        <p:spPr bwMode="auto">
          <a:xfrm>
            <a:off x="584199" y="1386766"/>
            <a:ext cx="1101160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Tree>
    <p:extLst>
      <p:ext uri="{BB962C8B-B14F-4D97-AF65-F5344CB8AC3E}">
        <p14:creationId xmlns:p14="http://schemas.microsoft.com/office/powerpoint/2010/main" val="4053367200"/>
      </p:ext>
    </p:extLst>
  </p:cSld>
  <p:clrMapOvr>
    <a:masterClrMapping/>
  </p:clrMapOvr>
</p:sldLayout>
</file>

<file path=ppt/slideLayouts/slideLayout498.xml><?xml version="1.0" encoding="utf-8"?>
<p:sldLayout xmlns:a="http://schemas.openxmlformats.org/drawingml/2006/main" xmlns:r="http://schemas.openxmlformats.org/officeDocument/2006/relationships" xmlns:p="http://schemas.openxmlformats.org/presentationml/2006/main" showMasterPhAnim="0" preserve="1" userDrawn="1">
  <p:cSld name="1_1-column_Text">
    <p:bg>
      <p:bgRef idx="1001">
        <a:schemeClr val="bg1"/>
      </p:bgRef>
    </p:bg>
    <p:spTree>
      <p:nvGrpSpPr>
        <p:cNvPr id="1" name=""/>
        <p:cNvGrpSpPr/>
        <p:nvPr/>
      </p:nvGrpSpPr>
      <p:grpSpPr bwMode="auto">
        <a:xfrm>
          <a:off x="0" y="0"/>
          <a:ext cx="0" cy="0"/>
          <a:chOff x="0" y="0"/>
          <a:chExt cx="0" cy="0"/>
        </a:xfrm>
      </p:grpSpPr>
      <p:sp>
        <p:nvSpPr>
          <p:cNvPr id="125764622" name="Title 1"/>
          <p:cNvSpPr>
            <a:spLocks noGrp="1"/>
          </p:cNvSpPr>
          <p:nvPr>
            <p:ph type="title"/>
          </p:nvPr>
        </p:nvSpPr>
        <p:spPr bwMode="auto">
          <a:xfrm>
            <a:off x="588261" y="585216"/>
            <a:ext cx="8189027"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578889428" name="Text Placeholder 11"/>
          <p:cNvSpPr>
            <a:spLocks noGrp="1"/>
          </p:cNvSpPr>
          <p:nvPr>
            <p:ph type="body" sz="quarter" idx="17"/>
          </p:nvPr>
        </p:nvSpPr>
        <p:spPr bwMode="auto">
          <a:xfrm>
            <a:off x="584200" y="1594155"/>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361517346" name="Text Placeholder 3"/>
          <p:cNvSpPr>
            <a:spLocks noGrp="1"/>
          </p:cNvSpPr>
          <p:nvPr>
            <p:ph type="body" sz="quarter" idx="15"/>
          </p:nvPr>
        </p:nvSpPr>
        <p:spPr bwMode="auto">
          <a:xfrm>
            <a:off x="586390" y="2085764"/>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16602861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144952980"/>
      </p:ext>
    </p:extLst>
  </p:cSld>
  <p:clrMapOvr>
    <a:overrideClrMapping bg1="lt1" tx1="dk1" bg2="lt2" tx2="dk2" accent1="accent1" accent2="accent2" accent3="accent3" accent4="accent4" accent5="accent5" accent6="accent6" hlink="hlink" folHlink="folHlink"/>
  </p:clrMapOvr>
</p:sldLayout>
</file>

<file path=ppt/slideLayouts/slideLayout499.xml><?xml version="1.0" encoding="utf-8"?>
<p:sldLayout xmlns:a="http://schemas.openxmlformats.org/drawingml/2006/main" xmlns:r="http://schemas.openxmlformats.org/officeDocument/2006/relationships" xmlns:p="http://schemas.openxmlformats.org/presentationml/2006/main" showMasterPhAnim="0" preserve="1" userDrawn="1">
  <p:cSld name="2-column_Text">
    <p:bg>
      <p:bgRef idx="1001">
        <a:schemeClr val="bg1"/>
      </p:bgRef>
    </p:bg>
    <p:spTree>
      <p:nvGrpSpPr>
        <p:cNvPr id="1" name=""/>
        <p:cNvGrpSpPr/>
        <p:nvPr/>
      </p:nvGrpSpPr>
      <p:grpSpPr bwMode="auto">
        <a:xfrm>
          <a:off x="0" y="0"/>
          <a:ext cx="0" cy="0"/>
          <a:chOff x="0" y="0"/>
          <a:chExt cx="0" cy="0"/>
        </a:xfrm>
      </p:grpSpPr>
      <p:sp>
        <p:nvSpPr>
          <p:cNvPr id="207585064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82361853" name="Text Placeholder 3"/>
          <p:cNvSpPr>
            <a:spLocks noGrp="1"/>
          </p:cNvSpPr>
          <p:nvPr>
            <p:ph type="body" sz="quarter" idx="15"/>
          </p:nvPr>
        </p:nvSpPr>
        <p:spPr bwMode="auto">
          <a:xfrm>
            <a:off x="586390" y="1591056"/>
            <a:ext cx="5217510"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019394271" name="Text Placeholder 3"/>
          <p:cNvSpPr>
            <a:spLocks noGrp="1"/>
          </p:cNvSpPr>
          <p:nvPr>
            <p:ph type="body" sz="quarter" idx="20"/>
          </p:nvPr>
        </p:nvSpPr>
        <p:spPr bwMode="auto">
          <a:xfrm>
            <a:off x="6253664" y="1591056"/>
            <a:ext cx="5187106"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48683691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580296807"/>
      </p:ext>
    </p:extLst>
  </p:cSld>
  <p:clrMapOvr>
    <a:overrideClrMapping bg1="lt1" tx1="dk1" bg2="lt2" tx2="dk2" accent1="accent1" accent2="accent2" accent3="accent3" accent4="accent4" accent5="accent5" accent6="accent6" hlink="hlink" folHlink="folHlink"/>
  </p:clrMapOvr>
</p:sldLayout>
</file>

<file path=ppt/slideLayouts/slideLayout500.xml><?xml version="1.0" encoding="utf-8"?>
<p:sldLayout xmlns:a="http://schemas.openxmlformats.org/drawingml/2006/main" xmlns:r="http://schemas.openxmlformats.org/officeDocument/2006/relationships" xmlns:p="http://schemas.openxmlformats.org/presentationml/2006/main" showMasterPhAnim="0" preserve="1" userDrawn="1">
  <p:cSld name="2-column_Text_with Subheads">
    <p:bg>
      <p:bgRef idx="1001">
        <a:schemeClr val="bg1"/>
      </p:bgRef>
    </p:bg>
    <p:spTree>
      <p:nvGrpSpPr>
        <p:cNvPr id="1" name=""/>
        <p:cNvGrpSpPr/>
        <p:nvPr/>
      </p:nvGrpSpPr>
      <p:grpSpPr bwMode="auto">
        <a:xfrm>
          <a:off x="0" y="0"/>
          <a:ext cx="0" cy="0"/>
          <a:chOff x="0" y="0"/>
          <a:chExt cx="0" cy="0"/>
        </a:xfrm>
      </p:grpSpPr>
      <p:sp>
        <p:nvSpPr>
          <p:cNvPr id="461866381"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371493390" name="Text Placeholder 11"/>
          <p:cNvSpPr>
            <a:spLocks noGrp="1"/>
          </p:cNvSpPr>
          <p:nvPr>
            <p:ph type="body" sz="quarter" idx="16"/>
          </p:nvPr>
        </p:nvSpPr>
        <p:spPr bwMode="auto">
          <a:xfrm>
            <a:off x="58420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938333827" name="Text Placeholder 3"/>
          <p:cNvSpPr>
            <a:spLocks noGrp="1"/>
          </p:cNvSpPr>
          <p:nvPr>
            <p:ph type="body" sz="quarter" idx="15"/>
          </p:nvPr>
        </p:nvSpPr>
        <p:spPr bwMode="auto">
          <a:xfrm>
            <a:off x="586390" y="2085764"/>
            <a:ext cx="5217510"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03660167" name="Text Placeholder 11"/>
          <p:cNvSpPr>
            <a:spLocks noGrp="1"/>
          </p:cNvSpPr>
          <p:nvPr>
            <p:ph type="body" sz="quarter" idx="19"/>
          </p:nvPr>
        </p:nvSpPr>
        <p:spPr bwMode="auto">
          <a:xfrm>
            <a:off x="624422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2041746147" name="Text Placeholder 3"/>
          <p:cNvSpPr>
            <a:spLocks noGrp="1"/>
          </p:cNvSpPr>
          <p:nvPr>
            <p:ph type="body" sz="quarter" idx="20"/>
          </p:nvPr>
        </p:nvSpPr>
        <p:spPr bwMode="auto">
          <a:xfrm>
            <a:off x="6253664" y="2085764"/>
            <a:ext cx="5187106"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92666456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608830520"/>
      </p:ext>
    </p:extLst>
  </p:cSld>
  <p:clrMapOvr>
    <a:overrideClrMapping bg1="lt1" tx1="dk1" bg2="lt2" tx2="dk2" accent1="accent1" accent2="accent2" accent3="accent3" accent4="accent4" accent5="accent5" accent6="accent6" hlink="hlink" folHlink="folHlink"/>
  </p:clrMapOvr>
</p:sldLayout>
</file>

<file path=ppt/slideLayouts/slideLayout501.xml><?xml version="1.0" encoding="utf-8"?>
<p:sldLayout xmlns:a="http://schemas.openxmlformats.org/drawingml/2006/main" xmlns:r="http://schemas.openxmlformats.org/officeDocument/2006/relationships" xmlns:p="http://schemas.openxmlformats.org/presentationml/2006/main" showMasterPhAnim="0" preserve="1" userDrawn="1">
  <p:cSld name="3-column_Text">
    <p:bg>
      <p:bgRef idx="1001">
        <a:schemeClr val="bg1"/>
      </p:bgRef>
    </p:bg>
    <p:spTree>
      <p:nvGrpSpPr>
        <p:cNvPr id="1" name=""/>
        <p:cNvGrpSpPr/>
        <p:nvPr/>
      </p:nvGrpSpPr>
      <p:grpSpPr bwMode="auto">
        <a:xfrm>
          <a:off x="0" y="0"/>
          <a:ext cx="0" cy="0"/>
          <a:chOff x="0" y="0"/>
          <a:chExt cx="0" cy="0"/>
        </a:xfrm>
      </p:grpSpPr>
      <p:sp>
        <p:nvSpPr>
          <p:cNvPr id="158764810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79589561" name="Text Placeholder 3"/>
          <p:cNvSpPr>
            <a:spLocks noGrp="1"/>
          </p:cNvSpPr>
          <p:nvPr>
            <p:ph type="body" sz="quarter" idx="15"/>
          </p:nvPr>
        </p:nvSpPr>
        <p:spPr bwMode="auto">
          <a:xfrm>
            <a:off x="586390"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362025002" name="Text Placeholder 3"/>
          <p:cNvSpPr>
            <a:spLocks noGrp="1"/>
          </p:cNvSpPr>
          <p:nvPr>
            <p:ph type="body" sz="quarter" idx="16"/>
          </p:nvPr>
        </p:nvSpPr>
        <p:spPr bwMode="auto">
          <a:xfrm>
            <a:off x="4362862"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14683596" name="Text Placeholder 3"/>
          <p:cNvSpPr>
            <a:spLocks noGrp="1"/>
          </p:cNvSpPr>
          <p:nvPr>
            <p:ph type="body" sz="quarter" idx="17"/>
          </p:nvPr>
        </p:nvSpPr>
        <p:spPr bwMode="auto">
          <a:xfrm>
            <a:off x="8130190"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24139044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873185798"/>
      </p:ext>
    </p:extLst>
  </p:cSld>
  <p:clrMapOvr>
    <a:overrideClrMapping bg1="lt1" tx1="dk1" bg2="lt2" tx2="dk2" accent1="accent1" accent2="accent2" accent3="accent3" accent4="accent4" accent5="accent5" accent6="accent6" hlink="hlink" folHlink="folHlink"/>
  </p:clrMapOvr>
</p:sldLayout>
</file>

<file path=ppt/slideLayouts/slideLayout502.xml><?xml version="1.0" encoding="utf-8"?>
<p:sldLayout xmlns:a="http://schemas.openxmlformats.org/drawingml/2006/main" xmlns:r="http://schemas.openxmlformats.org/officeDocument/2006/relationships" xmlns:p="http://schemas.openxmlformats.org/presentationml/2006/main" showMasterPhAnim="0" preserve="1" userDrawn="1">
  <p:cSld name="3-column_Text_with Subheads">
    <p:bg>
      <p:bgRef idx="1001">
        <a:schemeClr val="bg1"/>
      </p:bgRef>
    </p:bg>
    <p:spTree>
      <p:nvGrpSpPr>
        <p:cNvPr id="1" name=""/>
        <p:cNvGrpSpPr/>
        <p:nvPr/>
      </p:nvGrpSpPr>
      <p:grpSpPr bwMode="auto">
        <a:xfrm>
          <a:off x="0" y="0"/>
          <a:ext cx="0" cy="0"/>
          <a:chOff x="0" y="0"/>
          <a:chExt cx="0" cy="0"/>
        </a:xfrm>
      </p:grpSpPr>
      <p:sp>
        <p:nvSpPr>
          <p:cNvPr id="165215014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64849466" name="Text Placeholder 11"/>
          <p:cNvSpPr>
            <a:spLocks noGrp="1"/>
          </p:cNvSpPr>
          <p:nvPr>
            <p:ph type="body" sz="quarter" idx="16"/>
          </p:nvPr>
        </p:nvSpPr>
        <p:spPr bwMode="auto">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214670301" name="Text Placeholder 3"/>
          <p:cNvSpPr>
            <a:spLocks noGrp="1"/>
          </p:cNvSpPr>
          <p:nvPr>
            <p:ph type="body" sz="quarter" idx="15"/>
          </p:nvPr>
        </p:nvSpPr>
        <p:spPr bwMode="auto">
          <a:xfrm>
            <a:off x="586390"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97635122" name="Text Placeholder 11"/>
          <p:cNvSpPr>
            <a:spLocks noGrp="1"/>
          </p:cNvSpPr>
          <p:nvPr>
            <p:ph type="body" sz="quarter" idx="22"/>
          </p:nvPr>
        </p:nvSpPr>
        <p:spPr bwMode="auto">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604377113" name="Text Placeholder 3"/>
          <p:cNvSpPr>
            <a:spLocks noGrp="1"/>
          </p:cNvSpPr>
          <p:nvPr>
            <p:ph type="body" sz="quarter" idx="23"/>
          </p:nvPr>
        </p:nvSpPr>
        <p:spPr bwMode="auto">
          <a:xfrm>
            <a:off x="4359737"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700395553" name="Text Placeholder 11"/>
          <p:cNvSpPr>
            <a:spLocks noGrp="1"/>
          </p:cNvSpPr>
          <p:nvPr>
            <p:ph type="body" sz="quarter" idx="24"/>
          </p:nvPr>
        </p:nvSpPr>
        <p:spPr bwMode="auto">
          <a:xfrm>
            <a:off x="8130894"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215292439" name="Text Placeholder 3"/>
          <p:cNvSpPr>
            <a:spLocks noGrp="1"/>
          </p:cNvSpPr>
          <p:nvPr>
            <p:ph type="body" sz="quarter" idx="25"/>
          </p:nvPr>
        </p:nvSpPr>
        <p:spPr bwMode="auto">
          <a:xfrm>
            <a:off x="8133084"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7521002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323683082"/>
      </p:ext>
    </p:extLst>
  </p:cSld>
  <p:clrMapOvr>
    <a:overrideClrMapping bg1="lt1" tx1="dk1" bg2="lt2" tx2="dk2" accent1="accent1" accent2="accent2" accent3="accent3" accent4="accent4" accent5="accent5" accent6="accent6" hlink="hlink" folHlink="folHlink"/>
  </p:clrMapOvr>
</p:sldLayout>
</file>

<file path=ppt/slideLayouts/slideLayout503.xml><?xml version="1.0" encoding="utf-8"?>
<p:sldLayout xmlns:a="http://schemas.openxmlformats.org/drawingml/2006/main" xmlns:r="http://schemas.openxmlformats.org/officeDocument/2006/relationships" xmlns:p="http://schemas.openxmlformats.org/presentationml/2006/main" showMasterPhAnim="0" preserve="1" userDrawn="1">
  <p:cSld name="3-column_Text_with Subheads-Icons">
    <p:bg>
      <p:bgRef idx="1001">
        <a:schemeClr val="bg1"/>
      </p:bgRef>
    </p:bg>
    <p:spTree>
      <p:nvGrpSpPr>
        <p:cNvPr id="1" name=""/>
        <p:cNvGrpSpPr/>
        <p:nvPr/>
      </p:nvGrpSpPr>
      <p:grpSpPr bwMode="auto">
        <a:xfrm>
          <a:off x="0" y="0"/>
          <a:ext cx="0" cy="0"/>
          <a:chOff x="0" y="0"/>
          <a:chExt cx="0" cy="0"/>
        </a:xfrm>
      </p:grpSpPr>
      <p:sp>
        <p:nvSpPr>
          <p:cNvPr id="1924848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976870474" name="Text Placeholder 11"/>
          <p:cNvSpPr>
            <a:spLocks noGrp="1"/>
          </p:cNvSpPr>
          <p:nvPr>
            <p:ph type="body" sz="quarter" idx="16"/>
          </p:nvPr>
        </p:nvSpPr>
        <p:spPr bwMode="auto">
          <a:xfrm>
            <a:off x="584200"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865880293" name="Text Placeholder 3"/>
          <p:cNvSpPr>
            <a:spLocks noGrp="1"/>
          </p:cNvSpPr>
          <p:nvPr>
            <p:ph type="body" sz="quarter" idx="15"/>
          </p:nvPr>
        </p:nvSpPr>
        <p:spPr bwMode="auto">
          <a:xfrm>
            <a:off x="586390"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23917879" name="Text Placeholder 11"/>
          <p:cNvSpPr>
            <a:spLocks noGrp="1"/>
          </p:cNvSpPr>
          <p:nvPr>
            <p:ph type="body" sz="quarter" idx="22"/>
          </p:nvPr>
        </p:nvSpPr>
        <p:spPr bwMode="auto">
          <a:xfrm>
            <a:off x="4357547"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499415620" name="Text Placeholder 3"/>
          <p:cNvSpPr>
            <a:spLocks noGrp="1"/>
          </p:cNvSpPr>
          <p:nvPr>
            <p:ph type="body" sz="quarter" idx="23"/>
          </p:nvPr>
        </p:nvSpPr>
        <p:spPr bwMode="auto">
          <a:xfrm>
            <a:off x="4359737"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071657126" name="Text Placeholder 11"/>
          <p:cNvSpPr>
            <a:spLocks noGrp="1"/>
          </p:cNvSpPr>
          <p:nvPr>
            <p:ph type="body" sz="quarter" idx="24"/>
          </p:nvPr>
        </p:nvSpPr>
        <p:spPr bwMode="auto">
          <a:xfrm>
            <a:off x="8130894"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944972270" name="Text Placeholder 3"/>
          <p:cNvSpPr>
            <a:spLocks noGrp="1"/>
          </p:cNvSpPr>
          <p:nvPr>
            <p:ph type="body" sz="quarter" idx="25"/>
          </p:nvPr>
        </p:nvSpPr>
        <p:spPr bwMode="auto">
          <a:xfrm>
            <a:off x="8133084"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07019821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206969280"/>
      </p:ext>
    </p:extLst>
  </p:cSld>
  <p:clrMapOvr>
    <a:overrideClrMapping bg1="lt1" tx1="dk1" bg2="lt2" tx2="dk2" accent1="accent1" accent2="accent2" accent3="accent3" accent4="accent4" accent5="accent5" accent6="accent6" hlink="hlink" folHlink="folHlink"/>
  </p:clrMapOvr>
</p:sldLayout>
</file>

<file path=ppt/slideLayouts/slideLayout504.xml><?xml version="1.0" encoding="utf-8"?>
<p:sldLayout xmlns:a="http://schemas.openxmlformats.org/drawingml/2006/main" xmlns:r="http://schemas.openxmlformats.org/officeDocument/2006/relationships" xmlns:p="http://schemas.openxmlformats.org/presentationml/2006/main" showMasterPhAnim="0" preserve="1" userDrawn="1">
  <p:cSld name="2_3-column_Text_with Subheads-Icons">
    <p:bg>
      <p:bgRef idx="1001">
        <a:schemeClr val="bg1"/>
      </p:bgRef>
    </p:bg>
    <p:spTree>
      <p:nvGrpSpPr>
        <p:cNvPr id="1" name=""/>
        <p:cNvGrpSpPr/>
        <p:nvPr/>
      </p:nvGrpSpPr>
      <p:grpSpPr bwMode="auto">
        <a:xfrm>
          <a:off x="0" y="0"/>
          <a:ext cx="0" cy="0"/>
          <a:chOff x="0" y="0"/>
          <a:chExt cx="0" cy="0"/>
        </a:xfrm>
      </p:grpSpPr>
      <p:cxnSp>
        <p:nvCxnSpPr>
          <p:cNvPr id="1421038816"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11255097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533970496"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671465080"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752303521"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56081082"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347455736"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884031950"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54618230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095720825"/>
      </p:ext>
    </p:extLst>
  </p:cSld>
  <p:clrMapOvr>
    <a:overrideClrMapping bg1="lt1" tx1="dk1" bg2="lt2" tx2="dk2" accent1="accent1" accent2="accent2" accent3="accent3" accent4="accent4" accent5="accent5" accent6="accent6" hlink="hlink" folHlink="folHlink"/>
  </p:clrMapOvr>
</p:sldLayout>
</file>

<file path=ppt/slideLayouts/slideLayout505.xml><?xml version="1.0" encoding="utf-8"?>
<p:sldLayout xmlns:a="http://schemas.openxmlformats.org/drawingml/2006/main" xmlns:r="http://schemas.openxmlformats.org/officeDocument/2006/relationships" xmlns:p="http://schemas.openxmlformats.org/presentationml/2006/main" showMasterPhAnim="0" preserve="1" userDrawn="1">
  <p:cSld name="4_3-column_Text_with Subheads-Icons">
    <p:bg>
      <p:bgRef idx="1001">
        <a:schemeClr val="bg1"/>
      </p:bgRef>
    </p:bg>
    <p:spTree>
      <p:nvGrpSpPr>
        <p:cNvPr id="1" name=""/>
        <p:cNvGrpSpPr/>
        <p:nvPr/>
      </p:nvGrpSpPr>
      <p:grpSpPr bwMode="auto">
        <a:xfrm>
          <a:off x="0" y="0"/>
          <a:ext cx="0" cy="0"/>
          <a:chOff x="0" y="0"/>
          <a:chExt cx="0" cy="0"/>
        </a:xfrm>
      </p:grpSpPr>
      <p:cxnSp>
        <p:nvCxnSpPr>
          <p:cNvPr id="196108705"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115029625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029237437"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887975846"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96039179"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809353722"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046620803"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622688840"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04401613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522297092"/>
      </p:ext>
    </p:extLst>
  </p:cSld>
  <p:clrMapOvr>
    <a:overrideClrMapping bg1="lt1" tx1="dk1" bg2="lt2" tx2="dk2" accent1="accent1" accent2="accent2" accent3="accent3" accent4="accent4" accent5="accent5" accent6="accent6" hlink="hlink" folHlink="folHlink"/>
  </p:clrMapOvr>
</p:sldLayout>
</file>

<file path=ppt/slideLayouts/slideLayout506.xml><?xml version="1.0" encoding="utf-8"?>
<p:sldLayout xmlns:a="http://schemas.openxmlformats.org/drawingml/2006/main" xmlns:r="http://schemas.openxmlformats.org/officeDocument/2006/relationships" xmlns:p="http://schemas.openxmlformats.org/presentationml/2006/main" showMasterPhAnim="0" preserve="1" userDrawn="1">
  <p:cSld name="3_3-column_Text_with Subheads-Icons">
    <p:bg>
      <p:bgRef idx="1001">
        <a:schemeClr val="bg1"/>
      </p:bgRef>
    </p:bg>
    <p:spTree>
      <p:nvGrpSpPr>
        <p:cNvPr id="1" name=""/>
        <p:cNvGrpSpPr/>
        <p:nvPr/>
      </p:nvGrpSpPr>
      <p:grpSpPr bwMode="auto">
        <a:xfrm>
          <a:off x="0" y="0"/>
          <a:ext cx="0" cy="0"/>
          <a:chOff x="0" y="0"/>
          <a:chExt cx="0" cy="0"/>
        </a:xfrm>
      </p:grpSpPr>
      <p:cxnSp>
        <p:nvCxnSpPr>
          <p:cNvPr id="1623200184"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1798108107"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713405497"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000876421"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164915123"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76336007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264783391"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537688393"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34927005"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722249630"/>
      </p:ext>
    </p:extLst>
  </p:cSld>
  <p:clrMapOvr>
    <a:overrideClrMapping bg1="lt1" tx1="dk1" bg2="lt2" tx2="dk2" accent1="accent1" accent2="accent2" accent3="accent3" accent4="accent4" accent5="accent5" accent6="accent6" hlink="hlink" folHlink="folHlink"/>
  </p:clrMapOvr>
</p:sldLayout>
</file>

<file path=ppt/slideLayouts/slideLayout507.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and title">
    <p:spTree>
      <p:nvGrpSpPr>
        <p:cNvPr id="1" name=""/>
        <p:cNvGrpSpPr/>
        <p:nvPr/>
      </p:nvGrpSpPr>
      <p:grpSpPr bwMode="auto">
        <a:xfrm>
          <a:off x="0" y="0"/>
          <a:ext cx="0" cy="0"/>
          <a:chOff x="0" y="0"/>
          <a:chExt cx="0" cy="0"/>
        </a:xfrm>
      </p:grpSpPr>
      <p:sp>
        <p:nvSpPr>
          <p:cNvPr id="197058214" name="Text Placeholder 3"/>
          <p:cNvSpPr>
            <a:spLocks noGrp="1"/>
          </p:cNvSpPr>
          <p:nvPr>
            <p:ph type="body" sz="quarter" idx="15"/>
          </p:nvPr>
        </p:nvSpPr>
        <p:spPr bwMode="auto">
          <a:xfrm>
            <a:off x="586390" y="4978880"/>
            <a:ext cx="5217510"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005771351" name="Text Placeholder 3"/>
          <p:cNvSpPr>
            <a:spLocks noGrp="1"/>
          </p:cNvSpPr>
          <p:nvPr>
            <p:ph type="body" sz="quarter" idx="20"/>
          </p:nvPr>
        </p:nvSpPr>
        <p:spPr bwMode="auto">
          <a:xfrm>
            <a:off x="6253664" y="4978880"/>
            <a:ext cx="5187106"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425932138" name="Picture Placeholder" descr="This photo is a 'placeholder' only. Drag or drop your photo here, or click and tap the center to insert a photo."/>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209115090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20553140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925758308"/>
      </p:ext>
    </p:extLst>
  </p:cSld>
  <p:clrMapOvr>
    <a:masterClrMapping/>
  </p:clrMapOvr>
</p:sldLayout>
</file>

<file path=ppt/slideLayouts/slideLayout508.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p:spTree>
      <p:nvGrpSpPr>
        <p:cNvPr id="1" name=""/>
        <p:cNvGrpSpPr/>
        <p:nvPr/>
      </p:nvGrpSpPr>
      <p:grpSpPr bwMode="auto">
        <a:xfrm>
          <a:off x="0" y="0"/>
          <a:ext cx="0" cy="0"/>
          <a:chOff x="0" y="0"/>
          <a:chExt cx="0" cy="0"/>
        </a:xfrm>
      </p:grpSpPr>
      <p:sp>
        <p:nvSpPr>
          <p:cNvPr id="1160557760" name="Text Placeholder 3"/>
          <p:cNvSpPr>
            <a:spLocks noGrp="1"/>
          </p:cNvSpPr>
          <p:nvPr>
            <p:ph type="body" sz="quarter" idx="15"/>
          </p:nvPr>
        </p:nvSpPr>
        <p:spPr bwMode="auto">
          <a:xfrm>
            <a:off x="586390" y="4978880"/>
            <a:ext cx="5217510"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986379637" name="Text Placeholder 3"/>
          <p:cNvSpPr>
            <a:spLocks noGrp="1"/>
          </p:cNvSpPr>
          <p:nvPr>
            <p:ph type="body" sz="quarter" idx="20"/>
          </p:nvPr>
        </p:nvSpPr>
        <p:spPr bwMode="auto">
          <a:xfrm>
            <a:off x="6253664" y="4978880"/>
            <a:ext cx="5187106"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713363433" name="Picture Placeholder" descr="This photo is a 'placeholder' only. Drag or drop your photo here, or click and tap the center to insert a photo."/>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90380891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102514167"/>
      </p:ext>
    </p:extLst>
  </p:cSld>
  <p:clrMapOvr>
    <a:masterClrMapping/>
  </p:clrMapOvr>
</p:sldLayout>
</file>

<file path=ppt/slideLayouts/slideLayout509.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subheads, and title">
    <p:spTree>
      <p:nvGrpSpPr>
        <p:cNvPr id="1" name=""/>
        <p:cNvGrpSpPr/>
        <p:nvPr/>
      </p:nvGrpSpPr>
      <p:grpSpPr bwMode="auto">
        <a:xfrm>
          <a:off x="0" y="0"/>
          <a:ext cx="0" cy="0"/>
          <a:chOff x="0" y="0"/>
          <a:chExt cx="0" cy="0"/>
        </a:xfrm>
      </p:grpSpPr>
      <p:sp>
        <p:nvSpPr>
          <p:cNvPr id="193523881" name="Text Placeholder 11"/>
          <p:cNvSpPr>
            <a:spLocks noGrp="1"/>
          </p:cNvSpPr>
          <p:nvPr>
            <p:ph type="body" sz="quarter" idx="16"/>
          </p:nvPr>
        </p:nvSpPr>
        <p:spPr bwMode="auto">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237072093" name="Text Placeholder 3"/>
          <p:cNvSpPr>
            <a:spLocks noGrp="1"/>
          </p:cNvSpPr>
          <p:nvPr>
            <p:ph type="body" sz="quarter" idx="15"/>
          </p:nvPr>
        </p:nvSpPr>
        <p:spPr bwMode="auto">
          <a:xfrm>
            <a:off x="586390" y="5357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587994325" name="Text Placeholder 11"/>
          <p:cNvSpPr>
            <a:spLocks noGrp="1"/>
          </p:cNvSpPr>
          <p:nvPr>
            <p:ph type="body" sz="quarter" idx="22"/>
          </p:nvPr>
        </p:nvSpPr>
        <p:spPr bwMode="auto">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963953257" name="Text Placeholder 3"/>
          <p:cNvSpPr>
            <a:spLocks noGrp="1"/>
          </p:cNvSpPr>
          <p:nvPr>
            <p:ph type="body" sz="quarter" idx="33"/>
          </p:nvPr>
        </p:nvSpPr>
        <p:spPr bwMode="auto">
          <a:xfrm>
            <a:off x="6252435" y="5357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13482112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46601449" name="Picture Placeholder" descr="This photo is a 'placeholder' only. Drag or drop your photo here, or click and tap the center to insert a photo."/>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81166896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496342839"/>
      </p:ext>
    </p:extLst>
  </p:cSld>
  <p:clrMapOvr>
    <a:masterClrMapping/>
  </p:clrMapOvr>
</p:sldLayout>
</file>

<file path=ppt/slideLayouts/slideLayout510.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and subheads">
    <p:spTree>
      <p:nvGrpSpPr>
        <p:cNvPr id="1" name=""/>
        <p:cNvGrpSpPr/>
        <p:nvPr/>
      </p:nvGrpSpPr>
      <p:grpSpPr bwMode="auto">
        <a:xfrm>
          <a:off x="0" y="0"/>
          <a:ext cx="0" cy="0"/>
          <a:chOff x="0" y="0"/>
          <a:chExt cx="0" cy="0"/>
        </a:xfrm>
      </p:grpSpPr>
      <p:sp>
        <p:nvSpPr>
          <p:cNvPr id="931201864" name="Rectangle 10"/>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400">
              <a:gradFill>
                <a:gsLst>
                  <a:gs pos="0">
                    <a:srgbClr val="FFFFFF"/>
                  </a:gs>
                  <a:gs pos="100000">
                    <a:srgbClr val="FFFFFF"/>
                  </a:gs>
                </a:gsLst>
                <a:lin ang="5400000" scaled="0"/>
              </a:gradFill>
              <a:ea typeface="Segoe UI"/>
              <a:cs typeface="Segoe UI"/>
            </a:endParaRPr>
          </a:p>
        </p:txBody>
      </p:sp>
      <p:sp>
        <p:nvSpPr>
          <p:cNvPr id="1616634710" name="Text Placeholder 11"/>
          <p:cNvSpPr>
            <a:spLocks noGrp="1"/>
          </p:cNvSpPr>
          <p:nvPr>
            <p:ph type="body" sz="quarter" idx="16"/>
          </p:nvPr>
        </p:nvSpPr>
        <p:spPr bwMode="auto">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551604417" name="Text Placeholder 3"/>
          <p:cNvSpPr>
            <a:spLocks noGrp="1"/>
          </p:cNvSpPr>
          <p:nvPr>
            <p:ph type="body" sz="quarter" idx="15"/>
          </p:nvPr>
        </p:nvSpPr>
        <p:spPr bwMode="auto">
          <a:xfrm>
            <a:off x="586390" y="5357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163189573" name="Text Placeholder 11"/>
          <p:cNvSpPr>
            <a:spLocks noGrp="1"/>
          </p:cNvSpPr>
          <p:nvPr>
            <p:ph type="body" sz="quarter" idx="22"/>
          </p:nvPr>
        </p:nvSpPr>
        <p:spPr bwMode="auto">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359318840" name="Text Placeholder 3"/>
          <p:cNvSpPr>
            <a:spLocks noGrp="1"/>
          </p:cNvSpPr>
          <p:nvPr>
            <p:ph type="body" sz="quarter" idx="33"/>
          </p:nvPr>
        </p:nvSpPr>
        <p:spPr bwMode="auto">
          <a:xfrm>
            <a:off x="6252435" y="5357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758221236" name="Picture Placeholder" descr="This photo is a 'placeholder' only. Drag or drop your photo here, or click and tap the center to insert a photo."/>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2009588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856758116"/>
      </p:ext>
    </p:extLst>
  </p:cSld>
  <p:clrMapOvr>
    <a:masterClrMapping/>
  </p:clrMapOvr>
</p:sldLayout>
</file>

<file path=ppt/slideLayouts/slideLayout511.xml><?xml version="1.0" encoding="utf-8"?>
<p:sldLayout xmlns:a="http://schemas.openxmlformats.org/drawingml/2006/main" xmlns:r="http://schemas.openxmlformats.org/officeDocument/2006/relationships" xmlns:p="http://schemas.openxmlformats.org/presentationml/2006/main" showMasterPhAnim="0" userDrawn="1">
  <p:cSld name="1-column_Callout_with Image">
    <p:bg>
      <p:bgRef idx="1001">
        <a:schemeClr val="bg1"/>
      </p:bgRef>
    </p:bg>
    <p:spTree>
      <p:nvGrpSpPr>
        <p:cNvPr id="1" name=""/>
        <p:cNvGrpSpPr/>
        <p:nvPr/>
      </p:nvGrpSpPr>
      <p:grpSpPr bwMode="auto">
        <a:xfrm>
          <a:off x="0" y="0"/>
          <a:ext cx="0" cy="0"/>
          <a:chOff x="0" y="0"/>
          <a:chExt cx="0" cy="0"/>
        </a:xfrm>
      </p:grpSpPr>
      <p:sp>
        <p:nvSpPr>
          <p:cNvPr id="1733168309" name="Footer Placeholder 10"/>
          <p:cNvSpPr>
            <a:spLocks noGrp="1"/>
          </p:cNvSpPr>
          <p:nvPr>
            <p:ph type="ftr" sz="quarter" idx="3"/>
          </p:nvPr>
        </p:nvSpPr>
        <p:spPr bwMode="auto">
          <a:xfrm>
            <a:off x="40640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75215424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976804615" name="Picture Placeholder" descr="This photo is a 'placeholder' only. Drag or drop your photo here, or click and tap the center to insert a photo."/>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874207430" name="Text Placeholder 11"/>
          <p:cNvSpPr>
            <a:spLocks noGrp="1"/>
          </p:cNvSpPr>
          <p:nvPr>
            <p:ph type="body" sz="quarter" idx="16"/>
          </p:nvPr>
        </p:nvSpPr>
        <p:spPr bwMode="auto">
          <a:xfrm>
            <a:off x="584200" y="1594155"/>
            <a:ext cx="3174143"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900386878" name="Text Placeholder 3"/>
          <p:cNvSpPr>
            <a:spLocks noGrp="1"/>
          </p:cNvSpPr>
          <p:nvPr>
            <p:ph type="body" sz="quarter" idx="15"/>
          </p:nvPr>
        </p:nvSpPr>
        <p:spPr bwMode="auto">
          <a:xfrm>
            <a:off x="586388" y="2085764"/>
            <a:ext cx="3172810"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65176" indent="-128016">
              <a:spcAft>
                <a:spcPts val="0"/>
              </a:spcAft>
              <a:buFont typeface="Arial"/>
              <a:buChar char="•"/>
              <a:defRPr>
                <a:solidFill>
                  <a:schemeClr val="tx1"/>
                </a:solidFill>
              </a:defRPr>
            </a:lvl2pPr>
            <a:lvl3pPr marL="384048" indent="-118872">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Tree>
    <p:extLst>
      <p:ext uri="{BB962C8B-B14F-4D97-AF65-F5344CB8AC3E}">
        <p14:creationId xmlns:p14="http://schemas.microsoft.com/office/powerpoint/2010/main" val="3429225902"/>
      </p:ext>
    </p:extLst>
  </p:cSld>
  <p:clrMapOvr>
    <a:overrideClrMapping bg1="lt1" tx1="dk1" bg2="lt2" tx2="dk2" accent1="accent1" accent2="accent2" accent3="accent3" accent4="accent4" accent5="accent5" accent6="accent6" hlink="hlink" folHlink="folHlink"/>
  </p:clrMapOvr>
</p:sldLayout>
</file>

<file path=ppt/slideLayouts/slideLayout512.xml><?xml version="1.0" encoding="utf-8"?>
<p:sldLayout xmlns:a="http://schemas.openxmlformats.org/drawingml/2006/main" xmlns:r="http://schemas.openxmlformats.org/officeDocument/2006/relationships" xmlns:p="http://schemas.openxmlformats.org/presentationml/2006/main" showMasterPhAnim="0" preserve="1" userDrawn="1">
  <p:cSld name="1-column_Text_with Image">
    <p:bg>
      <p:bgRef idx="1001">
        <a:schemeClr val="bg1"/>
      </p:bgRef>
    </p:bg>
    <p:spTree>
      <p:nvGrpSpPr>
        <p:cNvPr id="1" name=""/>
        <p:cNvGrpSpPr/>
        <p:nvPr/>
      </p:nvGrpSpPr>
      <p:grpSpPr bwMode="auto">
        <a:xfrm>
          <a:off x="0" y="0"/>
          <a:ext cx="0" cy="0"/>
          <a:chOff x="0" y="0"/>
          <a:chExt cx="0" cy="0"/>
        </a:xfrm>
      </p:grpSpPr>
      <p:sp>
        <p:nvSpPr>
          <p:cNvPr id="711838623" name="Title 1"/>
          <p:cNvSpPr>
            <a:spLocks noGrp="1"/>
          </p:cNvSpPr>
          <p:nvPr>
            <p:ph type="title"/>
          </p:nvPr>
        </p:nvSpPr>
        <p:spPr bwMode="auto">
          <a:xfrm>
            <a:off x="588261" y="585216"/>
            <a:ext cx="4710689"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894634892" name="Text Placeholder 11"/>
          <p:cNvSpPr>
            <a:spLocks noGrp="1"/>
          </p:cNvSpPr>
          <p:nvPr>
            <p:ph type="body" sz="quarter" idx="16"/>
          </p:nvPr>
        </p:nvSpPr>
        <p:spPr bwMode="auto">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4758634" name="Text Placeholder 3"/>
          <p:cNvSpPr>
            <a:spLocks noGrp="1"/>
          </p:cNvSpPr>
          <p:nvPr>
            <p:ph type="body" sz="quarter" idx="15"/>
          </p:nvPr>
        </p:nvSpPr>
        <p:spPr bwMode="auto">
          <a:xfrm>
            <a:off x="586388" y="2085764"/>
            <a:ext cx="4712685"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65176" indent="-128016">
              <a:spcAft>
                <a:spcPts val="0"/>
              </a:spcAft>
              <a:buFont typeface="Arial"/>
              <a:buChar char="•"/>
              <a:defRPr>
                <a:solidFill>
                  <a:schemeClr val="tx1"/>
                </a:solidFill>
              </a:defRPr>
            </a:lvl2pPr>
            <a:lvl3pPr marL="384048" indent="-118872">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356896259" name="Picture Placeholder" descr="This photo is a 'placeholder' only. Drag or drop your photo here, or click and tap the center to insert a photo."/>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a:defRPr>
            </a:lvl1pPr>
          </a:lstStyle>
          <a:p>
            <a:pPr>
              <a:defRPr/>
            </a:pPr>
            <a:r>
              <a:rPr lang="en-US"/>
              <a:t>Drag &amp; drop your photo here </a:t>
            </a:r>
            <a:br>
              <a:rPr lang="en-US"/>
            </a:br>
            <a:r>
              <a:rPr lang="en-US"/>
              <a:t>or click or tap icon below </a:t>
            </a:r>
            <a:br>
              <a:rPr lang="en-US"/>
            </a:br>
            <a:r>
              <a:rPr lang="en-US"/>
              <a:t>to insert</a:t>
            </a:r>
            <a:endParaRPr/>
          </a:p>
          <a:p>
            <a:pPr>
              <a:defRPr/>
            </a:pPr>
            <a:endParaRPr lang="en-US"/>
          </a:p>
          <a:p>
            <a:pPr>
              <a:defRPr/>
            </a:pPr>
            <a:endParaRPr lang="en-US"/>
          </a:p>
        </p:txBody>
      </p:sp>
      <p:sp>
        <p:nvSpPr>
          <p:cNvPr id="141532159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156845443"/>
      </p:ext>
    </p:extLst>
  </p:cSld>
  <p:clrMapOvr>
    <a:overrideClrMapping bg1="lt1" tx1="dk1" bg2="lt2" tx2="dk2" accent1="accent1" accent2="accent2" accent3="accent3" accent4="accent4" accent5="accent5" accent6="accent6" hlink="hlink" folHlink="folHlink"/>
  </p:clrMapOvr>
</p:sldLayout>
</file>

<file path=ppt/slideLayouts/slideLayout513.xml><?xml version="1.0" encoding="utf-8"?>
<p:sldLayout xmlns:a="http://schemas.openxmlformats.org/drawingml/2006/main" xmlns:r="http://schemas.openxmlformats.org/officeDocument/2006/relationships" xmlns:p="http://schemas.openxmlformats.org/presentationml/2006/main" showMasterPhAnim="0" preserve="1" userDrawn="1">
  <p:cSld name="2-column_Text_with Image">
    <p:bg>
      <p:bgRef idx="1001">
        <a:schemeClr val="bg1"/>
      </p:bgRef>
    </p:bg>
    <p:spTree>
      <p:nvGrpSpPr>
        <p:cNvPr id="1" name=""/>
        <p:cNvGrpSpPr/>
        <p:nvPr/>
      </p:nvGrpSpPr>
      <p:grpSpPr bwMode="auto">
        <a:xfrm>
          <a:off x="0" y="0"/>
          <a:ext cx="0" cy="0"/>
          <a:chOff x="0" y="0"/>
          <a:chExt cx="0" cy="0"/>
        </a:xfrm>
      </p:grpSpPr>
      <p:sp>
        <p:nvSpPr>
          <p:cNvPr id="1385034716" name="Title 1"/>
          <p:cNvSpPr>
            <a:spLocks noGrp="1"/>
          </p:cNvSpPr>
          <p:nvPr>
            <p:ph type="title"/>
          </p:nvPr>
        </p:nvSpPr>
        <p:spPr bwMode="auto">
          <a:xfrm>
            <a:off x="588262" y="585216"/>
            <a:ext cx="7248356" cy="307777"/>
          </a:xfrm>
        </p:spPr>
        <p:txBody>
          <a:bodyPr/>
          <a:lstStyle>
            <a:lvl1pPr>
              <a:defRPr sz="2000" b="0" i="0">
                <a:solidFill>
                  <a:srgbClr val="001F2D"/>
                </a:solidFill>
                <a:latin typeface="+mj-lt"/>
                <a:cs typeface="Segoe UI Semibold"/>
              </a:defRPr>
            </a:lvl1pPr>
          </a:lstStyle>
          <a:p>
            <a:pPr>
              <a:defRPr/>
            </a:pPr>
            <a:r>
              <a:rPr lang="en-US"/>
              <a:t>Click to edit Master title style</a:t>
            </a:r>
            <a:endParaRPr/>
          </a:p>
        </p:txBody>
      </p:sp>
      <p:sp>
        <p:nvSpPr>
          <p:cNvPr id="1512961745" name="Text Placeholder 11"/>
          <p:cNvSpPr>
            <a:spLocks noGrp="1"/>
          </p:cNvSpPr>
          <p:nvPr>
            <p:ph type="body" sz="quarter" idx="16"/>
          </p:nvPr>
        </p:nvSpPr>
        <p:spPr bwMode="auto">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657667370" name="Text Placeholder 3"/>
          <p:cNvSpPr>
            <a:spLocks noGrp="1"/>
          </p:cNvSpPr>
          <p:nvPr>
            <p:ph type="body" sz="quarter" idx="15"/>
          </p:nvPr>
        </p:nvSpPr>
        <p:spPr bwMode="auto">
          <a:xfrm>
            <a:off x="586390" y="2085764"/>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281027737" name="Text Placeholder 11"/>
          <p:cNvSpPr>
            <a:spLocks noGrp="1"/>
          </p:cNvSpPr>
          <p:nvPr>
            <p:ph type="body" sz="quarter" idx="22"/>
          </p:nvPr>
        </p:nvSpPr>
        <p:spPr bwMode="auto">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996122674" name="Text Placeholder 3"/>
          <p:cNvSpPr>
            <a:spLocks noGrp="1"/>
          </p:cNvSpPr>
          <p:nvPr>
            <p:ph type="body" sz="quarter" idx="23"/>
          </p:nvPr>
        </p:nvSpPr>
        <p:spPr bwMode="auto">
          <a:xfrm>
            <a:off x="4359737" y="2085764"/>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760852647" name="Picture Placeholder" descr="This photo is a 'placeholder' only. Drag or drop your photo here, or click and tap the center to insert a photo."/>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a:defRPr>
            </a:lvl1pPr>
          </a:lstStyle>
          <a:p>
            <a:pPr>
              <a:defRPr/>
            </a:pPr>
            <a:r>
              <a:rPr lang="en-US"/>
              <a:t>Drag &amp; drop your photo here </a:t>
            </a:r>
            <a:br>
              <a:rPr lang="en-US"/>
            </a:br>
            <a:r>
              <a:rPr lang="en-US"/>
              <a:t>or click or tap icon below </a:t>
            </a:r>
            <a:br>
              <a:rPr lang="en-US"/>
            </a:br>
            <a:r>
              <a:rPr lang="en-US"/>
              <a:t>to insert</a:t>
            </a:r>
            <a:endParaRPr/>
          </a:p>
          <a:p>
            <a:pPr>
              <a:defRPr/>
            </a:pPr>
            <a:endParaRPr lang="en-US"/>
          </a:p>
          <a:p>
            <a:pPr>
              <a:defRPr/>
            </a:pPr>
            <a:endParaRPr lang="en-US"/>
          </a:p>
        </p:txBody>
      </p:sp>
      <p:sp>
        <p:nvSpPr>
          <p:cNvPr id="17315436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409581929"/>
      </p:ext>
    </p:extLst>
  </p:cSld>
  <p:clrMapOvr>
    <a:overrideClrMapping bg1="lt1" tx1="dk1" bg2="lt2" tx2="dk2" accent1="accent1" accent2="accent2" accent3="accent3" accent4="accent4" accent5="accent5" accent6="accent6" hlink="hlink" folHlink="folHlink"/>
  </p:clrMapOvr>
</p:sldLayout>
</file>

<file path=ppt/slideLayouts/slideLayout514.xml><?xml version="1.0" encoding="utf-8"?>
<p:sldLayout xmlns:a="http://schemas.openxmlformats.org/drawingml/2006/main" xmlns:r="http://schemas.openxmlformats.org/officeDocument/2006/relationships" xmlns:p="http://schemas.openxmlformats.org/presentationml/2006/main" showMasterPhAnim="0" userDrawn="1">
  <p:cSld name="1_Two photos_with Captions">
    <p:bg>
      <p:bgRef idx="1001">
        <a:schemeClr val="bg1"/>
      </p:bgRef>
    </p:bg>
    <p:spTree>
      <p:nvGrpSpPr>
        <p:cNvPr id="1" name=""/>
        <p:cNvGrpSpPr/>
        <p:nvPr/>
      </p:nvGrpSpPr>
      <p:grpSpPr bwMode="auto">
        <a:xfrm>
          <a:off x="0" y="0"/>
          <a:ext cx="0" cy="0"/>
          <a:chOff x="0" y="0"/>
          <a:chExt cx="0" cy="0"/>
        </a:xfrm>
      </p:grpSpPr>
      <p:sp>
        <p:nvSpPr>
          <p:cNvPr id="1806796122"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389639017" name="Picture Placeholder" descr="This photo is a 'placeholder' only. Drag or drop your photo here, or click and tap the center to insert a photo."/>
          <p:cNvSpPr>
            <a:spLocks noGrp="1"/>
          </p:cNvSpPr>
          <p:nvPr>
            <p:ph type="pic" sz="quarter" idx="19" hasCustomPrompt="1"/>
          </p:nvPr>
        </p:nvSpPr>
        <p:spPr bwMode="ltGray">
          <a:xfrm>
            <a:off x="584200" y="1591310"/>
            <a:ext cx="5365752"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236590541" name="Text Placeholder 11"/>
          <p:cNvSpPr>
            <a:spLocks noGrp="1"/>
          </p:cNvSpPr>
          <p:nvPr>
            <p:ph type="body" sz="quarter" idx="16"/>
          </p:nvPr>
        </p:nvSpPr>
        <p:spPr bwMode="auto">
          <a:xfrm>
            <a:off x="584199" y="4575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90002800" name="Text Placeholder 3"/>
          <p:cNvSpPr>
            <a:spLocks noGrp="1"/>
          </p:cNvSpPr>
          <p:nvPr>
            <p:ph type="body" sz="quarter" idx="15"/>
          </p:nvPr>
        </p:nvSpPr>
        <p:spPr bwMode="auto">
          <a:xfrm>
            <a:off x="586390" y="4976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413615162" name="Picture Placeholder" descr="This photo is a 'placeholder' only. Drag or drop your photo here, or click and tap the center to insert a photo."/>
          <p:cNvSpPr>
            <a:spLocks noGrp="1"/>
          </p:cNvSpPr>
          <p:nvPr>
            <p:ph type="pic" sz="quarter" idx="20" hasCustomPrompt="1"/>
          </p:nvPr>
        </p:nvSpPr>
        <p:spPr bwMode="ltGray">
          <a:xfrm>
            <a:off x="6242049" y="1591310"/>
            <a:ext cx="5357813"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297676503" name="Text Placeholder 11"/>
          <p:cNvSpPr>
            <a:spLocks noGrp="1"/>
          </p:cNvSpPr>
          <p:nvPr>
            <p:ph type="body" sz="quarter" idx="22"/>
          </p:nvPr>
        </p:nvSpPr>
        <p:spPr bwMode="auto">
          <a:xfrm>
            <a:off x="6243372" y="4575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436169822" name="Text Placeholder 3"/>
          <p:cNvSpPr>
            <a:spLocks noGrp="1"/>
          </p:cNvSpPr>
          <p:nvPr>
            <p:ph type="body" sz="quarter" idx="33"/>
          </p:nvPr>
        </p:nvSpPr>
        <p:spPr bwMode="auto">
          <a:xfrm>
            <a:off x="6252435" y="4976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71890308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530790389"/>
      </p:ext>
    </p:extLst>
  </p:cSld>
  <p:clrMapOvr>
    <a:overrideClrMapping bg1="lt1" tx1="dk1" bg2="lt2" tx2="dk2" accent1="accent1" accent2="accent2" accent3="accent3" accent4="accent4" accent5="accent5" accent6="accent6" hlink="hlink" folHlink="folHlink"/>
  </p:clrMapOvr>
</p:sldLayout>
</file>

<file path=ppt/slideLayouts/slideLayout515.xml><?xml version="1.0" encoding="utf-8"?>
<p:sldLayout xmlns:a="http://schemas.openxmlformats.org/drawingml/2006/main" xmlns:r="http://schemas.openxmlformats.org/officeDocument/2006/relationships" xmlns:p="http://schemas.openxmlformats.org/presentationml/2006/main" showMasterPhAnim="0" userDrawn="1">
  <p:cSld name="1_Three photos_with Captions">
    <p:bg>
      <p:bgRef idx="1001">
        <a:schemeClr val="bg1"/>
      </p:bgRef>
    </p:bg>
    <p:spTree>
      <p:nvGrpSpPr>
        <p:cNvPr id="1" name=""/>
        <p:cNvGrpSpPr/>
        <p:nvPr/>
      </p:nvGrpSpPr>
      <p:grpSpPr bwMode="auto">
        <a:xfrm>
          <a:off x="0" y="0"/>
          <a:ext cx="0" cy="0"/>
          <a:chOff x="0" y="0"/>
          <a:chExt cx="0" cy="0"/>
        </a:xfrm>
      </p:grpSpPr>
      <p:sp>
        <p:nvSpPr>
          <p:cNvPr id="1001731952"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844058222" name="Picture Placeholder" descr="This photo is a 'placeholder' only. Drag or drop your photo here, or click and tap the center to insert a photo."/>
          <p:cNvSpPr>
            <a:spLocks noGrp="1"/>
          </p:cNvSpPr>
          <p:nvPr>
            <p:ph type="pic" sz="quarter" idx="19" hasCustomPrompt="1"/>
          </p:nvPr>
        </p:nvSpPr>
        <p:spPr bwMode="ltGray">
          <a:xfrm>
            <a:off x="58420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794337755" name="Text Placeholder 11"/>
          <p:cNvSpPr>
            <a:spLocks noGrp="1"/>
          </p:cNvSpPr>
          <p:nvPr>
            <p:ph type="body" sz="quarter" idx="16"/>
          </p:nvPr>
        </p:nvSpPr>
        <p:spPr bwMode="auto">
          <a:xfrm>
            <a:off x="584200" y="4575104"/>
            <a:ext cx="3479070"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878073599" name="Text Placeholder 3"/>
          <p:cNvSpPr>
            <a:spLocks noGrp="1"/>
          </p:cNvSpPr>
          <p:nvPr>
            <p:ph type="body" sz="quarter" idx="15"/>
          </p:nvPr>
        </p:nvSpPr>
        <p:spPr bwMode="auto">
          <a:xfrm>
            <a:off x="586390" y="4976443"/>
            <a:ext cx="347761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041616429" name="Picture Placeholder" descr="This photo is a 'placeholder' only. Drag or drop your photo here, or click and tap the center to insert a photo."/>
          <p:cNvSpPr>
            <a:spLocks noGrp="1"/>
          </p:cNvSpPr>
          <p:nvPr>
            <p:ph type="pic" sz="quarter" idx="20" hasCustomPrompt="1"/>
          </p:nvPr>
        </p:nvSpPr>
        <p:spPr bwMode="ltGray">
          <a:xfrm>
            <a:off x="435356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326111281" name="Text Placeholder 11"/>
          <p:cNvSpPr>
            <a:spLocks noGrp="1"/>
          </p:cNvSpPr>
          <p:nvPr>
            <p:ph type="body" sz="quarter" idx="22"/>
          </p:nvPr>
        </p:nvSpPr>
        <p:spPr bwMode="auto">
          <a:xfrm>
            <a:off x="4374792" y="4575104"/>
            <a:ext cx="3476891"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407476546" name="Text Placeholder 3"/>
          <p:cNvSpPr>
            <a:spLocks noGrp="1"/>
          </p:cNvSpPr>
          <p:nvPr>
            <p:ph type="body" sz="quarter" idx="33"/>
          </p:nvPr>
        </p:nvSpPr>
        <p:spPr bwMode="auto">
          <a:xfrm>
            <a:off x="4383855" y="4976442"/>
            <a:ext cx="347761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890623898" name="Picture Placeholder" descr="This photo is a 'placeholder' only. Drag or drop your photo here, or click and tap the center to insert a photo."/>
          <p:cNvSpPr>
            <a:spLocks noGrp="1"/>
          </p:cNvSpPr>
          <p:nvPr>
            <p:ph type="pic" sz="quarter" idx="21" hasCustomPrompt="1"/>
          </p:nvPr>
        </p:nvSpPr>
        <p:spPr bwMode="ltGray">
          <a:xfrm>
            <a:off x="8128000" y="1591309"/>
            <a:ext cx="3486092" cy="2684159"/>
          </a:xfrm>
          <a:prstGeom prst="rect">
            <a:avLst/>
          </a:prstGeom>
          <a:solidFill>
            <a:srgbClr val="F4F4F7"/>
          </a:solidFill>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911470511" name="Text Placeholder 11"/>
          <p:cNvSpPr>
            <a:spLocks noGrp="1"/>
          </p:cNvSpPr>
          <p:nvPr>
            <p:ph type="body" sz="quarter" idx="24"/>
          </p:nvPr>
        </p:nvSpPr>
        <p:spPr bwMode="auto">
          <a:xfrm>
            <a:off x="8133626" y="4571913"/>
            <a:ext cx="3485370" cy="187857"/>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57611718" name="Text Placeholder 3"/>
          <p:cNvSpPr>
            <a:spLocks noGrp="1"/>
          </p:cNvSpPr>
          <p:nvPr>
            <p:ph type="body" sz="quarter" idx="34"/>
          </p:nvPr>
        </p:nvSpPr>
        <p:spPr bwMode="auto">
          <a:xfrm>
            <a:off x="8128000" y="4973784"/>
            <a:ext cx="3486092" cy="156547"/>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7386817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971079031"/>
      </p:ext>
    </p:extLst>
  </p:cSld>
  <p:clrMapOvr>
    <a:overrideClrMapping bg1="lt1" tx1="dk1" bg2="lt2" tx2="dk2" accent1="accent1" accent2="accent2" accent3="accent3" accent4="accent4" accent5="accent5" accent6="accent6" hlink="hlink" folHlink="folHlink"/>
  </p:clrMapOvr>
</p:sldLayout>
</file>

<file path=ppt/slideLayouts/slideLayout516.xml><?xml version="1.0" encoding="utf-8"?>
<p:sldLayout xmlns:a="http://schemas.openxmlformats.org/drawingml/2006/main" xmlns:r="http://schemas.openxmlformats.org/officeDocument/2006/relationships" xmlns:p="http://schemas.openxmlformats.org/presentationml/2006/main" showMasterPhAnim="0" userDrawn="1">
  <p:cSld name="1_Four photos_with Captions">
    <p:bg>
      <p:bgRef idx="1001">
        <a:schemeClr val="bg1"/>
      </p:bgRef>
    </p:bg>
    <p:spTree>
      <p:nvGrpSpPr>
        <p:cNvPr id="1" name=""/>
        <p:cNvGrpSpPr/>
        <p:nvPr/>
      </p:nvGrpSpPr>
      <p:grpSpPr bwMode="auto">
        <a:xfrm>
          <a:off x="0" y="0"/>
          <a:ext cx="0" cy="0"/>
          <a:chOff x="0" y="0"/>
          <a:chExt cx="0" cy="0"/>
        </a:xfrm>
      </p:grpSpPr>
      <p:sp>
        <p:nvSpPr>
          <p:cNvPr id="138611297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646632414" name="Picture Placeholder" descr="This photo is a 'placeholder' only. Drag or drop your photo here, or click and tap the center to insert a photo."/>
          <p:cNvSpPr>
            <a:spLocks noGrp="1"/>
          </p:cNvSpPr>
          <p:nvPr>
            <p:ph type="pic" sz="quarter" idx="19"/>
          </p:nvPr>
        </p:nvSpPr>
        <p:spPr bwMode="ltGray">
          <a:xfrm>
            <a:off x="5842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1325408351" name="Text Placeholder 11"/>
          <p:cNvSpPr>
            <a:spLocks noGrp="1"/>
          </p:cNvSpPr>
          <p:nvPr>
            <p:ph type="body" sz="quarter" idx="16"/>
          </p:nvPr>
        </p:nvSpPr>
        <p:spPr bwMode="auto">
          <a:xfrm>
            <a:off x="584200" y="4575104"/>
            <a:ext cx="2535699"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734020750" name="Text Placeholder 3"/>
          <p:cNvSpPr>
            <a:spLocks noGrp="1"/>
          </p:cNvSpPr>
          <p:nvPr>
            <p:ph type="body" sz="quarter" idx="15"/>
          </p:nvPr>
        </p:nvSpPr>
        <p:spPr bwMode="auto">
          <a:xfrm>
            <a:off x="586390"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783176983" name="Picture Placeholder" descr="This photo is a 'placeholder' only. Drag or drop your photo here, or click and tap the center to insert a photo."/>
          <p:cNvSpPr>
            <a:spLocks noGrp="1"/>
          </p:cNvSpPr>
          <p:nvPr>
            <p:ph type="pic" sz="quarter" idx="29"/>
          </p:nvPr>
        </p:nvSpPr>
        <p:spPr bwMode="ltGray">
          <a:xfrm>
            <a:off x="34290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1011977644" name="Text Placeholder 11"/>
          <p:cNvSpPr>
            <a:spLocks noGrp="1"/>
          </p:cNvSpPr>
          <p:nvPr>
            <p:ph type="body" sz="quarter" idx="22"/>
          </p:nvPr>
        </p:nvSpPr>
        <p:spPr bwMode="auto">
          <a:xfrm>
            <a:off x="3413125"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132656608" name="Text Placeholder 3"/>
          <p:cNvSpPr>
            <a:spLocks noGrp="1"/>
          </p:cNvSpPr>
          <p:nvPr>
            <p:ph type="body" sz="quarter" idx="33"/>
          </p:nvPr>
        </p:nvSpPr>
        <p:spPr bwMode="auto">
          <a:xfrm>
            <a:off x="3422188"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92146698" name="Picture Placeholder" descr="This photo is a 'placeholder' only. Drag or drop your photo here, or click and tap the center to insert a photo."/>
          <p:cNvSpPr>
            <a:spLocks noGrp="1"/>
          </p:cNvSpPr>
          <p:nvPr>
            <p:ph type="pic" sz="quarter" idx="30"/>
          </p:nvPr>
        </p:nvSpPr>
        <p:spPr bwMode="ltGray">
          <a:xfrm>
            <a:off x="62484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163610557" name="Text Placeholder 11"/>
          <p:cNvSpPr>
            <a:spLocks noGrp="1"/>
          </p:cNvSpPr>
          <p:nvPr>
            <p:ph type="body" sz="quarter" idx="24"/>
          </p:nvPr>
        </p:nvSpPr>
        <p:spPr bwMode="auto">
          <a:xfrm>
            <a:off x="6240462"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2874646" name="Text Placeholder 3"/>
          <p:cNvSpPr>
            <a:spLocks noGrp="1"/>
          </p:cNvSpPr>
          <p:nvPr>
            <p:ph type="body" sz="quarter" idx="34"/>
          </p:nvPr>
        </p:nvSpPr>
        <p:spPr bwMode="auto">
          <a:xfrm>
            <a:off x="6234836"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852886773" name="Picture Placeholder" descr="This photo is a 'placeholder' only. Drag or drop your photo here, or click and tap the center to insert a photo."/>
          <p:cNvSpPr>
            <a:spLocks noGrp="1"/>
          </p:cNvSpPr>
          <p:nvPr>
            <p:ph type="pic" sz="quarter" idx="31"/>
          </p:nvPr>
        </p:nvSpPr>
        <p:spPr bwMode="ltGray">
          <a:xfrm>
            <a:off x="90678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1779910725" name="Text Placeholder 11"/>
          <p:cNvSpPr>
            <a:spLocks noGrp="1"/>
          </p:cNvSpPr>
          <p:nvPr>
            <p:ph type="body" sz="quarter" idx="26"/>
          </p:nvPr>
        </p:nvSpPr>
        <p:spPr bwMode="auto">
          <a:xfrm>
            <a:off x="9076259"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25232866" name="Text Placeholder 3"/>
          <p:cNvSpPr>
            <a:spLocks noGrp="1"/>
          </p:cNvSpPr>
          <p:nvPr>
            <p:ph type="body" sz="quarter" idx="35"/>
          </p:nvPr>
        </p:nvSpPr>
        <p:spPr bwMode="auto">
          <a:xfrm>
            <a:off x="9082208"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43116797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65687385"/>
      </p:ext>
    </p:extLst>
  </p:cSld>
  <p:clrMapOvr>
    <a:overrideClrMapping bg1="lt1" tx1="dk1" bg2="lt2" tx2="dk2" accent1="accent1" accent2="accent2" accent3="accent3" accent4="accent4" accent5="accent5" accent6="accent6" hlink="hlink" folHlink="folHlink"/>
  </p:clrMapOvr>
</p:sldLayout>
</file>

<file path=ppt/slideLayouts/slideLayout517.xml><?xml version="1.0" encoding="utf-8"?>
<p:sldLayout xmlns:a="http://schemas.openxmlformats.org/drawingml/2006/main" xmlns:r="http://schemas.openxmlformats.org/officeDocument/2006/relationships" xmlns:p="http://schemas.openxmlformats.org/presentationml/2006/main" showMasterPhAnim="0" preserve="1" userDrawn="1">
  <p:cSld name="Summary">
    <p:spTree>
      <p:nvGrpSpPr>
        <p:cNvPr id="1" name=""/>
        <p:cNvGrpSpPr/>
        <p:nvPr/>
      </p:nvGrpSpPr>
      <p:grpSpPr bwMode="auto">
        <a:xfrm>
          <a:off x="0" y="0"/>
          <a:ext cx="0" cy="0"/>
          <a:chOff x="0" y="0"/>
          <a:chExt cx="0" cy="0"/>
        </a:xfrm>
      </p:grpSpPr>
      <p:sp>
        <p:nvSpPr>
          <p:cNvPr id="68734166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78170558" name="Footer Placeholder 10"/>
          <p:cNvSpPr>
            <a:spLocks noGrp="1"/>
          </p:cNvSpPr>
          <p:nvPr>
            <p:ph type="ftr" sz="quarter" idx="3"/>
          </p:nvPr>
        </p:nvSpPr>
        <p:spPr bwMode="auto">
          <a:xfrm>
            <a:off x="43561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419248773" name="Rectangle: Single Corner Rounded 5"/>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400">
              <a:gradFill>
                <a:gsLst>
                  <a:gs pos="0">
                    <a:srgbClr val="FFFFFF"/>
                  </a:gs>
                  <a:gs pos="100000">
                    <a:srgbClr val="FFFFFF"/>
                  </a:gs>
                </a:gsLst>
                <a:lin ang="5400000" scaled="0"/>
              </a:gradFill>
              <a:ea typeface="Segoe UI"/>
              <a:cs typeface="Segoe UI"/>
            </a:endParaRPr>
          </a:p>
        </p:txBody>
      </p:sp>
      <p:sp>
        <p:nvSpPr>
          <p:cNvPr id="172121249" name="Text Placeholder 11"/>
          <p:cNvSpPr>
            <a:spLocks noGrp="1"/>
          </p:cNvSpPr>
          <p:nvPr>
            <p:ph type="body" sz="quarter" idx="17"/>
          </p:nvPr>
        </p:nvSpPr>
        <p:spPr bwMode="auto">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382649862" name="Text Placeholder 3"/>
          <p:cNvSpPr>
            <a:spLocks noGrp="1"/>
          </p:cNvSpPr>
          <p:nvPr>
            <p:ph type="body" sz="quarter" idx="35"/>
          </p:nvPr>
        </p:nvSpPr>
        <p:spPr bwMode="auto">
          <a:xfrm>
            <a:off x="4358229" y="2578100"/>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427482892" name="Text Placeholder 11"/>
          <p:cNvSpPr>
            <a:spLocks noGrp="1"/>
          </p:cNvSpPr>
          <p:nvPr>
            <p:ph type="body" sz="quarter" idx="34"/>
          </p:nvPr>
        </p:nvSpPr>
        <p:spPr bwMode="auto">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Tree>
    <p:extLst>
      <p:ext uri="{BB962C8B-B14F-4D97-AF65-F5344CB8AC3E}">
        <p14:creationId xmlns:p14="http://schemas.microsoft.com/office/powerpoint/2010/main" val="760225509"/>
      </p:ext>
    </p:extLst>
  </p:cSld>
  <p:clrMapOvr>
    <a:masterClrMapping/>
  </p:clrMapOvr>
</p:sldLayout>
</file>

<file path=ppt/slideLayouts/slideLayout518.xml><?xml version="1.0" encoding="utf-8"?>
<p:sldLayout xmlns:a="http://schemas.openxmlformats.org/drawingml/2006/main" xmlns:r="http://schemas.openxmlformats.org/officeDocument/2006/relationships" xmlns:p="http://schemas.openxmlformats.org/presentationml/2006/main" showMasterPhAnim="0" preserve="1" userDrawn="1">
  <p:cSld name="2-column_Callout_with Image">
    <p:bg>
      <p:bgRef idx="1001">
        <a:schemeClr val="bg1"/>
      </p:bgRef>
    </p:bg>
    <p:spTree>
      <p:nvGrpSpPr>
        <p:cNvPr id="1" name=""/>
        <p:cNvGrpSpPr/>
        <p:nvPr/>
      </p:nvGrpSpPr>
      <p:grpSpPr bwMode="auto">
        <a:xfrm>
          <a:off x="0" y="0"/>
          <a:ext cx="0" cy="0"/>
          <a:chOff x="0" y="0"/>
          <a:chExt cx="0" cy="0"/>
        </a:xfrm>
      </p:grpSpPr>
      <p:sp>
        <p:nvSpPr>
          <p:cNvPr id="1329780105" name="Footer Placeholder 10"/>
          <p:cNvSpPr>
            <a:spLocks noGrp="1"/>
          </p:cNvSpPr>
          <p:nvPr>
            <p:ph type="ftr" sz="quarter" idx="3"/>
          </p:nvPr>
        </p:nvSpPr>
        <p:spPr bwMode="auto">
          <a:xfrm>
            <a:off x="40640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629678264"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494759041" name="Picture Placeholder" descr="This photo is a 'placeholder' only. Drag or drop your photo here, or click and tap the center to insert a photo."/>
          <p:cNvSpPr>
            <a:spLocks noGrp="1"/>
          </p:cNvSpPr>
          <p:nvPr>
            <p:ph type="pic" sz="quarter" idx="20" hasCustomPrompt="1"/>
          </p:nvPr>
        </p:nvSpPr>
        <p:spPr bwMode="ltGray">
          <a:xfrm>
            <a:off x="4064000" y="1292233"/>
            <a:ext cx="7535862" cy="3279767"/>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575119254" name="Text Placeholder 11"/>
          <p:cNvSpPr>
            <a:spLocks noGrp="1"/>
          </p:cNvSpPr>
          <p:nvPr>
            <p:ph type="body" sz="quarter" idx="22"/>
          </p:nvPr>
        </p:nvSpPr>
        <p:spPr bwMode="auto">
          <a:xfrm>
            <a:off x="4064000" y="4830309"/>
            <a:ext cx="7535862"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373886228" name="Text Placeholder 3"/>
          <p:cNvSpPr>
            <a:spLocks noGrp="1"/>
          </p:cNvSpPr>
          <p:nvPr>
            <p:ph type="body" sz="quarter" idx="33"/>
          </p:nvPr>
        </p:nvSpPr>
        <p:spPr bwMode="auto">
          <a:xfrm>
            <a:off x="4073063" y="5231647"/>
            <a:ext cx="752680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405997121" name="Rectangle: Single Corner Rounded 4"/>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400">
              <a:gradFill>
                <a:gsLst>
                  <a:gs pos="0">
                    <a:srgbClr val="FFFFFF"/>
                  </a:gs>
                  <a:gs pos="100000">
                    <a:srgbClr val="FFFFFF"/>
                  </a:gs>
                </a:gsLst>
                <a:lin ang="5400000" scaled="0"/>
              </a:gradFill>
              <a:ea typeface="Segoe UI"/>
              <a:cs typeface="Segoe UI"/>
            </a:endParaRPr>
          </a:p>
        </p:txBody>
      </p:sp>
      <p:sp>
        <p:nvSpPr>
          <p:cNvPr id="172663826" name="Text Placeholder 11"/>
          <p:cNvSpPr>
            <a:spLocks noGrp="1"/>
          </p:cNvSpPr>
          <p:nvPr>
            <p:ph type="body" sz="quarter" idx="34"/>
          </p:nvPr>
        </p:nvSpPr>
        <p:spPr bwMode="auto">
          <a:xfrm>
            <a:off x="588262" y="2210101"/>
            <a:ext cx="2113253" cy="492443"/>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Tree>
    <p:extLst>
      <p:ext uri="{BB962C8B-B14F-4D97-AF65-F5344CB8AC3E}">
        <p14:creationId xmlns:p14="http://schemas.microsoft.com/office/powerpoint/2010/main" val="4229873820"/>
      </p:ext>
    </p:extLst>
  </p:cSld>
  <p:clrMapOvr>
    <a:overrideClrMapping bg1="lt1" tx1="dk1" bg2="lt2" tx2="dk2" accent1="accent1" accent2="accent2" accent3="accent3" accent4="accent4" accent5="accent5" accent6="accent6" hlink="hlink" folHlink="folHlink"/>
  </p:clrMapOvr>
</p:sldLayout>
</file>

<file path=ppt/slideLayouts/slideLayout519.xml><?xml version="1.0" encoding="utf-8"?>
<p:sldLayout xmlns:a="http://schemas.openxmlformats.org/drawingml/2006/main" xmlns:r="http://schemas.openxmlformats.org/officeDocument/2006/relationships" xmlns:p="http://schemas.openxmlformats.org/presentationml/2006/main" showMasterPhAnim="0" preserve="1" userDrawn="1">
  <p:cSld name="Learn Clickdown">
    <p:bg>
      <p:bgPr>
        <a:blipFill dpi="0" rotWithShape="1">
          <a:blip r:embed="rId2">
            <a:lum/>
          </a:blip>
          <a:srcRect/>
          <a:stretch>
            <a:fillRect/>
          </a:stretch>
        </a:blipFill>
        <a:effectLst/>
      </p:bgPr>
    </p:bg>
    <p:spTree>
      <p:nvGrpSpPr>
        <p:cNvPr id="1" name=""/>
        <p:cNvGrpSpPr/>
        <p:nvPr/>
      </p:nvGrpSpPr>
      <p:grpSpPr bwMode="auto">
        <a:xfrm>
          <a:off x="0" y="0"/>
          <a:ext cx="0" cy="0"/>
          <a:chOff x="0" y="0"/>
          <a:chExt cx="0" cy="0"/>
        </a:xfrm>
      </p:grpSpPr>
      <p:sp>
        <p:nvSpPr>
          <p:cNvPr id="435286593" name="Rectangle 5"/>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400">
              <a:gradFill>
                <a:gsLst>
                  <a:gs pos="0">
                    <a:srgbClr val="FFFFFF"/>
                  </a:gs>
                  <a:gs pos="100000">
                    <a:srgbClr val="FFFFFF"/>
                  </a:gs>
                </a:gsLst>
                <a:lin ang="5400000" scaled="0"/>
              </a:gradFill>
              <a:ea typeface="Segoe UI"/>
              <a:cs typeface="Segoe UI"/>
            </a:endParaRPr>
          </a:p>
        </p:txBody>
      </p:sp>
      <p:sp>
        <p:nvSpPr>
          <p:cNvPr id="1972525761" name="Rectangle: Top Corners Rounded 1"/>
          <p:cNvSpPr/>
          <p:nvPr userDrawn="1"/>
        </p:nvSpPr>
        <p:spPr bwMode="auto">
          <a:xfrm rot="16199998"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a:lnSpc>
                <a:spcPct val="100000"/>
              </a:lnSpc>
              <a:spcBef>
                <a:spcPts val="0"/>
              </a:spcBef>
              <a:spcAft>
                <a:spcPts val="0"/>
              </a:spcAft>
              <a:buClrTx/>
              <a:buSzTx/>
              <a:buFontTx/>
              <a:buNone/>
              <a:defRPr/>
            </a:pPr>
            <a:endParaRPr lang="en-US" sz="2000" b="0" i="0" u="none" strike="noStrike" cap="none" spc="0" baseline="30000">
              <a:ln>
                <a:noFill/>
              </a:ln>
              <a:solidFill>
                <a:srgbClr val="FFFFFF"/>
              </a:solidFill>
              <a:latin typeface="Segoe UI"/>
              <a:ea typeface="+mn-ea"/>
              <a:cs typeface="+mn-cs"/>
            </a:endParaRPr>
          </a:p>
        </p:txBody>
      </p:sp>
      <p:pic>
        <p:nvPicPr>
          <p:cNvPr id="1571343952" name="Picture 2"/>
          <p:cNvPicPr>
            <a:picLocks noChangeAspect="1"/>
          </p:cNvPicPr>
          <p:nvPr userDrawn="1"/>
        </p:nvPicPr>
        <p:blipFill rotWithShape="1">
          <a:blip r:embed="rId3"/>
          <a:srcRect l="15" r="15210"/>
          <a:stretch/>
        </p:blipFill>
        <p:spPr bwMode="auto">
          <a:xfrm>
            <a:off x="7458887" y="1759165"/>
            <a:ext cx="4737876" cy="3870680"/>
          </a:xfrm>
          <a:prstGeom prst="rect">
            <a:avLst/>
          </a:prstGeom>
          <a:noFill/>
          <a:ln w="38100">
            <a:noFill/>
          </a:ln>
          <a:effectLst/>
        </p:spPr>
      </p:pic>
      <p:sp>
        <p:nvSpPr>
          <p:cNvPr id="2091564829" name="Picture Placeholder" descr="This photo is a 'placeholder' only. Drag or drop your photo here, or click and tap the center to insert a photo."/>
          <p:cNvSpPr>
            <a:spLocks noGrp="1"/>
          </p:cNvSpPr>
          <p:nvPr>
            <p:ph type="pic" sz="quarter" idx="20" hasCustomPrompt="1"/>
          </p:nvPr>
        </p:nvSpPr>
        <p:spPr bwMode="ltGray">
          <a:xfrm>
            <a:off x="7724774"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website screenshot here or click or tap icon below to insert</a:t>
            </a:r>
            <a:endParaRPr/>
          </a:p>
          <a:p>
            <a:pPr>
              <a:defRPr/>
            </a:pPr>
            <a:endParaRPr lang="en-US"/>
          </a:p>
          <a:p>
            <a:pPr>
              <a:defRPr/>
            </a:pPr>
            <a:endParaRPr lang="en-US"/>
          </a:p>
        </p:txBody>
      </p:sp>
      <p:sp>
        <p:nvSpPr>
          <p:cNvPr id="2034841220" name="Title 1"/>
          <p:cNvSpPr>
            <a:spLocks noGrp="1"/>
          </p:cNvSpPr>
          <p:nvPr>
            <p:ph type="title"/>
          </p:nvPr>
        </p:nvSpPr>
        <p:spPr bwMode="auto">
          <a:xfrm>
            <a:off x="588262" y="585216"/>
            <a:ext cx="5652201"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62263452" name="Text Placeholder 11"/>
          <p:cNvSpPr>
            <a:spLocks noGrp="1"/>
          </p:cNvSpPr>
          <p:nvPr>
            <p:ph type="body" sz="quarter" idx="16"/>
          </p:nvPr>
        </p:nvSpPr>
        <p:spPr bwMode="auto">
          <a:xfrm>
            <a:off x="584199" y="1594155"/>
            <a:ext cx="5654573"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022007517" name="Text Placeholder 3"/>
          <p:cNvSpPr>
            <a:spLocks noGrp="1"/>
          </p:cNvSpPr>
          <p:nvPr>
            <p:ph type="body" sz="quarter" idx="15"/>
          </p:nvPr>
        </p:nvSpPr>
        <p:spPr bwMode="auto">
          <a:xfrm>
            <a:off x="586388" y="2085764"/>
            <a:ext cx="565220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07109964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033370360"/>
      </p:ext>
    </p:extLst>
  </p:cSld>
  <p:clrMapOvr>
    <a:masterClrMapping/>
  </p:clrMapOvr>
</p:sldLayout>
</file>

<file path=ppt/slideLayouts/slideLayout520.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
    <p:spTree>
      <p:nvGrpSpPr>
        <p:cNvPr id="1" name=""/>
        <p:cNvGrpSpPr/>
        <p:nvPr/>
      </p:nvGrpSpPr>
      <p:grpSpPr bwMode="auto">
        <a:xfrm>
          <a:off x="0" y="0"/>
          <a:ext cx="0" cy="0"/>
          <a:chOff x="0" y="0"/>
          <a:chExt cx="0" cy="0"/>
        </a:xfrm>
      </p:grpSpPr>
      <p:sp>
        <p:nvSpPr>
          <p:cNvPr id="212311781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17742793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570259376"/>
      </p:ext>
    </p:extLst>
  </p:cSld>
  <p:clrMapOvr>
    <a:masterClrMapping/>
  </p:clrMapOvr>
</p:sldLayout>
</file>

<file path=ppt/slideLayouts/slideLayout521.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_Off-white">
    <p:bg>
      <p:bgPr>
        <a:solidFill>
          <a:srgbClr val="F4F3F5"/>
        </a:solidFill>
        <a:effectLst/>
      </p:bgPr>
    </p:bg>
    <p:spTree>
      <p:nvGrpSpPr>
        <p:cNvPr id="1" name=""/>
        <p:cNvGrpSpPr/>
        <p:nvPr/>
      </p:nvGrpSpPr>
      <p:grpSpPr bwMode="auto">
        <a:xfrm>
          <a:off x="0" y="0"/>
          <a:ext cx="0" cy="0"/>
          <a:chOff x="0" y="0"/>
          <a:chExt cx="0" cy="0"/>
        </a:xfrm>
      </p:grpSpPr>
      <p:sp>
        <p:nvSpPr>
          <p:cNvPr id="1528161347"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10619964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605418121"/>
      </p:ext>
    </p:extLst>
  </p:cSld>
  <p:clrMapOvr>
    <a:masterClrMapping/>
  </p:clrMapOvr>
</p:sldLayout>
</file>

<file path=ppt/slideLayouts/slideLayout522.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_WmGray">
    <p:bg>
      <p:bgPr>
        <a:solidFill>
          <a:srgbClr val="E8E6DF"/>
        </a:solidFill>
        <a:effectLst/>
      </p:bgPr>
    </p:bg>
    <p:spTree>
      <p:nvGrpSpPr>
        <p:cNvPr id="1" name=""/>
        <p:cNvGrpSpPr/>
        <p:nvPr/>
      </p:nvGrpSpPr>
      <p:grpSpPr bwMode="auto">
        <a:xfrm>
          <a:off x="0" y="0"/>
          <a:ext cx="0" cy="0"/>
          <a:chOff x="0" y="0"/>
          <a:chExt cx="0" cy="0"/>
        </a:xfrm>
      </p:grpSpPr>
      <p:sp>
        <p:nvSpPr>
          <p:cNvPr id="618495174"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4335953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935120051"/>
      </p:ext>
    </p:extLst>
  </p:cSld>
  <p:clrMapOvr>
    <a:masterClrMapping/>
  </p:clrMapOvr>
</p:sldLayout>
</file>

<file path=ppt/slideLayouts/slideLayout523.xml><?xml version="1.0" encoding="utf-8"?>
<p:sldLayout xmlns:a="http://schemas.openxmlformats.org/drawingml/2006/main" xmlns:r="http://schemas.openxmlformats.org/officeDocument/2006/relationships" xmlns:p="http://schemas.openxmlformats.org/presentationml/2006/main" showMasterPhAnim="0" preserve="1" userDrawn="1">
  <p:cSld name="1-column container">
    <p:spTree>
      <p:nvGrpSpPr>
        <p:cNvPr id="1" name=""/>
        <p:cNvGrpSpPr/>
        <p:nvPr/>
      </p:nvGrpSpPr>
      <p:grpSpPr bwMode="auto">
        <a:xfrm>
          <a:off x="0" y="0"/>
          <a:ext cx="0" cy="0"/>
          <a:chOff x="0" y="0"/>
          <a:chExt cx="0" cy="0"/>
        </a:xfrm>
      </p:grpSpPr>
      <p:sp>
        <p:nvSpPr>
          <p:cNvPr id="467987641"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6452472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558635856" name="Rounded Rectangle 3_1"/>
          <p:cNvSpPr/>
          <p:nvPr userDrawn="1"/>
        </p:nvSpPr>
        <p:spPr bwMode="auto">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ts val="0"/>
              </a:spcBef>
              <a:spcAft>
                <a:spcPts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469757353" name="Text Placeholder 11"/>
          <p:cNvSpPr>
            <a:spLocks noGrp="1"/>
          </p:cNvSpPr>
          <p:nvPr>
            <p:ph type="body" sz="quarter" idx="17"/>
          </p:nvPr>
        </p:nvSpPr>
        <p:spPr bwMode="auto">
          <a:xfrm>
            <a:off x="1235075" y="1771955"/>
            <a:ext cx="8778782"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411431637" name="Text Placeholder 3"/>
          <p:cNvSpPr>
            <a:spLocks noGrp="1"/>
          </p:cNvSpPr>
          <p:nvPr>
            <p:ph type="body" sz="quarter" idx="15"/>
          </p:nvPr>
        </p:nvSpPr>
        <p:spPr bwMode="auto">
          <a:xfrm>
            <a:off x="1237265" y="2263564"/>
            <a:ext cx="87750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Tree>
    <p:extLst>
      <p:ext uri="{BB962C8B-B14F-4D97-AF65-F5344CB8AC3E}">
        <p14:creationId xmlns:p14="http://schemas.microsoft.com/office/powerpoint/2010/main" val="2204434010"/>
      </p:ext>
    </p:extLst>
  </p:cSld>
  <p:clrMapOvr>
    <a:masterClrMapping/>
  </p:clrMapOvr>
</p:sldLayout>
</file>

<file path=ppt/slideLayouts/slideLayout524.xml><?xml version="1.0" encoding="utf-8"?>
<p:sldLayout xmlns:a="http://schemas.openxmlformats.org/drawingml/2006/main" xmlns:r="http://schemas.openxmlformats.org/officeDocument/2006/relationships" xmlns:p="http://schemas.openxmlformats.org/presentationml/2006/main" showMasterPhAnim="0" preserve="1" userDrawn="1">
  <p:cSld name="Knowledge Check">
    <p:spTree>
      <p:nvGrpSpPr>
        <p:cNvPr id="1" name=""/>
        <p:cNvGrpSpPr/>
        <p:nvPr/>
      </p:nvGrpSpPr>
      <p:grpSpPr bwMode="auto">
        <a:xfrm>
          <a:off x="0" y="0"/>
          <a:ext cx="0" cy="0"/>
          <a:chOff x="0" y="0"/>
          <a:chExt cx="0" cy="0"/>
        </a:xfrm>
      </p:grpSpPr>
      <p:sp>
        <p:nvSpPr>
          <p:cNvPr id="1263969347"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402990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574621864" name="Rounded Rectangle 3_1"/>
          <p:cNvSpPr/>
          <p:nvPr userDrawn="1"/>
        </p:nvSpPr>
        <p:spPr bwMode="auto">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ts val="0"/>
              </a:spcBef>
              <a:spcAft>
                <a:spcPts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82278557" name="Text Placeholder 11"/>
          <p:cNvSpPr>
            <a:spLocks noGrp="1"/>
          </p:cNvSpPr>
          <p:nvPr>
            <p:ph type="body" sz="quarter" idx="17"/>
          </p:nvPr>
        </p:nvSpPr>
        <p:spPr bwMode="auto">
          <a:xfrm>
            <a:off x="1235075" y="1594151"/>
            <a:ext cx="8778782" cy="399973"/>
          </a:xfrm>
          <a:prstGeom prst="rect">
            <a:avLst/>
          </a:prstGeom>
        </p:spPr>
        <p:txBody>
          <a:bodyPr anchor="t"/>
          <a:lstStyle>
            <a:lvl1pPr marL="0" indent="0">
              <a:spcBef>
                <a:spcPts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1626120721" name="Text Placeholder 3"/>
          <p:cNvSpPr>
            <a:spLocks noGrp="1"/>
          </p:cNvSpPr>
          <p:nvPr>
            <p:ph type="body" sz="quarter" idx="15"/>
          </p:nvPr>
        </p:nvSpPr>
        <p:spPr bwMode="auto">
          <a:xfrm>
            <a:off x="1237265" y="1994124"/>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grpSp>
        <p:nvGrpSpPr>
          <p:cNvPr id="837528875" name="Group 6"/>
          <p:cNvGrpSpPr/>
          <p:nvPr userDrawn="1"/>
        </p:nvGrpSpPr>
        <p:grpSpPr bwMode="auto">
          <a:xfrm>
            <a:off x="10107938" y="893763"/>
            <a:ext cx="1110600" cy="1110600"/>
            <a:chOff x="5540700" y="2116300"/>
            <a:chExt cx="1110600" cy="1110600"/>
          </a:xfrm>
        </p:grpSpPr>
        <p:sp>
          <p:nvSpPr>
            <p:cNvPr id="8" name="Oval 7"/>
            <p:cNvSpPr/>
            <p:nvPr/>
          </p:nvSpPr>
          <p:spPr bwMode="auto">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a:lnSpc>
                  <a:spcPct val="100000"/>
                </a:lnSpc>
                <a:spcBef>
                  <a:spcPts val="0"/>
                </a:spcBef>
                <a:spcAft>
                  <a:spcPts val="0"/>
                </a:spcAft>
                <a:buClrTx/>
                <a:buSzTx/>
                <a:buFontTx/>
                <a:buNone/>
                <a:defRPr/>
              </a:pPr>
              <a:endParaRPr lang="en-US" sz="1800" b="0" i="0" u="none" strike="noStrike" cap="none" spc="0">
                <a:ln>
                  <a:noFill/>
                </a:ln>
                <a:solidFill>
                  <a:srgbClr val="FFFFFF"/>
                </a:solidFill>
                <a:latin typeface="Segoe UI"/>
                <a:ea typeface="+mn-ea"/>
                <a:cs typeface="+mn-cs"/>
              </a:endParaRPr>
            </a:p>
          </p:txBody>
        </p:sp>
        <p:pic>
          <p:nvPicPr>
            <p:cNvPr id="9" name="Picture 8"/>
            <p:cNvPicPr/>
            <p:nvPr/>
          </p:nvPicPr>
          <p:blipFill rotWithShape="1">
            <a:blip r:embed="rId2"/>
            <a:stretch/>
          </p:blipFill>
          <p:spPr bwMode="auto">
            <a:xfrm>
              <a:off x="5749602" y="2325202"/>
              <a:ext cx="692796" cy="692796"/>
            </a:xfrm>
            <a:prstGeom prst="rect">
              <a:avLst/>
            </a:prstGeom>
            <a:noFill/>
          </p:spPr>
        </p:pic>
      </p:grpSp>
      <p:sp>
        <p:nvSpPr>
          <p:cNvPr id="1217056580" name="Text Placeholder 11"/>
          <p:cNvSpPr>
            <a:spLocks noGrp="1"/>
          </p:cNvSpPr>
          <p:nvPr>
            <p:ph type="body" sz="quarter" idx="20"/>
          </p:nvPr>
        </p:nvSpPr>
        <p:spPr bwMode="auto">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defRPr/>
            </a:pPr>
            <a:r>
              <a:rPr lang="en-US"/>
              <a:t>Click to edit Master text styles</a:t>
            </a:r>
            <a:endParaRPr/>
          </a:p>
        </p:txBody>
      </p:sp>
      <p:sp>
        <p:nvSpPr>
          <p:cNvPr id="741032582" name="Text Placeholder 3"/>
          <p:cNvSpPr>
            <a:spLocks noGrp="1"/>
          </p:cNvSpPr>
          <p:nvPr>
            <p:ph type="body" sz="quarter" idx="21"/>
          </p:nvPr>
        </p:nvSpPr>
        <p:spPr bwMode="auto">
          <a:xfrm>
            <a:off x="1237265" y="4898755"/>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828358894" name="Text Placeholder 11"/>
          <p:cNvSpPr>
            <a:spLocks noGrp="1"/>
          </p:cNvSpPr>
          <p:nvPr>
            <p:ph type="body" sz="quarter" idx="22"/>
          </p:nvPr>
        </p:nvSpPr>
        <p:spPr bwMode="auto">
          <a:xfrm>
            <a:off x="1235075" y="3042690"/>
            <a:ext cx="8778782" cy="406323"/>
          </a:xfrm>
          <a:prstGeom prst="rect">
            <a:avLst/>
          </a:prstGeom>
        </p:spPr>
        <p:txBody>
          <a:bodyPr anchor="t"/>
          <a:lstStyle>
            <a:lvl1pPr marL="0" indent="0">
              <a:spcBef>
                <a:spcPts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777748937" name="Text Placeholder 3"/>
          <p:cNvSpPr>
            <a:spLocks noGrp="1"/>
          </p:cNvSpPr>
          <p:nvPr>
            <p:ph type="body" sz="quarter" idx="23"/>
          </p:nvPr>
        </p:nvSpPr>
        <p:spPr bwMode="auto">
          <a:xfrm>
            <a:off x="1237265" y="3449013"/>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44814999"/>
      </p:ext>
    </p:extLst>
  </p:cSld>
  <p:clrMapOvr>
    <a:masterClrMapping/>
  </p:clrMapOvr>
</p:sldLayout>
</file>

<file path=ppt/slideLayouts/slideLayout525.xml><?xml version="1.0" encoding="utf-8"?>
<p:sldLayout xmlns:a="http://schemas.openxmlformats.org/drawingml/2006/main" xmlns:r="http://schemas.openxmlformats.org/officeDocument/2006/relationships" xmlns:p="http://schemas.openxmlformats.org/presentationml/2006/main" showMasterPhAnim="0" preserve="1" userDrawn="1">
  <p:cSld name="LearningPath1_WmGray">
    <p:bg>
      <p:bgPr>
        <a:solidFill>
          <a:srgbClr val="E8E6DF"/>
        </a:solidFill>
        <a:effectLst/>
      </p:bgPr>
    </p:bg>
    <p:spTree>
      <p:nvGrpSpPr>
        <p:cNvPr id="1" name=""/>
        <p:cNvGrpSpPr/>
        <p:nvPr/>
      </p:nvGrpSpPr>
      <p:grpSpPr bwMode="auto">
        <a:xfrm>
          <a:off x="0" y="0"/>
          <a:ext cx="0" cy="0"/>
          <a:chOff x="0" y="0"/>
          <a:chExt cx="0" cy="0"/>
        </a:xfrm>
      </p:grpSpPr>
      <p:sp>
        <p:nvSpPr>
          <p:cNvPr id="54705934"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36109148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720614324" name="Graphic 5"/>
          <p:cNvPicPr>
            <a:picLocks noChangeAspect="1"/>
          </p:cNvPicPr>
          <p:nvPr userDrawn="1"/>
        </p:nvPicPr>
        <p:blipFill rotWithShape="1">
          <a:blip r:embed="rId2"/>
          <a:stretch/>
        </p:blipFill>
        <p:spPr bwMode="auto">
          <a:xfrm>
            <a:off x="-1" y="2827846"/>
            <a:ext cx="12192001" cy="3035200"/>
          </a:xfrm>
          <a:prstGeom prst="rect">
            <a:avLst/>
          </a:prstGeom>
        </p:spPr>
      </p:pic>
    </p:spTree>
    <p:extLst>
      <p:ext uri="{BB962C8B-B14F-4D97-AF65-F5344CB8AC3E}">
        <p14:creationId xmlns:p14="http://schemas.microsoft.com/office/powerpoint/2010/main" val="2349855029"/>
      </p:ext>
    </p:extLst>
  </p:cSld>
  <p:clrMapOvr>
    <a:masterClrMapping/>
  </p:clrMapOvr>
</p:sldLayout>
</file>

<file path=ppt/slideLayouts/slideLayout526.xml><?xml version="1.0" encoding="utf-8"?>
<p:sldLayout xmlns:a="http://schemas.openxmlformats.org/drawingml/2006/main" xmlns:r="http://schemas.openxmlformats.org/officeDocument/2006/relationships" xmlns:p="http://schemas.openxmlformats.org/presentationml/2006/main" showMasterPhAnim="0" preserve="1" userDrawn="1">
  <p:cSld name="LearningPath3_OffWhite">
    <p:bg>
      <p:bgPr>
        <a:solidFill>
          <a:srgbClr val="F4F3F5"/>
        </a:solidFill>
        <a:effectLst/>
      </p:bgPr>
    </p:bg>
    <p:spTree>
      <p:nvGrpSpPr>
        <p:cNvPr id="1" name=""/>
        <p:cNvGrpSpPr/>
        <p:nvPr/>
      </p:nvGrpSpPr>
      <p:grpSpPr bwMode="auto">
        <a:xfrm>
          <a:off x="0" y="0"/>
          <a:ext cx="0" cy="0"/>
          <a:chOff x="0" y="0"/>
          <a:chExt cx="0" cy="0"/>
        </a:xfrm>
      </p:grpSpPr>
      <p:sp>
        <p:nvSpPr>
          <p:cNvPr id="716206091"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77484744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903771531" name="Graphic 4"/>
          <p:cNvPicPr>
            <a:picLocks noChangeAspect="1"/>
          </p:cNvPicPr>
          <p:nvPr userDrawn="1"/>
        </p:nvPicPr>
        <p:blipFill rotWithShape="1">
          <a:blip r:embed="rId2"/>
          <a:stretch/>
        </p:blipFill>
        <p:spPr bwMode="auto">
          <a:xfrm>
            <a:off x="-1" y="3144660"/>
            <a:ext cx="12192001" cy="3035200"/>
          </a:xfrm>
          <a:prstGeom prst="rect">
            <a:avLst/>
          </a:prstGeom>
        </p:spPr>
      </p:pic>
    </p:spTree>
    <p:extLst>
      <p:ext uri="{BB962C8B-B14F-4D97-AF65-F5344CB8AC3E}">
        <p14:creationId xmlns:p14="http://schemas.microsoft.com/office/powerpoint/2010/main" val="3432333060"/>
      </p:ext>
    </p:extLst>
  </p:cSld>
  <p:clrMapOvr>
    <a:masterClrMapping/>
  </p:clrMapOvr>
</p:sldLayout>
</file>

<file path=ppt/slideLayouts/slideLayout527.xml><?xml version="1.0" encoding="utf-8"?>
<p:sldLayout xmlns:a="http://schemas.openxmlformats.org/drawingml/2006/main" xmlns:r="http://schemas.openxmlformats.org/officeDocument/2006/relationships" xmlns:p="http://schemas.openxmlformats.org/presentationml/2006/main" showMasterPhAnim="0" preserve="1" userDrawn="1">
  <p:cSld name="Developer code full page">
    <p:bg>
      <p:bgPr>
        <a:solidFill>
          <a:srgbClr val="E8E6DF"/>
        </a:solidFill>
        <a:effectLst/>
      </p:bgPr>
    </p:bg>
    <p:spTree>
      <p:nvGrpSpPr>
        <p:cNvPr id="1" name=""/>
        <p:cNvGrpSpPr/>
        <p:nvPr/>
      </p:nvGrpSpPr>
      <p:grpSpPr bwMode="auto">
        <a:xfrm>
          <a:off x="0" y="0"/>
          <a:ext cx="0" cy="0"/>
          <a:chOff x="0" y="0"/>
          <a:chExt cx="0" cy="0"/>
        </a:xfrm>
      </p:grpSpPr>
      <p:sp>
        <p:nvSpPr>
          <p:cNvPr id="1357826351" name="Text Placeholder 14"/>
          <p:cNvSpPr>
            <a:spLocks noGrp="1"/>
          </p:cNvSpPr>
          <p:nvPr>
            <p:ph type="body" sz="quarter" idx="13" hasCustomPrompt="1"/>
          </p:nvPr>
        </p:nvSpPr>
        <p:spPr bwMode="auto">
          <a:xfrm>
            <a:off x="0" y="0"/>
            <a:ext cx="3788358" cy="446148"/>
          </a:xfrm>
          <a:prstGeom prst="rect">
            <a:avLst/>
          </a:prstGeom>
          <a:gradFill>
            <a:gsLst>
              <a:gs pos="0">
                <a:srgbClr val="000000"/>
              </a:gs>
              <a:gs pos="92000">
                <a:srgbClr val="000000"/>
              </a:gs>
              <a:gs pos="92000">
                <a:schemeClr val="accent3"/>
              </a:gs>
            </a:gsLst>
            <a:lin ang="16200000" scaled="1"/>
          </a:gradFill>
        </p:spPr>
        <p:txBody>
          <a:bodyPr vert="horz" wrap="square" lIns="585216" tIns="91440" rIns="0" bIns="45720" rtlCol="0">
            <a:spAutoFit/>
          </a:bodyPr>
          <a:lstStyle>
            <a:lvl1pPr marL="0" indent="0">
              <a:buNone/>
              <a:defRPr lang="en-US" sz="2000" b="0" i="0" u="none" strike="noStrike" cap="none">
                <a:ln>
                  <a:noFill/>
                </a:ln>
                <a:solidFill>
                  <a:srgbClr val="FFFFFF"/>
                </a:solidFill>
                <a:latin typeface="Segoe UI Semibold"/>
              </a:defRPr>
            </a:lvl1pPr>
          </a:lstStyle>
          <a:p>
            <a:pPr marL="228600" lvl="0" indent="-228600">
              <a:defRPr/>
            </a:pPr>
            <a:r>
              <a:rPr lang="en-US"/>
              <a:t>Click to enter title</a:t>
            </a:r>
            <a:endParaRPr/>
          </a:p>
        </p:txBody>
      </p:sp>
      <p:sp>
        <p:nvSpPr>
          <p:cNvPr id="81520302" name="Footer Placeholder 10"/>
          <p:cNvSpPr>
            <a:spLocks noGrp="1"/>
          </p:cNvSpPr>
          <p:nvPr>
            <p:ph type="ftr" sz="quarter" idx="3"/>
          </p:nvPr>
        </p:nvSpPr>
        <p:spPr bwMode="auto">
          <a:xfrm>
            <a:off x="7448551" y="6421083"/>
            <a:ext cx="4151312" cy="197976"/>
          </a:xfrm>
          <a:prstGeom prst="rect">
            <a:avLst/>
          </a:prstGeom>
        </p:spPr>
        <p:txBody>
          <a:bodyPr vert="horz" lIns="0" tIns="0" rIns="0" bIns="0" rtlCol="0" anchor="ctr"/>
          <a:lstStyle>
            <a:lvl1pPr marL="0" algn="r"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448239708" name="Text Placeholder 3"/>
          <p:cNvSpPr txBox="1"/>
          <p:nvPr userDrawn="1"/>
        </p:nvSpPr>
        <p:spPr bwMode="auto">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a:lnSpc>
                <a:spcPct val="150000"/>
              </a:lnSpc>
              <a:spcBef>
                <a:spcPts val="0"/>
              </a:spcBef>
              <a:spcAft>
                <a:spcPts val="600"/>
              </a:spcAft>
              <a:buClr>
                <a:schemeClr val="bg1"/>
              </a:buClr>
              <a:buSzPct val="120000"/>
              <a:buFontTx/>
              <a:buNone/>
              <a:defRPr lang="en-US" sz="1400" b="0" i="0">
                <a:solidFill>
                  <a:schemeClr val="tx1"/>
                </a:solidFill>
                <a:latin typeface="Consolas"/>
                <a:ea typeface="Segoe UI Semibold"/>
                <a:cs typeface="Segoe UI Semibold"/>
              </a:defRPr>
            </a:lvl1pPr>
            <a:lvl2pPr marL="0" indent="0" algn="l" defTabSz="914132" rtl="0">
              <a:lnSpc>
                <a:spcPct val="110000"/>
              </a:lnSpc>
              <a:spcBef>
                <a:spcPts val="0"/>
              </a:spcBef>
              <a:spcAft>
                <a:spcPts val="600"/>
              </a:spcAft>
              <a:buClrTx/>
              <a:buSzPct val="110000"/>
              <a:buFont typeface="Arial"/>
              <a:buNone/>
              <a:defRPr lang="en-US" sz="2000" b="0" i="0">
                <a:solidFill>
                  <a:schemeClr val="tx1"/>
                </a:solidFill>
                <a:latin typeface="Segoe UI"/>
                <a:ea typeface="Segoe UI"/>
                <a:cs typeface="Segoe UI"/>
              </a:defRPr>
            </a:lvl2pPr>
            <a:lvl3pPr marL="288924" indent="-222250" algn="l" defTabSz="914132" rtl="0">
              <a:lnSpc>
                <a:spcPct val="110000"/>
              </a:lnSpc>
              <a:spcBef>
                <a:spcPts val="0"/>
              </a:spcBef>
              <a:spcAft>
                <a:spcPts val="600"/>
              </a:spcAft>
              <a:buClrTx/>
              <a:buSzPct val="120000"/>
              <a:buFont typeface="Arial"/>
              <a:buChar char="•"/>
              <a:defRPr lang="en-US" sz="2000" b="0" i="0">
                <a:solidFill>
                  <a:schemeClr val="tx1"/>
                </a:solidFill>
                <a:latin typeface="Segoe UI"/>
                <a:ea typeface="Segoe UI"/>
                <a:cs typeface="Segoe UI"/>
              </a:defRPr>
            </a:lvl3pPr>
            <a:lvl4pPr marL="631825" indent="-182880" algn="l" defTabSz="914132" rtl="0">
              <a:lnSpc>
                <a:spcPct val="110000"/>
              </a:lnSpc>
              <a:spcBef>
                <a:spcPts val="0"/>
              </a:spcBef>
              <a:spcAft>
                <a:spcPts val="600"/>
              </a:spcAft>
              <a:buClrTx/>
              <a:buFont typeface="Arial"/>
              <a:buChar char="•"/>
              <a:defRPr lang="en-US" sz="1800" b="0" i="0">
                <a:solidFill>
                  <a:schemeClr val="tx1"/>
                </a:solidFill>
                <a:latin typeface="Segoe UI"/>
                <a:ea typeface="Segoe UI"/>
                <a:cs typeface="Segoe UI"/>
              </a:defRPr>
            </a:lvl4pPr>
            <a:lvl5pPr marL="1162685" indent="-194310" algn="l" defTabSz="914132" rtl="0">
              <a:lnSpc>
                <a:spcPct val="110000"/>
              </a:lnSpc>
              <a:spcBef>
                <a:spcPts val="500"/>
              </a:spcBef>
              <a:buClr>
                <a:schemeClr val="tx1"/>
              </a:buClr>
              <a:buFont typeface="Arial"/>
              <a:buChar char="•"/>
              <a:defRPr lang="en-US" sz="1600" b="0" i="0">
                <a:solidFill>
                  <a:schemeClr val="tx1"/>
                </a:solidFill>
                <a:latin typeface="Segoe UI"/>
                <a:ea typeface="Segoe UI"/>
                <a:cs typeface="Segoe UI"/>
              </a:defRPr>
            </a:lvl5pPr>
            <a:lvl6pPr marL="1873781" indent="-228533" algn="l" defTabSz="914132" rtl="0">
              <a:lnSpc>
                <a:spcPct val="110000"/>
              </a:lnSpc>
              <a:spcBef>
                <a:spcPts val="500"/>
              </a:spcBef>
              <a:buFont typeface="Arial"/>
              <a:buChar char="•"/>
              <a:defRPr sz="1400">
                <a:solidFill>
                  <a:schemeClr val="tx1"/>
                </a:solidFill>
                <a:latin typeface="+mn-lt"/>
                <a:ea typeface="+mn-ea"/>
                <a:cs typeface="+mn-cs"/>
              </a:defRPr>
            </a:lvl6pPr>
            <a:lvl7pPr marL="2970926" indent="-228533" algn="l" defTabSz="914132" rtl="0">
              <a:lnSpc>
                <a:spcPct val="90000"/>
              </a:lnSpc>
              <a:spcBef>
                <a:spcPts val="500"/>
              </a:spcBef>
              <a:buFont typeface="Arial"/>
              <a:buChar char="•"/>
              <a:defRPr sz="1900">
                <a:solidFill>
                  <a:schemeClr val="tx1"/>
                </a:solidFill>
                <a:latin typeface="+mn-lt"/>
                <a:ea typeface="+mn-ea"/>
                <a:cs typeface="+mn-cs"/>
              </a:defRPr>
            </a:lvl7pPr>
            <a:lvl8pPr marL="3427992" indent="-228533" algn="l" defTabSz="914132" rtl="0">
              <a:lnSpc>
                <a:spcPct val="90000"/>
              </a:lnSpc>
              <a:spcBef>
                <a:spcPts val="500"/>
              </a:spcBef>
              <a:buFont typeface="Arial"/>
              <a:buChar char="•"/>
              <a:defRPr sz="1900">
                <a:solidFill>
                  <a:schemeClr val="tx1"/>
                </a:solidFill>
                <a:latin typeface="+mn-lt"/>
                <a:ea typeface="+mn-ea"/>
                <a:cs typeface="+mn-cs"/>
              </a:defRPr>
            </a:lvl8pPr>
            <a:lvl9pPr marL="3885057" indent="-228533" algn="l" defTabSz="914132" rtl="0">
              <a:lnSpc>
                <a:spcPct val="90000"/>
              </a:lnSpc>
              <a:spcBef>
                <a:spcPts val="500"/>
              </a:spcBef>
              <a:buFont typeface="Arial"/>
              <a:buChar char="•"/>
              <a:defRPr sz="1900">
                <a:solidFill>
                  <a:schemeClr val="tx1"/>
                </a:solidFill>
                <a:latin typeface="+mn-lt"/>
                <a:ea typeface="+mn-ea"/>
                <a:cs typeface="+mn-cs"/>
              </a:defRPr>
            </a:lvl9pPr>
          </a:lstStyle>
          <a:p>
            <a:pPr marL="0" marR="0" lvl="0" indent="0" algn="l" defTabSz="914132" rtl="0">
              <a:lnSpc>
                <a:spcPct val="150000"/>
              </a:lnSpc>
              <a:spcBef>
                <a:spcPts val="0"/>
              </a:spcBef>
              <a:spcAft>
                <a:spcPts val="600"/>
              </a:spcAft>
              <a:buClr>
                <a:srgbClr val="E9E9E9"/>
              </a:buClr>
              <a:buSzPct val="120000"/>
              <a:buFontTx/>
              <a:buNone/>
              <a:defRPr/>
            </a:pPr>
            <a:endParaRPr lang="en-US" sz="1400" b="0" i="0" u="none" strike="noStrike" cap="none" spc="0">
              <a:ln>
                <a:noFill/>
              </a:ln>
              <a:solidFill>
                <a:srgbClr val="000000"/>
              </a:solidFill>
              <a:latin typeface="Consolas"/>
              <a:cs typeface="Segoe UI Semibold"/>
            </a:endParaRPr>
          </a:p>
        </p:txBody>
      </p:sp>
      <p:sp>
        <p:nvSpPr>
          <p:cNvPr id="499336461" name="Text Placeholder 4" descr="This layout should only be used for developer code. The font used is a monospace font which is ideal for showing code."/>
          <p:cNvSpPr>
            <a:spLocks noGrp="1"/>
          </p:cNvSpPr>
          <p:nvPr>
            <p:ph type="body" sz="quarter" idx="11" hasCustomPrompt="1"/>
          </p:nvPr>
        </p:nvSpPr>
        <p:spPr bwMode="auto">
          <a:xfrm>
            <a:off x="579438" y="1083733"/>
            <a:ext cx="11020424" cy="4885267"/>
          </a:xfrm>
        </p:spPr>
        <p:txBody>
          <a:bodyPr/>
          <a:lstStyle>
            <a:lvl1pPr marL="0" indent="0">
              <a:buNone/>
              <a:defRPr sz="1400">
                <a:solidFill>
                  <a:srgbClr val="2F2F2F"/>
                </a:solidFill>
                <a:latin typeface="Consolas"/>
                <a:cs typeface="Consolas"/>
              </a:defRPr>
            </a:lvl1pPr>
            <a:lvl2pPr marL="346448" indent="0">
              <a:buNone/>
              <a:defRPr sz="2400">
                <a:gradFill>
                  <a:gsLst>
                    <a:gs pos="43000">
                      <a:schemeClr val="tx1"/>
                    </a:gs>
                    <a:gs pos="61049">
                      <a:schemeClr val="tx1"/>
                    </a:gs>
                  </a:gsLst>
                  <a:lin ang="5400000" scaled="0"/>
                </a:gradFill>
                <a:latin typeface="Consolas"/>
                <a:cs typeface="Consolas"/>
              </a:defRPr>
            </a:lvl2pPr>
            <a:lvl3pPr marL="584432" indent="0">
              <a:buNone/>
              <a:defRPr sz="2000">
                <a:gradFill>
                  <a:gsLst>
                    <a:gs pos="43000">
                      <a:schemeClr val="tx1"/>
                    </a:gs>
                    <a:gs pos="61049">
                      <a:schemeClr val="tx1"/>
                    </a:gs>
                  </a:gsLst>
                  <a:lin ang="5400000" scaled="0"/>
                </a:gradFill>
                <a:latin typeface="Consolas"/>
                <a:cs typeface="Consolas"/>
              </a:defRPr>
            </a:lvl3pPr>
            <a:lvl4pPr marL="814319" indent="0">
              <a:buNone/>
              <a:defRPr sz="1800">
                <a:gradFill>
                  <a:gsLst>
                    <a:gs pos="43000">
                      <a:schemeClr val="tx1"/>
                    </a:gs>
                    <a:gs pos="61049">
                      <a:schemeClr val="tx1"/>
                    </a:gs>
                  </a:gsLst>
                  <a:lin ang="5400000" scaled="0"/>
                </a:gradFill>
                <a:latin typeface="Consolas"/>
                <a:cs typeface="Consolas"/>
              </a:defRPr>
            </a:lvl4pPr>
            <a:lvl5pPr marL="1050682" indent="0">
              <a:buNone/>
              <a:defRPr sz="1800">
                <a:gradFill>
                  <a:gsLst>
                    <a:gs pos="43000">
                      <a:schemeClr val="tx1"/>
                    </a:gs>
                    <a:gs pos="61049">
                      <a:schemeClr val="tx1"/>
                    </a:gs>
                  </a:gsLst>
                  <a:lin ang="5400000" scaled="0"/>
                </a:gradFill>
                <a:latin typeface="Consolas"/>
                <a:cs typeface="Consolas"/>
              </a:defRPr>
            </a:lvl5pPr>
          </a:lstStyle>
          <a:p>
            <a:pPr lvl="0">
              <a:defRPr/>
            </a:pPr>
            <a:r>
              <a:rPr lang="en-US"/>
              <a:t>Click to edit or paste code</a:t>
            </a:r>
            <a:endParaRPr/>
          </a:p>
        </p:txBody>
      </p:sp>
    </p:spTree>
    <p:extLst>
      <p:ext uri="{BB962C8B-B14F-4D97-AF65-F5344CB8AC3E}">
        <p14:creationId xmlns:p14="http://schemas.microsoft.com/office/powerpoint/2010/main" val="104106390"/>
      </p:ext>
    </p:extLst>
  </p:cSld>
  <p:clrMapOvr>
    <a:overrideClrMapping bg1="lt1" tx1="dk1" bg2="lt2" tx2="dk2" accent1="accent1" accent2="accent2" accent3="accent3" accent4="accent4" accent5="accent5" accent6="accent6" hlink="hlink" folHlink="folHlink"/>
  </p:clrMapOvr>
</p:sldLayout>
</file>

<file path=ppt/slideLayouts/slideLayout528.xml><?xml version="1.0" encoding="utf-8"?>
<p:sldLayout xmlns:a="http://schemas.openxmlformats.org/drawingml/2006/main" xmlns:r="http://schemas.openxmlformats.org/officeDocument/2006/relationships" xmlns:p="http://schemas.openxmlformats.org/presentationml/2006/main" showMasterPhAnim="0" preserve="1" userDrawn="1">
  <p:cSld name="Developer code right">
    <p:bg>
      <p:bgPr>
        <a:solidFill>
          <a:srgbClr val="E8E6DF"/>
        </a:solidFill>
        <a:effectLst/>
      </p:bgPr>
    </p:bg>
    <p:spTree>
      <p:nvGrpSpPr>
        <p:cNvPr id="1" name=""/>
        <p:cNvGrpSpPr/>
        <p:nvPr/>
      </p:nvGrpSpPr>
      <p:grpSpPr bwMode="auto">
        <a:xfrm>
          <a:off x="0" y="0"/>
          <a:ext cx="0" cy="0"/>
          <a:chOff x="0" y="0"/>
          <a:chExt cx="0" cy="0"/>
        </a:xfrm>
      </p:grpSpPr>
      <p:sp>
        <p:nvSpPr>
          <p:cNvPr id="1391525375" name="Rectangle 2"/>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000">
              <a:solidFill>
                <a:srgbClr val="FFFFFF"/>
              </a:solidFill>
              <a:ea typeface="Segoe UI"/>
              <a:cs typeface="Segoe UI"/>
            </a:endParaRPr>
          </a:p>
        </p:txBody>
      </p:sp>
      <p:sp>
        <p:nvSpPr>
          <p:cNvPr id="38416605" name="Title 1"/>
          <p:cNvSpPr>
            <a:spLocks noGrp="1"/>
          </p:cNvSpPr>
          <p:nvPr>
            <p:ph type="title"/>
          </p:nvPr>
        </p:nvSpPr>
        <p:spPr bwMode="auto">
          <a:xfrm>
            <a:off x="588262" y="585216"/>
            <a:ext cx="4042761"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646333734" name="Text Placeholder 3"/>
          <p:cNvSpPr>
            <a:spLocks noGrp="1"/>
          </p:cNvSpPr>
          <p:nvPr>
            <p:ph type="body" sz="quarter" idx="15"/>
          </p:nvPr>
        </p:nvSpPr>
        <p:spPr bwMode="auto">
          <a:xfrm>
            <a:off x="586388" y="1594155"/>
            <a:ext cx="4042761" cy="726353"/>
          </a:xfrm>
          <a:prstGeom prst="rect">
            <a:avLst/>
          </a:prstGeom>
        </p:spPr>
        <p:txBody>
          <a:bodyPr wrap="square">
            <a:spAutoFit/>
          </a:bodyPr>
          <a:lstStyle>
            <a:lvl1pPr marL="0" indent="0">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071078817" name="Text Placeholder 4" descr="This layout should only be used for developer code. The font used is a monospace font which is ideal for showing code."/>
          <p:cNvSpPr>
            <a:spLocks noGrp="1"/>
          </p:cNvSpPr>
          <p:nvPr>
            <p:ph type="body" sz="quarter" idx="11" hasCustomPrompt="1"/>
          </p:nvPr>
        </p:nvSpPr>
        <p:spPr bwMode="auto">
          <a:xfrm>
            <a:off x="5800725" y="582613"/>
            <a:ext cx="5799138" cy="5692775"/>
          </a:xfrm>
        </p:spPr>
        <p:txBody>
          <a:bodyPr/>
          <a:lstStyle>
            <a:lvl1pPr marL="0" indent="0">
              <a:buNone/>
              <a:defRPr sz="1400">
                <a:solidFill>
                  <a:srgbClr val="2F2F2F"/>
                </a:solidFill>
                <a:latin typeface="Consolas"/>
                <a:cs typeface="Consolas"/>
              </a:defRPr>
            </a:lvl1pPr>
            <a:lvl2pPr marL="346448" indent="0">
              <a:buNone/>
              <a:defRPr sz="2400">
                <a:gradFill>
                  <a:gsLst>
                    <a:gs pos="43000">
                      <a:schemeClr val="tx1"/>
                    </a:gs>
                    <a:gs pos="61049">
                      <a:schemeClr val="tx1"/>
                    </a:gs>
                  </a:gsLst>
                  <a:lin ang="5400000" scaled="0"/>
                </a:gradFill>
                <a:latin typeface="Consolas"/>
                <a:cs typeface="Consolas"/>
              </a:defRPr>
            </a:lvl2pPr>
            <a:lvl3pPr marL="584432" indent="0">
              <a:buNone/>
              <a:defRPr sz="2000">
                <a:gradFill>
                  <a:gsLst>
                    <a:gs pos="43000">
                      <a:schemeClr val="tx1"/>
                    </a:gs>
                    <a:gs pos="61049">
                      <a:schemeClr val="tx1"/>
                    </a:gs>
                  </a:gsLst>
                  <a:lin ang="5400000" scaled="0"/>
                </a:gradFill>
                <a:latin typeface="Consolas"/>
                <a:cs typeface="Consolas"/>
              </a:defRPr>
            </a:lvl3pPr>
            <a:lvl4pPr marL="814319" indent="0">
              <a:buNone/>
              <a:defRPr sz="1800">
                <a:gradFill>
                  <a:gsLst>
                    <a:gs pos="43000">
                      <a:schemeClr val="tx1"/>
                    </a:gs>
                    <a:gs pos="61049">
                      <a:schemeClr val="tx1"/>
                    </a:gs>
                  </a:gsLst>
                  <a:lin ang="5400000" scaled="0"/>
                </a:gradFill>
                <a:latin typeface="Consolas"/>
                <a:cs typeface="Consolas"/>
              </a:defRPr>
            </a:lvl4pPr>
            <a:lvl5pPr marL="1050682" indent="0">
              <a:buNone/>
              <a:defRPr sz="1800">
                <a:gradFill>
                  <a:gsLst>
                    <a:gs pos="43000">
                      <a:schemeClr val="tx1"/>
                    </a:gs>
                    <a:gs pos="61049">
                      <a:schemeClr val="tx1"/>
                    </a:gs>
                  </a:gsLst>
                  <a:lin ang="5400000" scaled="0"/>
                </a:gradFill>
                <a:latin typeface="Consolas"/>
                <a:cs typeface="Consolas"/>
              </a:defRPr>
            </a:lvl5pPr>
          </a:lstStyle>
          <a:p>
            <a:pPr lvl="0">
              <a:defRPr/>
            </a:pPr>
            <a:r>
              <a:rPr lang="en-US"/>
              <a:t>Click to edit or paste code</a:t>
            </a:r>
            <a:endParaRPr/>
          </a:p>
        </p:txBody>
      </p:sp>
    </p:spTree>
    <p:extLst>
      <p:ext uri="{BB962C8B-B14F-4D97-AF65-F5344CB8AC3E}">
        <p14:creationId xmlns:p14="http://schemas.microsoft.com/office/powerpoint/2010/main" val="1747168315"/>
      </p:ext>
    </p:extLst>
  </p:cSld>
  <p:clrMapOvr>
    <a:overrideClrMapping bg1="lt1" tx1="dk1" bg2="lt2" tx2="dk2" accent1="accent1" accent2="accent2" accent3="accent3" accent4="accent4" accent5="accent5" accent6="accent6" hlink="hlink" folHlink="folHlink"/>
  </p:clrMapOvr>
</p:sldLayout>
</file>

<file path=ppt/slideLayouts/slideLayout529.xml><?xml version="1.0" encoding="utf-8"?>
<p:sldLayout xmlns:a="http://schemas.openxmlformats.org/drawingml/2006/main" xmlns:r="http://schemas.openxmlformats.org/officeDocument/2006/relationships" xmlns:p="http://schemas.openxmlformats.org/presentationml/2006/main" showMasterPhAnim="0" preserve="1" userDrawn="1">
  <p:cSld name="Resources">
    <p:bg>
      <p:bgPr>
        <a:solidFill>
          <a:srgbClr val="E8E6DF"/>
        </a:solidFill>
        <a:effectLst/>
      </p:bgPr>
    </p:bg>
    <p:spTree>
      <p:nvGrpSpPr>
        <p:cNvPr id="1" name=""/>
        <p:cNvGrpSpPr/>
        <p:nvPr/>
      </p:nvGrpSpPr>
      <p:grpSpPr bwMode="auto">
        <a:xfrm>
          <a:off x="0" y="0"/>
          <a:ext cx="0" cy="0"/>
          <a:chOff x="0" y="0"/>
          <a:chExt cx="0" cy="0"/>
        </a:xfrm>
      </p:grpSpPr>
      <p:sp>
        <p:nvSpPr>
          <p:cNvPr id="1883947315"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894837339" name="Text Placeholder 3"/>
          <p:cNvSpPr>
            <a:spLocks noGrp="1"/>
          </p:cNvSpPr>
          <p:nvPr>
            <p:ph type="body" sz="quarter" idx="15"/>
          </p:nvPr>
        </p:nvSpPr>
        <p:spPr bwMode="auto">
          <a:xfrm>
            <a:off x="586388" y="1591056"/>
            <a:ext cx="8193024" cy="541687"/>
          </a:xfrm>
          <a:prstGeom prst="rect">
            <a:avLst/>
          </a:prstGeom>
        </p:spPr>
        <p:txBody>
          <a:bodyPr wrap="square">
            <a:spAutoFit/>
          </a:bodyPr>
          <a:lstStyle>
            <a:lvl1pPr marL="0" indent="0">
              <a:buFont typeface="Arial"/>
              <a:buNone/>
              <a:defRPr>
                <a:solidFill>
                  <a:schemeClr val="tx1"/>
                </a:solidFill>
                <a:latin typeface="+mj-lt"/>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p:txBody>
      </p:sp>
      <p:sp>
        <p:nvSpPr>
          <p:cNvPr id="1200231062" name="Text Placeholder 3"/>
          <p:cNvSpPr>
            <a:spLocks noGrp="1"/>
          </p:cNvSpPr>
          <p:nvPr>
            <p:ph type="body" sz="quarter" idx="19"/>
          </p:nvPr>
        </p:nvSpPr>
        <p:spPr bwMode="auto">
          <a:xfrm>
            <a:off x="586388" y="2081710"/>
            <a:ext cx="8193024" cy="1132618"/>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p:txBody>
      </p:sp>
      <p:sp>
        <p:nvSpPr>
          <p:cNvPr id="822330537" name="Text Placeholder 3"/>
          <p:cNvSpPr>
            <a:spLocks noGrp="1"/>
          </p:cNvSpPr>
          <p:nvPr>
            <p:ph type="body" sz="quarter" idx="20"/>
          </p:nvPr>
        </p:nvSpPr>
        <p:spPr bwMode="auto">
          <a:xfrm>
            <a:off x="586388" y="3587124"/>
            <a:ext cx="8193024" cy="541687"/>
          </a:xfrm>
          <a:prstGeom prst="rect">
            <a:avLst/>
          </a:prstGeom>
        </p:spPr>
        <p:txBody>
          <a:bodyPr wrap="square">
            <a:spAutoFit/>
          </a:bodyPr>
          <a:lstStyle>
            <a:lvl1pPr marL="0" indent="0">
              <a:buFont typeface="Arial"/>
              <a:buNone/>
              <a:defRPr>
                <a:solidFill>
                  <a:schemeClr val="tx1"/>
                </a:solidFill>
                <a:latin typeface="+mj-lt"/>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p:txBody>
      </p:sp>
      <p:sp>
        <p:nvSpPr>
          <p:cNvPr id="925696244" name="Text Placeholder 3"/>
          <p:cNvSpPr>
            <a:spLocks noGrp="1"/>
          </p:cNvSpPr>
          <p:nvPr>
            <p:ph type="body" sz="quarter" idx="21"/>
          </p:nvPr>
        </p:nvSpPr>
        <p:spPr bwMode="auto">
          <a:xfrm>
            <a:off x="586388" y="4077778"/>
            <a:ext cx="8193024" cy="1132618"/>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p:txBody>
      </p:sp>
      <p:sp>
        <p:nvSpPr>
          <p:cNvPr id="133267050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817434699"/>
      </p:ext>
    </p:extLst>
  </p:cSld>
  <p:clrMapOvr>
    <a:overrideClrMapping bg1="lt1" tx1="dk1" bg2="lt2" tx2="dk2" accent1="accent1" accent2="accent2" accent3="accent3" accent4="accent4" accent5="accent5" accent6="accent6" hlink="hlink" folHlink="folHlink"/>
  </p:clrMapOvr>
</p:sldLayout>
</file>

<file path=ppt/slideLayouts/slideLayout530.xml><?xml version="1.0" encoding="utf-8"?>
<p:sldLayout xmlns:a="http://schemas.openxmlformats.org/drawingml/2006/main" xmlns:r="http://schemas.openxmlformats.org/officeDocument/2006/relationships" xmlns:p="http://schemas.openxmlformats.org/presentationml/2006/main" showMasterPhAnim="0" preserve="1" userDrawn="1">
  <p:cSld name="Closing slide_with Logo">
    <p:bg>
      <p:bgPr>
        <a:solidFill>
          <a:srgbClr val="E8E6DF"/>
        </a:solidFill>
        <a:effectLst/>
      </p:bgPr>
    </p:bg>
    <p:spTree>
      <p:nvGrpSpPr>
        <p:cNvPr id="1" name=""/>
        <p:cNvGrpSpPr/>
        <p:nvPr/>
      </p:nvGrpSpPr>
      <p:grpSpPr bwMode="auto">
        <a:xfrm>
          <a:off x="0" y="0"/>
          <a:ext cx="0" cy="0"/>
          <a:chOff x="0" y="0"/>
          <a:chExt cx="0" cy="0"/>
        </a:xfrm>
      </p:grpSpPr>
      <p:pic>
        <p:nvPicPr>
          <p:cNvPr id="1793024165" name="MS logo gray - EMF"/>
          <p:cNvPicPr>
            <a:picLocks noChangeAspect="1"/>
          </p:cNvPicPr>
          <p:nvPr userDrawn="1"/>
        </p:nvPicPr>
        <p:blipFill rotWithShape="1">
          <a:blip r:embed="rId2"/>
          <a:stretch/>
        </p:blipFill>
        <p:spPr bwMode="black">
          <a:xfrm>
            <a:off x="584200" y="585788"/>
            <a:ext cx="1366440" cy="292608"/>
          </a:xfrm>
          <a:prstGeom prst="rect">
            <a:avLst/>
          </a:prstGeom>
        </p:spPr>
      </p:pic>
      <p:sp>
        <p:nvSpPr>
          <p:cNvPr id="1130877535" name="Title 1"/>
          <p:cNvSpPr>
            <a:spLocks noGrp="1"/>
          </p:cNvSpPr>
          <p:nvPr>
            <p:ph type="title" hasCustomPrompt="1"/>
          </p:nvPr>
        </p:nvSpPr>
        <p:spPr bwMode="auto">
          <a:xfrm>
            <a:off x="588262" y="-612577"/>
            <a:ext cx="8193024" cy="307777"/>
          </a:xfrm>
        </p:spPr>
        <p:txBody>
          <a:bodyPr/>
          <a:lstStyle>
            <a:lvl1pPr>
              <a:defRPr sz="2000" b="0" i="0">
                <a:solidFill>
                  <a:srgbClr val="001F2D"/>
                </a:solidFill>
                <a:latin typeface="+mj-lt"/>
                <a:cs typeface="Segoe UI Semibold"/>
              </a:defRPr>
            </a:lvl1pPr>
          </a:lstStyle>
          <a:p>
            <a:pPr>
              <a:defRPr/>
            </a:pPr>
            <a:r>
              <a:rPr lang="en-US"/>
              <a:t>Final slide with logo</a:t>
            </a:r>
            <a:endParaRPr/>
          </a:p>
        </p:txBody>
      </p:sp>
      <p:sp>
        <p:nvSpPr>
          <p:cNvPr id="193721437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653688355"/>
      </p:ext>
    </p:extLst>
  </p:cSld>
  <p:clrMapOvr>
    <a:overrideClrMapping bg1="lt1" tx1="dk1" bg2="lt2" tx2="dk2" accent1="accent1" accent2="accent2" accent3="accent3" accent4="accent4" accent5="accent5" accent6="accent6" hlink="hlink" folHlink="folHlink"/>
  </p:clrMapOvr>
</p:sldLayout>
</file>

<file path=ppt/slideLayouts/slideLayout531.xml><?xml version="1.0" encoding="utf-8"?>
<p:sldLayout xmlns:a="http://schemas.openxmlformats.org/drawingml/2006/main" xmlns:r="http://schemas.openxmlformats.org/officeDocument/2006/relationships" xmlns:p="http://schemas.openxmlformats.org/presentationml/2006/main" showMasterPhAnim="0" preserve="1" userDrawn="1">
  <p:cSld name="2_Closing slide_with Logo">
    <p:bg>
      <p:bgPr>
        <a:solidFill>
          <a:srgbClr val="E8E6DF"/>
        </a:solidFill>
        <a:effectLst/>
      </p:bgPr>
    </p:bg>
    <p:spTree>
      <p:nvGrpSpPr>
        <p:cNvPr id="1" name=""/>
        <p:cNvGrpSpPr/>
        <p:nvPr/>
      </p:nvGrpSpPr>
      <p:grpSpPr bwMode="auto">
        <a:xfrm>
          <a:off x="0" y="0"/>
          <a:ext cx="0" cy="0"/>
          <a:chOff x="0" y="0"/>
          <a:chExt cx="0" cy="0"/>
        </a:xfrm>
      </p:grpSpPr>
      <p:pic>
        <p:nvPicPr>
          <p:cNvPr id="1989520732" name="MS logo gray - EMF"/>
          <p:cNvPicPr>
            <a:picLocks noChangeAspect="1"/>
          </p:cNvPicPr>
          <p:nvPr userDrawn="1"/>
        </p:nvPicPr>
        <p:blipFill rotWithShape="1">
          <a:blip r:embed="rId2"/>
          <a:stretch/>
        </p:blipFill>
        <p:spPr bwMode="black">
          <a:xfrm>
            <a:off x="584200" y="585788"/>
            <a:ext cx="1366440" cy="292608"/>
          </a:xfrm>
          <a:prstGeom prst="rect">
            <a:avLst/>
          </a:prstGeom>
        </p:spPr>
      </p:pic>
      <p:sp>
        <p:nvSpPr>
          <p:cNvPr id="184704192" name="Title 1"/>
          <p:cNvSpPr>
            <a:spLocks noGrp="1"/>
          </p:cNvSpPr>
          <p:nvPr>
            <p:ph type="title" hasCustomPrompt="1"/>
          </p:nvPr>
        </p:nvSpPr>
        <p:spPr bwMode="auto">
          <a:xfrm>
            <a:off x="588262" y="-616043"/>
            <a:ext cx="8193024" cy="307777"/>
          </a:xfrm>
        </p:spPr>
        <p:txBody>
          <a:bodyPr/>
          <a:lstStyle>
            <a:lvl1pPr>
              <a:defRPr sz="2000" b="0" i="0">
                <a:solidFill>
                  <a:srgbClr val="001F2D"/>
                </a:solidFill>
                <a:latin typeface="+mj-lt"/>
                <a:cs typeface="Segoe UI Semibold"/>
              </a:defRPr>
            </a:lvl1pPr>
          </a:lstStyle>
          <a:p>
            <a:pPr>
              <a:defRPr/>
            </a:pPr>
            <a:r>
              <a:rPr lang="en-US"/>
              <a:t>Final slide with logo</a:t>
            </a:r>
            <a:endParaRPr/>
          </a:p>
        </p:txBody>
      </p:sp>
      <p:sp>
        <p:nvSpPr>
          <p:cNvPr id="819714758" name="Text Placeholder 4"/>
          <p:cNvSpPr>
            <a:spLocks noGrp="1"/>
          </p:cNvSpPr>
          <p:nvPr>
            <p:ph type="body" sz="quarter" idx="12" hasCustomPrompt="1"/>
          </p:nvPr>
        </p:nvSpPr>
        <p:spPr bwMode="auto">
          <a:xfrm>
            <a:off x="585216" y="2080227"/>
            <a:ext cx="3361943" cy="553998"/>
          </a:xfrm>
          <a:prstGeom prst="rect">
            <a:avLst/>
          </a:prstGeom>
          <a:noFill/>
        </p:spPr>
        <p:txBody>
          <a:bodyPr wrap="square" lIns="0" tIns="0" rIns="0" bIns="0">
            <a:spAutoFit/>
          </a:bodyPr>
          <a:lstStyle>
            <a:lvl1pPr marL="0" indent="0" algn="l" defTabSz="457200" rtl="0">
              <a:lnSpc>
                <a:spcPct val="100000"/>
              </a:lnSpc>
              <a:spcBef>
                <a:spcPts val="0"/>
              </a:spcBef>
              <a:spcAft>
                <a:spcPts val="0"/>
              </a:spcAft>
              <a:buFont typeface="Arial"/>
              <a:buNone/>
              <a:defRPr lang="en-US" sz="3600" b="0" cap="none" spc="-50">
                <a:ln w="3175">
                  <a:noFill/>
                </a:ln>
                <a:solidFill>
                  <a:schemeClr val="accent3"/>
                </a:solidFill>
                <a:latin typeface="+mj-lt"/>
                <a:ea typeface="+mn-ea"/>
                <a:cs typeface="Segoe UI"/>
              </a:defRPr>
            </a:lvl1pPr>
          </a:lstStyle>
          <a:p>
            <a:pPr lvl="0">
              <a:defRPr/>
            </a:pPr>
            <a:r>
              <a:rPr lang="en-US"/>
              <a:t>Thank you.</a:t>
            </a:r>
            <a:endParaRPr/>
          </a:p>
        </p:txBody>
      </p:sp>
      <p:sp>
        <p:nvSpPr>
          <p:cNvPr id="21621572" name="Text Placeholder 8"/>
          <p:cNvSpPr>
            <a:spLocks noGrp="1"/>
          </p:cNvSpPr>
          <p:nvPr>
            <p:ph type="body" sz="quarter" idx="13"/>
          </p:nvPr>
        </p:nvSpPr>
        <p:spPr bwMode="auto">
          <a:xfrm>
            <a:off x="4485640" y="2276475"/>
            <a:ext cx="7114222" cy="1689098"/>
          </a:xfrm>
        </p:spPr>
        <p:txBody>
          <a:bodyPr/>
          <a:lstStyle>
            <a:lvl1pPr marL="0" indent="0" algn="l" defTabSz="457200" rtl="0">
              <a:lnSpc>
                <a:spcPct val="100000"/>
              </a:lnSpc>
              <a:spcBef>
                <a:spcPts val="0"/>
              </a:spcBef>
              <a:buNone/>
              <a:defRPr lang="en-US" sz="2000" b="0" cap="none" spc="-50">
                <a:ln w="3175">
                  <a:noFill/>
                </a:ln>
                <a:solidFill>
                  <a:schemeClr val="tx1"/>
                </a:solidFill>
                <a:latin typeface="+mn-lt"/>
                <a:ea typeface="+mn-ea"/>
                <a:cs typeface="Segoe UI"/>
              </a:defRPr>
            </a:lvl1pPr>
            <a:lvl2pPr marL="155448" indent="0">
              <a:buNone/>
              <a:defRPr lang="en-US" sz="2000" b="0" cap="none" spc="-50">
                <a:ln w="3175">
                  <a:noFill/>
                </a:ln>
                <a:solidFill>
                  <a:schemeClr val="bg1"/>
                </a:solidFill>
                <a:latin typeface="+mn-lt"/>
                <a:ea typeface="+mn-ea"/>
                <a:cs typeface="Segoe UI"/>
              </a:defRPr>
            </a:lvl2pPr>
            <a:lvl3pPr marL="265176" indent="0">
              <a:buNone/>
              <a:defRPr/>
            </a:lvl3pPr>
            <a:lvl4pPr marL="661988" indent="0">
              <a:buNone/>
              <a:defRPr/>
            </a:lvl4pPr>
            <a:lvl5pPr marL="855663" indent="0">
              <a:buNone/>
              <a:defRPr/>
            </a:lvl5pPr>
          </a:lstStyle>
          <a:p>
            <a:pPr lvl="0">
              <a:defRPr/>
            </a:pPr>
            <a:r>
              <a:rPr lang="en-US"/>
              <a:t>Click to edit Master text styles</a:t>
            </a:r>
            <a:endParaRPr/>
          </a:p>
        </p:txBody>
      </p:sp>
      <p:sp>
        <p:nvSpPr>
          <p:cNvPr id="55779882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712086972"/>
      </p:ext>
    </p:extLst>
  </p:cSld>
  <p:clrMapOvr>
    <a:overrideClrMapping bg1="lt1" tx1="dk1" bg2="lt2" tx2="dk2" accent1="accent1" accent2="accent2" accent3="accent3" accent4="accent4" accent5="accent5" accent6="accent6" hlink="hlink" folHlink="folHlink"/>
  </p:clrMapOvr>
</p:sldLayout>
</file>

<file path=ppt/slideLayouts/slideLayout532.xml><?xml version="1.0" encoding="utf-8"?>
<p:sldLayout xmlns:a="http://schemas.openxmlformats.org/drawingml/2006/main" xmlns:r="http://schemas.openxmlformats.org/officeDocument/2006/relationships" xmlns:p="http://schemas.openxmlformats.org/presentationml/2006/main" showMasterPhAnim="0" userDrawn="1">
  <p:cSld name="Title_Gradient_Dark Blue">
    <p:bg>
      <p:bgPr>
        <a:solidFill>
          <a:schemeClr val="bg2"/>
        </a:solidFill>
        <a:effectLst/>
      </p:bgPr>
    </p:bg>
    <p:spTree>
      <p:nvGrpSpPr>
        <p:cNvPr id="1" name=""/>
        <p:cNvGrpSpPr/>
        <p:nvPr/>
      </p:nvGrpSpPr>
      <p:grpSpPr bwMode="auto">
        <a:xfrm>
          <a:off x="0" y="0"/>
          <a:ext cx="0" cy="0"/>
          <a:chOff x="0" y="0"/>
          <a:chExt cx="0" cy="0"/>
        </a:xfrm>
      </p:grpSpPr>
      <p:pic>
        <p:nvPicPr>
          <p:cNvPr id="188879848" name="Picture 6" descr="Background pattern&#10;&#10;Description automatically generated"/>
          <p:cNvPicPr>
            <a:picLocks noChangeAspect="1"/>
          </p:cNvPicPr>
          <p:nvPr userDrawn="1"/>
        </p:nvPicPr>
        <p:blipFill rotWithShape="1">
          <a:blip r:embed="rId2"/>
          <a:stretch/>
        </p:blipFill>
        <p:spPr bwMode="auto">
          <a:xfrm>
            <a:off x="0" y="0"/>
            <a:ext cx="12188952" cy="6856285"/>
          </a:xfrm>
          <a:prstGeom prst="rect">
            <a:avLst/>
          </a:prstGeom>
        </p:spPr>
      </p:pic>
      <p:pic>
        <p:nvPicPr>
          <p:cNvPr id="165308810" name="MS logo white - EMF"/>
          <p:cNvPicPr>
            <a:picLocks noChangeAspect="1"/>
          </p:cNvPicPr>
          <p:nvPr userDrawn="1"/>
        </p:nvPicPr>
        <p:blipFill rotWithShape="1">
          <a:blip r:embed="rId3"/>
          <a:stretch/>
        </p:blipFill>
        <p:spPr bwMode="white">
          <a:xfrm>
            <a:off x="584200" y="585788"/>
            <a:ext cx="1366245" cy="292608"/>
          </a:xfrm>
          <a:prstGeom prst="rect">
            <a:avLst/>
          </a:prstGeom>
        </p:spPr>
      </p:pic>
      <p:sp>
        <p:nvSpPr>
          <p:cNvPr id="1865291535" name="Title 1"/>
          <p:cNvSpPr>
            <a:spLocks noGrp="1"/>
          </p:cNvSpPr>
          <p:nvPr>
            <p:ph type="title" hasCustomPrompt="1"/>
          </p:nvPr>
        </p:nvSpPr>
        <p:spPr bwMode="white">
          <a:xfrm>
            <a:off x="569911" y="2769057"/>
            <a:ext cx="8193024" cy="1231106"/>
          </a:xfrm>
          <a:prstGeom prst="rect">
            <a:avLst/>
          </a:prstGeom>
          <a:noFill/>
        </p:spPr>
        <p:txBody>
          <a:bodyPr wrap="square" lIns="0" tIns="0" rIns="0" bIns="0" anchor="b" anchorCtr="0">
            <a:spAutoFit/>
          </a:bodyPr>
          <a:lstStyle>
            <a:lvl1pPr>
              <a:defRPr sz="4000" b="0" i="0" spc="-50">
                <a:solidFill>
                  <a:schemeClr val="bg1"/>
                </a:solidFill>
                <a:latin typeface="+mn-lt"/>
                <a:cs typeface="Segoe UI"/>
              </a:defRPr>
            </a:lvl1pPr>
          </a:lstStyle>
          <a:p>
            <a:pPr>
              <a:defRPr/>
            </a:pPr>
            <a:r>
              <a:rPr lang="en-US"/>
              <a:t>Event name or </a:t>
            </a:r>
            <a:br>
              <a:rPr lang="en-US"/>
            </a:br>
            <a:r>
              <a:rPr lang="en-US"/>
              <a:t>presentation title</a:t>
            </a:r>
            <a:endParaRPr/>
          </a:p>
        </p:txBody>
      </p:sp>
      <p:sp>
        <p:nvSpPr>
          <p:cNvPr id="1784534057" name="Text Placeholder 4"/>
          <p:cNvSpPr>
            <a:spLocks noGrp="1"/>
          </p:cNvSpPr>
          <p:nvPr>
            <p:ph type="body" sz="quarter" idx="12" hasCustomPrompt="1"/>
          </p:nvPr>
        </p:nvSpPr>
        <p:spPr bwMode="white">
          <a:xfrm>
            <a:off x="582042" y="4215827"/>
            <a:ext cx="8193024" cy="246221"/>
          </a:xfrm>
          <a:prstGeom prst="rect">
            <a:avLst/>
          </a:prstGeom>
          <a:noFill/>
        </p:spPr>
        <p:txBody>
          <a:bodyPr wrap="square" lIns="0" tIns="0" rIns="0" bIns="0">
            <a:spAutoFit/>
          </a:bodyPr>
          <a:lstStyle>
            <a:lvl1pPr marL="0" indent="0">
              <a:spcBef>
                <a:spcPts val="0"/>
              </a:spcBef>
              <a:buNone/>
              <a:defRPr sz="1600" spc="0">
                <a:solidFill>
                  <a:schemeClr val="bg1"/>
                </a:solidFill>
                <a:latin typeface="+mn-lt"/>
                <a:cs typeface="Segoe UI"/>
              </a:defRPr>
            </a:lvl1pPr>
          </a:lstStyle>
          <a:p>
            <a:pPr lvl="0">
              <a:defRPr/>
            </a:pPr>
            <a:r>
              <a:rPr lang="en-US"/>
              <a:t>Speaker name or subtitle</a:t>
            </a:r>
            <a:endParaRPr/>
          </a:p>
        </p:txBody>
      </p:sp>
      <p:sp>
        <p:nvSpPr>
          <p:cNvPr id="1739850793" name="Text Placeholder 4"/>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ts val="0"/>
              </a:spcBef>
              <a:buNone/>
              <a:defRPr sz="1000" spc="0">
                <a:solidFill>
                  <a:schemeClr val="bg1"/>
                </a:solidFill>
                <a:latin typeface="+mn-lt"/>
                <a:cs typeface="Segoe UI"/>
              </a:defRPr>
            </a:lvl1pPr>
          </a:lstStyle>
          <a:p>
            <a:pPr lvl="0">
              <a:defRPr/>
            </a:pPr>
            <a:r>
              <a:rPr lang="en-US"/>
              <a:t>Date</a:t>
            </a:r>
            <a:endParaRPr/>
          </a:p>
        </p:txBody>
      </p:sp>
      <p:sp>
        <p:nvSpPr>
          <p:cNvPr id="1155617117" name="Text Placeholder 4"/>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ts val="0"/>
              </a:spcBef>
              <a:buNone/>
              <a:defRPr sz="1000" spc="0">
                <a:solidFill>
                  <a:schemeClr val="bg1"/>
                </a:solidFill>
                <a:latin typeface="+mn-lt"/>
                <a:cs typeface="Segoe UI"/>
              </a:defRPr>
            </a:lvl1pPr>
          </a:lstStyle>
          <a:p>
            <a:pPr lvl="0">
              <a:defRPr/>
            </a:pPr>
            <a:r>
              <a:rPr lang="en-US"/>
              <a:t>Microsoft confidential</a:t>
            </a:r>
            <a:endParaRPr/>
          </a:p>
        </p:txBody>
      </p:sp>
    </p:spTree>
    <p:extLst>
      <p:ext uri="{BB962C8B-B14F-4D97-AF65-F5344CB8AC3E}">
        <p14:creationId xmlns:p14="http://schemas.microsoft.com/office/powerpoint/2010/main" val="675414699"/>
      </p:ext>
    </p:extLst>
  </p:cSld>
  <p:clrMapOvr>
    <a:masterClrMapping/>
  </p:clrMapOvr>
</p:sldLayout>
</file>

<file path=ppt/slideLayouts/slideLayout533.xml><?xml version="1.0" encoding="utf-8"?>
<p:sldLayout xmlns:a="http://schemas.openxmlformats.org/drawingml/2006/main" xmlns:r="http://schemas.openxmlformats.org/officeDocument/2006/relationships" xmlns:p="http://schemas.openxmlformats.org/presentationml/2006/main" showMasterPhAnim="0" userDrawn="1">
  <p:cSld name="Small title - half page">
    <p:spTree>
      <p:nvGrpSpPr>
        <p:cNvPr id="1" name=""/>
        <p:cNvGrpSpPr/>
        <p:nvPr/>
      </p:nvGrpSpPr>
      <p:grpSpPr bwMode="auto">
        <a:xfrm>
          <a:off x="0" y="0"/>
          <a:ext cx="0" cy="0"/>
          <a:chOff x="0" y="0"/>
          <a:chExt cx="0" cy="0"/>
        </a:xfrm>
      </p:grpSpPr>
      <p:sp>
        <p:nvSpPr>
          <p:cNvPr id="1781075459" name="Title 2"/>
          <p:cNvSpPr>
            <a:spLocks noGrp="1"/>
          </p:cNvSpPr>
          <p:nvPr>
            <p:ph type="title" hasCustomPrompt="1"/>
          </p:nvPr>
        </p:nvSpPr>
        <p:spPr bwMode="auto">
          <a:xfrm>
            <a:off x="584200" y="457200"/>
            <a:ext cx="5508419" cy="372410"/>
          </a:xfrm>
        </p:spPr>
        <p:txBody>
          <a:bodyPr tIns="64008"/>
          <a:lstStyle>
            <a:lvl1pPr>
              <a:defRPr sz="2000" spc="0">
                <a:latin typeface="+mj-lt"/>
                <a:cs typeface="Segoe UI"/>
              </a:defRPr>
            </a:lvl1pPr>
          </a:lstStyle>
          <a:p>
            <a:pPr>
              <a:defRPr/>
            </a:pPr>
            <a:r>
              <a:rPr lang="en-US"/>
              <a:t>Click to edit title style</a:t>
            </a:r>
            <a:endParaRPr/>
          </a:p>
        </p:txBody>
      </p:sp>
      <p:sp>
        <p:nvSpPr>
          <p:cNvPr id="9354780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9201770"/>
      </p:ext>
    </p:extLst>
  </p:cSld>
  <p:clrMapOvr>
    <a:masterClrMapping/>
  </p:clrMapOvr>
</p:sldLayout>
</file>

<file path=ppt/slideLayouts/slideLayout534.xml><?xml version="1.0" encoding="utf-8"?>
<p:sldLayout xmlns:a="http://schemas.openxmlformats.org/drawingml/2006/main" xmlns:r="http://schemas.openxmlformats.org/officeDocument/2006/relationships" xmlns:p="http://schemas.openxmlformats.org/presentationml/2006/main" showMasterPhAnim="0" userDrawn="1">
  <p:cSld name="Blank">
    <p:spTree>
      <p:nvGrpSpPr>
        <p:cNvPr id="1" name=""/>
        <p:cNvGrpSpPr/>
        <p:nvPr/>
      </p:nvGrpSpPr>
      <p:grpSpPr bwMode="auto">
        <a:xfrm>
          <a:off x="0" y="0"/>
          <a:ext cx="0" cy="0"/>
          <a:chOff x="0" y="0"/>
          <a:chExt cx="0" cy="0"/>
        </a:xfrm>
      </p:grpSpPr>
      <p:sp>
        <p:nvSpPr>
          <p:cNvPr id="202156401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007584752"/>
      </p:ext>
    </p:extLst>
  </p:cSld>
  <p:clrMapOvr>
    <a:masterClrMapping/>
  </p:clrMapOvr>
</p:sldLayout>
</file>

<file path=ppt/slideLayouts/slideLayout535.xml><?xml version="1.0" encoding="utf-8"?>
<p:sldLayout xmlns:a="http://schemas.openxmlformats.org/drawingml/2006/main" xmlns:r="http://schemas.openxmlformats.org/officeDocument/2006/relationships" xmlns:p="http://schemas.openxmlformats.org/presentationml/2006/main" showMasterPhAnim="0" userDrawn="1">
  <p:cSld name="LearningPath2_WmGray">
    <p:bg>
      <p:bgPr>
        <a:solidFill>
          <a:srgbClr val="E8E6DF"/>
        </a:solidFill>
        <a:effectLst/>
      </p:bgPr>
    </p:bg>
    <p:spTree>
      <p:nvGrpSpPr>
        <p:cNvPr id="1" name=""/>
        <p:cNvGrpSpPr/>
        <p:nvPr/>
      </p:nvGrpSpPr>
      <p:grpSpPr bwMode="auto">
        <a:xfrm>
          <a:off x="0" y="0"/>
          <a:ext cx="0" cy="0"/>
          <a:chOff x="0" y="0"/>
          <a:chExt cx="0" cy="0"/>
        </a:xfrm>
      </p:grpSpPr>
      <p:sp>
        <p:nvSpPr>
          <p:cNvPr id="105131482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36119773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879073512" name="Graphic 3"/>
          <p:cNvPicPr>
            <a:picLocks noChangeAspect="1"/>
          </p:cNvPicPr>
          <p:nvPr userDrawn="1"/>
        </p:nvPicPr>
        <p:blipFill rotWithShape="1">
          <a:blip r:embed="rId2"/>
          <a:stretch/>
        </p:blipFill>
        <p:spPr bwMode="auto">
          <a:xfrm>
            <a:off x="-1" y="3144660"/>
            <a:ext cx="12192001" cy="3035200"/>
          </a:xfrm>
          <a:prstGeom prst="rect">
            <a:avLst/>
          </a:prstGeom>
        </p:spPr>
      </p:pic>
    </p:spTree>
    <p:extLst>
      <p:ext uri="{BB962C8B-B14F-4D97-AF65-F5344CB8AC3E}">
        <p14:creationId xmlns:p14="http://schemas.microsoft.com/office/powerpoint/2010/main" val="3151062407"/>
      </p:ext>
    </p:extLst>
  </p:cSld>
  <p:clrMapOvr>
    <a:masterClrMapping/>
  </p:clrMapOvr>
</p:sldLayout>
</file>

<file path=ppt/slideLayouts/slideLayout536.xml><?xml version="1.0" encoding="utf-8"?>
<p:sldLayout xmlns:a="http://schemas.openxmlformats.org/drawingml/2006/main" xmlns:r="http://schemas.openxmlformats.org/officeDocument/2006/relationships" xmlns:p="http://schemas.openxmlformats.org/presentationml/2006/main" showMasterPhAnim="0" userDrawn="1">
  <p:cSld name="Text option_3 rows">
    <p:spTree>
      <p:nvGrpSpPr>
        <p:cNvPr id="1" name=""/>
        <p:cNvGrpSpPr/>
        <p:nvPr/>
      </p:nvGrpSpPr>
      <p:grpSpPr bwMode="auto">
        <a:xfrm>
          <a:off x="0" y="0"/>
          <a:ext cx="0" cy="0"/>
          <a:chOff x="0" y="0"/>
          <a:chExt cx="0" cy="0"/>
        </a:xfrm>
      </p:grpSpPr>
      <p:sp>
        <p:nvSpPr>
          <p:cNvPr id="1343640427" name="Text Placeholder 4"/>
          <p:cNvSpPr>
            <a:spLocks noGrp="1"/>
          </p:cNvSpPr>
          <p:nvPr>
            <p:ph type="body" sz="quarter" idx="11" hasCustomPrompt="1"/>
          </p:nvPr>
        </p:nvSpPr>
        <p:spPr bwMode="auto">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809183653" name="Text Placeholder 4"/>
          <p:cNvSpPr>
            <a:spLocks noGrp="1"/>
          </p:cNvSpPr>
          <p:nvPr>
            <p:ph type="body" sz="quarter" idx="15" hasCustomPrompt="1"/>
          </p:nvPr>
        </p:nvSpPr>
        <p:spPr bwMode="auto">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831765668" name="Text Placeholder 4"/>
          <p:cNvSpPr>
            <a:spLocks noGrp="1"/>
          </p:cNvSpPr>
          <p:nvPr>
            <p:ph type="body" sz="quarter" idx="17" hasCustomPrompt="1"/>
          </p:nvPr>
        </p:nvSpPr>
        <p:spPr bwMode="auto">
          <a:xfrm>
            <a:off x="1389460" y="3545276"/>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208836224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206797531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cxnSp>
        <p:nvCxnSpPr>
          <p:cNvPr id="125905867" name="Straight Connector 6"/>
          <p:cNvCxnSpPr/>
          <p:nvPr userDrawn="1"/>
        </p:nvCxnSpPr>
        <p:spPr bwMode="auto">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855956896" name="Straight Connector 7"/>
          <p:cNvCxnSpPr/>
          <p:nvPr userDrawn="1"/>
        </p:nvCxnSpPr>
        <p:spPr bwMode="auto">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9307235"/>
      </p:ext>
    </p:extLst>
  </p:cSld>
  <p:clrMapOvr>
    <a:masterClrMapping/>
  </p:clrMapOvr>
</p:sldLayout>
</file>

<file path=ppt/slideLayouts/slideLayout537.xml><?xml version="1.0" encoding="utf-8"?>
<p:sldLayout xmlns:a="http://schemas.openxmlformats.org/drawingml/2006/main" xmlns:r="http://schemas.openxmlformats.org/officeDocument/2006/relationships" xmlns:p="http://schemas.openxmlformats.org/presentationml/2006/main" showMasterPhAnim="0" userDrawn="1">
  <p:cSld name="Text option_4 rows">
    <p:spTree>
      <p:nvGrpSpPr>
        <p:cNvPr id="1" name=""/>
        <p:cNvGrpSpPr/>
        <p:nvPr/>
      </p:nvGrpSpPr>
      <p:grpSpPr bwMode="auto">
        <a:xfrm>
          <a:off x="0" y="0"/>
          <a:ext cx="0" cy="0"/>
          <a:chOff x="0" y="0"/>
          <a:chExt cx="0" cy="0"/>
        </a:xfrm>
      </p:grpSpPr>
      <p:sp>
        <p:nvSpPr>
          <p:cNvPr id="597536857" name="Text Placeholder 4"/>
          <p:cNvSpPr>
            <a:spLocks noGrp="1"/>
          </p:cNvSpPr>
          <p:nvPr>
            <p:ph type="body" sz="quarter" idx="11" hasCustomPrompt="1"/>
          </p:nvPr>
        </p:nvSpPr>
        <p:spPr bwMode="auto">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1569990544" name="Straight Connector 19"/>
          <p:cNvCxnSpPr/>
          <p:nvPr userDrawn="1"/>
        </p:nvCxnSpPr>
        <p:spPr bwMode="auto">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450764305" name="Text Placeholder 4"/>
          <p:cNvSpPr>
            <a:spLocks noGrp="1"/>
          </p:cNvSpPr>
          <p:nvPr>
            <p:ph type="body" sz="quarter" idx="15" hasCustomPrompt="1"/>
          </p:nvPr>
        </p:nvSpPr>
        <p:spPr bwMode="auto">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650509652" name="Straight Connector 20"/>
          <p:cNvCxnSpPr/>
          <p:nvPr userDrawn="1"/>
        </p:nvCxnSpPr>
        <p:spPr bwMode="auto">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039727732" name="Text Placeholder 4"/>
          <p:cNvSpPr>
            <a:spLocks noGrp="1"/>
          </p:cNvSpPr>
          <p:nvPr>
            <p:ph type="body" sz="quarter" idx="17" hasCustomPrompt="1"/>
          </p:nvPr>
        </p:nvSpPr>
        <p:spPr bwMode="auto">
          <a:xfrm>
            <a:off x="1389460" y="3545276"/>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145958506" name="Straight Connector 21"/>
          <p:cNvCxnSpPr/>
          <p:nvPr userDrawn="1"/>
        </p:nvCxnSpPr>
        <p:spPr bwMode="auto">
          <a:xfrm>
            <a:off x="1389695" y="445894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815104680" name="Text Placeholder 4"/>
          <p:cNvSpPr>
            <a:spLocks noGrp="1"/>
          </p:cNvSpPr>
          <p:nvPr>
            <p:ph type="body" sz="quarter" idx="19" hasCustomPrompt="1"/>
          </p:nvPr>
        </p:nvSpPr>
        <p:spPr bwMode="auto">
          <a:xfrm>
            <a:off x="1389460" y="4591438"/>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147917260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65304078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Tree>
    <p:extLst>
      <p:ext uri="{BB962C8B-B14F-4D97-AF65-F5344CB8AC3E}">
        <p14:creationId xmlns:p14="http://schemas.microsoft.com/office/powerpoint/2010/main" val="847177075"/>
      </p:ext>
    </p:extLst>
  </p:cSld>
  <p:clrMapOvr>
    <a:masterClrMapping/>
  </p:clrMapOvr>
</p:sldLayout>
</file>

<file path=ppt/slideLayouts/slideLayout538.xml><?xml version="1.0" encoding="utf-8"?>
<p:sldLayout xmlns:a="http://schemas.openxmlformats.org/drawingml/2006/main" xmlns:r="http://schemas.openxmlformats.org/officeDocument/2006/relationships" xmlns:p="http://schemas.openxmlformats.org/presentationml/2006/main" showMasterPhAnim="0" userDrawn="1">
  <p:cSld name="Text option_5 rows">
    <p:spTree>
      <p:nvGrpSpPr>
        <p:cNvPr id="1" name=""/>
        <p:cNvGrpSpPr/>
        <p:nvPr/>
      </p:nvGrpSpPr>
      <p:grpSpPr bwMode="auto">
        <a:xfrm>
          <a:off x="0" y="0"/>
          <a:ext cx="0" cy="0"/>
          <a:chOff x="0" y="0"/>
          <a:chExt cx="0" cy="0"/>
        </a:xfrm>
      </p:grpSpPr>
      <p:sp>
        <p:nvSpPr>
          <p:cNvPr id="946936042" name="Text Placeholder 4"/>
          <p:cNvSpPr>
            <a:spLocks noGrp="1"/>
          </p:cNvSpPr>
          <p:nvPr>
            <p:ph type="body" sz="quarter" idx="11" hasCustomPrompt="1"/>
          </p:nvPr>
        </p:nvSpPr>
        <p:spPr bwMode="auto">
          <a:xfrm>
            <a:off x="1389460" y="1456896"/>
            <a:ext cx="10210404" cy="64562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1033067458" name="Straight Connector 14"/>
          <p:cNvCxnSpPr/>
          <p:nvPr userDrawn="1"/>
        </p:nvCxnSpPr>
        <p:spPr bwMode="auto">
          <a:xfrm>
            <a:off x="1389695" y="2205973"/>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45574755" name="Text Placeholder 4"/>
          <p:cNvSpPr>
            <a:spLocks noGrp="1"/>
          </p:cNvSpPr>
          <p:nvPr>
            <p:ph type="body" sz="quarter" idx="15" hasCustomPrompt="1"/>
          </p:nvPr>
        </p:nvSpPr>
        <p:spPr bwMode="auto">
          <a:xfrm>
            <a:off x="1389460" y="2309426"/>
            <a:ext cx="10210404" cy="64890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529374116" name="Straight Connector 16"/>
          <p:cNvCxnSpPr/>
          <p:nvPr userDrawn="1"/>
        </p:nvCxnSpPr>
        <p:spPr bwMode="auto">
          <a:xfrm>
            <a:off x="1389695" y="306177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102489823" name="Text Placeholder 4"/>
          <p:cNvSpPr>
            <a:spLocks noGrp="1"/>
          </p:cNvSpPr>
          <p:nvPr>
            <p:ph type="body" sz="quarter" idx="17" hasCustomPrompt="1"/>
          </p:nvPr>
        </p:nvSpPr>
        <p:spPr bwMode="auto">
          <a:xfrm>
            <a:off x="1389460" y="3165232"/>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579686227" name="Straight Connector 18"/>
          <p:cNvCxnSpPr/>
          <p:nvPr userDrawn="1"/>
        </p:nvCxnSpPr>
        <p:spPr bwMode="auto">
          <a:xfrm>
            <a:off x="1389695" y="391758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804775605" name="Text Placeholder 4"/>
          <p:cNvSpPr>
            <a:spLocks noGrp="1"/>
          </p:cNvSpPr>
          <p:nvPr>
            <p:ph type="body" sz="quarter" idx="19" hasCustomPrompt="1"/>
          </p:nvPr>
        </p:nvSpPr>
        <p:spPr bwMode="auto">
          <a:xfrm>
            <a:off x="1389460" y="4021038"/>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597280384" name="Straight Connector 10"/>
          <p:cNvCxnSpPr/>
          <p:nvPr userDrawn="1"/>
        </p:nvCxnSpPr>
        <p:spPr bwMode="auto">
          <a:xfrm>
            <a:off x="1389695" y="4773391"/>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335833668" name="Text Placeholder 4"/>
          <p:cNvSpPr>
            <a:spLocks noGrp="1"/>
          </p:cNvSpPr>
          <p:nvPr>
            <p:ph type="body" sz="quarter" idx="21" hasCustomPrompt="1"/>
          </p:nvPr>
        </p:nvSpPr>
        <p:spPr bwMode="auto">
          <a:xfrm>
            <a:off x="1389460" y="4876845"/>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sp>
        <p:nvSpPr>
          <p:cNvPr id="2140001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240196905"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Tree>
    <p:extLst>
      <p:ext uri="{BB962C8B-B14F-4D97-AF65-F5344CB8AC3E}">
        <p14:creationId xmlns:p14="http://schemas.microsoft.com/office/powerpoint/2010/main" val="3384227173"/>
      </p:ext>
    </p:extLst>
  </p:cSld>
  <p:clrMapOvr>
    <a:masterClrMapping/>
  </p:clrMapOvr>
</p:sldLayout>
</file>

<file path=ppt/slideLayouts/slideLayout539.xml><?xml version="1.0" encoding="utf-8"?>
<p:sldLayout xmlns:a="http://schemas.openxmlformats.org/drawingml/2006/main" xmlns:r="http://schemas.openxmlformats.org/officeDocument/2006/relationships" xmlns:p="http://schemas.openxmlformats.org/presentationml/2006/main" showMasterPhAnim="0" userDrawn="1">
  <p:cSld name="1_Knowledge Check">
    <p:spTree>
      <p:nvGrpSpPr>
        <p:cNvPr id="1" name=""/>
        <p:cNvGrpSpPr/>
        <p:nvPr/>
      </p:nvGrpSpPr>
      <p:grpSpPr bwMode="auto">
        <a:xfrm>
          <a:off x="0" y="0"/>
          <a:ext cx="0" cy="0"/>
          <a:chOff x="0" y="0"/>
          <a:chExt cx="0" cy="0"/>
        </a:xfrm>
      </p:grpSpPr>
      <p:sp>
        <p:nvSpPr>
          <p:cNvPr id="807773234" name="Rounded Rectangle 3_1"/>
          <p:cNvSpPr/>
          <p:nvPr userDrawn="1"/>
        </p:nvSpPr>
        <p:spPr bwMode="auto">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ts val="0"/>
              </a:spcBef>
              <a:spcAft>
                <a:spcPts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1543857956" name="Title 1"/>
          <p:cNvSpPr>
            <a:spLocks noGrp="1"/>
          </p:cNvSpPr>
          <p:nvPr>
            <p:ph type="title"/>
          </p:nvPr>
        </p:nvSpPr>
        <p:spPr bwMode="auto">
          <a:xfrm>
            <a:off x="588262" y="585216"/>
            <a:ext cx="8193024" cy="369332"/>
          </a:xfrm>
        </p:spPr>
        <p:txBody>
          <a:bodyPr/>
          <a:lstStyle>
            <a:lvl1pPr>
              <a:defRPr sz="2400" b="0" i="0">
                <a:solidFill>
                  <a:schemeClr val="tx1"/>
                </a:solidFill>
                <a:latin typeface="+mj-lt"/>
                <a:cs typeface="Segoe UI Semibold"/>
              </a:defRPr>
            </a:lvl1pPr>
          </a:lstStyle>
          <a:p>
            <a:pPr>
              <a:defRPr/>
            </a:pPr>
            <a:r>
              <a:rPr lang="en-US"/>
              <a:t>Click to edit Master title style</a:t>
            </a:r>
            <a:endParaRPr/>
          </a:p>
        </p:txBody>
      </p:sp>
      <p:sp>
        <p:nvSpPr>
          <p:cNvPr id="164528448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50781127" name="Text Placeholder 11"/>
          <p:cNvSpPr>
            <a:spLocks noGrp="1"/>
          </p:cNvSpPr>
          <p:nvPr>
            <p:ph type="body" sz="quarter" idx="17"/>
          </p:nvPr>
        </p:nvSpPr>
        <p:spPr bwMode="auto">
          <a:xfrm>
            <a:off x="1235075" y="1594151"/>
            <a:ext cx="8778782" cy="399973"/>
          </a:xfrm>
          <a:prstGeom prst="rect">
            <a:avLst/>
          </a:prstGeom>
        </p:spPr>
        <p:txBody>
          <a:bodyPr anchor="t"/>
          <a:lstStyle>
            <a:lvl1pPr marL="0" indent="0">
              <a:spcBef>
                <a:spcPts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1930297130" name="Text Placeholder 3"/>
          <p:cNvSpPr>
            <a:spLocks noGrp="1"/>
          </p:cNvSpPr>
          <p:nvPr>
            <p:ph type="body" sz="quarter" idx="15"/>
          </p:nvPr>
        </p:nvSpPr>
        <p:spPr bwMode="auto">
          <a:xfrm>
            <a:off x="1237265" y="1994124"/>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grpSp>
        <p:nvGrpSpPr>
          <p:cNvPr id="333868867" name="Group 6"/>
          <p:cNvGrpSpPr/>
          <p:nvPr userDrawn="1"/>
        </p:nvGrpSpPr>
        <p:grpSpPr bwMode="auto">
          <a:xfrm>
            <a:off x="10107938" y="893763"/>
            <a:ext cx="1110600" cy="1110600"/>
            <a:chOff x="5540700" y="2116300"/>
            <a:chExt cx="1110600" cy="1110600"/>
          </a:xfrm>
        </p:grpSpPr>
        <p:sp>
          <p:nvSpPr>
            <p:cNvPr id="8" name="Oval 7"/>
            <p:cNvSpPr/>
            <p:nvPr/>
          </p:nvSpPr>
          <p:spPr bwMode="auto">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a:lnSpc>
                  <a:spcPct val="100000"/>
                </a:lnSpc>
                <a:spcBef>
                  <a:spcPts val="0"/>
                </a:spcBef>
                <a:spcAft>
                  <a:spcPts val="0"/>
                </a:spcAft>
                <a:buClrTx/>
                <a:buSzTx/>
                <a:buFontTx/>
                <a:buNone/>
                <a:defRPr/>
              </a:pPr>
              <a:endParaRPr lang="en-US" sz="1800" b="0" i="0" u="none" strike="noStrike" cap="none" spc="0">
                <a:ln>
                  <a:noFill/>
                </a:ln>
                <a:solidFill>
                  <a:srgbClr val="FFFFFF"/>
                </a:solidFill>
                <a:latin typeface="Segoe UI"/>
                <a:ea typeface="+mn-ea"/>
                <a:cs typeface="+mn-cs"/>
              </a:endParaRPr>
            </a:p>
          </p:txBody>
        </p:sp>
        <p:pic>
          <p:nvPicPr>
            <p:cNvPr id="9" name="Picture 8"/>
            <p:cNvPicPr/>
            <p:nvPr/>
          </p:nvPicPr>
          <p:blipFill rotWithShape="1">
            <a:blip r:embed="rId2"/>
            <a:stretch/>
          </p:blipFill>
          <p:spPr bwMode="auto">
            <a:xfrm>
              <a:off x="5749602" y="2325202"/>
              <a:ext cx="692796" cy="692796"/>
            </a:xfrm>
            <a:prstGeom prst="rect">
              <a:avLst/>
            </a:prstGeom>
            <a:noFill/>
          </p:spPr>
        </p:pic>
      </p:grpSp>
      <p:sp>
        <p:nvSpPr>
          <p:cNvPr id="1742975725" name="Text Placeholder 11"/>
          <p:cNvSpPr>
            <a:spLocks noGrp="1"/>
          </p:cNvSpPr>
          <p:nvPr>
            <p:ph type="body" sz="quarter" idx="20"/>
          </p:nvPr>
        </p:nvSpPr>
        <p:spPr bwMode="auto">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defRPr/>
            </a:pPr>
            <a:r>
              <a:rPr lang="en-US"/>
              <a:t>Click to edit Master text styles</a:t>
            </a:r>
            <a:endParaRPr/>
          </a:p>
        </p:txBody>
      </p:sp>
      <p:sp>
        <p:nvSpPr>
          <p:cNvPr id="947089853" name="Text Placeholder 3"/>
          <p:cNvSpPr>
            <a:spLocks noGrp="1"/>
          </p:cNvSpPr>
          <p:nvPr>
            <p:ph type="body" sz="quarter" idx="21"/>
          </p:nvPr>
        </p:nvSpPr>
        <p:spPr bwMode="auto">
          <a:xfrm>
            <a:off x="1237265" y="4898755"/>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4862870" name="Text Placeholder 11"/>
          <p:cNvSpPr>
            <a:spLocks noGrp="1"/>
          </p:cNvSpPr>
          <p:nvPr>
            <p:ph type="body" sz="quarter" idx="22"/>
          </p:nvPr>
        </p:nvSpPr>
        <p:spPr bwMode="auto">
          <a:xfrm>
            <a:off x="1235075" y="3042690"/>
            <a:ext cx="8778782" cy="406323"/>
          </a:xfrm>
          <a:prstGeom prst="rect">
            <a:avLst/>
          </a:prstGeom>
        </p:spPr>
        <p:txBody>
          <a:bodyPr anchor="t"/>
          <a:lstStyle>
            <a:lvl1pPr marL="0" indent="0">
              <a:spcBef>
                <a:spcPts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1081262575" name="Text Placeholder 3"/>
          <p:cNvSpPr>
            <a:spLocks noGrp="1"/>
          </p:cNvSpPr>
          <p:nvPr>
            <p:ph type="body" sz="quarter" idx="23"/>
          </p:nvPr>
        </p:nvSpPr>
        <p:spPr bwMode="auto">
          <a:xfrm>
            <a:off x="1237265" y="3449013"/>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4192008759"/>
      </p:ext>
    </p:extLst>
  </p:cSld>
  <p:clrMapOvr>
    <a:masterClrMapping/>
  </p:clrMapOvr>
</p:sldLayout>
</file>

<file path=ppt/slideLayouts/slideLayout540.xml><?xml version="1.0" encoding="utf-8"?>
<p:sldLayout xmlns:a="http://schemas.openxmlformats.org/drawingml/2006/main" xmlns:r="http://schemas.openxmlformats.org/officeDocument/2006/relationships" xmlns:p="http://schemas.openxmlformats.org/presentationml/2006/main" showMasterPhAnim="0" preserve="1" userDrawn="1">
  <p:cSld name="Title Slide">
    <p:bg>
      <p:bgPr>
        <a:blipFill rotWithShape="1">
          <a:blip r:embed="rId2">
            <a:lum/>
          </a:blip>
          <a:stretch/>
        </a:blipFill>
        <a:effectLst/>
      </p:bgPr>
    </p:bg>
    <p:spTree>
      <p:nvGrpSpPr>
        <p:cNvPr id="1" name=""/>
        <p:cNvGrpSpPr/>
        <p:nvPr/>
      </p:nvGrpSpPr>
      <p:grpSpPr bwMode="auto">
        <a:xfrm>
          <a:off x="0" y="0"/>
          <a:ext cx="0" cy="0"/>
          <a:chOff x="0" y="0"/>
          <a:chExt cx="0" cy="0"/>
        </a:xfrm>
      </p:grpSpPr>
      <p:pic>
        <p:nvPicPr>
          <p:cNvPr id="602402244" name="MS logo gray - EMF" descr="Microsoft logo, gray text version"/>
          <p:cNvPicPr>
            <a:picLocks noChangeAspect="1"/>
          </p:cNvPicPr>
          <p:nvPr userDrawn="1"/>
        </p:nvPicPr>
        <p:blipFill rotWithShape="1">
          <a:blip>
            <a:extLst>
              <a:ext uri="{96DAC541-7B7A-43D3-8B79-37D633B846F1}">
                <asvg:svgBlip xmlns:asvg="http://schemas.microsoft.com/office/drawing/2016/SVG/main" r:embed="rId3"/>
              </a:ext>
            </a:extLst>
          </a:blip>
          <a:stretch/>
        </p:blipFill>
        <p:spPr bwMode="black">
          <a:xfrm>
            <a:off x="584200" y="585789"/>
            <a:ext cx="1366440" cy="292608"/>
          </a:xfrm>
          <a:prstGeom prst="rect">
            <a:avLst/>
          </a:prstGeom>
        </p:spPr>
      </p:pic>
      <p:sp>
        <p:nvSpPr>
          <p:cNvPr id="2108804447" name="Title 1"/>
          <p:cNvSpPr>
            <a:spLocks noGrp="1"/>
          </p:cNvSpPr>
          <p:nvPr>
            <p:ph type="title" hasCustomPrompt="1"/>
          </p:nvPr>
        </p:nvSpPr>
        <p:spPr bwMode="auto">
          <a:xfrm>
            <a:off x="569913" y="3551986"/>
            <a:ext cx="5686955" cy="1108121"/>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Event name or </a:t>
            </a:r>
            <a:br>
              <a:rPr lang="en-US"/>
            </a:br>
            <a:r>
              <a:rPr lang="en-US"/>
              <a:t>presentation title </a:t>
            </a:r>
            <a:endParaRPr/>
          </a:p>
        </p:txBody>
      </p:sp>
    </p:spTree>
    <p:extLst>
      <p:ext uri="{BB962C8B-B14F-4D97-AF65-F5344CB8AC3E}">
        <p14:creationId xmlns:p14="http://schemas.microsoft.com/office/powerpoint/2010/main" val="3110814922"/>
      </p:ext>
    </p:extLst>
  </p:cSld>
  <p:clrMapOvr>
    <a:masterClrMapping/>
  </p:clrMapOvr>
</p:sldLayout>
</file>

<file path=ppt/slideLayouts/slideLayout541.xml><?xml version="1.0" encoding="utf-8"?>
<p:sldLayout xmlns:a="http://schemas.openxmlformats.org/drawingml/2006/main" xmlns:r="http://schemas.openxmlformats.org/officeDocument/2006/relationships" xmlns:p="http://schemas.openxmlformats.org/presentationml/2006/main" showMasterPhAnim="0" preserve="1" userDrawn="1">
  <p:cSld name="Close">
    <p:bg>
      <p:bgPr>
        <a:blipFill rotWithShape="1">
          <a:blip r:embed="rId2">
            <a:lum/>
          </a:blip>
          <a:stretch/>
        </a:blipFill>
        <a:effectLst/>
      </p:bgPr>
    </p:bg>
    <p:spTree>
      <p:nvGrpSpPr>
        <p:cNvPr id="1" name=""/>
        <p:cNvGrpSpPr/>
        <p:nvPr/>
      </p:nvGrpSpPr>
      <p:grpSpPr bwMode="auto">
        <a:xfrm>
          <a:off x="0" y="0"/>
          <a:ext cx="0" cy="0"/>
          <a:chOff x="0" y="0"/>
          <a:chExt cx="0" cy="0"/>
        </a:xfrm>
      </p:grpSpPr>
      <p:sp>
        <p:nvSpPr>
          <p:cNvPr id="439558657" name="PlaceHolder 1"/>
          <p:cNvSpPr>
            <a:spLocks noGrp="1"/>
          </p:cNvSpPr>
          <p:nvPr>
            <p:ph type="title"/>
          </p:nvPr>
        </p:nvSpPr>
        <p:spPr bwMode="auto">
          <a:xfrm>
            <a:off x="588240" y="1590480"/>
            <a:ext cx="5653440" cy="430560"/>
          </a:xfrm>
          <a:prstGeom prst="rect">
            <a:avLst/>
          </a:prstGeom>
          <a:noFill/>
          <a:ln w="0">
            <a:noFill/>
          </a:ln>
        </p:spPr>
        <p:txBody>
          <a:bodyPr lIns="0" tIns="0" rIns="0" bIns="0" anchor="t">
            <a:noAutofit/>
          </a:bodyPr>
          <a:lstStyle>
            <a:lvl1pPr indent="0" algn="l" defTabSz="932760">
              <a:lnSpc>
                <a:spcPct val="100000"/>
              </a:lnSpc>
              <a:buNone/>
              <a:defRPr lang="en-US" sz="2800" b="0" u="none" strike="noStrike">
                <a:solidFill>
                  <a:schemeClr val="dk1"/>
                </a:solidFill>
                <a:latin typeface="Segoe UI Semibold"/>
              </a:defRPr>
            </a:lvl1pPr>
          </a:lstStyle>
          <a:p>
            <a:pPr indent="0" algn="l" defTabSz="932760">
              <a:lnSpc>
                <a:spcPct val="100000"/>
              </a:lnSpc>
              <a:buNone/>
              <a:defRPr/>
            </a:pPr>
            <a:r>
              <a:rPr lang="en-US" sz="2800" b="0" u="none" strike="noStrike">
                <a:solidFill>
                  <a:schemeClr val="dk1"/>
                </a:solidFill>
                <a:latin typeface="Segoe UI Semibold"/>
              </a:rPr>
              <a:t>Click to edit Master title style</a:t>
            </a:r>
            <a:endParaRPr/>
          </a:p>
        </p:txBody>
      </p:sp>
    </p:spTree>
    <p:extLst>
      <p:ext uri="{BB962C8B-B14F-4D97-AF65-F5344CB8AC3E}">
        <p14:creationId xmlns:p14="http://schemas.microsoft.com/office/powerpoint/2010/main" val="696575419"/>
      </p:ext>
    </p:extLst>
  </p:cSld>
  <p:clrMapOvr>
    <a:masterClrMapping/>
  </p:clrMapOvr>
</p:sldLayout>
</file>

<file path=ppt/slideLayouts/slideLayout542.xml><?xml version="1.0" encoding="utf-8"?>
<p:sldLayout xmlns:a="http://schemas.openxmlformats.org/drawingml/2006/main" xmlns:r="http://schemas.openxmlformats.org/officeDocument/2006/relationships" xmlns:p="http://schemas.openxmlformats.org/presentationml/2006/main" showMasterPhAnim="0" preserve="1" userDrawn="1">
  <p:cSld name="Section Divider">
    <p:bg>
      <p:bgPr>
        <a:blipFill rotWithShape="1">
          <a:blip r:embed="rId2">
            <a:lum/>
          </a:blip>
          <a:stretch/>
        </a:blipFill>
        <a:effectLst/>
      </p:bgPr>
    </p:bg>
    <p:spTree>
      <p:nvGrpSpPr>
        <p:cNvPr id="1" name=""/>
        <p:cNvGrpSpPr/>
        <p:nvPr/>
      </p:nvGrpSpPr>
      <p:grpSpPr bwMode="auto">
        <a:xfrm>
          <a:off x="0" y="0"/>
          <a:ext cx="0" cy="0"/>
          <a:chOff x="0" y="0"/>
          <a:chExt cx="0" cy="0"/>
        </a:xfrm>
      </p:grpSpPr>
      <p:sp>
        <p:nvSpPr>
          <p:cNvPr id="2134119342" name="Rectangle 1"/>
          <p:cNvSpPr/>
          <p:nvPr userDrawn="1"/>
        </p:nvSpPr>
        <p:spPr bwMode="auto">
          <a:xfrm>
            <a:off x="0" y="2396507"/>
            <a:ext cx="12192000" cy="1708727"/>
          </a:xfrm>
          <a:prstGeom prst="rect">
            <a:avLst/>
          </a:prstGeom>
          <a:solidFill>
            <a:srgbClr val="FCF7F4">
              <a:alpha val="4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54049259" name="Title 1"/>
          <p:cNvSpPr>
            <a:spLocks noGrp="1"/>
          </p:cNvSpPr>
          <p:nvPr>
            <p:ph type="title" hasCustomPrompt="1"/>
          </p:nvPr>
        </p:nvSpPr>
        <p:spPr bwMode="auto">
          <a:xfrm>
            <a:off x="0" y="2396508"/>
            <a:ext cx="9906000" cy="1708726"/>
          </a:xfrm>
          <a:prstGeom prst="rect">
            <a:avLst/>
          </a:prstGeom>
          <a:noFill/>
        </p:spPr>
        <p:txBody>
          <a:bodyPr wrap="square" lIns="640080" tIns="0" rIns="0" bIns="0" anchor="ctr" anchorCtr="0">
            <a:noAutofit/>
          </a:bodyPr>
          <a:lstStyle>
            <a:lvl1pPr>
              <a:defRPr sz="4100" b="0" i="0" spc="-51">
                <a:solidFill>
                  <a:schemeClr val="tx1"/>
                </a:solidFill>
                <a:latin typeface="+mn-lt"/>
                <a:cs typeface="Segoe UI"/>
              </a:defRPr>
            </a:lvl1pPr>
          </a:lstStyle>
          <a:p>
            <a:pPr>
              <a:defRPr/>
            </a:pPr>
            <a:r>
              <a:rPr lang="en-US"/>
              <a:t>Section divider title</a:t>
            </a:r>
            <a:endParaRPr/>
          </a:p>
        </p:txBody>
      </p:sp>
    </p:spTree>
    <p:extLst>
      <p:ext uri="{BB962C8B-B14F-4D97-AF65-F5344CB8AC3E}">
        <p14:creationId xmlns:p14="http://schemas.microsoft.com/office/powerpoint/2010/main" val="2833321817"/>
      </p:ext>
    </p:extLst>
  </p:cSld>
  <p:clrMapOvr>
    <a:masterClrMapping/>
  </p:clrMapOvr>
</p:sldLayout>
</file>

<file path=ppt/slideLayouts/slideLayout543.xml><?xml version="1.0" encoding="utf-8"?>
<p:sldLayout xmlns:a="http://schemas.openxmlformats.org/drawingml/2006/main" xmlns:r="http://schemas.openxmlformats.org/officeDocument/2006/relationships" xmlns:p="http://schemas.openxmlformats.org/presentationml/2006/main" showMasterPhAnim="0" preserve="1" userDrawn="1">
  <p:cSld name="Agenda">
    <p:bg>
      <p:bgPr>
        <a:blipFill rotWithShape="1">
          <a:blip r:embed="rId2">
            <a:lum/>
          </a:blip>
          <a:stretch/>
        </a:blipFill>
        <a:effectLst/>
      </p:bgPr>
    </p:bg>
    <p:spTree>
      <p:nvGrpSpPr>
        <p:cNvPr id="1" name=""/>
        <p:cNvGrpSpPr/>
        <p:nvPr/>
      </p:nvGrpSpPr>
      <p:grpSpPr bwMode="auto">
        <a:xfrm>
          <a:off x="0" y="0"/>
          <a:ext cx="0" cy="0"/>
          <a:chOff x="0" y="0"/>
          <a:chExt cx="0" cy="0"/>
        </a:xfrm>
      </p:grpSpPr>
      <p:sp>
        <p:nvSpPr>
          <p:cNvPr id="1494696024" name="Title 1"/>
          <p:cNvSpPr>
            <a:spLocks noGrp="1"/>
          </p:cNvSpPr>
          <p:nvPr>
            <p:ph type="title" hasCustomPrompt="1"/>
          </p:nvPr>
        </p:nvSpPr>
        <p:spPr bwMode="auto"/>
        <p:txBody>
          <a:bodyPr/>
          <a:lstStyle>
            <a:lvl1pPr>
              <a:defRPr/>
            </a:lvl1pPr>
          </a:lstStyle>
          <a:p>
            <a:pPr>
              <a:defRPr/>
            </a:pPr>
            <a:r>
              <a:rPr lang="en-US"/>
              <a:t>Click to add text</a:t>
            </a:r>
            <a:endParaRPr/>
          </a:p>
        </p:txBody>
      </p:sp>
      <p:sp>
        <p:nvSpPr>
          <p:cNvPr id="2125393162"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p:txBody>
      </p:sp>
    </p:spTree>
    <p:extLst>
      <p:ext uri="{BB962C8B-B14F-4D97-AF65-F5344CB8AC3E}">
        <p14:creationId xmlns:p14="http://schemas.microsoft.com/office/powerpoint/2010/main" val="3518312055"/>
      </p:ext>
    </p:extLst>
  </p:cSld>
  <p:clrMapOvr>
    <a:masterClrMapping/>
  </p:clrMapOvr>
</p:sldLayout>
</file>

<file path=ppt/slideLayouts/slideLayout544.xml><?xml version="1.0" encoding="utf-8"?>
<p:sldLayout xmlns:a="http://schemas.openxmlformats.org/drawingml/2006/main" xmlns:r="http://schemas.openxmlformats.org/officeDocument/2006/relationships" xmlns:p="http://schemas.openxmlformats.org/presentationml/2006/main" showMasterPhAnim="0" preserve="1" userDrawn="1">
  <p:cSld name="Learning objectives">
    <p:bg>
      <p:bgPr>
        <a:blipFill rotWithShape="1">
          <a:blip r:embed="rId2">
            <a:lum/>
          </a:blip>
          <a:stretch/>
        </a:blipFill>
        <a:effectLst/>
      </p:bgPr>
    </p:bg>
    <p:spTree>
      <p:nvGrpSpPr>
        <p:cNvPr id="1" name=""/>
        <p:cNvGrpSpPr/>
        <p:nvPr/>
      </p:nvGrpSpPr>
      <p:grpSpPr bwMode="auto">
        <a:xfrm>
          <a:off x="0" y="0"/>
          <a:ext cx="0" cy="0"/>
          <a:chOff x="0" y="0"/>
          <a:chExt cx="0" cy="0"/>
        </a:xfrm>
      </p:grpSpPr>
      <p:sp>
        <p:nvSpPr>
          <p:cNvPr id="1114881651" name="Title 6"/>
          <p:cNvSpPr>
            <a:spLocks noGrp="1"/>
          </p:cNvSpPr>
          <p:nvPr>
            <p:ph type="title"/>
          </p:nvPr>
        </p:nvSpPr>
        <p:spPr bwMode="auto"/>
        <p:txBody>
          <a:bodyPr/>
          <a:lstStyle/>
          <a:p>
            <a:pPr>
              <a:defRPr/>
            </a:pPr>
            <a:r>
              <a:rPr lang="en-US"/>
              <a:t>Click to edit Master title style</a:t>
            </a:r>
            <a:endParaRPr/>
          </a:p>
        </p:txBody>
      </p:sp>
      <p:sp>
        <p:nvSpPr>
          <p:cNvPr id="963211575"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extLst>
      <p:ext uri="{BB962C8B-B14F-4D97-AF65-F5344CB8AC3E}">
        <p14:creationId xmlns:p14="http://schemas.microsoft.com/office/powerpoint/2010/main" val="2310546144"/>
      </p:ext>
    </p:extLst>
  </p:cSld>
  <p:clrMapOvr>
    <a:masterClrMapping/>
  </p:clrMapOvr>
</p:sldLayout>
</file>

<file path=ppt/slideLayouts/slideLayout545.xml><?xml version="1.0" encoding="utf-8"?>
<p:sldLayout xmlns:a="http://schemas.openxmlformats.org/drawingml/2006/main" xmlns:r="http://schemas.openxmlformats.org/officeDocument/2006/relationships" xmlns:p="http://schemas.openxmlformats.org/presentationml/2006/main" showMasterPhAnim="0" preserve="1" userDrawn="1">
  <p:cSld name="Title | Content">
    <p:spTree>
      <p:nvGrpSpPr>
        <p:cNvPr id="1" name=""/>
        <p:cNvGrpSpPr/>
        <p:nvPr/>
      </p:nvGrpSpPr>
      <p:grpSpPr bwMode="auto">
        <a:xfrm>
          <a:off x="0" y="0"/>
          <a:ext cx="0" cy="0"/>
          <a:chOff x="0" y="0"/>
          <a:chExt cx="0" cy="0"/>
        </a:xfrm>
      </p:grpSpPr>
      <p:sp>
        <p:nvSpPr>
          <p:cNvPr id="1049398535" name="Title 1"/>
          <p:cNvSpPr>
            <a:spLocks noGrp="1"/>
          </p:cNvSpPr>
          <p:nvPr>
            <p:ph type="title"/>
          </p:nvPr>
        </p:nvSpPr>
        <p:spPr bwMode="auto"/>
        <p:txBody>
          <a:bodyPr/>
          <a:lstStyle/>
          <a:p>
            <a:pPr>
              <a:defRPr/>
            </a:pPr>
            <a:r>
              <a:rPr lang="en-US"/>
              <a:t>Click to edit Master title style</a:t>
            </a:r>
            <a:endParaRPr/>
          </a:p>
        </p:txBody>
      </p:sp>
      <p:sp>
        <p:nvSpPr>
          <p:cNvPr id="593368750"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extLst>
      <p:ext uri="{BB962C8B-B14F-4D97-AF65-F5344CB8AC3E}">
        <p14:creationId xmlns:p14="http://schemas.microsoft.com/office/powerpoint/2010/main" val="2603721911"/>
      </p:ext>
    </p:extLst>
  </p:cSld>
  <p:clrMapOvr>
    <a:masterClrMapping/>
  </p:clrMapOvr>
</p:sldLayout>
</file>

<file path=ppt/slideLayouts/slideLayout546.xml><?xml version="1.0" encoding="utf-8"?>
<p:sldLayout xmlns:a="http://schemas.openxmlformats.org/drawingml/2006/main" xmlns:r="http://schemas.openxmlformats.org/officeDocument/2006/relationships" xmlns:p="http://schemas.openxmlformats.org/presentationml/2006/main" showMasterPhAnim="0" preserve="1" userDrawn="1">
  <p:cSld name="Title | Subtitle">
    <p:spTree>
      <p:nvGrpSpPr>
        <p:cNvPr id="1" name=""/>
        <p:cNvGrpSpPr/>
        <p:nvPr/>
      </p:nvGrpSpPr>
      <p:grpSpPr bwMode="auto">
        <a:xfrm>
          <a:off x="0" y="0"/>
          <a:ext cx="0" cy="0"/>
          <a:chOff x="0" y="0"/>
          <a:chExt cx="0" cy="0"/>
        </a:xfrm>
      </p:grpSpPr>
      <p:sp>
        <p:nvSpPr>
          <p:cNvPr id="279350587" name="Title 1"/>
          <p:cNvSpPr>
            <a:spLocks noGrp="1"/>
          </p:cNvSpPr>
          <p:nvPr>
            <p:ph type="title"/>
          </p:nvPr>
        </p:nvSpPr>
        <p:spPr bwMode="auto"/>
        <p:txBody>
          <a:bodyPr/>
          <a:lstStyle/>
          <a:p>
            <a:pPr>
              <a:defRPr/>
            </a:pPr>
            <a:r>
              <a:rPr lang="en-US"/>
              <a:t>Click to edit Master title style</a:t>
            </a:r>
            <a:endParaRPr/>
          </a:p>
        </p:txBody>
      </p:sp>
      <p:sp>
        <p:nvSpPr>
          <p:cNvPr id="900903221" name="Content Placeholder 5"/>
          <p:cNvSpPr>
            <a:spLocks noGrp="1"/>
          </p:cNvSpPr>
          <p:nvPr>
            <p:ph sz="quarter" idx="10"/>
          </p:nvPr>
        </p:nvSpPr>
        <p:spPr bwMode="auto">
          <a:xfrm>
            <a:off x="457200" y="1506084"/>
            <a:ext cx="11222038" cy="4524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801127840" name="Text Placeholder 7"/>
          <p:cNvSpPr>
            <a:spLocks noGrp="1"/>
          </p:cNvSpPr>
          <p:nvPr>
            <p:ph type="body" sz="quarter" idx="11"/>
          </p:nvPr>
        </p:nvSpPr>
        <p:spPr bwMode="auto">
          <a:xfrm>
            <a:off x="457200" y="998538"/>
            <a:ext cx="11222038" cy="425450"/>
          </a:xfrm>
        </p:spPr>
        <p:txBody>
          <a:bodyPr/>
          <a:lstStyle>
            <a:lvl1pPr marL="0" indent="0">
              <a:buNone/>
              <a:defRPr lang="en-US" sz="2250" spc="0">
                <a:solidFill>
                  <a:srgbClr val="003C6A"/>
                </a:solidFill>
                <a:latin typeface="Segoe UI Semibold"/>
                <a:ea typeface="+mn-ea"/>
                <a:cs typeface="Segoe UI Semibold"/>
              </a:defRPr>
            </a:lvl1pPr>
          </a:lstStyle>
          <a:p>
            <a:pPr lvl="0">
              <a:defRPr/>
            </a:pPr>
            <a:r>
              <a:rPr lang="en-US"/>
              <a:t>Click to edit Master text styles</a:t>
            </a:r>
            <a:endParaRPr/>
          </a:p>
        </p:txBody>
      </p:sp>
    </p:spTree>
    <p:extLst>
      <p:ext uri="{BB962C8B-B14F-4D97-AF65-F5344CB8AC3E}">
        <p14:creationId xmlns:p14="http://schemas.microsoft.com/office/powerpoint/2010/main" val="2388924505"/>
      </p:ext>
    </p:extLst>
  </p:cSld>
  <p:clrMapOvr>
    <a:masterClrMapping/>
  </p:clrMapOvr>
</p:sldLayout>
</file>

<file path=ppt/slideLayouts/slideLayout547.xml><?xml version="1.0" encoding="utf-8"?>
<p:sldLayout xmlns:a="http://schemas.openxmlformats.org/drawingml/2006/main" xmlns:r="http://schemas.openxmlformats.org/officeDocument/2006/relationships" xmlns:p="http://schemas.openxmlformats.org/presentationml/2006/main" showMasterPhAnim="0" preserve="1" userDrawn="1">
  <p:cSld name="Lab | Exercise">
    <p:spTree>
      <p:nvGrpSpPr>
        <p:cNvPr id="1" name=""/>
        <p:cNvGrpSpPr/>
        <p:nvPr/>
      </p:nvGrpSpPr>
      <p:grpSpPr bwMode="auto">
        <a:xfrm>
          <a:off x="0" y="0"/>
          <a:ext cx="0" cy="0"/>
          <a:chOff x="0" y="0"/>
          <a:chExt cx="0" cy="0"/>
        </a:xfrm>
      </p:grpSpPr>
      <p:sp>
        <p:nvSpPr>
          <p:cNvPr id="1375412720" name="Title 1"/>
          <p:cNvSpPr>
            <a:spLocks noGrp="1"/>
          </p:cNvSpPr>
          <p:nvPr>
            <p:ph type="title" hasCustomPrompt="1"/>
          </p:nvPr>
        </p:nvSpPr>
        <p:spPr bwMode="auto"/>
        <p:txBody>
          <a:bodyPr/>
          <a:lstStyle>
            <a:lvl1pPr>
              <a:defRPr/>
            </a:lvl1pPr>
          </a:lstStyle>
          <a:p>
            <a:pPr>
              <a:defRPr/>
            </a:pPr>
            <a:r>
              <a:rPr lang="en-US"/>
              <a:t>Click to lab/exercise title</a:t>
            </a:r>
            <a:endParaRPr/>
          </a:p>
        </p:txBody>
      </p:sp>
      <p:sp>
        <p:nvSpPr>
          <p:cNvPr id="1342458293" name="Rectangle: Rounded Corners 3"/>
          <p:cNvSpPr/>
          <p:nvPr userDrawn="1"/>
        </p:nvSpPr>
        <p:spPr bwMode="auto">
          <a:xfrm>
            <a:off x="395187" y="1555423"/>
            <a:ext cx="5816337" cy="4383464"/>
          </a:xfrm>
          <a:prstGeom prst="roundRect">
            <a:avLst>
              <a:gd name="adj" fmla="val 5914"/>
            </a:avLst>
          </a:prstGeom>
          <a:solidFill>
            <a:srgbClr val="F4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441496816" name="Content Placeholder 4"/>
          <p:cNvSpPr>
            <a:spLocks noGrp="1"/>
          </p:cNvSpPr>
          <p:nvPr>
            <p:ph sz="quarter" idx="12"/>
          </p:nvPr>
        </p:nvSpPr>
        <p:spPr bwMode="auto">
          <a:xfrm>
            <a:off x="702393"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694008087" name="Content Placeholder 4"/>
          <p:cNvSpPr>
            <a:spLocks noGrp="1"/>
          </p:cNvSpPr>
          <p:nvPr>
            <p:ph sz="quarter" idx="13"/>
          </p:nvPr>
        </p:nvSpPr>
        <p:spPr bwMode="auto">
          <a:xfrm>
            <a:off x="6469932"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extLst>
      <p:ext uri="{BB962C8B-B14F-4D97-AF65-F5344CB8AC3E}">
        <p14:creationId xmlns:p14="http://schemas.microsoft.com/office/powerpoint/2010/main" val="3268499530"/>
      </p:ext>
    </p:extLst>
  </p:cSld>
  <p:clrMapOvr>
    <a:masterClrMapping/>
  </p:clrMapOvr>
</p:sldLayout>
</file>

<file path=ppt/slideLayouts/slideLayout548.xml><?xml version="1.0" encoding="utf-8"?>
<p:sldLayout xmlns:a="http://schemas.openxmlformats.org/drawingml/2006/main" xmlns:r="http://schemas.openxmlformats.org/officeDocument/2006/relationships" xmlns:p="http://schemas.openxmlformats.org/presentationml/2006/main" showMasterPhAnim="0" preserve="1" userDrawn="1">
  <p:cSld name="Summary | KC">
    <p:spTree>
      <p:nvGrpSpPr>
        <p:cNvPr id="1" name=""/>
        <p:cNvGrpSpPr/>
        <p:nvPr/>
      </p:nvGrpSpPr>
      <p:grpSpPr bwMode="auto">
        <a:xfrm>
          <a:off x="0" y="0"/>
          <a:ext cx="0" cy="0"/>
          <a:chOff x="0" y="0"/>
          <a:chExt cx="0" cy="0"/>
        </a:xfrm>
      </p:grpSpPr>
      <p:sp>
        <p:nvSpPr>
          <p:cNvPr id="1032054792" name="Title 1"/>
          <p:cNvSpPr>
            <a:spLocks noGrp="1"/>
          </p:cNvSpPr>
          <p:nvPr>
            <p:ph type="title" hasCustomPrompt="1"/>
          </p:nvPr>
        </p:nvSpPr>
        <p:spPr bwMode="auto"/>
        <p:txBody>
          <a:bodyPr/>
          <a:lstStyle>
            <a:lvl1pPr>
              <a:defRPr/>
            </a:lvl1pPr>
          </a:lstStyle>
          <a:p>
            <a:pPr>
              <a:defRPr/>
            </a:pPr>
            <a:r>
              <a:rPr lang="en-US"/>
              <a:t>Click to add summary</a:t>
            </a:r>
            <a:endParaRPr/>
          </a:p>
        </p:txBody>
      </p:sp>
      <p:sp>
        <p:nvSpPr>
          <p:cNvPr id="1122651730" name="Rectangle: Rounded Corners 3"/>
          <p:cNvSpPr/>
          <p:nvPr userDrawn="1"/>
        </p:nvSpPr>
        <p:spPr bwMode="auto">
          <a:xfrm>
            <a:off x="5863473" y="1555423"/>
            <a:ext cx="5816337" cy="4383464"/>
          </a:xfrm>
          <a:prstGeom prst="roundRect">
            <a:avLst>
              <a:gd name="adj" fmla="val 5914"/>
            </a:avLst>
          </a:prstGeom>
          <a:solidFill>
            <a:srgbClr val="F4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00793510" name="Content Placeholder 4"/>
          <p:cNvSpPr>
            <a:spLocks noGrp="1"/>
          </p:cNvSpPr>
          <p:nvPr>
            <p:ph sz="quarter" idx="12"/>
          </p:nvPr>
        </p:nvSpPr>
        <p:spPr bwMode="auto">
          <a:xfrm>
            <a:off x="426610"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extLst>
      <p:ext uri="{BB962C8B-B14F-4D97-AF65-F5344CB8AC3E}">
        <p14:creationId xmlns:p14="http://schemas.microsoft.com/office/powerpoint/2010/main" val="3428042683"/>
      </p:ext>
    </p:extLst>
  </p:cSld>
  <p:clrMapOvr>
    <a:masterClrMapping/>
  </p:clrMapOvr>
</p:sldLayout>
</file>

<file path=ppt/slideLayouts/slideLayout549.xml><?xml version="1.0" encoding="utf-8"?>
<p:sldLayout xmlns:a="http://schemas.openxmlformats.org/drawingml/2006/main" xmlns:r="http://schemas.openxmlformats.org/officeDocument/2006/relationships" xmlns:p="http://schemas.openxmlformats.org/presentationml/2006/main" showMasterPhAnim="0" preserve="1" userDrawn="1">
  <p:cSld name="1_Summary | KC">
    <p:spTree>
      <p:nvGrpSpPr>
        <p:cNvPr id="1" name=""/>
        <p:cNvGrpSpPr/>
        <p:nvPr/>
      </p:nvGrpSpPr>
      <p:grpSpPr bwMode="auto">
        <a:xfrm>
          <a:off x="0" y="0"/>
          <a:ext cx="0" cy="0"/>
          <a:chOff x="0" y="0"/>
          <a:chExt cx="0" cy="0"/>
        </a:xfrm>
      </p:grpSpPr>
      <p:sp>
        <p:nvSpPr>
          <p:cNvPr id="1785515370" name="Title 1"/>
          <p:cNvSpPr>
            <a:spLocks noGrp="1"/>
          </p:cNvSpPr>
          <p:nvPr>
            <p:ph type="title" hasCustomPrompt="1"/>
          </p:nvPr>
        </p:nvSpPr>
        <p:spPr bwMode="auto"/>
        <p:txBody>
          <a:bodyPr/>
          <a:lstStyle>
            <a:lvl1pPr>
              <a:defRPr/>
            </a:lvl1pPr>
          </a:lstStyle>
          <a:p>
            <a:pPr>
              <a:defRPr/>
            </a:pPr>
            <a:r>
              <a:rPr lang="en-US"/>
              <a:t>Click to add summary</a:t>
            </a:r>
            <a:endParaRPr/>
          </a:p>
        </p:txBody>
      </p:sp>
      <p:sp>
        <p:nvSpPr>
          <p:cNvPr id="1916384516" name="Rectangle: Rounded Corners 3"/>
          <p:cNvSpPr/>
          <p:nvPr userDrawn="1"/>
        </p:nvSpPr>
        <p:spPr bwMode="auto">
          <a:xfrm>
            <a:off x="457201" y="1555423"/>
            <a:ext cx="11222610" cy="4383464"/>
          </a:xfrm>
          <a:prstGeom prst="roundRect">
            <a:avLst>
              <a:gd name="adj" fmla="val 5914"/>
            </a:avLst>
          </a:prstGeom>
          <a:solidFill>
            <a:srgbClr val="F4F3F5"/>
          </a:solidFill>
          <a:ln>
            <a:solidFill>
              <a:schemeClr val="accent5">
                <a:lumMod val="60000"/>
                <a:lumOff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extLst>
      <p:ext uri="{BB962C8B-B14F-4D97-AF65-F5344CB8AC3E}">
        <p14:creationId xmlns:p14="http://schemas.microsoft.com/office/powerpoint/2010/main" val="998053400"/>
      </p:ext>
    </p:extLst>
  </p:cSld>
  <p:clrMapOvr>
    <a:masterClrMapping/>
  </p:clrMapOvr>
</p:sldLayout>
</file>

<file path=ppt/slideLayouts/slideLayout550.xml><?xml version="1.0" encoding="utf-8"?>
<p:sldLayout xmlns:a="http://schemas.openxmlformats.org/drawingml/2006/main" xmlns:r="http://schemas.openxmlformats.org/officeDocument/2006/relationships" xmlns:p="http://schemas.openxmlformats.org/presentationml/2006/main" showMasterPhAnim="0" userDrawn="1">
  <p:cSld name="Summary">
    <p:spTree>
      <p:nvGrpSpPr>
        <p:cNvPr id="1" name=""/>
        <p:cNvGrpSpPr/>
        <p:nvPr/>
      </p:nvGrpSpPr>
      <p:grpSpPr bwMode="auto">
        <a:xfrm>
          <a:off x="0" y="0"/>
          <a:ext cx="0" cy="0"/>
          <a:chOff x="0" y="0"/>
          <a:chExt cx="0" cy="0"/>
        </a:xfrm>
      </p:grpSpPr>
      <p:sp>
        <p:nvSpPr>
          <p:cNvPr id="499040487" name="Title 1"/>
          <p:cNvSpPr>
            <a:spLocks noGrp="1"/>
          </p:cNvSpPr>
          <p:nvPr>
            <p:ph type="title"/>
          </p:nvPr>
        </p:nvSpPr>
        <p:spPr bwMode="auto">
          <a:xfrm>
            <a:off x="588262" y="585216"/>
            <a:ext cx="8193024" cy="492443"/>
          </a:xfrm>
        </p:spPr>
        <p:txBody>
          <a:bodyPr/>
          <a:lstStyle>
            <a:lvl1pPr>
              <a:defRPr sz="3200" b="0" i="0">
                <a:solidFill>
                  <a:schemeClr val="tx1"/>
                </a:solidFill>
                <a:latin typeface="+mj-lt"/>
                <a:cs typeface="Segoe UI Semibold"/>
              </a:defRPr>
            </a:lvl1pPr>
          </a:lstStyle>
          <a:p>
            <a:pPr>
              <a:defRPr/>
            </a:pPr>
            <a:r>
              <a:rPr lang="en-US"/>
              <a:t>Click to edit Master title style</a:t>
            </a:r>
            <a:endParaRPr/>
          </a:p>
        </p:txBody>
      </p:sp>
      <p:sp>
        <p:nvSpPr>
          <p:cNvPr id="2038068440" name="Footer Placeholder 10"/>
          <p:cNvSpPr>
            <a:spLocks noGrp="1"/>
          </p:cNvSpPr>
          <p:nvPr>
            <p:ph type="ftr" sz="quarter" idx="3"/>
          </p:nvPr>
        </p:nvSpPr>
        <p:spPr bwMode="auto">
          <a:xfrm>
            <a:off x="43561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49943373" name="Text Placeholder 11"/>
          <p:cNvSpPr>
            <a:spLocks noGrp="1"/>
          </p:cNvSpPr>
          <p:nvPr>
            <p:ph type="body" sz="quarter" idx="17"/>
          </p:nvPr>
        </p:nvSpPr>
        <p:spPr bwMode="auto">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334368937" name="Text Placeholder 3"/>
          <p:cNvSpPr>
            <a:spLocks noGrp="1"/>
          </p:cNvSpPr>
          <p:nvPr>
            <p:ph type="body" sz="quarter" idx="35"/>
          </p:nvPr>
        </p:nvSpPr>
        <p:spPr bwMode="auto">
          <a:xfrm>
            <a:off x="4358229" y="2578100"/>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964539202" name="Text Placeholder 11"/>
          <p:cNvSpPr>
            <a:spLocks noGrp="1"/>
          </p:cNvSpPr>
          <p:nvPr>
            <p:ph type="body" sz="quarter" idx="34"/>
          </p:nvPr>
        </p:nvSpPr>
        <p:spPr bwMode="auto">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Tree>
    <p:extLst>
      <p:ext uri="{BB962C8B-B14F-4D97-AF65-F5344CB8AC3E}">
        <p14:creationId xmlns:p14="http://schemas.microsoft.com/office/powerpoint/2010/main" val="3098593073"/>
      </p:ext>
    </p:extLst>
  </p:cSld>
  <p:clrMapOvr>
    <a:masterClrMapping/>
  </p:clrMapOvr>
</p:sldLayout>
</file>

<file path=ppt/slideLayouts/slideLayout551.xml><?xml version="1.0" encoding="utf-8"?>
<p:sldLayout xmlns:a="http://schemas.openxmlformats.org/drawingml/2006/main" xmlns:r="http://schemas.openxmlformats.org/officeDocument/2006/relationships" xmlns:p="http://schemas.openxmlformats.org/presentationml/2006/main" showMasterPhAnim="0" userDrawn="1">
  <p:cSld name="LearningPath1_WmGray">
    <p:bg>
      <p:bgPr>
        <a:solidFill>
          <a:srgbClr val="E8E6DF"/>
        </a:solidFill>
        <a:effectLst/>
      </p:bgPr>
    </p:bg>
    <p:spTree>
      <p:nvGrpSpPr>
        <p:cNvPr id="1" name=""/>
        <p:cNvGrpSpPr/>
        <p:nvPr/>
      </p:nvGrpSpPr>
      <p:grpSpPr bwMode="auto">
        <a:xfrm>
          <a:off x="0" y="0"/>
          <a:ext cx="0" cy="0"/>
          <a:chOff x="0" y="0"/>
          <a:chExt cx="0" cy="0"/>
        </a:xfrm>
      </p:grpSpPr>
      <p:sp>
        <p:nvSpPr>
          <p:cNvPr id="1407832517" name="Title 1"/>
          <p:cNvSpPr>
            <a:spLocks noGrp="1"/>
          </p:cNvSpPr>
          <p:nvPr>
            <p:ph type="title"/>
          </p:nvPr>
        </p:nvSpPr>
        <p:spPr bwMode="auto">
          <a:xfrm>
            <a:off x="588262" y="585216"/>
            <a:ext cx="8193024" cy="492443"/>
          </a:xfrm>
        </p:spPr>
        <p:txBody>
          <a:bodyPr/>
          <a:lstStyle>
            <a:lvl1pPr>
              <a:defRPr sz="3200" b="0" i="0">
                <a:solidFill>
                  <a:schemeClr val="tx1"/>
                </a:solidFill>
                <a:latin typeface="+mj-lt"/>
                <a:cs typeface="Segoe UI Semibold"/>
              </a:defRPr>
            </a:lvl1pPr>
          </a:lstStyle>
          <a:p>
            <a:pPr>
              <a:defRPr/>
            </a:pPr>
            <a:r>
              <a:rPr lang="en-US"/>
              <a:t>Click to edit Master title style</a:t>
            </a:r>
            <a:endParaRPr/>
          </a:p>
        </p:txBody>
      </p:sp>
      <p:sp>
        <p:nvSpPr>
          <p:cNvPr id="164395707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252155243" name="Graphic 5"/>
          <p:cNvPicPr>
            <a:picLocks noChangeAspect="1"/>
          </p:cNvPicPr>
          <p:nvPr userDrawn="1"/>
        </p:nvPicPr>
        <p:blipFill rotWithShape="1">
          <a:blip r:embed="rId2"/>
          <a:stretch/>
        </p:blipFill>
        <p:spPr bwMode="auto">
          <a:xfrm>
            <a:off x="-1" y="2827846"/>
            <a:ext cx="12192001" cy="3035200"/>
          </a:xfrm>
          <a:prstGeom prst="rect">
            <a:avLst/>
          </a:prstGeom>
        </p:spPr>
      </p:pic>
    </p:spTree>
    <p:extLst>
      <p:ext uri="{BB962C8B-B14F-4D97-AF65-F5344CB8AC3E}">
        <p14:creationId xmlns:p14="http://schemas.microsoft.com/office/powerpoint/2010/main" val="1967484208"/>
      </p:ext>
    </p:extLst>
  </p:cSld>
  <p:clrMapOvr>
    <a:masterClrMapping/>
  </p:clrMapOvr>
</p:sldLayout>
</file>

<file path=ppt/slideLayouts/slideLayout552.xml><?xml version="1.0" encoding="utf-8"?>
<p:sldLayout xmlns:a="http://schemas.openxmlformats.org/drawingml/2006/main" xmlns:r="http://schemas.openxmlformats.org/officeDocument/2006/relationships" xmlns:p="http://schemas.openxmlformats.org/presentationml/2006/main" showMasterPhAnim="0" preserve="1" userDrawn="1">
  <p:cSld name="Walk-in">
    <p:bg bwMode="gray">
      <p:bgPr>
        <a:solidFill>
          <a:schemeClr val="tx2"/>
        </a:solidFill>
        <a:effectLst/>
      </p:bgPr>
    </p:bg>
    <p:spTree>
      <p:nvGrpSpPr>
        <p:cNvPr id="1" name=""/>
        <p:cNvGrpSpPr/>
        <p:nvPr/>
      </p:nvGrpSpPr>
      <p:grpSpPr bwMode="auto">
        <a:xfrm>
          <a:off x="0" y="0"/>
          <a:ext cx="0" cy="0"/>
          <a:chOff x="0" y="0"/>
          <a:chExt cx="0" cy="0"/>
        </a:xfrm>
      </p:grpSpPr>
      <p:pic>
        <p:nvPicPr>
          <p:cNvPr id="984505694" name="MS logo white - EMF" descr="Microsoft logo white text version"/>
          <p:cNvPicPr>
            <a:picLocks noChangeAspect="1"/>
          </p:cNvPicPr>
          <p:nvPr userDrawn="1"/>
        </p:nvPicPr>
        <p:blipFill rotWithShape="1">
          <a:blip>
            <a:extLst>
              <a:ext uri="{96DAC541-7B7A-43D3-8B79-37D633B846F1}">
                <asvg:svgBlip xmlns:asvg="http://schemas.microsoft.com/office/drawing/2016/SVG/main" r:embed="rId2"/>
              </a:ext>
            </a:extLst>
          </a:blip>
          <a:stretch/>
        </p:blipFill>
        <p:spPr bwMode="black">
          <a:xfrm>
            <a:off x="584200" y="585788"/>
            <a:ext cx="1366245" cy="292608"/>
          </a:xfrm>
          <a:prstGeom prst="rect">
            <a:avLst/>
          </a:prstGeom>
        </p:spPr>
      </p:pic>
      <p:pic>
        <p:nvPicPr>
          <p:cNvPr id="1926429464" name="Picture 3" descr="Microsoft Learn&#10;Spark possibility"/>
          <p:cNvPicPr>
            <a:picLocks noGrp="1" noRot="1" noMove="1" noResize="1" noEditPoints="1" noAdjustHandles="1" noChangeArrowheads="1" noChangeShapeType="1" noCrop="1"/>
          </p:cNvPicPr>
          <p:nvPr userDrawn="1"/>
        </p:nvPicPr>
        <p:blipFill rotWithShape="1">
          <a:blip r:embed="rId3"/>
          <a:stretch/>
        </p:blipFill>
        <p:spPr bwMode="auto">
          <a:xfrm>
            <a:off x="223228" y="2573202"/>
            <a:ext cx="5344642" cy="1681958"/>
          </a:xfrm>
          <a:prstGeom prst="rect">
            <a:avLst/>
          </a:prstGeom>
        </p:spPr>
      </p:pic>
      <p:sp>
        <p:nvSpPr>
          <p:cNvPr id="22306031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bg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t>© Copyright Microsoft Corporation. All rights reserved.</a:t>
            </a:r>
            <a:endParaRPr/>
          </a:p>
        </p:txBody>
      </p:sp>
    </p:spTree>
    <p:extLst>
      <p:ext uri="{BB962C8B-B14F-4D97-AF65-F5344CB8AC3E}">
        <p14:creationId xmlns:p14="http://schemas.microsoft.com/office/powerpoint/2010/main" val="312653376"/>
      </p:ext>
    </p:extLst>
  </p:cSld>
  <p:clrMapOvr>
    <a:overrideClrMapping bg1="lt1" tx1="dk1" bg2="lt2" tx2="dk2" accent1="accent1" accent2="accent2" accent3="accent3" accent4="accent4" accent5="accent5" accent6="accent6" hlink="hlink" folHlink="folHlink"/>
  </p:clrMapOvr>
</p:sldLayout>
</file>

<file path=ppt/slideLayouts/slideLayout553.xml><?xml version="1.0" encoding="utf-8"?>
<p:sldLayout xmlns:a="http://schemas.openxmlformats.org/drawingml/2006/main" xmlns:r="http://schemas.openxmlformats.org/officeDocument/2006/relationships" xmlns:p="http://schemas.openxmlformats.org/presentationml/2006/main" showMasterPhAnim="0" preserve="1" userDrawn="1">
  <p:cSld name="Title Slide">
    <p:bg>
      <p:bgPr>
        <a:solidFill>
          <a:srgbClr val="E8E6DF"/>
        </a:solidFill>
        <a:effectLst/>
      </p:bgPr>
    </p:bg>
    <p:spTree>
      <p:nvGrpSpPr>
        <p:cNvPr id="1" name=""/>
        <p:cNvGrpSpPr/>
        <p:nvPr/>
      </p:nvGrpSpPr>
      <p:grpSpPr bwMode="auto">
        <a:xfrm>
          <a:off x="0" y="0"/>
          <a:ext cx="0" cy="0"/>
          <a:chOff x="0" y="0"/>
          <a:chExt cx="0" cy="0"/>
        </a:xfrm>
      </p:grpSpPr>
      <p:pic>
        <p:nvPicPr>
          <p:cNvPr id="148406224" name="Picture 9"/>
          <p:cNvPicPr>
            <a:picLocks noChangeAspect="1"/>
          </p:cNvPicPr>
          <p:nvPr userDrawn="1"/>
        </p:nvPicPr>
        <p:blipFill rotWithShape="1">
          <a:blip r:embed="rId2"/>
          <a:stretch/>
        </p:blipFill>
        <p:spPr bwMode="auto">
          <a:xfrm>
            <a:off x="0" y="0"/>
            <a:ext cx="12192000" cy="6858000"/>
          </a:xfrm>
          <a:prstGeom prst="rect">
            <a:avLst/>
          </a:prstGeom>
        </p:spPr>
      </p:pic>
      <p:pic>
        <p:nvPicPr>
          <p:cNvPr id="25243209" name="MS logo gray - EMF" descr="Microsoft logo, gray text version"/>
          <p:cNvPicPr>
            <a:picLocks noChangeAspect="1"/>
          </p:cNvPicPr>
          <p:nvPr userDrawn="1"/>
        </p:nvPicPr>
        <p:blipFill rotWithShape="1">
          <a:blip r:embed="rId3"/>
          <a:stretch/>
        </p:blipFill>
        <p:spPr bwMode="black">
          <a:xfrm>
            <a:off x="584200" y="585788"/>
            <a:ext cx="1366440" cy="292608"/>
          </a:xfrm>
          <a:prstGeom prst="rect">
            <a:avLst/>
          </a:prstGeom>
        </p:spPr>
      </p:pic>
      <p:sp>
        <p:nvSpPr>
          <p:cNvPr id="498357298" name="Title 1"/>
          <p:cNvSpPr>
            <a:spLocks noGrp="1"/>
          </p:cNvSpPr>
          <p:nvPr>
            <p:ph type="title" hasCustomPrompt="1"/>
          </p:nvPr>
        </p:nvSpPr>
        <p:spPr bwMode="auto">
          <a:xfrm>
            <a:off x="569912" y="3429000"/>
            <a:ext cx="5686955" cy="1231106"/>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Event name or </a:t>
            </a:r>
            <a:br>
              <a:rPr lang="en-US"/>
            </a:br>
            <a:r>
              <a:rPr lang="en-US"/>
              <a:t>presentation title </a:t>
            </a:r>
            <a:endParaRPr/>
          </a:p>
        </p:txBody>
      </p:sp>
      <p:sp>
        <p:nvSpPr>
          <p:cNvPr id="1978190228" name="Text Placeholder 4"/>
          <p:cNvSpPr>
            <a:spLocks noGrp="1"/>
          </p:cNvSpPr>
          <p:nvPr>
            <p:ph type="body" sz="quarter" idx="13" hasCustomPrompt="1"/>
          </p:nvPr>
        </p:nvSpPr>
        <p:spPr bwMode="auto">
          <a:xfrm>
            <a:off x="4756150" y="6446520"/>
            <a:ext cx="1645920" cy="153888"/>
          </a:xfrm>
          <a:prstGeom prst="rect">
            <a:avLst/>
          </a:prstGeom>
          <a:noFill/>
        </p:spPr>
        <p:txBody>
          <a:bodyPr wrap="square" lIns="0" tIns="0" rIns="0" bIns="0">
            <a:spAutoFit/>
          </a:bodyPr>
          <a:lstStyle>
            <a:lvl1pPr marL="0" indent="0">
              <a:spcBef>
                <a:spcPts val="0"/>
              </a:spcBef>
              <a:buNone/>
              <a:defRPr sz="1000" spc="0">
                <a:solidFill>
                  <a:schemeClr val="tx1"/>
                </a:solidFill>
                <a:latin typeface="+mn-lt"/>
                <a:cs typeface="Segoe UI"/>
              </a:defRPr>
            </a:lvl1pPr>
          </a:lstStyle>
          <a:p>
            <a:pPr lvl="0">
              <a:defRPr/>
            </a:pPr>
            <a:r>
              <a:rPr lang="en-US"/>
              <a:t>Date</a:t>
            </a:r>
            <a:endParaRPr/>
          </a:p>
        </p:txBody>
      </p:sp>
      <p:sp>
        <p:nvSpPr>
          <p:cNvPr id="176174780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958469017"/>
      </p:ext>
    </p:extLst>
  </p:cSld>
  <p:clrMapOvr>
    <a:overrideClrMapping bg1="lt1" tx1="dk1" bg2="lt2" tx2="dk2" accent1="accent1" accent2="accent2" accent3="accent3" accent4="accent4" accent5="accent5" accent6="accent6" hlink="hlink" folHlink="folHlink"/>
  </p:clrMapOvr>
</p:sldLayout>
</file>

<file path=ppt/slideLayouts/slideLayout554.xml><?xml version="1.0" encoding="utf-8"?>
<p:sldLayout xmlns:a="http://schemas.openxmlformats.org/drawingml/2006/main" xmlns:r="http://schemas.openxmlformats.org/officeDocument/2006/relationships" xmlns:p="http://schemas.openxmlformats.org/presentationml/2006/main" showMasterPhAnim="0" preserve="1" userDrawn="1">
  <p:cSld name="Section slide">
    <p:bg>
      <p:bgPr>
        <a:solidFill>
          <a:srgbClr val="E8E6DF"/>
        </a:solidFill>
        <a:effectLst/>
      </p:bgPr>
    </p:bg>
    <p:spTree>
      <p:nvGrpSpPr>
        <p:cNvPr id="1" name=""/>
        <p:cNvGrpSpPr/>
        <p:nvPr/>
      </p:nvGrpSpPr>
      <p:grpSpPr bwMode="auto">
        <a:xfrm>
          <a:off x="0" y="0"/>
          <a:ext cx="0" cy="0"/>
          <a:chOff x="0" y="0"/>
          <a:chExt cx="0" cy="0"/>
        </a:xfrm>
      </p:grpSpPr>
      <p:pic>
        <p:nvPicPr>
          <p:cNvPr id="1117654310" name="Picture 1"/>
          <p:cNvPicPr>
            <a:picLocks noChangeAspect="1"/>
          </p:cNvPicPr>
          <p:nvPr userDrawn="1"/>
        </p:nvPicPr>
        <p:blipFill rotWithShape="1">
          <a:blip r:embed="rId2"/>
          <a:srcRect r="19823"/>
          <a:stretch/>
        </p:blipFill>
        <p:spPr bwMode="auto">
          <a:xfrm>
            <a:off x="2417010" y="0"/>
            <a:ext cx="9774990" cy="6858000"/>
          </a:xfrm>
          <a:prstGeom prst="rect">
            <a:avLst/>
          </a:prstGeom>
        </p:spPr>
      </p:pic>
      <p:sp>
        <p:nvSpPr>
          <p:cNvPr id="447770157" name="Title 1"/>
          <p:cNvSpPr>
            <a:spLocks noGrp="1"/>
          </p:cNvSpPr>
          <p:nvPr>
            <p:ph type="title" hasCustomPrompt="1"/>
          </p:nvPr>
        </p:nvSpPr>
        <p:spPr bwMode="auto">
          <a:xfrm>
            <a:off x="569911" y="3384610"/>
            <a:ext cx="6345239" cy="615553"/>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Section divider title</a:t>
            </a:r>
            <a:endParaRPr/>
          </a:p>
        </p:txBody>
      </p:sp>
      <p:sp>
        <p:nvSpPr>
          <p:cNvPr id="156253993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797011060"/>
      </p:ext>
    </p:extLst>
  </p:cSld>
  <p:clrMapOvr>
    <a:overrideClrMapping bg1="lt1" tx1="dk1" bg2="lt2" tx2="dk2" accent1="accent1" accent2="accent2" accent3="accent3" accent4="accent4" accent5="accent5" accent6="accent6" hlink="hlink" folHlink="folHlink"/>
  </p:clrMapOvr>
</p:sldLayout>
</file>

<file path=ppt/slideLayouts/slideLayout555.xml><?xml version="1.0" encoding="utf-8"?>
<p:sldLayout xmlns:a="http://schemas.openxmlformats.org/drawingml/2006/main" xmlns:r="http://schemas.openxmlformats.org/officeDocument/2006/relationships" xmlns:p="http://schemas.openxmlformats.org/presentationml/2006/main" showMasterPhAnim="0" preserve="1" userDrawn="1">
  <p:cSld name="Agenda_1-column">
    <p:bg>
      <p:bgPr>
        <a:solidFill>
          <a:srgbClr val="E8E6DF"/>
        </a:solidFill>
        <a:effectLst/>
      </p:bgPr>
    </p:bg>
    <p:spTree>
      <p:nvGrpSpPr>
        <p:cNvPr id="1" name=""/>
        <p:cNvGrpSpPr/>
        <p:nvPr/>
      </p:nvGrpSpPr>
      <p:grpSpPr bwMode="auto">
        <a:xfrm>
          <a:off x="0" y="0"/>
          <a:ext cx="0" cy="0"/>
          <a:chOff x="0" y="0"/>
          <a:chExt cx="0" cy="0"/>
        </a:xfrm>
      </p:grpSpPr>
      <p:sp>
        <p:nvSpPr>
          <p:cNvPr id="603553728" name="Title 1"/>
          <p:cNvSpPr>
            <a:spLocks noGrp="1"/>
          </p:cNvSpPr>
          <p:nvPr>
            <p:ph type="title" hasCustomPrompt="1"/>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Agenda</a:t>
            </a:r>
            <a:endParaRPr/>
          </a:p>
        </p:txBody>
      </p:sp>
      <p:cxnSp>
        <p:nvCxnSpPr>
          <p:cNvPr id="1468772086" name="Straight Connector 3"/>
          <p:cNvCxnSpPr/>
          <p:nvPr userDrawn="1"/>
        </p:nvCxnSpPr>
        <p:spPr bwMode="auto">
          <a:xfrm>
            <a:off x="585216" y="1289050"/>
            <a:ext cx="3182112" cy="0"/>
          </a:xfrm>
          <a:prstGeom prst="line">
            <a:avLst/>
          </a:prstGeom>
          <a:ln w="76200" cap="rnd">
            <a:gradFill>
              <a:gsLst>
                <a:gs pos="0">
                  <a:schemeClr val="accent3"/>
                </a:gs>
                <a:gs pos="22000">
                  <a:srgbClr val="F4364C"/>
                </a:gs>
                <a:gs pos="48000">
                  <a:schemeClr val="accent2"/>
                </a:gs>
                <a:gs pos="97531">
                  <a:srgbClr val="8DC8E8"/>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4045116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726143237" name="Text Placeholder 3"/>
          <p:cNvSpPr>
            <a:spLocks noGrp="1"/>
          </p:cNvSpPr>
          <p:nvPr>
            <p:ph type="body" sz="quarter" idx="15"/>
          </p:nvPr>
        </p:nvSpPr>
        <p:spPr bwMode="auto">
          <a:xfrm>
            <a:off x="586388" y="1818177"/>
            <a:ext cx="5033361" cy="280782"/>
          </a:xfrm>
          <a:prstGeom prst="rect">
            <a:avLst/>
          </a:prstGeom>
        </p:spPr>
        <p:txBody>
          <a:bodyPr wrap="square">
            <a:spAutoFit/>
          </a:bodyPr>
          <a:lstStyle>
            <a:lvl1pPr marL="137160" indent="-137160">
              <a:lnSpc>
                <a:spcPct val="110000"/>
              </a:lnSpc>
              <a:spcBef>
                <a:spcPts val="0"/>
              </a:spcBef>
              <a:spcAft>
                <a:spcPts val="1200"/>
              </a:spcAft>
              <a:buFont typeface="Arial"/>
              <a:buChar char="•"/>
              <a:defRPr sz="1800">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1264038802"/>
      </p:ext>
    </p:extLst>
  </p:cSld>
  <p:clrMapOvr>
    <a:overrideClrMapping bg1="lt1" tx1="dk1" bg2="lt2" tx2="dk2" accent1="accent1" accent2="accent2" accent3="accent3" accent4="accent4" accent5="accent5" accent6="accent6" hlink="hlink" folHlink="folHlink"/>
  </p:clrMapOvr>
</p:sldLayout>
</file>

<file path=ppt/slideLayouts/slideLayout556.xml><?xml version="1.0" encoding="utf-8"?>
<p:sldLayout xmlns:a="http://schemas.openxmlformats.org/drawingml/2006/main" xmlns:r="http://schemas.openxmlformats.org/officeDocument/2006/relationships" xmlns:p="http://schemas.openxmlformats.org/presentationml/2006/main" showMasterPhAnim="0" preserve="1" userDrawn="1">
  <p:cSld name="3_Agenda_2-column">
    <p:bg>
      <p:bgPr>
        <a:solidFill>
          <a:srgbClr val="E8E6DF"/>
        </a:solidFill>
        <a:effectLst/>
      </p:bgPr>
    </p:bg>
    <p:spTree>
      <p:nvGrpSpPr>
        <p:cNvPr id="1" name=""/>
        <p:cNvGrpSpPr/>
        <p:nvPr/>
      </p:nvGrpSpPr>
      <p:grpSpPr bwMode="auto">
        <a:xfrm>
          <a:off x="0" y="0"/>
          <a:ext cx="0" cy="0"/>
          <a:chOff x="0" y="0"/>
          <a:chExt cx="0" cy="0"/>
        </a:xfrm>
      </p:grpSpPr>
      <p:sp>
        <p:nvSpPr>
          <p:cNvPr id="998747187" name="Title 1"/>
          <p:cNvSpPr>
            <a:spLocks noGrp="1"/>
          </p:cNvSpPr>
          <p:nvPr>
            <p:ph type="title" hasCustomPrompt="1"/>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Agenda</a:t>
            </a:r>
            <a:endParaRPr/>
          </a:p>
        </p:txBody>
      </p:sp>
      <p:cxnSp>
        <p:nvCxnSpPr>
          <p:cNvPr id="340565564" name="Straight Connector 3"/>
          <p:cNvCxnSpPr/>
          <p:nvPr userDrawn="1"/>
        </p:nvCxnSpPr>
        <p:spPr bwMode="auto">
          <a:xfrm>
            <a:off x="585216" y="1289050"/>
            <a:ext cx="3182112" cy="0"/>
          </a:xfrm>
          <a:prstGeom prst="line">
            <a:avLst/>
          </a:prstGeom>
          <a:ln w="76200" cap="rnd">
            <a:gradFill>
              <a:gsLst>
                <a:gs pos="0">
                  <a:schemeClr val="accent3"/>
                </a:gs>
                <a:gs pos="22000">
                  <a:srgbClr val="F4364C"/>
                </a:gs>
                <a:gs pos="48000">
                  <a:schemeClr val="accent2"/>
                </a:gs>
                <a:gs pos="97531">
                  <a:srgbClr val="8DC8E8"/>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82862946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952168084" name="Text Placeholder 3"/>
          <p:cNvSpPr>
            <a:spLocks noGrp="1"/>
          </p:cNvSpPr>
          <p:nvPr>
            <p:ph type="body" sz="quarter" idx="17"/>
          </p:nvPr>
        </p:nvSpPr>
        <p:spPr bwMode="auto">
          <a:xfrm>
            <a:off x="586388"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597999491" name="Text Placeholder 3"/>
          <p:cNvSpPr>
            <a:spLocks noGrp="1"/>
          </p:cNvSpPr>
          <p:nvPr>
            <p:ph type="body" sz="quarter" idx="18"/>
          </p:nvPr>
        </p:nvSpPr>
        <p:spPr bwMode="auto">
          <a:xfrm>
            <a:off x="6891338"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3612349323"/>
      </p:ext>
    </p:extLst>
  </p:cSld>
  <p:clrMapOvr>
    <a:overrideClrMapping bg1="lt1" tx1="dk1" bg2="lt2" tx2="dk2" accent1="accent1" accent2="accent2" accent3="accent3" accent4="accent4" accent5="accent5" accent6="accent6" hlink="hlink" folHlink="folHlink"/>
  </p:clrMapOvr>
</p:sldLayout>
</file>

<file path=ppt/slideLayouts/slideLayout557.xml><?xml version="1.0" encoding="utf-8"?>
<p:sldLayout xmlns:a="http://schemas.openxmlformats.org/drawingml/2006/main" xmlns:r="http://schemas.openxmlformats.org/officeDocument/2006/relationships" xmlns:p="http://schemas.openxmlformats.org/presentationml/2006/main" showMasterPhAnim="0" preserve="1" userDrawn="1">
  <p:cSld name="Presenter-BIo">
    <p:bg>
      <p:bgPr>
        <a:solidFill>
          <a:srgbClr val="E8E6DF"/>
        </a:solidFill>
        <a:effectLst/>
      </p:bgPr>
    </p:bg>
    <p:spTree>
      <p:nvGrpSpPr>
        <p:cNvPr id="1" name=""/>
        <p:cNvGrpSpPr/>
        <p:nvPr/>
      </p:nvGrpSpPr>
      <p:grpSpPr bwMode="auto">
        <a:xfrm>
          <a:off x="0" y="0"/>
          <a:ext cx="0" cy="0"/>
          <a:chOff x="0" y="0"/>
          <a:chExt cx="0" cy="0"/>
        </a:xfrm>
      </p:grpSpPr>
      <p:sp>
        <p:nvSpPr>
          <p:cNvPr id="101556120" name="Rectangle 18"/>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a:lnSpc>
                <a:spcPct val="100000"/>
              </a:lnSpc>
              <a:spcBef>
                <a:spcPts val="0"/>
              </a:spcBef>
              <a:spcAft>
                <a:spcPts val="0"/>
              </a:spcAft>
              <a:buClrTx/>
              <a:buSzTx/>
              <a:buFontTx/>
              <a:buNone/>
              <a:defRPr/>
            </a:pPr>
            <a:endParaRPr lang="en-US" sz="2000" b="0" i="0" u="none" strike="noStrike" cap="none" spc="0">
              <a:ln>
                <a:noFill/>
              </a:ln>
              <a:solidFill>
                <a:srgbClr val="FFFFFF"/>
              </a:solidFill>
              <a:latin typeface="Segoe UI"/>
              <a:ea typeface="Segoe UI"/>
              <a:cs typeface="Segoe UI"/>
            </a:endParaRPr>
          </a:p>
        </p:txBody>
      </p:sp>
      <p:sp>
        <p:nvSpPr>
          <p:cNvPr id="1437544631" name="Title 1"/>
          <p:cNvSpPr>
            <a:spLocks noGrp="1"/>
          </p:cNvSpPr>
          <p:nvPr>
            <p:ph type="title"/>
          </p:nvPr>
        </p:nvSpPr>
        <p:spPr bwMode="auto">
          <a:xfrm>
            <a:off x="588262" y="585216"/>
            <a:ext cx="5749038"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972828078" name="Picture Placeholder" descr="This photo is a 'placeholder' only. Drag or drop your photo here, or click and tap the center to insert a photo."/>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2100588750" name="Picture Placeholder" descr="This photo is a 'placeholder' only. Drag or drop your photo here, or click and tap the center to insert a photo."/>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329090325" name="Picture Placeholder" descr="This photo is a 'placeholder' only. Drag or drop your photo here, or click and tap the center to insert a photo."/>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2061903607" name="Picture Placeholder" descr="This photo is a 'placeholder' only. Drag or drop your photo here, or click and tap the center to insert a photo."/>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555497804" name="Picture Placeholder" descr="This photo is a 'placeholder' only. Drag or drop your photo here, or click and tap the center to insert a photo."/>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1826974699" name="Picture Placeholder" descr="This photo is a 'placeholder' only. Drag or drop your photo here, or click and tap the center to insert a photo."/>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156208638" name="Picture Placeholder" descr="This photo is a 'placeholder' only. Drag or drop your photo here, or click and tap the center to insert a photo."/>
          <p:cNvSpPr>
            <a:spLocks noGrp="1"/>
          </p:cNvSpPr>
          <p:nvPr>
            <p:ph type="pic" sz="quarter" idx="14" hasCustomPrompt="1"/>
          </p:nvPr>
        </p:nvSpPr>
        <p:spPr bwMode="ltGray">
          <a:xfrm>
            <a:off x="8165231" y="457200"/>
            <a:ext cx="2849035" cy="2874212"/>
          </a:xfrm>
          <a:prstGeom prst="roundRect">
            <a:avLst>
              <a:gd name="adj" fmla="val 21738"/>
            </a:avLst>
          </a:prstGeom>
          <a:blipFill rotWithShape="1">
            <a:blip r:embed="rId2"/>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50" b="1">
                <a:solidFill>
                  <a:srgbClr val="000000"/>
                </a:solidFill>
                <a:latin typeface="+mn-lt"/>
                <a:cs typeface="Segoe UI"/>
              </a:defRPr>
            </a:lvl1pPr>
          </a:lstStyle>
          <a:p>
            <a:pPr>
              <a:defRPr/>
            </a:pPr>
            <a:r>
              <a:rPr lang="en-US"/>
              <a:t>Click icon to </a:t>
            </a:r>
            <a:br>
              <a:rPr lang="en-US"/>
            </a:br>
            <a:r>
              <a:rPr lang="en-US"/>
              <a:t>add your picture here</a:t>
            </a:r>
            <a:endParaRPr/>
          </a:p>
        </p:txBody>
      </p:sp>
      <p:sp>
        <p:nvSpPr>
          <p:cNvPr id="100466327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39108408"/>
      </p:ext>
    </p:extLst>
  </p:cSld>
  <p:clrMapOvr>
    <a:masterClrMapping/>
  </p:clrMapOvr>
</p:sldLayout>
</file>

<file path=ppt/slideLayouts/slideLayout558.xml><?xml version="1.0" encoding="utf-8"?>
<p:sldLayout xmlns:a="http://schemas.openxmlformats.org/drawingml/2006/main" xmlns:r="http://schemas.openxmlformats.org/officeDocument/2006/relationships" xmlns:p="http://schemas.openxmlformats.org/presentationml/2006/main" showMasterPhAnim="0" preserve="1" userDrawn="1">
  <p:cSld name="Summary page_Big headline_Learn">
    <p:bg>
      <p:bgPr>
        <a:solidFill>
          <a:srgbClr val="E8E6DF"/>
        </a:solidFill>
        <a:effectLst/>
      </p:bgPr>
    </p:bg>
    <p:spTree>
      <p:nvGrpSpPr>
        <p:cNvPr id="1" name=""/>
        <p:cNvGrpSpPr/>
        <p:nvPr/>
      </p:nvGrpSpPr>
      <p:grpSpPr bwMode="auto">
        <a:xfrm>
          <a:off x="0" y="0"/>
          <a:ext cx="0" cy="0"/>
          <a:chOff x="0" y="0"/>
          <a:chExt cx="0" cy="0"/>
        </a:xfrm>
      </p:grpSpPr>
      <p:pic>
        <p:nvPicPr>
          <p:cNvPr id="48317413" name="Picture 2"/>
          <p:cNvPicPr>
            <a:picLocks noChangeAspect="1"/>
          </p:cNvPicPr>
          <p:nvPr userDrawn="1"/>
        </p:nvPicPr>
        <p:blipFill rotWithShape="1">
          <a:blip r:embed="rId2"/>
          <a:stretch/>
        </p:blipFill>
        <p:spPr bwMode="auto">
          <a:xfrm>
            <a:off x="0" y="0"/>
            <a:ext cx="12192000" cy="6858000"/>
          </a:xfrm>
          <a:prstGeom prst="rect">
            <a:avLst/>
          </a:prstGeom>
        </p:spPr>
      </p:pic>
      <p:sp>
        <p:nvSpPr>
          <p:cNvPr id="1901932164" name="Title 4"/>
          <p:cNvSpPr>
            <a:spLocks noGrp="1"/>
          </p:cNvSpPr>
          <p:nvPr>
            <p:ph type="title" hasCustomPrompt="1"/>
          </p:nvPr>
        </p:nvSpPr>
        <p:spPr bwMode="auto">
          <a:xfrm>
            <a:off x="525081" y="2448062"/>
            <a:ext cx="10430257" cy="1015663"/>
          </a:xfrm>
        </p:spPr>
        <p:txBody>
          <a:bodyPr anchor="b" anchorCtr="0"/>
          <a:lstStyle>
            <a:lvl1pPr>
              <a:defRPr sz="6600" spc="-100">
                <a:latin typeface="+mn-lt"/>
              </a:defRPr>
            </a:lvl1pPr>
          </a:lstStyle>
          <a:p>
            <a:pPr>
              <a:defRPr/>
            </a:pPr>
            <a:r>
              <a:rPr lang="en-US"/>
              <a:t>Big headline</a:t>
            </a:r>
            <a:endParaRPr/>
          </a:p>
        </p:txBody>
      </p:sp>
      <p:sp>
        <p:nvSpPr>
          <p:cNvPr id="168229728" name="Text Placeholder 3"/>
          <p:cNvSpPr>
            <a:spLocks noGrp="1"/>
          </p:cNvSpPr>
          <p:nvPr>
            <p:ph type="body" sz="quarter" idx="15"/>
          </p:nvPr>
        </p:nvSpPr>
        <p:spPr bwMode="auto">
          <a:xfrm>
            <a:off x="586390" y="4278313"/>
            <a:ext cx="4712686"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65176" indent="-128016">
              <a:spcAft>
                <a:spcPts val="0"/>
              </a:spcAft>
              <a:buFont typeface="Arial"/>
              <a:buChar char="•"/>
              <a:defRPr>
                <a:solidFill>
                  <a:schemeClr val="tx1"/>
                </a:solidFill>
              </a:defRPr>
            </a:lvl2pPr>
            <a:lvl3pPr marL="384048" indent="-118872">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400156159" name="Text Placeholder 3"/>
          <p:cNvSpPr>
            <a:spLocks noGrp="1"/>
          </p:cNvSpPr>
          <p:nvPr>
            <p:ph type="body" sz="quarter" idx="16"/>
          </p:nvPr>
        </p:nvSpPr>
        <p:spPr bwMode="auto">
          <a:xfrm>
            <a:off x="6246410" y="4278313"/>
            <a:ext cx="3765954"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65176" indent="-128016">
              <a:spcAft>
                <a:spcPts val="0"/>
              </a:spcAft>
              <a:buFont typeface="Arial"/>
              <a:buChar char="•"/>
              <a:defRPr>
                <a:solidFill>
                  <a:schemeClr val="tx1"/>
                </a:solidFill>
              </a:defRPr>
            </a:lvl2pPr>
            <a:lvl3pPr marL="384048" indent="-118872">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45658282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113662778"/>
      </p:ext>
    </p:extLst>
  </p:cSld>
  <p:clrMapOvr>
    <a:overrideClrMapping bg1="lt1" tx1="dk1" bg2="lt2" tx2="dk2" accent1="accent1" accent2="accent2" accent3="accent3" accent4="accent4" accent5="accent5" accent6="accent6" hlink="hlink" folHlink="folHlink"/>
  </p:clrMapOvr>
</p:sldLayout>
</file>

<file path=ppt/slideLayouts/slideLayout559.xml><?xml version="1.0" encoding="utf-8"?>
<p:sldLayout xmlns:a="http://schemas.openxmlformats.org/drawingml/2006/main" xmlns:r="http://schemas.openxmlformats.org/officeDocument/2006/relationships" xmlns:p="http://schemas.openxmlformats.org/presentationml/2006/main" showMasterPhAnim="0" preserve="1" userDrawn="1">
  <p:cSld name="1-column_Text">
    <p:bg>
      <p:bgRef idx="1001">
        <a:schemeClr val="bg1"/>
      </p:bgRef>
    </p:bg>
    <p:spTree>
      <p:nvGrpSpPr>
        <p:cNvPr id="1" name=""/>
        <p:cNvGrpSpPr/>
        <p:nvPr/>
      </p:nvGrpSpPr>
      <p:grpSpPr bwMode="auto">
        <a:xfrm>
          <a:off x="0" y="0"/>
          <a:ext cx="0" cy="0"/>
          <a:chOff x="0" y="0"/>
          <a:chExt cx="0" cy="0"/>
        </a:xfrm>
      </p:grpSpPr>
      <p:sp>
        <p:nvSpPr>
          <p:cNvPr id="1189496309" name="Title 1"/>
          <p:cNvSpPr>
            <a:spLocks noGrp="1"/>
          </p:cNvSpPr>
          <p:nvPr>
            <p:ph type="title"/>
          </p:nvPr>
        </p:nvSpPr>
        <p:spPr bwMode="auto">
          <a:xfrm>
            <a:off x="588262" y="585216"/>
            <a:ext cx="11013473"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319881246" name="Text Placeholder 3"/>
          <p:cNvSpPr>
            <a:spLocks noGrp="1"/>
          </p:cNvSpPr>
          <p:nvPr>
            <p:ph type="body" sz="quarter" idx="15"/>
          </p:nvPr>
        </p:nvSpPr>
        <p:spPr bwMode="auto">
          <a:xfrm>
            <a:off x="586388" y="1591056"/>
            <a:ext cx="110134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77072811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737551355"/>
      </p:ext>
    </p:extLst>
  </p:cSld>
  <p:clrMapOvr>
    <a:overrideClrMapping bg1="lt1" tx1="dk1" bg2="lt2" tx2="dk2" accent1="accent1" accent2="accent2" accent3="accent3" accent4="accent4" accent5="accent5" accent6="accent6" hlink="hlink" folHlink="folHlink"/>
  </p:clrMapOvr>
</p:sldLayout>
</file>

<file path=ppt/slideLayouts/slideLayout560.xml><?xml version="1.0" encoding="utf-8"?>
<p:sldLayout xmlns:a="http://schemas.openxmlformats.org/drawingml/2006/main" xmlns:r="http://schemas.openxmlformats.org/officeDocument/2006/relationships" xmlns:p="http://schemas.openxmlformats.org/presentationml/2006/main" showMasterPhAnim="0" preserve="1" userDrawn="1">
  <p:cSld name="Title and subheading">
    <p:spTree>
      <p:nvGrpSpPr>
        <p:cNvPr id="1" name=""/>
        <p:cNvGrpSpPr/>
        <p:nvPr/>
      </p:nvGrpSpPr>
      <p:grpSpPr bwMode="auto">
        <a:xfrm>
          <a:off x="0" y="0"/>
          <a:ext cx="0" cy="0"/>
          <a:chOff x="0" y="0"/>
          <a:chExt cx="0" cy="0"/>
        </a:xfrm>
      </p:grpSpPr>
      <p:sp>
        <p:nvSpPr>
          <p:cNvPr id="157023137" name="Title 1"/>
          <p:cNvSpPr>
            <a:spLocks noGrp="1"/>
          </p:cNvSpPr>
          <p:nvPr>
            <p:ph type="title"/>
          </p:nvPr>
        </p:nvSpPr>
        <p:spPr bwMode="auto">
          <a:xfrm>
            <a:off x="588261" y="585216"/>
            <a:ext cx="11011601" cy="707281"/>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8450087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810243379" name="Text Placeholder 11"/>
          <p:cNvSpPr>
            <a:spLocks noGrp="1"/>
          </p:cNvSpPr>
          <p:nvPr>
            <p:ph type="body" sz="quarter" idx="17"/>
          </p:nvPr>
        </p:nvSpPr>
        <p:spPr bwMode="auto">
          <a:xfrm>
            <a:off x="584199" y="1386766"/>
            <a:ext cx="1101160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Tree>
    <p:extLst>
      <p:ext uri="{BB962C8B-B14F-4D97-AF65-F5344CB8AC3E}">
        <p14:creationId xmlns:p14="http://schemas.microsoft.com/office/powerpoint/2010/main" val="2026138920"/>
      </p:ext>
    </p:extLst>
  </p:cSld>
  <p:clrMapOvr>
    <a:masterClrMapping/>
  </p:clrMapOvr>
</p:sldLayout>
</file>

<file path=ppt/slideLayouts/slideLayout561.xml><?xml version="1.0" encoding="utf-8"?>
<p:sldLayout xmlns:a="http://schemas.openxmlformats.org/drawingml/2006/main" xmlns:r="http://schemas.openxmlformats.org/officeDocument/2006/relationships" xmlns:p="http://schemas.openxmlformats.org/presentationml/2006/main" showMasterPhAnim="0" preserve="1" userDrawn="1">
  <p:cSld name="1_1-column_Text">
    <p:bg>
      <p:bgRef idx="1001">
        <a:schemeClr val="bg1"/>
      </p:bgRef>
    </p:bg>
    <p:spTree>
      <p:nvGrpSpPr>
        <p:cNvPr id="1" name=""/>
        <p:cNvGrpSpPr/>
        <p:nvPr/>
      </p:nvGrpSpPr>
      <p:grpSpPr bwMode="auto">
        <a:xfrm>
          <a:off x="0" y="0"/>
          <a:ext cx="0" cy="0"/>
          <a:chOff x="0" y="0"/>
          <a:chExt cx="0" cy="0"/>
        </a:xfrm>
      </p:grpSpPr>
      <p:sp>
        <p:nvSpPr>
          <p:cNvPr id="394079447" name="Title 1"/>
          <p:cNvSpPr>
            <a:spLocks noGrp="1"/>
          </p:cNvSpPr>
          <p:nvPr>
            <p:ph type="title"/>
          </p:nvPr>
        </p:nvSpPr>
        <p:spPr bwMode="auto">
          <a:xfrm>
            <a:off x="588261" y="585216"/>
            <a:ext cx="8189027"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748859831" name="Text Placeholder 11"/>
          <p:cNvSpPr>
            <a:spLocks noGrp="1"/>
          </p:cNvSpPr>
          <p:nvPr>
            <p:ph type="body" sz="quarter" idx="17"/>
          </p:nvPr>
        </p:nvSpPr>
        <p:spPr bwMode="auto">
          <a:xfrm>
            <a:off x="584200" y="1594155"/>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30414915" name="Text Placeholder 3"/>
          <p:cNvSpPr>
            <a:spLocks noGrp="1"/>
          </p:cNvSpPr>
          <p:nvPr>
            <p:ph type="body" sz="quarter" idx="15"/>
          </p:nvPr>
        </p:nvSpPr>
        <p:spPr bwMode="auto">
          <a:xfrm>
            <a:off x="586390" y="2085764"/>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96061298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236850285"/>
      </p:ext>
    </p:extLst>
  </p:cSld>
  <p:clrMapOvr>
    <a:overrideClrMapping bg1="lt1" tx1="dk1" bg2="lt2" tx2="dk2" accent1="accent1" accent2="accent2" accent3="accent3" accent4="accent4" accent5="accent5" accent6="accent6" hlink="hlink" folHlink="folHlink"/>
  </p:clrMapOvr>
</p:sldLayout>
</file>

<file path=ppt/slideLayouts/slideLayout562.xml><?xml version="1.0" encoding="utf-8"?>
<p:sldLayout xmlns:a="http://schemas.openxmlformats.org/drawingml/2006/main" xmlns:r="http://schemas.openxmlformats.org/officeDocument/2006/relationships" xmlns:p="http://schemas.openxmlformats.org/presentationml/2006/main" showMasterPhAnim="0" preserve="1" userDrawn="1">
  <p:cSld name="2-column_Text">
    <p:bg>
      <p:bgRef idx="1001">
        <a:schemeClr val="bg1"/>
      </p:bgRef>
    </p:bg>
    <p:spTree>
      <p:nvGrpSpPr>
        <p:cNvPr id="1" name=""/>
        <p:cNvGrpSpPr/>
        <p:nvPr/>
      </p:nvGrpSpPr>
      <p:grpSpPr bwMode="auto">
        <a:xfrm>
          <a:off x="0" y="0"/>
          <a:ext cx="0" cy="0"/>
          <a:chOff x="0" y="0"/>
          <a:chExt cx="0" cy="0"/>
        </a:xfrm>
      </p:grpSpPr>
      <p:sp>
        <p:nvSpPr>
          <p:cNvPr id="28699383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955517427" name="Text Placeholder 3"/>
          <p:cNvSpPr>
            <a:spLocks noGrp="1"/>
          </p:cNvSpPr>
          <p:nvPr>
            <p:ph type="body" sz="quarter" idx="15"/>
          </p:nvPr>
        </p:nvSpPr>
        <p:spPr bwMode="auto">
          <a:xfrm>
            <a:off x="586390" y="1591056"/>
            <a:ext cx="5217510"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021459497" name="Text Placeholder 3"/>
          <p:cNvSpPr>
            <a:spLocks noGrp="1"/>
          </p:cNvSpPr>
          <p:nvPr>
            <p:ph type="body" sz="quarter" idx="20"/>
          </p:nvPr>
        </p:nvSpPr>
        <p:spPr bwMode="auto">
          <a:xfrm>
            <a:off x="6253664" y="1591056"/>
            <a:ext cx="5187106"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09294129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218169998"/>
      </p:ext>
    </p:extLst>
  </p:cSld>
  <p:clrMapOvr>
    <a:overrideClrMapping bg1="lt1" tx1="dk1" bg2="lt2" tx2="dk2" accent1="accent1" accent2="accent2" accent3="accent3" accent4="accent4" accent5="accent5" accent6="accent6" hlink="hlink" folHlink="folHlink"/>
  </p:clrMapOvr>
</p:sldLayout>
</file>

<file path=ppt/slideLayouts/slideLayout563.xml><?xml version="1.0" encoding="utf-8"?>
<p:sldLayout xmlns:a="http://schemas.openxmlformats.org/drawingml/2006/main" xmlns:r="http://schemas.openxmlformats.org/officeDocument/2006/relationships" xmlns:p="http://schemas.openxmlformats.org/presentationml/2006/main" showMasterPhAnim="0" preserve="1" userDrawn="1">
  <p:cSld name="2-column_Text_with Subheads">
    <p:bg>
      <p:bgRef idx="1001">
        <a:schemeClr val="bg1"/>
      </p:bgRef>
    </p:bg>
    <p:spTree>
      <p:nvGrpSpPr>
        <p:cNvPr id="1" name=""/>
        <p:cNvGrpSpPr/>
        <p:nvPr/>
      </p:nvGrpSpPr>
      <p:grpSpPr bwMode="auto">
        <a:xfrm>
          <a:off x="0" y="0"/>
          <a:ext cx="0" cy="0"/>
          <a:chOff x="0" y="0"/>
          <a:chExt cx="0" cy="0"/>
        </a:xfrm>
      </p:grpSpPr>
      <p:sp>
        <p:nvSpPr>
          <p:cNvPr id="16186588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373224247" name="Text Placeholder 11"/>
          <p:cNvSpPr>
            <a:spLocks noGrp="1"/>
          </p:cNvSpPr>
          <p:nvPr>
            <p:ph type="body" sz="quarter" idx="16"/>
          </p:nvPr>
        </p:nvSpPr>
        <p:spPr bwMode="auto">
          <a:xfrm>
            <a:off x="58420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892240925" name="Text Placeholder 3"/>
          <p:cNvSpPr>
            <a:spLocks noGrp="1"/>
          </p:cNvSpPr>
          <p:nvPr>
            <p:ph type="body" sz="quarter" idx="15"/>
          </p:nvPr>
        </p:nvSpPr>
        <p:spPr bwMode="auto">
          <a:xfrm>
            <a:off x="586390" y="2085764"/>
            <a:ext cx="5217510"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95603479" name="Text Placeholder 11"/>
          <p:cNvSpPr>
            <a:spLocks noGrp="1"/>
          </p:cNvSpPr>
          <p:nvPr>
            <p:ph type="body" sz="quarter" idx="19"/>
          </p:nvPr>
        </p:nvSpPr>
        <p:spPr bwMode="auto">
          <a:xfrm>
            <a:off x="624422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406524169" name="Text Placeholder 3"/>
          <p:cNvSpPr>
            <a:spLocks noGrp="1"/>
          </p:cNvSpPr>
          <p:nvPr>
            <p:ph type="body" sz="quarter" idx="20"/>
          </p:nvPr>
        </p:nvSpPr>
        <p:spPr bwMode="auto">
          <a:xfrm>
            <a:off x="6253664" y="2085764"/>
            <a:ext cx="5187106"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40590889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192199126"/>
      </p:ext>
    </p:extLst>
  </p:cSld>
  <p:clrMapOvr>
    <a:overrideClrMapping bg1="lt1" tx1="dk1" bg2="lt2" tx2="dk2" accent1="accent1" accent2="accent2" accent3="accent3" accent4="accent4" accent5="accent5" accent6="accent6" hlink="hlink" folHlink="folHlink"/>
  </p:clrMapOvr>
</p:sldLayout>
</file>

<file path=ppt/slideLayouts/slideLayout564.xml><?xml version="1.0" encoding="utf-8"?>
<p:sldLayout xmlns:a="http://schemas.openxmlformats.org/drawingml/2006/main" xmlns:r="http://schemas.openxmlformats.org/officeDocument/2006/relationships" xmlns:p="http://schemas.openxmlformats.org/presentationml/2006/main" showMasterPhAnim="0" preserve="1" userDrawn="1">
  <p:cSld name="3-column_Text">
    <p:bg>
      <p:bgRef idx="1001">
        <a:schemeClr val="bg1"/>
      </p:bgRef>
    </p:bg>
    <p:spTree>
      <p:nvGrpSpPr>
        <p:cNvPr id="1" name=""/>
        <p:cNvGrpSpPr/>
        <p:nvPr/>
      </p:nvGrpSpPr>
      <p:grpSpPr bwMode="auto">
        <a:xfrm>
          <a:off x="0" y="0"/>
          <a:ext cx="0" cy="0"/>
          <a:chOff x="0" y="0"/>
          <a:chExt cx="0" cy="0"/>
        </a:xfrm>
      </p:grpSpPr>
      <p:sp>
        <p:nvSpPr>
          <p:cNvPr id="199738187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339273920" name="Text Placeholder 3"/>
          <p:cNvSpPr>
            <a:spLocks noGrp="1"/>
          </p:cNvSpPr>
          <p:nvPr>
            <p:ph type="body" sz="quarter" idx="15"/>
          </p:nvPr>
        </p:nvSpPr>
        <p:spPr bwMode="auto">
          <a:xfrm>
            <a:off x="586390"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32313239" name="Text Placeholder 3"/>
          <p:cNvSpPr>
            <a:spLocks noGrp="1"/>
          </p:cNvSpPr>
          <p:nvPr>
            <p:ph type="body" sz="quarter" idx="16"/>
          </p:nvPr>
        </p:nvSpPr>
        <p:spPr bwMode="auto">
          <a:xfrm>
            <a:off x="4362862"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977201079" name="Text Placeholder 3"/>
          <p:cNvSpPr>
            <a:spLocks noGrp="1"/>
          </p:cNvSpPr>
          <p:nvPr>
            <p:ph type="body" sz="quarter" idx="17"/>
          </p:nvPr>
        </p:nvSpPr>
        <p:spPr bwMode="auto">
          <a:xfrm>
            <a:off x="8130190"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8294061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194259932"/>
      </p:ext>
    </p:extLst>
  </p:cSld>
  <p:clrMapOvr>
    <a:overrideClrMapping bg1="lt1" tx1="dk1" bg2="lt2" tx2="dk2" accent1="accent1" accent2="accent2" accent3="accent3" accent4="accent4" accent5="accent5" accent6="accent6" hlink="hlink" folHlink="folHlink"/>
  </p:clrMapOvr>
</p:sldLayout>
</file>

<file path=ppt/slideLayouts/slideLayout565.xml><?xml version="1.0" encoding="utf-8"?>
<p:sldLayout xmlns:a="http://schemas.openxmlformats.org/drawingml/2006/main" xmlns:r="http://schemas.openxmlformats.org/officeDocument/2006/relationships" xmlns:p="http://schemas.openxmlformats.org/presentationml/2006/main" showMasterPhAnim="0" preserve="1" userDrawn="1">
  <p:cSld name="3-column_Text_with Subheads">
    <p:bg>
      <p:bgRef idx="1001">
        <a:schemeClr val="bg1"/>
      </p:bgRef>
    </p:bg>
    <p:spTree>
      <p:nvGrpSpPr>
        <p:cNvPr id="1" name=""/>
        <p:cNvGrpSpPr/>
        <p:nvPr/>
      </p:nvGrpSpPr>
      <p:grpSpPr bwMode="auto">
        <a:xfrm>
          <a:off x="0" y="0"/>
          <a:ext cx="0" cy="0"/>
          <a:chOff x="0" y="0"/>
          <a:chExt cx="0" cy="0"/>
        </a:xfrm>
      </p:grpSpPr>
      <p:sp>
        <p:nvSpPr>
          <p:cNvPr id="310080907"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806518485" name="Text Placeholder 11"/>
          <p:cNvSpPr>
            <a:spLocks noGrp="1"/>
          </p:cNvSpPr>
          <p:nvPr>
            <p:ph type="body" sz="quarter" idx="16"/>
          </p:nvPr>
        </p:nvSpPr>
        <p:spPr bwMode="auto">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211530718" name="Text Placeholder 3"/>
          <p:cNvSpPr>
            <a:spLocks noGrp="1"/>
          </p:cNvSpPr>
          <p:nvPr>
            <p:ph type="body" sz="quarter" idx="15"/>
          </p:nvPr>
        </p:nvSpPr>
        <p:spPr bwMode="auto">
          <a:xfrm>
            <a:off x="586390"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45486637" name="Text Placeholder 11"/>
          <p:cNvSpPr>
            <a:spLocks noGrp="1"/>
          </p:cNvSpPr>
          <p:nvPr>
            <p:ph type="body" sz="quarter" idx="22"/>
          </p:nvPr>
        </p:nvSpPr>
        <p:spPr bwMode="auto">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871736268" name="Text Placeholder 3"/>
          <p:cNvSpPr>
            <a:spLocks noGrp="1"/>
          </p:cNvSpPr>
          <p:nvPr>
            <p:ph type="body" sz="quarter" idx="23"/>
          </p:nvPr>
        </p:nvSpPr>
        <p:spPr bwMode="auto">
          <a:xfrm>
            <a:off x="4359737"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102671666" name="Text Placeholder 11"/>
          <p:cNvSpPr>
            <a:spLocks noGrp="1"/>
          </p:cNvSpPr>
          <p:nvPr>
            <p:ph type="body" sz="quarter" idx="24"/>
          </p:nvPr>
        </p:nvSpPr>
        <p:spPr bwMode="auto">
          <a:xfrm>
            <a:off x="8130894"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876426406" name="Text Placeholder 3"/>
          <p:cNvSpPr>
            <a:spLocks noGrp="1"/>
          </p:cNvSpPr>
          <p:nvPr>
            <p:ph type="body" sz="quarter" idx="25"/>
          </p:nvPr>
        </p:nvSpPr>
        <p:spPr bwMode="auto">
          <a:xfrm>
            <a:off x="8133084"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74121680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708120472"/>
      </p:ext>
    </p:extLst>
  </p:cSld>
  <p:clrMapOvr>
    <a:overrideClrMapping bg1="lt1" tx1="dk1" bg2="lt2" tx2="dk2" accent1="accent1" accent2="accent2" accent3="accent3" accent4="accent4" accent5="accent5" accent6="accent6" hlink="hlink" folHlink="folHlink"/>
  </p:clrMapOvr>
</p:sldLayout>
</file>

<file path=ppt/slideLayouts/slideLayout566.xml><?xml version="1.0" encoding="utf-8"?>
<p:sldLayout xmlns:a="http://schemas.openxmlformats.org/drawingml/2006/main" xmlns:r="http://schemas.openxmlformats.org/officeDocument/2006/relationships" xmlns:p="http://schemas.openxmlformats.org/presentationml/2006/main" showMasterPhAnim="0" preserve="1" userDrawn="1">
  <p:cSld name="3-column_Text_with Subheads-Icons">
    <p:bg>
      <p:bgRef idx="1001">
        <a:schemeClr val="bg1"/>
      </p:bgRef>
    </p:bg>
    <p:spTree>
      <p:nvGrpSpPr>
        <p:cNvPr id="1" name=""/>
        <p:cNvGrpSpPr/>
        <p:nvPr/>
      </p:nvGrpSpPr>
      <p:grpSpPr bwMode="auto">
        <a:xfrm>
          <a:off x="0" y="0"/>
          <a:ext cx="0" cy="0"/>
          <a:chOff x="0" y="0"/>
          <a:chExt cx="0" cy="0"/>
        </a:xfrm>
      </p:grpSpPr>
      <p:sp>
        <p:nvSpPr>
          <p:cNvPr id="2084502245"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475125830" name="Text Placeholder 11"/>
          <p:cNvSpPr>
            <a:spLocks noGrp="1"/>
          </p:cNvSpPr>
          <p:nvPr>
            <p:ph type="body" sz="quarter" idx="16"/>
          </p:nvPr>
        </p:nvSpPr>
        <p:spPr bwMode="auto">
          <a:xfrm>
            <a:off x="584200"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2027461767" name="Text Placeholder 3"/>
          <p:cNvSpPr>
            <a:spLocks noGrp="1"/>
          </p:cNvSpPr>
          <p:nvPr>
            <p:ph type="body" sz="quarter" idx="15"/>
          </p:nvPr>
        </p:nvSpPr>
        <p:spPr bwMode="auto">
          <a:xfrm>
            <a:off x="586390"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599341780" name="Text Placeholder 11"/>
          <p:cNvSpPr>
            <a:spLocks noGrp="1"/>
          </p:cNvSpPr>
          <p:nvPr>
            <p:ph type="body" sz="quarter" idx="22"/>
          </p:nvPr>
        </p:nvSpPr>
        <p:spPr bwMode="auto">
          <a:xfrm>
            <a:off x="4357547"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057645663" name="Text Placeholder 3"/>
          <p:cNvSpPr>
            <a:spLocks noGrp="1"/>
          </p:cNvSpPr>
          <p:nvPr>
            <p:ph type="body" sz="quarter" idx="23"/>
          </p:nvPr>
        </p:nvSpPr>
        <p:spPr bwMode="auto">
          <a:xfrm>
            <a:off x="4359737"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109975770" name="Text Placeholder 11"/>
          <p:cNvSpPr>
            <a:spLocks noGrp="1"/>
          </p:cNvSpPr>
          <p:nvPr>
            <p:ph type="body" sz="quarter" idx="24"/>
          </p:nvPr>
        </p:nvSpPr>
        <p:spPr bwMode="auto">
          <a:xfrm>
            <a:off x="8130894"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44478482" name="Text Placeholder 3"/>
          <p:cNvSpPr>
            <a:spLocks noGrp="1"/>
          </p:cNvSpPr>
          <p:nvPr>
            <p:ph type="body" sz="quarter" idx="25"/>
          </p:nvPr>
        </p:nvSpPr>
        <p:spPr bwMode="auto">
          <a:xfrm>
            <a:off x="8133084"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5506233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908972268"/>
      </p:ext>
    </p:extLst>
  </p:cSld>
  <p:clrMapOvr>
    <a:overrideClrMapping bg1="lt1" tx1="dk1" bg2="lt2" tx2="dk2" accent1="accent1" accent2="accent2" accent3="accent3" accent4="accent4" accent5="accent5" accent6="accent6" hlink="hlink" folHlink="folHlink"/>
  </p:clrMapOvr>
</p:sldLayout>
</file>

<file path=ppt/slideLayouts/slideLayout567.xml><?xml version="1.0" encoding="utf-8"?>
<p:sldLayout xmlns:a="http://schemas.openxmlformats.org/drawingml/2006/main" xmlns:r="http://schemas.openxmlformats.org/officeDocument/2006/relationships" xmlns:p="http://schemas.openxmlformats.org/presentationml/2006/main" showMasterPhAnim="0" preserve="1" userDrawn="1">
  <p:cSld name="2_3-column_Text_with Subheads-Icons">
    <p:bg>
      <p:bgRef idx="1001">
        <a:schemeClr val="bg1"/>
      </p:bgRef>
    </p:bg>
    <p:spTree>
      <p:nvGrpSpPr>
        <p:cNvPr id="1" name=""/>
        <p:cNvGrpSpPr/>
        <p:nvPr/>
      </p:nvGrpSpPr>
      <p:grpSpPr bwMode="auto">
        <a:xfrm>
          <a:off x="0" y="0"/>
          <a:ext cx="0" cy="0"/>
          <a:chOff x="0" y="0"/>
          <a:chExt cx="0" cy="0"/>
        </a:xfrm>
      </p:grpSpPr>
      <p:cxnSp>
        <p:nvCxnSpPr>
          <p:cNvPr id="1122417701"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934244437"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01411477"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831698759"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290510301"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787605398"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438680556"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330907383"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66870601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833792669"/>
      </p:ext>
    </p:extLst>
  </p:cSld>
  <p:clrMapOvr>
    <a:overrideClrMapping bg1="lt1" tx1="dk1" bg2="lt2" tx2="dk2" accent1="accent1" accent2="accent2" accent3="accent3" accent4="accent4" accent5="accent5" accent6="accent6" hlink="hlink" folHlink="folHlink"/>
  </p:clrMapOvr>
</p:sldLayout>
</file>

<file path=ppt/slideLayouts/slideLayout568.xml><?xml version="1.0" encoding="utf-8"?>
<p:sldLayout xmlns:a="http://schemas.openxmlformats.org/drawingml/2006/main" xmlns:r="http://schemas.openxmlformats.org/officeDocument/2006/relationships" xmlns:p="http://schemas.openxmlformats.org/presentationml/2006/main" showMasterPhAnim="0" preserve="1" userDrawn="1">
  <p:cSld name="4_3-column_Text_with Subheads-Icons">
    <p:bg>
      <p:bgRef idx="1001">
        <a:schemeClr val="bg1"/>
      </p:bgRef>
    </p:bg>
    <p:spTree>
      <p:nvGrpSpPr>
        <p:cNvPr id="1" name=""/>
        <p:cNvGrpSpPr/>
        <p:nvPr/>
      </p:nvGrpSpPr>
      <p:grpSpPr bwMode="auto">
        <a:xfrm>
          <a:off x="0" y="0"/>
          <a:ext cx="0" cy="0"/>
          <a:chOff x="0" y="0"/>
          <a:chExt cx="0" cy="0"/>
        </a:xfrm>
      </p:grpSpPr>
      <p:cxnSp>
        <p:nvCxnSpPr>
          <p:cNvPr id="1059017482"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185400485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663818536"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580591832"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444409566"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1781667310"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827261841"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203739456"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24756138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4243486914"/>
      </p:ext>
    </p:extLst>
  </p:cSld>
  <p:clrMapOvr>
    <a:overrideClrMapping bg1="lt1" tx1="dk1" bg2="lt2" tx2="dk2" accent1="accent1" accent2="accent2" accent3="accent3" accent4="accent4" accent5="accent5" accent6="accent6" hlink="hlink" folHlink="folHlink"/>
  </p:clrMapOvr>
</p:sldLayout>
</file>

<file path=ppt/slideLayouts/slideLayout569.xml><?xml version="1.0" encoding="utf-8"?>
<p:sldLayout xmlns:a="http://schemas.openxmlformats.org/drawingml/2006/main" xmlns:r="http://schemas.openxmlformats.org/officeDocument/2006/relationships" xmlns:p="http://schemas.openxmlformats.org/presentationml/2006/main" showMasterPhAnim="0" preserve="1" userDrawn="1">
  <p:cSld name="3_3-column_Text_with Subheads-Icons">
    <p:bg>
      <p:bgRef idx="1001">
        <a:schemeClr val="bg1"/>
      </p:bgRef>
    </p:bg>
    <p:spTree>
      <p:nvGrpSpPr>
        <p:cNvPr id="1" name=""/>
        <p:cNvGrpSpPr/>
        <p:nvPr/>
      </p:nvGrpSpPr>
      <p:grpSpPr bwMode="auto">
        <a:xfrm>
          <a:off x="0" y="0"/>
          <a:ext cx="0" cy="0"/>
          <a:chOff x="0" y="0"/>
          <a:chExt cx="0" cy="0"/>
        </a:xfrm>
      </p:grpSpPr>
      <p:cxnSp>
        <p:nvCxnSpPr>
          <p:cNvPr id="2112527564"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3427725"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27808405"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939532763"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272238221"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defRPr/>
            </a:pPr>
            <a:r>
              <a:rPr lang="en-US"/>
              <a:t>Click to edit Master text styles</a:t>
            </a:r>
            <a:endParaRPr/>
          </a:p>
        </p:txBody>
      </p:sp>
      <p:sp>
        <p:nvSpPr>
          <p:cNvPr id="213643071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337039939"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594003182"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9085144"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3517787667"/>
      </p:ext>
    </p:extLst>
  </p:cSld>
  <p:clrMapOvr>
    <a:overrideClrMapping bg1="lt1" tx1="dk1" bg2="lt2" tx2="dk2" accent1="accent1" accent2="accent2" accent3="accent3" accent4="accent4" accent5="accent5" accent6="accent6" hlink="hlink" folHlink="folHlink"/>
  </p:clrMapOvr>
</p:sldLayout>
</file>

<file path=ppt/slideLayouts/slideLayout570.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and title">
    <p:spTree>
      <p:nvGrpSpPr>
        <p:cNvPr id="1" name=""/>
        <p:cNvGrpSpPr/>
        <p:nvPr/>
      </p:nvGrpSpPr>
      <p:grpSpPr bwMode="auto">
        <a:xfrm>
          <a:off x="0" y="0"/>
          <a:ext cx="0" cy="0"/>
          <a:chOff x="0" y="0"/>
          <a:chExt cx="0" cy="0"/>
        </a:xfrm>
      </p:grpSpPr>
      <p:sp>
        <p:nvSpPr>
          <p:cNvPr id="1083209329" name="Text Placeholder 3"/>
          <p:cNvSpPr>
            <a:spLocks noGrp="1"/>
          </p:cNvSpPr>
          <p:nvPr>
            <p:ph type="body" sz="quarter" idx="15"/>
          </p:nvPr>
        </p:nvSpPr>
        <p:spPr bwMode="auto">
          <a:xfrm>
            <a:off x="586390" y="4978880"/>
            <a:ext cx="5217510"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407027431" name="Text Placeholder 3"/>
          <p:cNvSpPr>
            <a:spLocks noGrp="1"/>
          </p:cNvSpPr>
          <p:nvPr>
            <p:ph type="body" sz="quarter" idx="20"/>
          </p:nvPr>
        </p:nvSpPr>
        <p:spPr bwMode="auto">
          <a:xfrm>
            <a:off x="6253664" y="4978880"/>
            <a:ext cx="5187106"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474047057" name="Picture Placeholder" descr="This photo is a 'placeholder' only. Drag or drop your photo here, or click and tap the center to insert a photo."/>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45421337"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60769211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260834338"/>
      </p:ext>
    </p:extLst>
  </p:cSld>
  <p:clrMapOvr>
    <a:masterClrMapping/>
  </p:clrMapOvr>
</p:sldLayout>
</file>

<file path=ppt/slideLayouts/slideLayout571.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p:spTree>
      <p:nvGrpSpPr>
        <p:cNvPr id="1" name=""/>
        <p:cNvGrpSpPr/>
        <p:nvPr/>
      </p:nvGrpSpPr>
      <p:grpSpPr bwMode="auto">
        <a:xfrm>
          <a:off x="0" y="0"/>
          <a:ext cx="0" cy="0"/>
          <a:chOff x="0" y="0"/>
          <a:chExt cx="0" cy="0"/>
        </a:xfrm>
      </p:grpSpPr>
      <p:sp>
        <p:nvSpPr>
          <p:cNvPr id="1680700963" name="Text Placeholder 3"/>
          <p:cNvSpPr>
            <a:spLocks noGrp="1"/>
          </p:cNvSpPr>
          <p:nvPr>
            <p:ph type="body" sz="quarter" idx="15"/>
          </p:nvPr>
        </p:nvSpPr>
        <p:spPr bwMode="auto">
          <a:xfrm>
            <a:off x="586390" y="4978880"/>
            <a:ext cx="5217510"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450024609" name="Text Placeholder 3"/>
          <p:cNvSpPr>
            <a:spLocks noGrp="1"/>
          </p:cNvSpPr>
          <p:nvPr>
            <p:ph type="body" sz="quarter" idx="20"/>
          </p:nvPr>
        </p:nvSpPr>
        <p:spPr bwMode="auto">
          <a:xfrm>
            <a:off x="6253664" y="4978880"/>
            <a:ext cx="5187106"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74320" indent="-137160">
              <a:spcAft>
                <a:spcPts val="0"/>
              </a:spcAft>
              <a:buFont typeface="Arial"/>
              <a:buChar char="•"/>
              <a:defRPr>
                <a:solidFill>
                  <a:schemeClr val="tx1"/>
                </a:solidFill>
              </a:defRPr>
            </a:lvl2pPr>
            <a:lvl3pPr marL="411480" indent="-137160">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381974104" name="Picture Placeholder" descr="This photo is a 'placeholder' only. Drag or drop your photo here, or click and tap the center to insert a photo."/>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209414424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863035306"/>
      </p:ext>
    </p:extLst>
  </p:cSld>
  <p:clrMapOvr>
    <a:masterClrMapping/>
  </p:clrMapOvr>
</p:sldLayout>
</file>

<file path=ppt/slideLayouts/slideLayout572.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subheads, and title">
    <p:spTree>
      <p:nvGrpSpPr>
        <p:cNvPr id="1" name=""/>
        <p:cNvGrpSpPr/>
        <p:nvPr/>
      </p:nvGrpSpPr>
      <p:grpSpPr bwMode="auto">
        <a:xfrm>
          <a:off x="0" y="0"/>
          <a:ext cx="0" cy="0"/>
          <a:chOff x="0" y="0"/>
          <a:chExt cx="0" cy="0"/>
        </a:xfrm>
      </p:grpSpPr>
      <p:sp>
        <p:nvSpPr>
          <p:cNvPr id="1069417452" name="Text Placeholder 11"/>
          <p:cNvSpPr>
            <a:spLocks noGrp="1"/>
          </p:cNvSpPr>
          <p:nvPr>
            <p:ph type="body" sz="quarter" idx="16"/>
          </p:nvPr>
        </p:nvSpPr>
        <p:spPr bwMode="auto">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367315088" name="Text Placeholder 3"/>
          <p:cNvSpPr>
            <a:spLocks noGrp="1"/>
          </p:cNvSpPr>
          <p:nvPr>
            <p:ph type="body" sz="quarter" idx="15"/>
          </p:nvPr>
        </p:nvSpPr>
        <p:spPr bwMode="auto">
          <a:xfrm>
            <a:off x="586390" y="5357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793319987" name="Text Placeholder 11"/>
          <p:cNvSpPr>
            <a:spLocks noGrp="1"/>
          </p:cNvSpPr>
          <p:nvPr>
            <p:ph type="body" sz="quarter" idx="22"/>
          </p:nvPr>
        </p:nvSpPr>
        <p:spPr bwMode="auto">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2099311887" name="Text Placeholder 3"/>
          <p:cNvSpPr>
            <a:spLocks noGrp="1"/>
          </p:cNvSpPr>
          <p:nvPr>
            <p:ph type="body" sz="quarter" idx="33"/>
          </p:nvPr>
        </p:nvSpPr>
        <p:spPr bwMode="auto">
          <a:xfrm>
            <a:off x="6252435" y="5357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60397595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911516162" name="Picture Placeholder" descr="This photo is a 'placeholder' only. Drag or drop your photo here, or click and tap the center to insert a photo."/>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25608606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723292931"/>
      </p:ext>
    </p:extLst>
  </p:cSld>
  <p:clrMapOvr>
    <a:masterClrMapping/>
  </p:clrMapOvr>
</p:sldLayout>
</file>

<file path=ppt/slideLayouts/slideLayout573.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and subheads">
    <p:spTree>
      <p:nvGrpSpPr>
        <p:cNvPr id="1" name=""/>
        <p:cNvGrpSpPr/>
        <p:nvPr/>
      </p:nvGrpSpPr>
      <p:grpSpPr bwMode="auto">
        <a:xfrm>
          <a:off x="0" y="0"/>
          <a:ext cx="0" cy="0"/>
          <a:chOff x="0" y="0"/>
          <a:chExt cx="0" cy="0"/>
        </a:xfrm>
      </p:grpSpPr>
      <p:sp>
        <p:nvSpPr>
          <p:cNvPr id="1693388088" name="Rectangle 10"/>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400">
              <a:gradFill>
                <a:gsLst>
                  <a:gs pos="0">
                    <a:srgbClr val="FFFFFF"/>
                  </a:gs>
                  <a:gs pos="100000">
                    <a:srgbClr val="FFFFFF"/>
                  </a:gs>
                </a:gsLst>
                <a:lin ang="5400000" scaled="0"/>
              </a:gradFill>
              <a:ea typeface="Segoe UI"/>
              <a:cs typeface="Segoe UI"/>
            </a:endParaRPr>
          </a:p>
        </p:txBody>
      </p:sp>
      <p:sp>
        <p:nvSpPr>
          <p:cNvPr id="1986000908" name="Text Placeholder 11"/>
          <p:cNvSpPr>
            <a:spLocks noGrp="1"/>
          </p:cNvSpPr>
          <p:nvPr>
            <p:ph type="body" sz="quarter" idx="16"/>
          </p:nvPr>
        </p:nvSpPr>
        <p:spPr bwMode="auto">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605060128" name="Text Placeholder 3"/>
          <p:cNvSpPr>
            <a:spLocks noGrp="1"/>
          </p:cNvSpPr>
          <p:nvPr>
            <p:ph type="body" sz="quarter" idx="15"/>
          </p:nvPr>
        </p:nvSpPr>
        <p:spPr bwMode="auto">
          <a:xfrm>
            <a:off x="586390" y="5357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598969091" name="Text Placeholder 11"/>
          <p:cNvSpPr>
            <a:spLocks noGrp="1"/>
          </p:cNvSpPr>
          <p:nvPr>
            <p:ph type="body" sz="quarter" idx="22"/>
          </p:nvPr>
        </p:nvSpPr>
        <p:spPr bwMode="auto">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063672700" name="Text Placeholder 3"/>
          <p:cNvSpPr>
            <a:spLocks noGrp="1"/>
          </p:cNvSpPr>
          <p:nvPr>
            <p:ph type="body" sz="quarter" idx="33"/>
          </p:nvPr>
        </p:nvSpPr>
        <p:spPr bwMode="auto">
          <a:xfrm>
            <a:off x="6252435" y="5357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84463614" name="Picture Placeholder" descr="This photo is a 'placeholder' only. Drag or drop your photo here, or click and tap the center to insert a photo."/>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92126727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883217279"/>
      </p:ext>
    </p:extLst>
  </p:cSld>
  <p:clrMapOvr>
    <a:masterClrMapping/>
  </p:clrMapOvr>
</p:sldLayout>
</file>

<file path=ppt/slideLayouts/slideLayout574.xml><?xml version="1.0" encoding="utf-8"?>
<p:sldLayout xmlns:a="http://schemas.openxmlformats.org/drawingml/2006/main" xmlns:r="http://schemas.openxmlformats.org/officeDocument/2006/relationships" xmlns:p="http://schemas.openxmlformats.org/presentationml/2006/main" showMasterPhAnim="0" userDrawn="1">
  <p:cSld name="1-column_Callout_with Image">
    <p:bg>
      <p:bgRef idx="1001">
        <a:schemeClr val="bg1"/>
      </p:bgRef>
    </p:bg>
    <p:spTree>
      <p:nvGrpSpPr>
        <p:cNvPr id="1" name=""/>
        <p:cNvGrpSpPr/>
        <p:nvPr/>
      </p:nvGrpSpPr>
      <p:grpSpPr bwMode="auto">
        <a:xfrm>
          <a:off x="0" y="0"/>
          <a:ext cx="0" cy="0"/>
          <a:chOff x="0" y="0"/>
          <a:chExt cx="0" cy="0"/>
        </a:xfrm>
      </p:grpSpPr>
      <p:sp>
        <p:nvSpPr>
          <p:cNvPr id="232272988" name="Footer Placeholder 10"/>
          <p:cNvSpPr>
            <a:spLocks noGrp="1"/>
          </p:cNvSpPr>
          <p:nvPr>
            <p:ph type="ftr" sz="quarter" idx="3"/>
          </p:nvPr>
        </p:nvSpPr>
        <p:spPr bwMode="auto">
          <a:xfrm>
            <a:off x="40640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890928802"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176747533" name="Picture Placeholder" descr="This photo is a 'placeholder' only. Drag or drop your photo here, or click and tap the center to insert a photo."/>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368893879" name="Text Placeholder 11"/>
          <p:cNvSpPr>
            <a:spLocks noGrp="1"/>
          </p:cNvSpPr>
          <p:nvPr>
            <p:ph type="body" sz="quarter" idx="16"/>
          </p:nvPr>
        </p:nvSpPr>
        <p:spPr bwMode="auto">
          <a:xfrm>
            <a:off x="584200" y="1594155"/>
            <a:ext cx="3174143"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2019665825" name="Text Placeholder 3"/>
          <p:cNvSpPr>
            <a:spLocks noGrp="1"/>
          </p:cNvSpPr>
          <p:nvPr>
            <p:ph type="body" sz="quarter" idx="15"/>
          </p:nvPr>
        </p:nvSpPr>
        <p:spPr bwMode="auto">
          <a:xfrm>
            <a:off x="586388" y="2085764"/>
            <a:ext cx="3172810"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65176" indent="-128016">
              <a:spcAft>
                <a:spcPts val="0"/>
              </a:spcAft>
              <a:buFont typeface="Arial"/>
              <a:buChar char="•"/>
              <a:defRPr>
                <a:solidFill>
                  <a:schemeClr val="tx1"/>
                </a:solidFill>
              </a:defRPr>
            </a:lvl2pPr>
            <a:lvl3pPr marL="384048" indent="-118872">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Tree>
    <p:extLst>
      <p:ext uri="{BB962C8B-B14F-4D97-AF65-F5344CB8AC3E}">
        <p14:creationId xmlns:p14="http://schemas.microsoft.com/office/powerpoint/2010/main" val="1762809623"/>
      </p:ext>
    </p:extLst>
  </p:cSld>
  <p:clrMapOvr>
    <a:overrideClrMapping bg1="lt1" tx1="dk1" bg2="lt2" tx2="dk2" accent1="accent1" accent2="accent2" accent3="accent3" accent4="accent4" accent5="accent5" accent6="accent6" hlink="hlink" folHlink="folHlink"/>
  </p:clrMapOvr>
</p:sldLayout>
</file>

<file path=ppt/slideLayouts/slideLayout575.xml><?xml version="1.0" encoding="utf-8"?>
<p:sldLayout xmlns:a="http://schemas.openxmlformats.org/drawingml/2006/main" xmlns:r="http://schemas.openxmlformats.org/officeDocument/2006/relationships" xmlns:p="http://schemas.openxmlformats.org/presentationml/2006/main" showMasterPhAnim="0" preserve="1" userDrawn="1">
  <p:cSld name="1-column_Text_with Image">
    <p:bg>
      <p:bgRef idx="1001">
        <a:schemeClr val="bg1"/>
      </p:bgRef>
    </p:bg>
    <p:spTree>
      <p:nvGrpSpPr>
        <p:cNvPr id="1" name=""/>
        <p:cNvGrpSpPr/>
        <p:nvPr/>
      </p:nvGrpSpPr>
      <p:grpSpPr bwMode="auto">
        <a:xfrm>
          <a:off x="0" y="0"/>
          <a:ext cx="0" cy="0"/>
          <a:chOff x="0" y="0"/>
          <a:chExt cx="0" cy="0"/>
        </a:xfrm>
      </p:grpSpPr>
      <p:sp>
        <p:nvSpPr>
          <p:cNvPr id="1488511130" name="Title 1"/>
          <p:cNvSpPr>
            <a:spLocks noGrp="1"/>
          </p:cNvSpPr>
          <p:nvPr>
            <p:ph type="title"/>
          </p:nvPr>
        </p:nvSpPr>
        <p:spPr bwMode="auto">
          <a:xfrm>
            <a:off x="588261" y="585216"/>
            <a:ext cx="4710689"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763085549" name="Text Placeholder 11"/>
          <p:cNvSpPr>
            <a:spLocks noGrp="1"/>
          </p:cNvSpPr>
          <p:nvPr>
            <p:ph type="body" sz="quarter" idx="16"/>
          </p:nvPr>
        </p:nvSpPr>
        <p:spPr bwMode="auto">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648240942" name="Text Placeholder 3"/>
          <p:cNvSpPr>
            <a:spLocks noGrp="1"/>
          </p:cNvSpPr>
          <p:nvPr>
            <p:ph type="body" sz="quarter" idx="15"/>
          </p:nvPr>
        </p:nvSpPr>
        <p:spPr bwMode="auto">
          <a:xfrm>
            <a:off x="586388" y="2085764"/>
            <a:ext cx="4712685" cy="726353"/>
          </a:xfrm>
          <a:prstGeom prst="rect">
            <a:avLst/>
          </a:prstGeom>
        </p:spPr>
        <p:txBody>
          <a:bodyPr wrap="square">
            <a:spAutoFit/>
          </a:bodyPr>
          <a:lstStyle>
            <a:lvl1pPr marL="137160" indent="-137160">
              <a:spcAft>
                <a:spcPts val="0"/>
              </a:spcAft>
              <a:buFont typeface="Arial"/>
              <a:buChar char="•"/>
              <a:defRPr>
                <a:solidFill>
                  <a:schemeClr val="tx1"/>
                </a:solidFill>
              </a:defRPr>
            </a:lvl1pPr>
            <a:lvl2pPr marL="265176" indent="-128016">
              <a:spcAft>
                <a:spcPts val="0"/>
              </a:spcAft>
              <a:buFont typeface="Arial"/>
              <a:buChar char="•"/>
              <a:defRPr>
                <a:solidFill>
                  <a:schemeClr val="tx1"/>
                </a:solidFill>
              </a:defRPr>
            </a:lvl2pPr>
            <a:lvl3pPr marL="384048" indent="-118872">
              <a:spcAft>
                <a:spcPts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93490455" name="Picture Placeholder" descr="This photo is a 'placeholder' only. Drag or drop your photo here, or click and tap the center to insert a photo."/>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a:defRPr>
            </a:lvl1pPr>
          </a:lstStyle>
          <a:p>
            <a:pPr>
              <a:defRPr/>
            </a:pPr>
            <a:r>
              <a:rPr lang="en-US"/>
              <a:t>Drag &amp; drop your photo here </a:t>
            </a:r>
            <a:br>
              <a:rPr lang="en-US"/>
            </a:br>
            <a:r>
              <a:rPr lang="en-US"/>
              <a:t>or click or tap icon below </a:t>
            </a:r>
            <a:br>
              <a:rPr lang="en-US"/>
            </a:br>
            <a:r>
              <a:rPr lang="en-US"/>
              <a:t>to insert</a:t>
            </a:r>
            <a:endParaRPr/>
          </a:p>
          <a:p>
            <a:pPr>
              <a:defRPr/>
            </a:pPr>
            <a:endParaRPr lang="en-US"/>
          </a:p>
          <a:p>
            <a:pPr>
              <a:defRPr/>
            </a:pPr>
            <a:endParaRPr lang="en-US"/>
          </a:p>
        </p:txBody>
      </p:sp>
      <p:sp>
        <p:nvSpPr>
          <p:cNvPr id="198731267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4256091045"/>
      </p:ext>
    </p:extLst>
  </p:cSld>
  <p:clrMapOvr>
    <a:overrideClrMapping bg1="lt1" tx1="dk1" bg2="lt2" tx2="dk2" accent1="accent1" accent2="accent2" accent3="accent3" accent4="accent4" accent5="accent5" accent6="accent6" hlink="hlink" folHlink="folHlink"/>
  </p:clrMapOvr>
</p:sldLayout>
</file>

<file path=ppt/slideLayouts/slideLayout576.xml><?xml version="1.0" encoding="utf-8"?>
<p:sldLayout xmlns:a="http://schemas.openxmlformats.org/drawingml/2006/main" xmlns:r="http://schemas.openxmlformats.org/officeDocument/2006/relationships" xmlns:p="http://schemas.openxmlformats.org/presentationml/2006/main" showMasterPhAnim="0" preserve="1" userDrawn="1">
  <p:cSld name="2-column_Text_with Image">
    <p:bg>
      <p:bgRef idx="1001">
        <a:schemeClr val="bg1"/>
      </p:bgRef>
    </p:bg>
    <p:spTree>
      <p:nvGrpSpPr>
        <p:cNvPr id="1" name=""/>
        <p:cNvGrpSpPr/>
        <p:nvPr/>
      </p:nvGrpSpPr>
      <p:grpSpPr bwMode="auto">
        <a:xfrm>
          <a:off x="0" y="0"/>
          <a:ext cx="0" cy="0"/>
          <a:chOff x="0" y="0"/>
          <a:chExt cx="0" cy="0"/>
        </a:xfrm>
      </p:grpSpPr>
      <p:sp>
        <p:nvSpPr>
          <p:cNvPr id="1040589464" name="Title 1"/>
          <p:cNvSpPr>
            <a:spLocks noGrp="1"/>
          </p:cNvSpPr>
          <p:nvPr>
            <p:ph type="title"/>
          </p:nvPr>
        </p:nvSpPr>
        <p:spPr bwMode="auto">
          <a:xfrm>
            <a:off x="588262" y="585216"/>
            <a:ext cx="7248356" cy="307777"/>
          </a:xfrm>
        </p:spPr>
        <p:txBody>
          <a:bodyPr/>
          <a:lstStyle>
            <a:lvl1pPr>
              <a:defRPr sz="2000" b="0" i="0">
                <a:solidFill>
                  <a:srgbClr val="001F2D"/>
                </a:solidFill>
                <a:latin typeface="+mj-lt"/>
                <a:cs typeface="Segoe UI Semibold"/>
              </a:defRPr>
            </a:lvl1pPr>
          </a:lstStyle>
          <a:p>
            <a:pPr>
              <a:defRPr/>
            </a:pPr>
            <a:r>
              <a:rPr lang="en-US"/>
              <a:t>Click to edit Master title style</a:t>
            </a:r>
            <a:endParaRPr/>
          </a:p>
        </p:txBody>
      </p:sp>
      <p:sp>
        <p:nvSpPr>
          <p:cNvPr id="227435747" name="Text Placeholder 11"/>
          <p:cNvSpPr>
            <a:spLocks noGrp="1"/>
          </p:cNvSpPr>
          <p:nvPr>
            <p:ph type="body" sz="quarter" idx="16"/>
          </p:nvPr>
        </p:nvSpPr>
        <p:spPr bwMode="auto">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692861039" name="Text Placeholder 3"/>
          <p:cNvSpPr>
            <a:spLocks noGrp="1"/>
          </p:cNvSpPr>
          <p:nvPr>
            <p:ph type="body" sz="quarter" idx="15"/>
          </p:nvPr>
        </p:nvSpPr>
        <p:spPr bwMode="auto">
          <a:xfrm>
            <a:off x="586390" y="2085764"/>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509460512" name="Text Placeholder 11"/>
          <p:cNvSpPr>
            <a:spLocks noGrp="1"/>
          </p:cNvSpPr>
          <p:nvPr>
            <p:ph type="body" sz="quarter" idx="22"/>
          </p:nvPr>
        </p:nvSpPr>
        <p:spPr bwMode="auto">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494201777" name="Text Placeholder 3"/>
          <p:cNvSpPr>
            <a:spLocks noGrp="1"/>
          </p:cNvSpPr>
          <p:nvPr>
            <p:ph type="body" sz="quarter" idx="23"/>
          </p:nvPr>
        </p:nvSpPr>
        <p:spPr bwMode="auto">
          <a:xfrm>
            <a:off x="4359737" y="2085764"/>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33253824" name="Picture Placeholder" descr="This photo is a 'placeholder' only. Drag or drop your photo here, or click and tap the center to insert a photo."/>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a:defRPr>
            </a:lvl1pPr>
          </a:lstStyle>
          <a:p>
            <a:pPr>
              <a:defRPr/>
            </a:pPr>
            <a:r>
              <a:rPr lang="en-US"/>
              <a:t>Drag &amp; drop your photo here </a:t>
            </a:r>
            <a:br>
              <a:rPr lang="en-US"/>
            </a:br>
            <a:r>
              <a:rPr lang="en-US"/>
              <a:t>or click or tap icon below </a:t>
            </a:r>
            <a:br>
              <a:rPr lang="en-US"/>
            </a:br>
            <a:r>
              <a:rPr lang="en-US"/>
              <a:t>to insert</a:t>
            </a:r>
            <a:endParaRPr/>
          </a:p>
          <a:p>
            <a:pPr>
              <a:defRPr/>
            </a:pPr>
            <a:endParaRPr lang="en-US"/>
          </a:p>
          <a:p>
            <a:pPr>
              <a:defRPr/>
            </a:pPr>
            <a:endParaRPr lang="en-US"/>
          </a:p>
        </p:txBody>
      </p:sp>
      <p:sp>
        <p:nvSpPr>
          <p:cNvPr id="143042572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037921964"/>
      </p:ext>
    </p:extLst>
  </p:cSld>
  <p:clrMapOvr>
    <a:overrideClrMapping bg1="lt1" tx1="dk1" bg2="lt2" tx2="dk2" accent1="accent1" accent2="accent2" accent3="accent3" accent4="accent4" accent5="accent5" accent6="accent6" hlink="hlink" folHlink="folHlink"/>
  </p:clrMapOvr>
</p:sldLayout>
</file>

<file path=ppt/slideLayouts/slideLayout577.xml><?xml version="1.0" encoding="utf-8"?>
<p:sldLayout xmlns:a="http://schemas.openxmlformats.org/drawingml/2006/main" xmlns:r="http://schemas.openxmlformats.org/officeDocument/2006/relationships" xmlns:p="http://schemas.openxmlformats.org/presentationml/2006/main" showMasterPhAnim="0" userDrawn="1">
  <p:cSld name="1_Two photos_with Captions">
    <p:bg>
      <p:bgRef idx="1001">
        <a:schemeClr val="bg1"/>
      </p:bgRef>
    </p:bg>
    <p:spTree>
      <p:nvGrpSpPr>
        <p:cNvPr id="1" name=""/>
        <p:cNvGrpSpPr/>
        <p:nvPr/>
      </p:nvGrpSpPr>
      <p:grpSpPr bwMode="auto">
        <a:xfrm>
          <a:off x="0" y="0"/>
          <a:ext cx="0" cy="0"/>
          <a:chOff x="0" y="0"/>
          <a:chExt cx="0" cy="0"/>
        </a:xfrm>
      </p:grpSpPr>
      <p:sp>
        <p:nvSpPr>
          <p:cNvPr id="64786253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184517889" name="Picture Placeholder" descr="This photo is a 'placeholder' only. Drag or drop your photo here, or click and tap the center to insert a photo."/>
          <p:cNvSpPr>
            <a:spLocks noGrp="1"/>
          </p:cNvSpPr>
          <p:nvPr>
            <p:ph type="pic" sz="quarter" idx="19" hasCustomPrompt="1"/>
          </p:nvPr>
        </p:nvSpPr>
        <p:spPr bwMode="ltGray">
          <a:xfrm>
            <a:off x="584200" y="1591310"/>
            <a:ext cx="5365752"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2133578047" name="Text Placeholder 11"/>
          <p:cNvSpPr>
            <a:spLocks noGrp="1"/>
          </p:cNvSpPr>
          <p:nvPr>
            <p:ph type="body" sz="quarter" idx="16"/>
          </p:nvPr>
        </p:nvSpPr>
        <p:spPr bwMode="auto">
          <a:xfrm>
            <a:off x="584199" y="4575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840332244" name="Text Placeholder 3"/>
          <p:cNvSpPr>
            <a:spLocks noGrp="1"/>
          </p:cNvSpPr>
          <p:nvPr>
            <p:ph type="body" sz="quarter" idx="15"/>
          </p:nvPr>
        </p:nvSpPr>
        <p:spPr bwMode="auto">
          <a:xfrm>
            <a:off x="586390" y="4976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568080831" name="Picture Placeholder" descr="This photo is a 'placeholder' only. Drag or drop your photo here, or click and tap the center to insert a photo."/>
          <p:cNvSpPr>
            <a:spLocks noGrp="1"/>
          </p:cNvSpPr>
          <p:nvPr>
            <p:ph type="pic" sz="quarter" idx="20" hasCustomPrompt="1"/>
          </p:nvPr>
        </p:nvSpPr>
        <p:spPr bwMode="ltGray">
          <a:xfrm>
            <a:off x="6242049" y="1591310"/>
            <a:ext cx="5357813"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916964467" name="Text Placeholder 11"/>
          <p:cNvSpPr>
            <a:spLocks noGrp="1"/>
          </p:cNvSpPr>
          <p:nvPr>
            <p:ph type="body" sz="quarter" idx="22"/>
          </p:nvPr>
        </p:nvSpPr>
        <p:spPr bwMode="auto">
          <a:xfrm>
            <a:off x="6243372" y="4575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935688257" name="Text Placeholder 3"/>
          <p:cNvSpPr>
            <a:spLocks noGrp="1"/>
          </p:cNvSpPr>
          <p:nvPr>
            <p:ph type="body" sz="quarter" idx="33"/>
          </p:nvPr>
        </p:nvSpPr>
        <p:spPr bwMode="auto">
          <a:xfrm>
            <a:off x="6252435" y="4976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40094334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905147036"/>
      </p:ext>
    </p:extLst>
  </p:cSld>
  <p:clrMapOvr>
    <a:overrideClrMapping bg1="lt1" tx1="dk1" bg2="lt2" tx2="dk2" accent1="accent1" accent2="accent2" accent3="accent3" accent4="accent4" accent5="accent5" accent6="accent6" hlink="hlink" folHlink="folHlink"/>
  </p:clrMapOvr>
</p:sldLayout>
</file>

<file path=ppt/slideLayouts/slideLayout578.xml><?xml version="1.0" encoding="utf-8"?>
<p:sldLayout xmlns:a="http://schemas.openxmlformats.org/drawingml/2006/main" xmlns:r="http://schemas.openxmlformats.org/officeDocument/2006/relationships" xmlns:p="http://schemas.openxmlformats.org/presentationml/2006/main" showMasterPhAnim="0" userDrawn="1">
  <p:cSld name="1_Three photos_with Captions">
    <p:bg>
      <p:bgRef idx="1001">
        <a:schemeClr val="bg1"/>
      </p:bgRef>
    </p:bg>
    <p:spTree>
      <p:nvGrpSpPr>
        <p:cNvPr id="1" name=""/>
        <p:cNvGrpSpPr/>
        <p:nvPr/>
      </p:nvGrpSpPr>
      <p:grpSpPr bwMode="auto">
        <a:xfrm>
          <a:off x="0" y="0"/>
          <a:ext cx="0" cy="0"/>
          <a:chOff x="0" y="0"/>
          <a:chExt cx="0" cy="0"/>
        </a:xfrm>
      </p:grpSpPr>
      <p:sp>
        <p:nvSpPr>
          <p:cNvPr id="192474857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680635950" name="Picture Placeholder" descr="This photo is a 'placeholder' only. Drag or drop your photo here, or click and tap the center to insert a photo."/>
          <p:cNvSpPr>
            <a:spLocks noGrp="1"/>
          </p:cNvSpPr>
          <p:nvPr>
            <p:ph type="pic" sz="quarter" idx="19" hasCustomPrompt="1"/>
          </p:nvPr>
        </p:nvSpPr>
        <p:spPr bwMode="ltGray">
          <a:xfrm>
            <a:off x="58420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469577984" name="Text Placeholder 11"/>
          <p:cNvSpPr>
            <a:spLocks noGrp="1"/>
          </p:cNvSpPr>
          <p:nvPr>
            <p:ph type="body" sz="quarter" idx="16"/>
          </p:nvPr>
        </p:nvSpPr>
        <p:spPr bwMode="auto">
          <a:xfrm>
            <a:off x="584200" y="4575104"/>
            <a:ext cx="3479070"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810570579" name="Text Placeholder 3"/>
          <p:cNvSpPr>
            <a:spLocks noGrp="1"/>
          </p:cNvSpPr>
          <p:nvPr>
            <p:ph type="body" sz="quarter" idx="15"/>
          </p:nvPr>
        </p:nvSpPr>
        <p:spPr bwMode="auto">
          <a:xfrm>
            <a:off x="586390" y="4976443"/>
            <a:ext cx="347761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73516640" name="Picture Placeholder" descr="This photo is a 'placeholder' only. Drag or drop your photo here, or click and tap the center to insert a photo."/>
          <p:cNvSpPr>
            <a:spLocks noGrp="1"/>
          </p:cNvSpPr>
          <p:nvPr>
            <p:ph type="pic" sz="quarter" idx="20" hasCustomPrompt="1"/>
          </p:nvPr>
        </p:nvSpPr>
        <p:spPr bwMode="ltGray">
          <a:xfrm>
            <a:off x="435356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255313032" name="Text Placeholder 11"/>
          <p:cNvSpPr>
            <a:spLocks noGrp="1"/>
          </p:cNvSpPr>
          <p:nvPr>
            <p:ph type="body" sz="quarter" idx="22"/>
          </p:nvPr>
        </p:nvSpPr>
        <p:spPr bwMode="auto">
          <a:xfrm>
            <a:off x="4374792" y="4575104"/>
            <a:ext cx="3476891"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84811153" name="Text Placeholder 3"/>
          <p:cNvSpPr>
            <a:spLocks noGrp="1"/>
          </p:cNvSpPr>
          <p:nvPr>
            <p:ph type="body" sz="quarter" idx="33"/>
          </p:nvPr>
        </p:nvSpPr>
        <p:spPr bwMode="auto">
          <a:xfrm>
            <a:off x="4383855" y="4976442"/>
            <a:ext cx="347761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598220884" name="Picture Placeholder" descr="This photo is a 'placeholder' only. Drag or drop your photo here, or click and tap the center to insert a photo."/>
          <p:cNvSpPr>
            <a:spLocks noGrp="1"/>
          </p:cNvSpPr>
          <p:nvPr>
            <p:ph type="pic" sz="quarter" idx="21" hasCustomPrompt="1"/>
          </p:nvPr>
        </p:nvSpPr>
        <p:spPr bwMode="ltGray">
          <a:xfrm>
            <a:off x="8128000" y="1591309"/>
            <a:ext cx="3486092" cy="2684159"/>
          </a:xfrm>
          <a:prstGeom prst="rect">
            <a:avLst/>
          </a:prstGeom>
          <a:solidFill>
            <a:srgbClr val="F4F4F7"/>
          </a:solidFill>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242452521" name="Text Placeholder 11"/>
          <p:cNvSpPr>
            <a:spLocks noGrp="1"/>
          </p:cNvSpPr>
          <p:nvPr>
            <p:ph type="body" sz="quarter" idx="24"/>
          </p:nvPr>
        </p:nvSpPr>
        <p:spPr bwMode="auto">
          <a:xfrm>
            <a:off x="8133626" y="4571913"/>
            <a:ext cx="3485370" cy="187857"/>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038035168" name="Text Placeholder 3"/>
          <p:cNvSpPr>
            <a:spLocks noGrp="1"/>
          </p:cNvSpPr>
          <p:nvPr>
            <p:ph type="body" sz="quarter" idx="34"/>
          </p:nvPr>
        </p:nvSpPr>
        <p:spPr bwMode="auto">
          <a:xfrm>
            <a:off x="8128000" y="4973784"/>
            <a:ext cx="3486092" cy="156547"/>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77604160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129625775"/>
      </p:ext>
    </p:extLst>
  </p:cSld>
  <p:clrMapOvr>
    <a:overrideClrMapping bg1="lt1" tx1="dk1" bg2="lt2" tx2="dk2" accent1="accent1" accent2="accent2" accent3="accent3" accent4="accent4" accent5="accent5" accent6="accent6" hlink="hlink" folHlink="folHlink"/>
  </p:clrMapOvr>
</p:sldLayout>
</file>

<file path=ppt/slideLayouts/slideLayout579.xml><?xml version="1.0" encoding="utf-8"?>
<p:sldLayout xmlns:a="http://schemas.openxmlformats.org/drawingml/2006/main" xmlns:r="http://schemas.openxmlformats.org/officeDocument/2006/relationships" xmlns:p="http://schemas.openxmlformats.org/presentationml/2006/main" showMasterPhAnim="0" userDrawn="1">
  <p:cSld name="1_Four photos_with Captions">
    <p:bg>
      <p:bgRef idx="1001">
        <a:schemeClr val="bg1"/>
      </p:bgRef>
    </p:bg>
    <p:spTree>
      <p:nvGrpSpPr>
        <p:cNvPr id="1" name=""/>
        <p:cNvGrpSpPr/>
        <p:nvPr/>
      </p:nvGrpSpPr>
      <p:grpSpPr bwMode="auto">
        <a:xfrm>
          <a:off x="0" y="0"/>
          <a:ext cx="0" cy="0"/>
          <a:chOff x="0" y="0"/>
          <a:chExt cx="0" cy="0"/>
        </a:xfrm>
      </p:grpSpPr>
      <p:sp>
        <p:nvSpPr>
          <p:cNvPr id="1546189114"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720836580" name="Picture Placeholder" descr="This photo is a 'placeholder' only. Drag or drop your photo here, or click and tap the center to insert a photo."/>
          <p:cNvSpPr>
            <a:spLocks noGrp="1"/>
          </p:cNvSpPr>
          <p:nvPr>
            <p:ph type="pic" sz="quarter" idx="19"/>
          </p:nvPr>
        </p:nvSpPr>
        <p:spPr bwMode="ltGray">
          <a:xfrm>
            <a:off x="5842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799176473" name="Text Placeholder 11"/>
          <p:cNvSpPr>
            <a:spLocks noGrp="1"/>
          </p:cNvSpPr>
          <p:nvPr>
            <p:ph type="body" sz="quarter" idx="16"/>
          </p:nvPr>
        </p:nvSpPr>
        <p:spPr bwMode="auto">
          <a:xfrm>
            <a:off x="584200" y="4575104"/>
            <a:ext cx="2535699"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939112466" name="Text Placeholder 3"/>
          <p:cNvSpPr>
            <a:spLocks noGrp="1"/>
          </p:cNvSpPr>
          <p:nvPr>
            <p:ph type="body" sz="quarter" idx="15"/>
          </p:nvPr>
        </p:nvSpPr>
        <p:spPr bwMode="auto">
          <a:xfrm>
            <a:off x="586390"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43936996" name="Picture Placeholder" descr="This photo is a 'placeholder' only. Drag or drop your photo here, or click and tap the center to insert a photo."/>
          <p:cNvSpPr>
            <a:spLocks noGrp="1"/>
          </p:cNvSpPr>
          <p:nvPr>
            <p:ph type="pic" sz="quarter" idx="29"/>
          </p:nvPr>
        </p:nvSpPr>
        <p:spPr bwMode="ltGray">
          <a:xfrm>
            <a:off x="34290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2111524050" name="Text Placeholder 11"/>
          <p:cNvSpPr>
            <a:spLocks noGrp="1"/>
          </p:cNvSpPr>
          <p:nvPr>
            <p:ph type="body" sz="quarter" idx="22"/>
          </p:nvPr>
        </p:nvSpPr>
        <p:spPr bwMode="auto">
          <a:xfrm>
            <a:off x="3413125"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117746183" name="Text Placeholder 3"/>
          <p:cNvSpPr>
            <a:spLocks noGrp="1"/>
          </p:cNvSpPr>
          <p:nvPr>
            <p:ph type="body" sz="quarter" idx="33"/>
          </p:nvPr>
        </p:nvSpPr>
        <p:spPr bwMode="auto">
          <a:xfrm>
            <a:off x="3422188"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164139734" name="Picture Placeholder" descr="This photo is a 'placeholder' only. Drag or drop your photo here, or click and tap the center to insert a photo."/>
          <p:cNvSpPr>
            <a:spLocks noGrp="1"/>
          </p:cNvSpPr>
          <p:nvPr>
            <p:ph type="pic" sz="quarter" idx="30"/>
          </p:nvPr>
        </p:nvSpPr>
        <p:spPr bwMode="ltGray">
          <a:xfrm>
            <a:off x="62484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1143914131" name="Text Placeholder 11"/>
          <p:cNvSpPr>
            <a:spLocks noGrp="1"/>
          </p:cNvSpPr>
          <p:nvPr>
            <p:ph type="body" sz="quarter" idx="24"/>
          </p:nvPr>
        </p:nvSpPr>
        <p:spPr bwMode="auto">
          <a:xfrm>
            <a:off x="6240462"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700130195" name="Text Placeholder 3"/>
          <p:cNvSpPr>
            <a:spLocks noGrp="1"/>
          </p:cNvSpPr>
          <p:nvPr>
            <p:ph type="body" sz="quarter" idx="34"/>
          </p:nvPr>
        </p:nvSpPr>
        <p:spPr bwMode="auto">
          <a:xfrm>
            <a:off x="6234836"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627617454" name="Picture Placeholder" descr="This photo is a 'placeholder' only. Drag or drop your photo here, or click and tap the center to insert a photo."/>
          <p:cNvSpPr>
            <a:spLocks noGrp="1"/>
          </p:cNvSpPr>
          <p:nvPr>
            <p:ph type="pic" sz="quarter" idx="31"/>
          </p:nvPr>
        </p:nvSpPr>
        <p:spPr bwMode="ltGray">
          <a:xfrm>
            <a:off x="90678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765483684" name="Text Placeholder 11"/>
          <p:cNvSpPr>
            <a:spLocks noGrp="1"/>
          </p:cNvSpPr>
          <p:nvPr>
            <p:ph type="body" sz="quarter" idx="26"/>
          </p:nvPr>
        </p:nvSpPr>
        <p:spPr bwMode="auto">
          <a:xfrm>
            <a:off x="9076259"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991125698" name="Text Placeholder 3"/>
          <p:cNvSpPr>
            <a:spLocks noGrp="1"/>
          </p:cNvSpPr>
          <p:nvPr>
            <p:ph type="body" sz="quarter" idx="35"/>
          </p:nvPr>
        </p:nvSpPr>
        <p:spPr bwMode="auto">
          <a:xfrm>
            <a:off x="9082208"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31105497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493938775"/>
      </p:ext>
    </p:extLst>
  </p:cSld>
  <p:clrMapOvr>
    <a:overrideClrMapping bg1="lt1" tx1="dk1" bg2="lt2" tx2="dk2" accent1="accent1" accent2="accent2" accent3="accent3" accent4="accent4" accent5="accent5" accent6="accent6" hlink="hlink" folHlink="folHlink"/>
  </p:clrMapOvr>
</p:sldLayout>
</file>

<file path=ppt/slideLayouts/slideLayout580.xml><?xml version="1.0" encoding="utf-8"?>
<p:sldLayout xmlns:a="http://schemas.openxmlformats.org/drawingml/2006/main" xmlns:r="http://schemas.openxmlformats.org/officeDocument/2006/relationships" xmlns:p="http://schemas.openxmlformats.org/presentationml/2006/main" showMasterPhAnim="0" preserve="1" userDrawn="1">
  <p:cSld name="Summary">
    <p:spTree>
      <p:nvGrpSpPr>
        <p:cNvPr id="1" name=""/>
        <p:cNvGrpSpPr/>
        <p:nvPr/>
      </p:nvGrpSpPr>
      <p:grpSpPr bwMode="auto">
        <a:xfrm>
          <a:off x="0" y="0"/>
          <a:ext cx="0" cy="0"/>
          <a:chOff x="0" y="0"/>
          <a:chExt cx="0" cy="0"/>
        </a:xfrm>
      </p:grpSpPr>
      <p:sp>
        <p:nvSpPr>
          <p:cNvPr id="768270435"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253314113" name="Footer Placeholder 10"/>
          <p:cNvSpPr>
            <a:spLocks noGrp="1"/>
          </p:cNvSpPr>
          <p:nvPr>
            <p:ph type="ftr" sz="quarter" idx="3"/>
          </p:nvPr>
        </p:nvSpPr>
        <p:spPr bwMode="auto">
          <a:xfrm>
            <a:off x="43561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837872822" name="Rectangle: Single Corner Rounded 5"/>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400">
              <a:gradFill>
                <a:gsLst>
                  <a:gs pos="0">
                    <a:srgbClr val="FFFFFF"/>
                  </a:gs>
                  <a:gs pos="100000">
                    <a:srgbClr val="FFFFFF"/>
                  </a:gs>
                </a:gsLst>
                <a:lin ang="5400000" scaled="0"/>
              </a:gradFill>
              <a:ea typeface="Segoe UI"/>
              <a:cs typeface="Segoe UI"/>
            </a:endParaRPr>
          </a:p>
        </p:txBody>
      </p:sp>
      <p:sp>
        <p:nvSpPr>
          <p:cNvPr id="1019085063" name="Text Placeholder 11"/>
          <p:cNvSpPr>
            <a:spLocks noGrp="1"/>
          </p:cNvSpPr>
          <p:nvPr>
            <p:ph type="body" sz="quarter" idx="17"/>
          </p:nvPr>
        </p:nvSpPr>
        <p:spPr bwMode="auto">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707389994" name="Text Placeholder 3"/>
          <p:cNvSpPr>
            <a:spLocks noGrp="1"/>
          </p:cNvSpPr>
          <p:nvPr>
            <p:ph type="body" sz="quarter" idx="35"/>
          </p:nvPr>
        </p:nvSpPr>
        <p:spPr bwMode="auto">
          <a:xfrm>
            <a:off x="4358229" y="2578100"/>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520178065" name="Text Placeholder 11"/>
          <p:cNvSpPr>
            <a:spLocks noGrp="1"/>
          </p:cNvSpPr>
          <p:nvPr>
            <p:ph type="body" sz="quarter" idx="34"/>
          </p:nvPr>
        </p:nvSpPr>
        <p:spPr bwMode="auto">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Tree>
    <p:extLst>
      <p:ext uri="{BB962C8B-B14F-4D97-AF65-F5344CB8AC3E}">
        <p14:creationId xmlns:p14="http://schemas.microsoft.com/office/powerpoint/2010/main" val="3921802716"/>
      </p:ext>
    </p:extLst>
  </p:cSld>
  <p:clrMapOvr>
    <a:masterClrMapping/>
  </p:clrMapOvr>
</p:sldLayout>
</file>

<file path=ppt/slideLayouts/slideLayout581.xml><?xml version="1.0" encoding="utf-8"?>
<p:sldLayout xmlns:a="http://schemas.openxmlformats.org/drawingml/2006/main" xmlns:r="http://schemas.openxmlformats.org/officeDocument/2006/relationships" xmlns:p="http://schemas.openxmlformats.org/presentationml/2006/main" showMasterPhAnim="0" preserve="1" userDrawn="1">
  <p:cSld name="2-column_Callout_with Image">
    <p:bg>
      <p:bgRef idx="1001">
        <a:schemeClr val="bg1"/>
      </p:bgRef>
    </p:bg>
    <p:spTree>
      <p:nvGrpSpPr>
        <p:cNvPr id="1" name=""/>
        <p:cNvGrpSpPr/>
        <p:nvPr/>
      </p:nvGrpSpPr>
      <p:grpSpPr bwMode="auto">
        <a:xfrm>
          <a:off x="0" y="0"/>
          <a:ext cx="0" cy="0"/>
          <a:chOff x="0" y="0"/>
          <a:chExt cx="0" cy="0"/>
        </a:xfrm>
      </p:grpSpPr>
      <p:sp>
        <p:nvSpPr>
          <p:cNvPr id="595771391" name="Footer Placeholder 10"/>
          <p:cNvSpPr>
            <a:spLocks noGrp="1"/>
          </p:cNvSpPr>
          <p:nvPr>
            <p:ph type="ftr" sz="quarter" idx="3"/>
          </p:nvPr>
        </p:nvSpPr>
        <p:spPr bwMode="auto">
          <a:xfrm>
            <a:off x="40640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62601660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83613292" name="Picture Placeholder" descr="This photo is a 'placeholder' only. Drag or drop your photo here, or click and tap the center to insert a photo."/>
          <p:cNvSpPr>
            <a:spLocks noGrp="1"/>
          </p:cNvSpPr>
          <p:nvPr>
            <p:ph type="pic" sz="quarter" idx="20" hasCustomPrompt="1"/>
          </p:nvPr>
        </p:nvSpPr>
        <p:spPr bwMode="ltGray">
          <a:xfrm>
            <a:off x="4064000" y="1292233"/>
            <a:ext cx="7535862" cy="3279767"/>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982694457" name="Text Placeholder 11"/>
          <p:cNvSpPr>
            <a:spLocks noGrp="1"/>
          </p:cNvSpPr>
          <p:nvPr>
            <p:ph type="body" sz="quarter" idx="22"/>
          </p:nvPr>
        </p:nvSpPr>
        <p:spPr bwMode="auto">
          <a:xfrm>
            <a:off x="4064000" y="4830309"/>
            <a:ext cx="7535862" cy="184666"/>
          </a:xfrm>
          <a:prstGeom prst="rect">
            <a:avLst/>
          </a:prstGeom>
        </p:spPr>
        <p:txBody>
          <a:bodyPr anchor="t"/>
          <a:lstStyle>
            <a:lvl1pPr marL="0" indent="0">
              <a:spcBef>
                <a:spcPts val="0"/>
              </a:spcBef>
              <a:buNone/>
              <a:defRPr sz="1200">
                <a:solidFill>
                  <a:schemeClr val="tx1"/>
                </a:solidFill>
                <a:latin typeface="+mj-lt"/>
              </a:defRPr>
            </a:lvl1pPr>
          </a:lstStyle>
          <a:p>
            <a:pPr lvl="0">
              <a:defRPr/>
            </a:pPr>
            <a:r>
              <a:rPr lang="en-US"/>
              <a:t>Click to edit Master text styles</a:t>
            </a:r>
            <a:endParaRPr/>
          </a:p>
        </p:txBody>
      </p:sp>
      <p:sp>
        <p:nvSpPr>
          <p:cNvPr id="1692801070" name="Text Placeholder 3"/>
          <p:cNvSpPr>
            <a:spLocks noGrp="1"/>
          </p:cNvSpPr>
          <p:nvPr>
            <p:ph type="body" sz="quarter" idx="33"/>
          </p:nvPr>
        </p:nvSpPr>
        <p:spPr bwMode="auto">
          <a:xfrm>
            <a:off x="4073063" y="5231647"/>
            <a:ext cx="752680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943337471" name="Rectangle: Single Corner Rounded 4"/>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400">
              <a:gradFill>
                <a:gsLst>
                  <a:gs pos="0">
                    <a:srgbClr val="FFFFFF"/>
                  </a:gs>
                  <a:gs pos="100000">
                    <a:srgbClr val="FFFFFF"/>
                  </a:gs>
                </a:gsLst>
                <a:lin ang="5400000" scaled="0"/>
              </a:gradFill>
              <a:ea typeface="Segoe UI"/>
              <a:cs typeface="Segoe UI"/>
            </a:endParaRPr>
          </a:p>
        </p:txBody>
      </p:sp>
      <p:sp>
        <p:nvSpPr>
          <p:cNvPr id="1459133908" name="Text Placeholder 11"/>
          <p:cNvSpPr>
            <a:spLocks noGrp="1"/>
          </p:cNvSpPr>
          <p:nvPr>
            <p:ph type="body" sz="quarter" idx="34"/>
          </p:nvPr>
        </p:nvSpPr>
        <p:spPr bwMode="auto">
          <a:xfrm>
            <a:off x="588262" y="2210101"/>
            <a:ext cx="2113253" cy="492443"/>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Tree>
    <p:extLst>
      <p:ext uri="{BB962C8B-B14F-4D97-AF65-F5344CB8AC3E}">
        <p14:creationId xmlns:p14="http://schemas.microsoft.com/office/powerpoint/2010/main" val="224582391"/>
      </p:ext>
    </p:extLst>
  </p:cSld>
  <p:clrMapOvr>
    <a:overrideClrMapping bg1="lt1" tx1="dk1" bg2="lt2" tx2="dk2" accent1="accent1" accent2="accent2" accent3="accent3" accent4="accent4" accent5="accent5" accent6="accent6" hlink="hlink" folHlink="folHlink"/>
  </p:clrMapOvr>
</p:sldLayout>
</file>

<file path=ppt/slideLayouts/slideLayout582.xml><?xml version="1.0" encoding="utf-8"?>
<p:sldLayout xmlns:a="http://schemas.openxmlformats.org/drawingml/2006/main" xmlns:r="http://schemas.openxmlformats.org/officeDocument/2006/relationships" xmlns:p="http://schemas.openxmlformats.org/presentationml/2006/main" showMasterPhAnim="0" preserve="1" userDrawn="1">
  <p:cSld name="Learn Clickdown">
    <p:bg>
      <p:bgPr>
        <a:blipFill rotWithShape="1">
          <a:blip r:embed="rId2">
            <a:lum/>
          </a:blip>
          <a:stretch/>
        </a:blipFill>
        <a:effectLst/>
      </p:bgPr>
    </p:bg>
    <p:spTree>
      <p:nvGrpSpPr>
        <p:cNvPr id="1" name=""/>
        <p:cNvGrpSpPr/>
        <p:nvPr/>
      </p:nvGrpSpPr>
      <p:grpSpPr bwMode="auto">
        <a:xfrm>
          <a:off x="0" y="0"/>
          <a:ext cx="0" cy="0"/>
          <a:chOff x="0" y="0"/>
          <a:chExt cx="0" cy="0"/>
        </a:xfrm>
      </p:grpSpPr>
      <p:sp>
        <p:nvSpPr>
          <p:cNvPr id="1030386818" name="Rectangle 5"/>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400">
              <a:gradFill>
                <a:gsLst>
                  <a:gs pos="0">
                    <a:srgbClr val="FFFFFF"/>
                  </a:gs>
                  <a:gs pos="100000">
                    <a:srgbClr val="FFFFFF"/>
                  </a:gs>
                </a:gsLst>
                <a:lin ang="5400000" scaled="0"/>
              </a:gradFill>
              <a:ea typeface="Segoe UI"/>
              <a:cs typeface="Segoe UI"/>
            </a:endParaRPr>
          </a:p>
        </p:txBody>
      </p:sp>
      <p:sp>
        <p:nvSpPr>
          <p:cNvPr id="1238426571" name="Rectangle: Top Corners Rounded 1"/>
          <p:cNvSpPr/>
          <p:nvPr userDrawn="1"/>
        </p:nvSpPr>
        <p:spPr bwMode="auto">
          <a:xfrm rot="16199998"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a:lnSpc>
                <a:spcPct val="100000"/>
              </a:lnSpc>
              <a:spcBef>
                <a:spcPts val="0"/>
              </a:spcBef>
              <a:spcAft>
                <a:spcPts val="0"/>
              </a:spcAft>
              <a:buClrTx/>
              <a:buSzTx/>
              <a:buFontTx/>
              <a:buNone/>
              <a:defRPr/>
            </a:pPr>
            <a:endParaRPr lang="en-US" sz="2000" b="0" i="0" u="none" strike="noStrike" cap="none" spc="0" baseline="30000">
              <a:ln>
                <a:noFill/>
              </a:ln>
              <a:solidFill>
                <a:srgbClr val="FFFFFF"/>
              </a:solidFill>
              <a:latin typeface="Segoe UI"/>
              <a:ea typeface="+mn-ea"/>
              <a:cs typeface="+mn-cs"/>
            </a:endParaRPr>
          </a:p>
        </p:txBody>
      </p:sp>
      <p:pic>
        <p:nvPicPr>
          <p:cNvPr id="1168901506" name="Picture 2"/>
          <p:cNvPicPr>
            <a:picLocks noChangeAspect="1"/>
          </p:cNvPicPr>
          <p:nvPr userDrawn="1"/>
        </p:nvPicPr>
        <p:blipFill rotWithShape="1">
          <a:blip r:embed="rId3"/>
          <a:srcRect l="15" r="15210"/>
          <a:stretch/>
        </p:blipFill>
        <p:spPr bwMode="auto">
          <a:xfrm>
            <a:off x="7458887" y="1759165"/>
            <a:ext cx="4737876" cy="3870680"/>
          </a:xfrm>
          <a:prstGeom prst="rect">
            <a:avLst/>
          </a:prstGeom>
          <a:noFill/>
          <a:ln w="38100">
            <a:noFill/>
          </a:ln>
          <a:effectLst/>
        </p:spPr>
      </p:pic>
      <p:sp>
        <p:nvSpPr>
          <p:cNvPr id="1878445751" name="Picture Placeholder" descr="This photo is a 'placeholder' only. Drag or drop your photo here, or click and tap the center to insert a photo."/>
          <p:cNvSpPr>
            <a:spLocks noGrp="1"/>
          </p:cNvSpPr>
          <p:nvPr>
            <p:ph type="pic" sz="quarter" idx="20" hasCustomPrompt="1"/>
          </p:nvPr>
        </p:nvSpPr>
        <p:spPr bwMode="ltGray">
          <a:xfrm>
            <a:off x="7724774"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website screenshot here or click or tap icon below to insert</a:t>
            </a:r>
            <a:endParaRPr/>
          </a:p>
          <a:p>
            <a:pPr>
              <a:defRPr/>
            </a:pPr>
            <a:endParaRPr lang="en-US"/>
          </a:p>
          <a:p>
            <a:pPr>
              <a:defRPr/>
            </a:pPr>
            <a:endParaRPr lang="en-US"/>
          </a:p>
        </p:txBody>
      </p:sp>
      <p:sp>
        <p:nvSpPr>
          <p:cNvPr id="862416987" name="Title 1"/>
          <p:cNvSpPr>
            <a:spLocks noGrp="1"/>
          </p:cNvSpPr>
          <p:nvPr>
            <p:ph type="title"/>
          </p:nvPr>
        </p:nvSpPr>
        <p:spPr bwMode="auto">
          <a:xfrm>
            <a:off x="588262" y="585216"/>
            <a:ext cx="5652201"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015169158" name="Text Placeholder 11"/>
          <p:cNvSpPr>
            <a:spLocks noGrp="1"/>
          </p:cNvSpPr>
          <p:nvPr>
            <p:ph type="body" sz="quarter" idx="16"/>
          </p:nvPr>
        </p:nvSpPr>
        <p:spPr bwMode="auto">
          <a:xfrm>
            <a:off x="584199" y="1594155"/>
            <a:ext cx="5654573"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1924030840" name="Text Placeholder 3"/>
          <p:cNvSpPr>
            <a:spLocks noGrp="1"/>
          </p:cNvSpPr>
          <p:nvPr>
            <p:ph type="body" sz="quarter" idx="15"/>
          </p:nvPr>
        </p:nvSpPr>
        <p:spPr bwMode="auto">
          <a:xfrm>
            <a:off x="586388" y="2085764"/>
            <a:ext cx="565220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31159353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360990073"/>
      </p:ext>
    </p:extLst>
  </p:cSld>
  <p:clrMapOvr>
    <a:masterClrMapping/>
  </p:clrMapOvr>
</p:sldLayout>
</file>

<file path=ppt/slideLayouts/slideLayout583.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
    <p:spTree>
      <p:nvGrpSpPr>
        <p:cNvPr id="1" name=""/>
        <p:cNvGrpSpPr/>
        <p:nvPr/>
      </p:nvGrpSpPr>
      <p:grpSpPr bwMode="auto">
        <a:xfrm>
          <a:off x="0" y="0"/>
          <a:ext cx="0" cy="0"/>
          <a:chOff x="0" y="0"/>
          <a:chExt cx="0" cy="0"/>
        </a:xfrm>
      </p:grpSpPr>
      <p:sp>
        <p:nvSpPr>
          <p:cNvPr id="502082967"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74675800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575279396"/>
      </p:ext>
    </p:extLst>
  </p:cSld>
  <p:clrMapOvr>
    <a:masterClrMapping/>
  </p:clrMapOvr>
</p:sldLayout>
</file>

<file path=ppt/slideLayouts/slideLayout584.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_Off-white">
    <p:bg>
      <p:bgPr>
        <a:solidFill>
          <a:srgbClr val="F4F3F5"/>
        </a:solidFill>
        <a:effectLst/>
      </p:bgPr>
    </p:bg>
    <p:spTree>
      <p:nvGrpSpPr>
        <p:cNvPr id="1" name=""/>
        <p:cNvGrpSpPr/>
        <p:nvPr/>
      </p:nvGrpSpPr>
      <p:grpSpPr bwMode="auto">
        <a:xfrm>
          <a:off x="0" y="0"/>
          <a:ext cx="0" cy="0"/>
          <a:chOff x="0" y="0"/>
          <a:chExt cx="0" cy="0"/>
        </a:xfrm>
      </p:grpSpPr>
      <p:sp>
        <p:nvSpPr>
          <p:cNvPr id="92150248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82979528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842525663"/>
      </p:ext>
    </p:extLst>
  </p:cSld>
  <p:clrMapOvr>
    <a:masterClrMapping/>
  </p:clrMapOvr>
</p:sldLayout>
</file>

<file path=ppt/slideLayouts/slideLayout585.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_WmGray">
    <p:bg>
      <p:bgPr>
        <a:solidFill>
          <a:srgbClr val="E8E6DF"/>
        </a:solidFill>
        <a:effectLst/>
      </p:bgPr>
    </p:bg>
    <p:spTree>
      <p:nvGrpSpPr>
        <p:cNvPr id="1" name=""/>
        <p:cNvGrpSpPr/>
        <p:nvPr/>
      </p:nvGrpSpPr>
      <p:grpSpPr bwMode="auto">
        <a:xfrm>
          <a:off x="0" y="0"/>
          <a:ext cx="0" cy="0"/>
          <a:chOff x="0" y="0"/>
          <a:chExt cx="0" cy="0"/>
        </a:xfrm>
      </p:grpSpPr>
      <p:sp>
        <p:nvSpPr>
          <p:cNvPr id="172598553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4484084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314065578"/>
      </p:ext>
    </p:extLst>
  </p:cSld>
  <p:clrMapOvr>
    <a:masterClrMapping/>
  </p:clrMapOvr>
</p:sldLayout>
</file>

<file path=ppt/slideLayouts/slideLayout586.xml><?xml version="1.0" encoding="utf-8"?>
<p:sldLayout xmlns:a="http://schemas.openxmlformats.org/drawingml/2006/main" xmlns:r="http://schemas.openxmlformats.org/officeDocument/2006/relationships" xmlns:p="http://schemas.openxmlformats.org/presentationml/2006/main" showMasterPhAnim="0" preserve="1" userDrawn="1">
  <p:cSld name="1-column container">
    <p:spTree>
      <p:nvGrpSpPr>
        <p:cNvPr id="1" name=""/>
        <p:cNvGrpSpPr/>
        <p:nvPr/>
      </p:nvGrpSpPr>
      <p:grpSpPr bwMode="auto">
        <a:xfrm>
          <a:off x="0" y="0"/>
          <a:ext cx="0" cy="0"/>
          <a:chOff x="0" y="0"/>
          <a:chExt cx="0" cy="0"/>
        </a:xfrm>
      </p:grpSpPr>
      <p:sp>
        <p:nvSpPr>
          <p:cNvPr id="1044110014"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95007121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997531590" name="Rounded Rectangle 3_1"/>
          <p:cNvSpPr/>
          <p:nvPr userDrawn="1"/>
        </p:nvSpPr>
        <p:spPr bwMode="auto">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ts val="0"/>
              </a:spcBef>
              <a:spcAft>
                <a:spcPts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543182725" name="Text Placeholder 11"/>
          <p:cNvSpPr>
            <a:spLocks noGrp="1"/>
          </p:cNvSpPr>
          <p:nvPr>
            <p:ph type="body" sz="quarter" idx="17"/>
          </p:nvPr>
        </p:nvSpPr>
        <p:spPr bwMode="auto">
          <a:xfrm>
            <a:off x="1235075" y="1771955"/>
            <a:ext cx="8778782" cy="246221"/>
          </a:xfrm>
          <a:prstGeom prst="rect">
            <a:avLst/>
          </a:prstGeom>
        </p:spPr>
        <p:txBody>
          <a:bodyPr anchor="t"/>
          <a:lstStyle>
            <a:lvl1pPr marL="0" indent="0">
              <a:spcBef>
                <a:spcPts val="0"/>
              </a:spcBef>
              <a:buNone/>
              <a:defRPr sz="1600">
                <a:solidFill>
                  <a:schemeClr val="tx1"/>
                </a:solidFill>
                <a:latin typeface="+mj-lt"/>
              </a:defRPr>
            </a:lvl1pPr>
          </a:lstStyle>
          <a:p>
            <a:pPr lvl="0">
              <a:defRPr/>
            </a:pPr>
            <a:r>
              <a:rPr lang="en-US"/>
              <a:t>Click to edit Master text styles</a:t>
            </a:r>
            <a:endParaRPr/>
          </a:p>
        </p:txBody>
      </p:sp>
      <p:sp>
        <p:nvSpPr>
          <p:cNvPr id="932969303" name="Text Placeholder 3"/>
          <p:cNvSpPr>
            <a:spLocks noGrp="1"/>
          </p:cNvSpPr>
          <p:nvPr>
            <p:ph type="body" sz="quarter" idx="15"/>
          </p:nvPr>
        </p:nvSpPr>
        <p:spPr bwMode="auto">
          <a:xfrm>
            <a:off x="1237265" y="2263564"/>
            <a:ext cx="87750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Tree>
    <p:extLst>
      <p:ext uri="{BB962C8B-B14F-4D97-AF65-F5344CB8AC3E}">
        <p14:creationId xmlns:p14="http://schemas.microsoft.com/office/powerpoint/2010/main" val="3231556582"/>
      </p:ext>
    </p:extLst>
  </p:cSld>
  <p:clrMapOvr>
    <a:masterClrMapping/>
  </p:clrMapOvr>
</p:sldLayout>
</file>

<file path=ppt/slideLayouts/slideLayout587.xml><?xml version="1.0" encoding="utf-8"?>
<p:sldLayout xmlns:a="http://schemas.openxmlformats.org/drawingml/2006/main" xmlns:r="http://schemas.openxmlformats.org/officeDocument/2006/relationships" xmlns:p="http://schemas.openxmlformats.org/presentationml/2006/main" showMasterPhAnim="0" preserve="1" userDrawn="1">
  <p:cSld name="Knowledge Check">
    <p:spTree>
      <p:nvGrpSpPr>
        <p:cNvPr id="1" name=""/>
        <p:cNvGrpSpPr/>
        <p:nvPr/>
      </p:nvGrpSpPr>
      <p:grpSpPr bwMode="auto">
        <a:xfrm>
          <a:off x="0" y="0"/>
          <a:ext cx="0" cy="0"/>
          <a:chOff x="0" y="0"/>
          <a:chExt cx="0" cy="0"/>
        </a:xfrm>
      </p:grpSpPr>
      <p:sp>
        <p:nvSpPr>
          <p:cNvPr id="905831755"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10672108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2106689262" name="Rounded Rectangle 3_1"/>
          <p:cNvSpPr/>
          <p:nvPr userDrawn="1"/>
        </p:nvSpPr>
        <p:spPr bwMode="auto">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ts val="0"/>
              </a:spcBef>
              <a:spcAft>
                <a:spcPts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1156027656" name="Text Placeholder 11"/>
          <p:cNvSpPr>
            <a:spLocks noGrp="1"/>
          </p:cNvSpPr>
          <p:nvPr>
            <p:ph type="body" sz="quarter" idx="17"/>
          </p:nvPr>
        </p:nvSpPr>
        <p:spPr bwMode="auto">
          <a:xfrm>
            <a:off x="1235075" y="1594151"/>
            <a:ext cx="8778782" cy="399973"/>
          </a:xfrm>
          <a:prstGeom prst="rect">
            <a:avLst/>
          </a:prstGeom>
        </p:spPr>
        <p:txBody>
          <a:bodyPr anchor="t"/>
          <a:lstStyle>
            <a:lvl1pPr marL="0" indent="0">
              <a:spcBef>
                <a:spcPts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99825634" name="Text Placeholder 3"/>
          <p:cNvSpPr>
            <a:spLocks noGrp="1"/>
          </p:cNvSpPr>
          <p:nvPr>
            <p:ph type="body" sz="quarter" idx="15"/>
          </p:nvPr>
        </p:nvSpPr>
        <p:spPr bwMode="auto">
          <a:xfrm>
            <a:off x="1237265" y="1994124"/>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grpSp>
        <p:nvGrpSpPr>
          <p:cNvPr id="1671809890" name="Group 6"/>
          <p:cNvGrpSpPr/>
          <p:nvPr userDrawn="1"/>
        </p:nvGrpSpPr>
        <p:grpSpPr bwMode="auto">
          <a:xfrm>
            <a:off x="10107938" y="893763"/>
            <a:ext cx="1110600" cy="1110600"/>
            <a:chOff x="5540700" y="2116300"/>
            <a:chExt cx="1110600" cy="1110600"/>
          </a:xfrm>
        </p:grpSpPr>
        <p:sp>
          <p:nvSpPr>
            <p:cNvPr id="8" name="Oval 7"/>
            <p:cNvSpPr/>
            <p:nvPr/>
          </p:nvSpPr>
          <p:spPr bwMode="auto">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a:lnSpc>
                  <a:spcPct val="100000"/>
                </a:lnSpc>
                <a:spcBef>
                  <a:spcPts val="0"/>
                </a:spcBef>
                <a:spcAft>
                  <a:spcPts val="0"/>
                </a:spcAft>
                <a:buClrTx/>
                <a:buSzTx/>
                <a:buFontTx/>
                <a:buNone/>
                <a:defRPr/>
              </a:pPr>
              <a:endParaRPr lang="en-US" sz="1800" b="0" i="0" u="none" strike="noStrike" cap="none" spc="0">
                <a:ln>
                  <a:noFill/>
                </a:ln>
                <a:solidFill>
                  <a:srgbClr val="FFFFFF"/>
                </a:solidFill>
                <a:latin typeface="Segoe UI"/>
                <a:ea typeface="+mn-ea"/>
                <a:cs typeface="+mn-cs"/>
              </a:endParaRPr>
            </a:p>
          </p:txBody>
        </p:sp>
        <p:pic>
          <p:nvPicPr>
            <p:cNvPr id="9" name="Picture 8"/>
            <p:cNvPicPr/>
            <p:nvPr/>
          </p:nvPicPr>
          <p:blipFill rotWithShape="1">
            <a:blip r:embed="rId2"/>
            <a:stretch/>
          </p:blipFill>
          <p:spPr bwMode="auto">
            <a:xfrm>
              <a:off x="5749602" y="2325202"/>
              <a:ext cx="692796" cy="692796"/>
            </a:xfrm>
            <a:prstGeom prst="rect">
              <a:avLst/>
            </a:prstGeom>
            <a:noFill/>
          </p:spPr>
        </p:pic>
      </p:grpSp>
      <p:sp>
        <p:nvSpPr>
          <p:cNvPr id="1011243955" name="Text Placeholder 11"/>
          <p:cNvSpPr>
            <a:spLocks noGrp="1"/>
          </p:cNvSpPr>
          <p:nvPr>
            <p:ph type="body" sz="quarter" idx="20"/>
          </p:nvPr>
        </p:nvSpPr>
        <p:spPr bwMode="auto">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defRPr/>
            </a:pPr>
            <a:r>
              <a:rPr lang="en-US"/>
              <a:t>Click to edit Master text styles</a:t>
            </a:r>
            <a:endParaRPr/>
          </a:p>
        </p:txBody>
      </p:sp>
      <p:sp>
        <p:nvSpPr>
          <p:cNvPr id="688958295" name="Text Placeholder 3"/>
          <p:cNvSpPr>
            <a:spLocks noGrp="1"/>
          </p:cNvSpPr>
          <p:nvPr>
            <p:ph type="body" sz="quarter" idx="21"/>
          </p:nvPr>
        </p:nvSpPr>
        <p:spPr bwMode="auto">
          <a:xfrm>
            <a:off x="1237265" y="4898755"/>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730136423" name="Text Placeholder 11"/>
          <p:cNvSpPr>
            <a:spLocks noGrp="1"/>
          </p:cNvSpPr>
          <p:nvPr>
            <p:ph type="body" sz="quarter" idx="22"/>
          </p:nvPr>
        </p:nvSpPr>
        <p:spPr bwMode="auto">
          <a:xfrm>
            <a:off x="1235075" y="3042690"/>
            <a:ext cx="8778782" cy="406323"/>
          </a:xfrm>
          <a:prstGeom prst="rect">
            <a:avLst/>
          </a:prstGeom>
        </p:spPr>
        <p:txBody>
          <a:bodyPr anchor="t"/>
          <a:lstStyle>
            <a:lvl1pPr marL="0" indent="0">
              <a:spcBef>
                <a:spcPts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699684564" name="Text Placeholder 3"/>
          <p:cNvSpPr>
            <a:spLocks noGrp="1"/>
          </p:cNvSpPr>
          <p:nvPr>
            <p:ph type="body" sz="quarter" idx="23"/>
          </p:nvPr>
        </p:nvSpPr>
        <p:spPr bwMode="auto">
          <a:xfrm>
            <a:off x="1237265" y="3449013"/>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3186261176"/>
      </p:ext>
    </p:extLst>
  </p:cSld>
  <p:clrMapOvr>
    <a:masterClrMapping/>
  </p:clrMapOvr>
</p:sldLayout>
</file>

<file path=ppt/slideLayouts/slideLayout588.xml><?xml version="1.0" encoding="utf-8"?>
<p:sldLayout xmlns:a="http://schemas.openxmlformats.org/drawingml/2006/main" xmlns:r="http://schemas.openxmlformats.org/officeDocument/2006/relationships" xmlns:p="http://schemas.openxmlformats.org/presentationml/2006/main" showMasterPhAnim="0" preserve="1" userDrawn="1">
  <p:cSld name="LearningPath1_WmGray">
    <p:bg>
      <p:bgPr>
        <a:solidFill>
          <a:srgbClr val="E8E6DF"/>
        </a:solidFill>
        <a:effectLst/>
      </p:bgPr>
    </p:bg>
    <p:spTree>
      <p:nvGrpSpPr>
        <p:cNvPr id="1" name=""/>
        <p:cNvGrpSpPr/>
        <p:nvPr/>
      </p:nvGrpSpPr>
      <p:grpSpPr bwMode="auto">
        <a:xfrm>
          <a:off x="0" y="0"/>
          <a:ext cx="0" cy="0"/>
          <a:chOff x="0" y="0"/>
          <a:chExt cx="0" cy="0"/>
        </a:xfrm>
      </p:grpSpPr>
      <p:sp>
        <p:nvSpPr>
          <p:cNvPr id="111361647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01482708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4950859" name="Graphic 5"/>
          <p:cNvPicPr>
            <a:picLocks noChangeAspect="1"/>
          </p:cNvPicPr>
          <p:nvPr userDrawn="1"/>
        </p:nvPicPr>
        <p:blipFill rotWithShape="1">
          <a:blip r:embed="rId2"/>
          <a:stretch/>
        </p:blipFill>
        <p:spPr bwMode="auto">
          <a:xfrm>
            <a:off x="-1" y="2827846"/>
            <a:ext cx="12192001" cy="3035200"/>
          </a:xfrm>
          <a:prstGeom prst="rect">
            <a:avLst/>
          </a:prstGeom>
        </p:spPr>
      </p:pic>
    </p:spTree>
    <p:extLst>
      <p:ext uri="{BB962C8B-B14F-4D97-AF65-F5344CB8AC3E}">
        <p14:creationId xmlns:p14="http://schemas.microsoft.com/office/powerpoint/2010/main" val="175018743"/>
      </p:ext>
    </p:extLst>
  </p:cSld>
  <p:clrMapOvr>
    <a:masterClrMapping/>
  </p:clrMapOvr>
</p:sldLayout>
</file>

<file path=ppt/slideLayouts/slideLayout589.xml><?xml version="1.0" encoding="utf-8"?>
<p:sldLayout xmlns:a="http://schemas.openxmlformats.org/drawingml/2006/main" xmlns:r="http://schemas.openxmlformats.org/officeDocument/2006/relationships" xmlns:p="http://schemas.openxmlformats.org/presentationml/2006/main" showMasterPhAnim="0" preserve="1" userDrawn="1">
  <p:cSld name="LearningPath3_OffWhite">
    <p:bg>
      <p:bgPr>
        <a:solidFill>
          <a:srgbClr val="F4F3F5"/>
        </a:solidFill>
        <a:effectLst/>
      </p:bgPr>
    </p:bg>
    <p:spTree>
      <p:nvGrpSpPr>
        <p:cNvPr id="1" name=""/>
        <p:cNvGrpSpPr/>
        <p:nvPr/>
      </p:nvGrpSpPr>
      <p:grpSpPr bwMode="auto">
        <a:xfrm>
          <a:off x="0" y="0"/>
          <a:ext cx="0" cy="0"/>
          <a:chOff x="0" y="0"/>
          <a:chExt cx="0" cy="0"/>
        </a:xfrm>
      </p:grpSpPr>
      <p:sp>
        <p:nvSpPr>
          <p:cNvPr id="674374095"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1924485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411604731" name="Graphic 4"/>
          <p:cNvPicPr>
            <a:picLocks noChangeAspect="1"/>
          </p:cNvPicPr>
          <p:nvPr userDrawn="1"/>
        </p:nvPicPr>
        <p:blipFill rotWithShape="1">
          <a:blip r:embed="rId2"/>
          <a:stretch/>
        </p:blipFill>
        <p:spPr bwMode="auto">
          <a:xfrm>
            <a:off x="-1" y="3144660"/>
            <a:ext cx="12192001" cy="3035200"/>
          </a:xfrm>
          <a:prstGeom prst="rect">
            <a:avLst/>
          </a:prstGeom>
        </p:spPr>
      </p:pic>
    </p:spTree>
    <p:extLst>
      <p:ext uri="{BB962C8B-B14F-4D97-AF65-F5344CB8AC3E}">
        <p14:creationId xmlns:p14="http://schemas.microsoft.com/office/powerpoint/2010/main" val="54654232"/>
      </p:ext>
    </p:extLst>
  </p:cSld>
  <p:clrMapOvr>
    <a:masterClrMapping/>
  </p:clrMapOvr>
</p:sldLayout>
</file>

<file path=ppt/slideLayouts/slideLayout590.xml><?xml version="1.0" encoding="utf-8"?>
<p:sldLayout xmlns:a="http://schemas.openxmlformats.org/drawingml/2006/main" xmlns:r="http://schemas.openxmlformats.org/officeDocument/2006/relationships" xmlns:p="http://schemas.openxmlformats.org/presentationml/2006/main" showMasterPhAnim="0" preserve="1" userDrawn="1">
  <p:cSld name="Developer code full page">
    <p:bg>
      <p:bgPr>
        <a:solidFill>
          <a:srgbClr val="E8E6DF"/>
        </a:solidFill>
        <a:effectLst/>
      </p:bgPr>
    </p:bg>
    <p:spTree>
      <p:nvGrpSpPr>
        <p:cNvPr id="1" name=""/>
        <p:cNvGrpSpPr/>
        <p:nvPr/>
      </p:nvGrpSpPr>
      <p:grpSpPr bwMode="auto">
        <a:xfrm>
          <a:off x="0" y="0"/>
          <a:ext cx="0" cy="0"/>
          <a:chOff x="0" y="0"/>
          <a:chExt cx="0" cy="0"/>
        </a:xfrm>
      </p:grpSpPr>
      <p:sp>
        <p:nvSpPr>
          <p:cNvPr id="288685284" name="Text Placeholder 14"/>
          <p:cNvSpPr>
            <a:spLocks noGrp="1"/>
          </p:cNvSpPr>
          <p:nvPr>
            <p:ph type="body" sz="quarter" idx="13" hasCustomPrompt="1"/>
          </p:nvPr>
        </p:nvSpPr>
        <p:spPr bwMode="auto">
          <a:xfrm>
            <a:off x="0" y="0"/>
            <a:ext cx="3788358" cy="446148"/>
          </a:xfrm>
          <a:prstGeom prst="rect">
            <a:avLst/>
          </a:prstGeom>
          <a:gradFill>
            <a:gsLst>
              <a:gs pos="0">
                <a:srgbClr val="000000"/>
              </a:gs>
              <a:gs pos="92000">
                <a:srgbClr val="000000"/>
              </a:gs>
              <a:gs pos="92000">
                <a:schemeClr val="accent3"/>
              </a:gs>
            </a:gsLst>
            <a:lin ang="16200000" scaled="1"/>
          </a:gradFill>
        </p:spPr>
        <p:txBody>
          <a:bodyPr vert="horz" wrap="square" lIns="585216" tIns="91440" rIns="0" bIns="45720" rtlCol="0">
            <a:spAutoFit/>
          </a:bodyPr>
          <a:lstStyle>
            <a:lvl1pPr marL="0" indent="0">
              <a:buNone/>
              <a:defRPr lang="en-US" sz="2000" b="0" i="0" u="none" strike="noStrike" cap="none">
                <a:ln>
                  <a:noFill/>
                </a:ln>
                <a:solidFill>
                  <a:srgbClr val="FFFFFF"/>
                </a:solidFill>
                <a:latin typeface="Segoe UI Semibold"/>
              </a:defRPr>
            </a:lvl1pPr>
          </a:lstStyle>
          <a:p>
            <a:pPr marL="228600" lvl="0" indent="-228600">
              <a:defRPr/>
            </a:pPr>
            <a:r>
              <a:rPr lang="en-US"/>
              <a:t>Click to enter title</a:t>
            </a:r>
            <a:endParaRPr/>
          </a:p>
        </p:txBody>
      </p:sp>
      <p:sp>
        <p:nvSpPr>
          <p:cNvPr id="846011770" name="Footer Placeholder 10"/>
          <p:cNvSpPr>
            <a:spLocks noGrp="1"/>
          </p:cNvSpPr>
          <p:nvPr>
            <p:ph type="ftr" sz="quarter" idx="3"/>
          </p:nvPr>
        </p:nvSpPr>
        <p:spPr bwMode="auto">
          <a:xfrm>
            <a:off x="7448551" y="6421083"/>
            <a:ext cx="4151312" cy="197976"/>
          </a:xfrm>
          <a:prstGeom prst="rect">
            <a:avLst/>
          </a:prstGeom>
        </p:spPr>
        <p:txBody>
          <a:bodyPr vert="horz" lIns="0" tIns="0" rIns="0" bIns="0" rtlCol="0" anchor="ctr"/>
          <a:lstStyle>
            <a:lvl1pPr marL="0" algn="r"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757647569" name="Text Placeholder 3"/>
          <p:cNvSpPr txBox="1"/>
          <p:nvPr userDrawn="1"/>
        </p:nvSpPr>
        <p:spPr bwMode="auto">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a:lnSpc>
                <a:spcPct val="150000"/>
              </a:lnSpc>
              <a:spcBef>
                <a:spcPts val="0"/>
              </a:spcBef>
              <a:spcAft>
                <a:spcPts val="600"/>
              </a:spcAft>
              <a:buClr>
                <a:schemeClr val="bg1"/>
              </a:buClr>
              <a:buSzPct val="120000"/>
              <a:buFontTx/>
              <a:buNone/>
              <a:defRPr lang="en-US" sz="1400" b="0" i="0">
                <a:solidFill>
                  <a:schemeClr val="tx1"/>
                </a:solidFill>
                <a:latin typeface="Consolas"/>
                <a:ea typeface="Segoe UI Semibold"/>
                <a:cs typeface="Segoe UI Semibold"/>
              </a:defRPr>
            </a:lvl1pPr>
            <a:lvl2pPr marL="0" indent="0" algn="l" defTabSz="914132" rtl="0">
              <a:lnSpc>
                <a:spcPct val="110000"/>
              </a:lnSpc>
              <a:spcBef>
                <a:spcPts val="0"/>
              </a:spcBef>
              <a:spcAft>
                <a:spcPts val="600"/>
              </a:spcAft>
              <a:buClrTx/>
              <a:buSzPct val="110000"/>
              <a:buFont typeface="Arial"/>
              <a:buNone/>
              <a:defRPr lang="en-US" sz="2000" b="0" i="0">
                <a:solidFill>
                  <a:schemeClr val="tx1"/>
                </a:solidFill>
                <a:latin typeface="Segoe UI"/>
                <a:ea typeface="Segoe UI"/>
                <a:cs typeface="Segoe UI"/>
              </a:defRPr>
            </a:lvl2pPr>
            <a:lvl3pPr marL="288924" indent="-222250" algn="l" defTabSz="914132" rtl="0">
              <a:lnSpc>
                <a:spcPct val="110000"/>
              </a:lnSpc>
              <a:spcBef>
                <a:spcPts val="0"/>
              </a:spcBef>
              <a:spcAft>
                <a:spcPts val="600"/>
              </a:spcAft>
              <a:buClrTx/>
              <a:buSzPct val="120000"/>
              <a:buFont typeface="Arial"/>
              <a:buChar char="•"/>
              <a:defRPr lang="en-US" sz="2000" b="0" i="0">
                <a:solidFill>
                  <a:schemeClr val="tx1"/>
                </a:solidFill>
                <a:latin typeface="Segoe UI"/>
                <a:ea typeface="Segoe UI"/>
                <a:cs typeface="Segoe UI"/>
              </a:defRPr>
            </a:lvl3pPr>
            <a:lvl4pPr marL="631825" indent="-182880" algn="l" defTabSz="914132" rtl="0">
              <a:lnSpc>
                <a:spcPct val="110000"/>
              </a:lnSpc>
              <a:spcBef>
                <a:spcPts val="0"/>
              </a:spcBef>
              <a:spcAft>
                <a:spcPts val="600"/>
              </a:spcAft>
              <a:buClrTx/>
              <a:buFont typeface="Arial"/>
              <a:buChar char="•"/>
              <a:defRPr lang="en-US" sz="1800" b="0" i="0">
                <a:solidFill>
                  <a:schemeClr val="tx1"/>
                </a:solidFill>
                <a:latin typeface="Segoe UI"/>
                <a:ea typeface="Segoe UI"/>
                <a:cs typeface="Segoe UI"/>
              </a:defRPr>
            </a:lvl4pPr>
            <a:lvl5pPr marL="1162685" indent="-194310" algn="l" defTabSz="914132" rtl="0">
              <a:lnSpc>
                <a:spcPct val="110000"/>
              </a:lnSpc>
              <a:spcBef>
                <a:spcPts val="500"/>
              </a:spcBef>
              <a:buClr>
                <a:schemeClr val="tx1"/>
              </a:buClr>
              <a:buFont typeface="Arial"/>
              <a:buChar char="•"/>
              <a:defRPr lang="en-US" sz="1600" b="0" i="0">
                <a:solidFill>
                  <a:schemeClr val="tx1"/>
                </a:solidFill>
                <a:latin typeface="Segoe UI"/>
                <a:ea typeface="Segoe UI"/>
                <a:cs typeface="Segoe UI"/>
              </a:defRPr>
            </a:lvl5pPr>
            <a:lvl6pPr marL="1873781" indent="-228533" algn="l" defTabSz="914132" rtl="0">
              <a:lnSpc>
                <a:spcPct val="110000"/>
              </a:lnSpc>
              <a:spcBef>
                <a:spcPts val="500"/>
              </a:spcBef>
              <a:buFont typeface="Arial"/>
              <a:buChar char="•"/>
              <a:defRPr sz="1400">
                <a:solidFill>
                  <a:schemeClr val="tx1"/>
                </a:solidFill>
                <a:latin typeface="+mn-lt"/>
                <a:ea typeface="+mn-ea"/>
                <a:cs typeface="+mn-cs"/>
              </a:defRPr>
            </a:lvl6pPr>
            <a:lvl7pPr marL="2970926" indent="-228533" algn="l" defTabSz="914132" rtl="0">
              <a:lnSpc>
                <a:spcPct val="90000"/>
              </a:lnSpc>
              <a:spcBef>
                <a:spcPts val="500"/>
              </a:spcBef>
              <a:buFont typeface="Arial"/>
              <a:buChar char="•"/>
              <a:defRPr sz="1900">
                <a:solidFill>
                  <a:schemeClr val="tx1"/>
                </a:solidFill>
                <a:latin typeface="+mn-lt"/>
                <a:ea typeface="+mn-ea"/>
                <a:cs typeface="+mn-cs"/>
              </a:defRPr>
            </a:lvl7pPr>
            <a:lvl8pPr marL="3427992" indent="-228533" algn="l" defTabSz="914132" rtl="0">
              <a:lnSpc>
                <a:spcPct val="90000"/>
              </a:lnSpc>
              <a:spcBef>
                <a:spcPts val="500"/>
              </a:spcBef>
              <a:buFont typeface="Arial"/>
              <a:buChar char="•"/>
              <a:defRPr sz="1900">
                <a:solidFill>
                  <a:schemeClr val="tx1"/>
                </a:solidFill>
                <a:latin typeface="+mn-lt"/>
                <a:ea typeface="+mn-ea"/>
                <a:cs typeface="+mn-cs"/>
              </a:defRPr>
            </a:lvl8pPr>
            <a:lvl9pPr marL="3885057" indent="-228533" algn="l" defTabSz="914132" rtl="0">
              <a:lnSpc>
                <a:spcPct val="90000"/>
              </a:lnSpc>
              <a:spcBef>
                <a:spcPts val="500"/>
              </a:spcBef>
              <a:buFont typeface="Arial"/>
              <a:buChar char="•"/>
              <a:defRPr sz="1900">
                <a:solidFill>
                  <a:schemeClr val="tx1"/>
                </a:solidFill>
                <a:latin typeface="+mn-lt"/>
                <a:ea typeface="+mn-ea"/>
                <a:cs typeface="+mn-cs"/>
              </a:defRPr>
            </a:lvl9pPr>
          </a:lstStyle>
          <a:p>
            <a:pPr marL="0" marR="0" lvl="0" indent="0" algn="l" defTabSz="914132" rtl="0">
              <a:lnSpc>
                <a:spcPct val="150000"/>
              </a:lnSpc>
              <a:spcBef>
                <a:spcPts val="0"/>
              </a:spcBef>
              <a:spcAft>
                <a:spcPts val="600"/>
              </a:spcAft>
              <a:buClr>
                <a:srgbClr val="E9E9E9"/>
              </a:buClr>
              <a:buSzPct val="120000"/>
              <a:buFontTx/>
              <a:buNone/>
              <a:defRPr/>
            </a:pPr>
            <a:endParaRPr lang="en-US" sz="1400" b="0" i="0" u="none" strike="noStrike" cap="none" spc="0">
              <a:ln>
                <a:noFill/>
              </a:ln>
              <a:solidFill>
                <a:srgbClr val="000000"/>
              </a:solidFill>
              <a:latin typeface="Consolas"/>
              <a:cs typeface="Segoe UI Semibold"/>
            </a:endParaRPr>
          </a:p>
        </p:txBody>
      </p:sp>
      <p:sp>
        <p:nvSpPr>
          <p:cNvPr id="752326128" name="Text Placeholder 4" descr="This layout should only be used for developer code. The font used is a monospace font which is ideal for showing code."/>
          <p:cNvSpPr>
            <a:spLocks noGrp="1"/>
          </p:cNvSpPr>
          <p:nvPr>
            <p:ph type="body" sz="quarter" idx="11" hasCustomPrompt="1"/>
          </p:nvPr>
        </p:nvSpPr>
        <p:spPr bwMode="auto">
          <a:xfrm>
            <a:off x="579438" y="1083733"/>
            <a:ext cx="11020424" cy="4885267"/>
          </a:xfrm>
        </p:spPr>
        <p:txBody>
          <a:bodyPr/>
          <a:lstStyle>
            <a:lvl1pPr marL="0" indent="0">
              <a:buNone/>
              <a:defRPr sz="1400">
                <a:solidFill>
                  <a:srgbClr val="2F2F2F"/>
                </a:solidFill>
                <a:latin typeface="Consolas"/>
                <a:cs typeface="Consolas"/>
              </a:defRPr>
            </a:lvl1pPr>
            <a:lvl2pPr marL="346448" indent="0">
              <a:buNone/>
              <a:defRPr sz="2400">
                <a:gradFill>
                  <a:gsLst>
                    <a:gs pos="43000">
                      <a:schemeClr val="tx1"/>
                    </a:gs>
                    <a:gs pos="61049">
                      <a:schemeClr val="tx1"/>
                    </a:gs>
                  </a:gsLst>
                  <a:lin ang="5400000" scaled="0"/>
                </a:gradFill>
                <a:latin typeface="Consolas"/>
                <a:cs typeface="Consolas"/>
              </a:defRPr>
            </a:lvl2pPr>
            <a:lvl3pPr marL="584432" indent="0">
              <a:buNone/>
              <a:defRPr sz="2000">
                <a:gradFill>
                  <a:gsLst>
                    <a:gs pos="43000">
                      <a:schemeClr val="tx1"/>
                    </a:gs>
                    <a:gs pos="61049">
                      <a:schemeClr val="tx1"/>
                    </a:gs>
                  </a:gsLst>
                  <a:lin ang="5400000" scaled="0"/>
                </a:gradFill>
                <a:latin typeface="Consolas"/>
                <a:cs typeface="Consolas"/>
              </a:defRPr>
            </a:lvl3pPr>
            <a:lvl4pPr marL="814319" indent="0">
              <a:buNone/>
              <a:defRPr sz="1800">
                <a:gradFill>
                  <a:gsLst>
                    <a:gs pos="43000">
                      <a:schemeClr val="tx1"/>
                    </a:gs>
                    <a:gs pos="61049">
                      <a:schemeClr val="tx1"/>
                    </a:gs>
                  </a:gsLst>
                  <a:lin ang="5400000" scaled="0"/>
                </a:gradFill>
                <a:latin typeface="Consolas"/>
                <a:cs typeface="Consolas"/>
              </a:defRPr>
            </a:lvl4pPr>
            <a:lvl5pPr marL="1050682" indent="0">
              <a:buNone/>
              <a:defRPr sz="1800">
                <a:gradFill>
                  <a:gsLst>
                    <a:gs pos="43000">
                      <a:schemeClr val="tx1"/>
                    </a:gs>
                    <a:gs pos="61049">
                      <a:schemeClr val="tx1"/>
                    </a:gs>
                  </a:gsLst>
                  <a:lin ang="5400000" scaled="0"/>
                </a:gradFill>
                <a:latin typeface="Consolas"/>
                <a:cs typeface="Consolas"/>
              </a:defRPr>
            </a:lvl5pPr>
          </a:lstStyle>
          <a:p>
            <a:pPr lvl="0">
              <a:defRPr/>
            </a:pPr>
            <a:r>
              <a:rPr lang="en-US"/>
              <a:t>Click to edit or paste code</a:t>
            </a:r>
            <a:endParaRPr/>
          </a:p>
        </p:txBody>
      </p:sp>
    </p:spTree>
    <p:extLst>
      <p:ext uri="{BB962C8B-B14F-4D97-AF65-F5344CB8AC3E}">
        <p14:creationId xmlns:p14="http://schemas.microsoft.com/office/powerpoint/2010/main" val="2005182748"/>
      </p:ext>
    </p:extLst>
  </p:cSld>
  <p:clrMapOvr>
    <a:overrideClrMapping bg1="lt1" tx1="dk1" bg2="lt2" tx2="dk2" accent1="accent1" accent2="accent2" accent3="accent3" accent4="accent4" accent5="accent5" accent6="accent6" hlink="hlink" folHlink="folHlink"/>
  </p:clrMapOvr>
</p:sldLayout>
</file>

<file path=ppt/slideLayouts/slideLayout591.xml><?xml version="1.0" encoding="utf-8"?>
<p:sldLayout xmlns:a="http://schemas.openxmlformats.org/drawingml/2006/main" xmlns:r="http://schemas.openxmlformats.org/officeDocument/2006/relationships" xmlns:p="http://schemas.openxmlformats.org/presentationml/2006/main" showMasterPhAnim="0" preserve="1" userDrawn="1">
  <p:cSld name="Developer code right">
    <p:bg>
      <p:bgPr>
        <a:solidFill>
          <a:srgbClr val="E8E6DF"/>
        </a:solidFill>
        <a:effectLst/>
      </p:bgPr>
    </p:bg>
    <p:spTree>
      <p:nvGrpSpPr>
        <p:cNvPr id="1" name=""/>
        <p:cNvGrpSpPr/>
        <p:nvPr/>
      </p:nvGrpSpPr>
      <p:grpSpPr bwMode="auto">
        <a:xfrm>
          <a:off x="0" y="0"/>
          <a:ext cx="0" cy="0"/>
          <a:chOff x="0" y="0"/>
          <a:chExt cx="0" cy="0"/>
        </a:xfrm>
      </p:grpSpPr>
      <p:sp>
        <p:nvSpPr>
          <p:cNvPr id="203084340" name="Rectangle 2"/>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ts val="0"/>
              </a:spcBef>
              <a:spcAft>
                <a:spcPts val="0"/>
              </a:spcAft>
              <a:defRPr/>
            </a:pPr>
            <a:endParaRPr lang="en-US" sz="2000">
              <a:solidFill>
                <a:srgbClr val="FFFFFF"/>
              </a:solidFill>
              <a:ea typeface="Segoe UI"/>
              <a:cs typeface="Segoe UI"/>
            </a:endParaRPr>
          </a:p>
        </p:txBody>
      </p:sp>
      <p:sp>
        <p:nvSpPr>
          <p:cNvPr id="26612719" name="Title 1"/>
          <p:cNvSpPr>
            <a:spLocks noGrp="1"/>
          </p:cNvSpPr>
          <p:nvPr>
            <p:ph type="title"/>
          </p:nvPr>
        </p:nvSpPr>
        <p:spPr bwMode="auto">
          <a:xfrm>
            <a:off x="588262" y="585216"/>
            <a:ext cx="4042761"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984001721" name="Text Placeholder 3"/>
          <p:cNvSpPr>
            <a:spLocks noGrp="1"/>
          </p:cNvSpPr>
          <p:nvPr>
            <p:ph type="body" sz="quarter" idx="15"/>
          </p:nvPr>
        </p:nvSpPr>
        <p:spPr bwMode="auto">
          <a:xfrm>
            <a:off x="586388" y="1594155"/>
            <a:ext cx="4042761" cy="726353"/>
          </a:xfrm>
          <a:prstGeom prst="rect">
            <a:avLst/>
          </a:prstGeom>
        </p:spPr>
        <p:txBody>
          <a:bodyPr wrap="square">
            <a:spAutoFit/>
          </a:bodyPr>
          <a:lstStyle>
            <a:lvl1pPr marL="0" indent="0">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243113769" name="Text Placeholder 4" descr="This layout should only be used for developer code. The font used is a monospace font which is ideal for showing code."/>
          <p:cNvSpPr>
            <a:spLocks noGrp="1"/>
          </p:cNvSpPr>
          <p:nvPr>
            <p:ph type="body" sz="quarter" idx="11" hasCustomPrompt="1"/>
          </p:nvPr>
        </p:nvSpPr>
        <p:spPr bwMode="auto">
          <a:xfrm>
            <a:off x="5800725" y="582613"/>
            <a:ext cx="5799138" cy="5692775"/>
          </a:xfrm>
        </p:spPr>
        <p:txBody>
          <a:bodyPr/>
          <a:lstStyle>
            <a:lvl1pPr marL="0" indent="0">
              <a:buNone/>
              <a:defRPr sz="1400">
                <a:solidFill>
                  <a:srgbClr val="2F2F2F"/>
                </a:solidFill>
                <a:latin typeface="Consolas"/>
                <a:cs typeface="Consolas"/>
              </a:defRPr>
            </a:lvl1pPr>
            <a:lvl2pPr marL="346448" indent="0">
              <a:buNone/>
              <a:defRPr sz="2400">
                <a:gradFill>
                  <a:gsLst>
                    <a:gs pos="43000">
                      <a:schemeClr val="tx1"/>
                    </a:gs>
                    <a:gs pos="61049">
                      <a:schemeClr val="tx1"/>
                    </a:gs>
                  </a:gsLst>
                  <a:lin ang="5400000" scaled="0"/>
                </a:gradFill>
                <a:latin typeface="Consolas"/>
                <a:cs typeface="Consolas"/>
              </a:defRPr>
            </a:lvl2pPr>
            <a:lvl3pPr marL="584432" indent="0">
              <a:buNone/>
              <a:defRPr sz="2000">
                <a:gradFill>
                  <a:gsLst>
                    <a:gs pos="43000">
                      <a:schemeClr val="tx1"/>
                    </a:gs>
                    <a:gs pos="61049">
                      <a:schemeClr val="tx1"/>
                    </a:gs>
                  </a:gsLst>
                  <a:lin ang="5400000" scaled="0"/>
                </a:gradFill>
                <a:latin typeface="Consolas"/>
                <a:cs typeface="Consolas"/>
              </a:defRPr>
            </a:lvl3pPr>
            <a:lvl4pPr marL="814319" indent="0">
              <a:buNone/>
              <a:defRPr sz="1800">
                <a:gradFill>
                  <a:gsLst>
                    <a:gs pos="43000">
                      <a:schemeClr val="tx1"/>
                    </a:gs>
                    <a:gs pos="61049">
                      <a:schemeClr val="tx1"/>
                    </a:gs>
                  </a:gsLst>
                  <a:lin ang="5400000" scaled="0"/>
                </a:gradFill>
                <a:latin typeface="Consolas"/>
                <a:cs typeface="Consolas"/>
              </a:defRPr>
            </a:lvl4pPr>
            <a:lvl5pPr marL="1050682" indent="0">
              <a:buNone/>
              <a:defRPr sz="1800">
                <a:gradFill>
                  <a:gsLst>
                    <a:gs pos="43000">
                      <a:schemeClr val="tx1"/>
                    </a:gs>
                    <a:gs pos="61049">
                      <a:schemeClr val="tx1"/>
                    </a:gs>
                  </a:gsLst>
                  <a:lin ang="5400000" scaled="0"/>
                </a:gradFill>
                <a:latin typeface="Consolas"/>
                <a:cs typeface="Consolas"/>
              </a:defRPr>
            </a:lvl5pPr>
          </a:lstStyle>
          <a:p>
            <a:pPr lvl="0">
              <a:defRPr/>
            </a:pPr>
            <a:r>
              <a:rPr lang="en-US"/>
              <a:t>Click to edit or paste code</a:t>
            </a:r>
            <a:endParaRPr/>
          </a:p>
        </p:txBody>
      </p:sp>
    </p:spTree>
    <p:extLst>
      <p:ext uri="{BB962C8B-B14F-4D97-AF65-F5344CB8AC3E}">
        <p14:creationId xmlns:p14="http://schemas.microsoft.com/office/powerpoint/2010/main" val="4272291102"/>
      </p:ext>
    </p:extLst>
  </p:cSld>
  <p:clrMapOvr>
    <a:overrideClrMapping bg1="lt1" tx1="dk1" bg2="lt2" tx2="dk2" accent1="accent1" accent2="accent2" accent3="accent3" accent4="accent4" accent5="accent5" accent6="accent6" hlink="hlink" folHlink="folHlink"/>
  </p:clrMapOvr>
</p:sldLayout>
</file>

<file path=ppt/slideLayouts/slideLayout592.xml><?xml version="1.0" encoding="utf-8"?>
<p:sldLayout xmlns:a="http://schemas.openxmlformats.org/drawingml/2006/main" xmlns:r="http://schemas.openxmlformats.org/officeDocument/2006/relationships" xmlns:p="http://schemas.openxmlformats.org/presentationml/2006/main" showMasterPhAnim="0" preserve="1" userDrawn="1">
  <p:cSld name="Resources">
    <p:bg>
      <p:bgPr>
        <a:solidFill>
          <a:srgbClr val="E8E6DF"/>
        </a:solidFill>
        <a:effectLst/>
      </p:bgPr>
    </p:bg>
    <p:spTree>
      <p:nvGrpSpPr>
        <p:cNvPr id="1" name=""/>
        <p:cNvGrpSpPr/>
        <p:nvPr/>
      </p:nvGrpSpPr>
      <p:grpSpPr bwMode="auto">
        <a:xfrm>
          <a:off x="0" y="0"/>
          <a:ext cx="0" cy="0"/>
          <a:chOff x="0" y="0"/>
          <a:chExt cx="0" cy="0"/>
        </a:xfrm>
      </p:grpSpPr>
      <p:sp>
        <p:nvSpPr>
          <p:cNvPr id="75228474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368102879" name="Text Placeholder 3"/>
          <p:cNvSpPr>
            <a:spLocks noGrp="1"/>
          </p:cNvSpPr>
          <p:nvPr>
            <p:ph type="body" sz="quarter" idx="15"/>
          </p:nvPr>
        </p:nvSpPr>
        <p:spPr bwMode="auto">
          <a:xfrm>
            <a:off x="586388" y="1591056"/>
            <a:ext cx="8193024" cy="541687"/>
          </a:xfrm>
          <a:prstGeom prst="rect">
            <a:avLst/>
          </a:prstGeom>
        </p:spPr>
        <p:txBody>
          <a:bodyPr wrap="square">
            <a:spAutoFit/>
          </a:bodyPr>
          <a:lstStyle>
            <a:lvl1pPr marL="0" indent="0">
              <a:buFont typeface="Arial"/>
              <a:buNone/>
              <a:defRPr>
                <a:solidFill>
                  <a:schemeClr val="tx1"/>
                </a:solidFill>
                <a:latin typeface="+mj-lt"/>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p:txBody>
      </p:sp>
      <p:sp>
        <p:nvSpPr>
          <p:cNvPr id="75913340" name="Text Placeholder 3"/>
          <p:cNvSpPr>
            <a:spLocks noGrp="1"/>
          </p:cNvSpPr>
          <p:nvPr>
            <p:ph type="body" sz="quarter" idx="19"/>
          </p:nvPr>
        </p:nvSpPr>
        <p:spPr bwMode="auto">
          <a:xfrm>
            <a:off x="586388" y="2081710"/>
            <a:ext cx="8193024" cy="1132618"/>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p:txBody>
      </p:sp>
      <p:sp>
        <p:nvSpPr>
          <p:cNvPr id="401348280" name="Text Placeholder 3"/>
          <p:cNvSpPr>
            <a:spLocks noGrp="1"/>
          </p:cNvSpPr>
          <p:nvPr>
            <p:ph type="body" sz="quarter" idx="20"/>
          </p:nvPr>
        </p:nvSpPr>
        <p:spPr bwMode="auto">
          <a:xfrm>
            <a:off x="586388" y="3587124"/>
            <a:ext cx="8193024" cy="541687"/>
          </a:xfrm>
          <a:prstGeom prst="rect">
            <a:avLst/>
          </a:prstGeom>
        </p:spPr>
        <p:txBody>
          <a:bodyPr wrap="square">
            <a:spAutoFit/>
          </a:bodyPr>
          <a:lstStyle>
            <a:lvl1pPr marL="0" indent="0">
              <a:buFont typeface="Arial"/>
              <a:buNone/>
              <a:defRPr>
                <a:solidFill>
                  <a:schemeClr val="tx1"/>
                </a:solidFill>
                <a:latin typeface="+mj-lt"/>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p:txBody>
      </p:sp>
      <p:sp>
        <p:nvSpPr>
          <p:cNvPr id="311573872" name="Text Placeholder 3"/>
          <p:cNvSpPr>
            <a:spLocks noGrp="1"/>
          </p:cNvSpPr>
          <p:nvPr>
            <p:ph type="body" sz="quarter" idx="21"/>
          </p:nvPr>
        </p:nvSpPr>
        <p:spPr bwMode="auto">
          <a:xfrm>
            <a:off x="586388" y="4077778"/>
            <a:ext cx="8193024" cy="1132618"/>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p:txBody>
      </p:sp>
      <p:sp>
        <p:nvSpPr>
          <p:cNvPr id="76501277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982537188"/>
      </p:ext>
    </p:extLst>
  </p:cSld>
  <p:clrMapOvr>
    <a:overrideClrMapping bg1="lt1" tx1="dk1" bg2="lt2" tx2="dk2" accent1="accent1" accent2="accent2" accent3="accent3" accent4="accent4" accent5="accent5" accent6="accent6" hlink="hlink" folHlink="folHlink"/>
  </p:clrMapOvr>
</p:sldLayout>
</file>

<file path=ppt/slideLayouts/slideLayout593.xml><?xml version="1.0" encoding="utf-8"?>
<p:sldLayout xmlns:a="http://schemas.openxmlformats.org/drawingml/2006/main" xmlns:r="http://schemas.openxmlformats.org/officeDocument/2006/relationships" xmlns:p="http://schemas.openxmlformats.org/presentationml/2006/main" showMasterPhAnim="0" preserve="1" userDrawn="1">
  <p:cSld name="Closing slide_with Logo">
    <p:bg>
      <p:bgPr>
        <a:solidFill>
          <a:srgbClr val="E8E6DF"/>
        </a:solidFill>
        <a:effectLst/>
      </p:bgPr>
    </p:bg>
    <p:spTree>
      <p:nvGrpSpPr>
        <p:cNvPr id="1" name=""/>
        <p:cNvGrpSpPr/>
        <p:nvPr/>
      </p:nvGrpSpPr>
      <p:grpSpPr bwMode="auto">
        <a:xfrm>
          <a:off x="0" y="0"/>
          <a:ext cx="0" cy="0"/>
          <a:chOff x="0" y="0"/>
          <a:chExt cx="0" cy="0"/>
        </a:xfrm>
      </p:grpSpPr>
      <p:pic>
        <p:nvPicPr>
          <p:cNvPr id="206877255" name="MS logo gray - EMF"/>
          <p:cNvPicPr>
            <a:picLocks noChangeAspect="1"/>
          </p:cNvPicPr>
          <p:nvPr userDrawn="1"/>
        </p:nvPicPr>
        <p:blipFill rotWithShape="1">
          <a:blip r:embed="rId2"/>
          <a:stretch/>
        </p:blipFill>
        <p:spPr bwMode="black">
          <a:xfrm>
            <a:off x="584200" y="585788"/>
            <a:ext cx="1366440" cy="292608"/>
          </a:xfrm>
          <a:prstGeom prst="rect">
            <a:avLst/>
          </a:prstGeom>
        </p:spPr>
      </p:pic>
      <p:sp>
        <p:nvSpPr>
          <p:cNvPr id="2039702582" name="Title 1"/>
          <p:cNvSpPr>
            <a:spLocks noGrp="1"/>
          </p:cNvSpPr>
          <p:nvPr>
            <p:ph type="title" hasCustomPrompt="1"/>
          </p:nvPr>
        </p:nvSpPr>
        <p:spPr bwMode="auto">
          <a:xfrm>
            <a:off x="588262" y="-612577"/>
            <a:ext cx="8193024" cy="307777"/>
          </a:xfrm>
        </p:spPr>
        <p:txBody>
          <a:bodyPr/>
          <a:lstStyle>
            <a:lvl1pPr>
              <a:defRPr sz="2000" b="0" i="0">
                <a:solidFill>
                  <a:srgbClr val="001F2D"/>
                </a:solidFill>
                <a:latin typeface="+mj-lt"/>
                <a:cs typeface="Segoe UI Semibold"/>
              </a:defRPr>
            </a:lvl1pPr>
          </a:lstStyle>
          <a:p>
            <a:pPr>
              <a:defRPr/>
            </a:pPr>
            <a:r>
              <a:rPr lang="en-US"/>
              <a:t>Final slide with logo</a:t>
            </a:r>
            <a:endParaRPr/>
          </a:p>
        </p:txBody>
      </p:sp>
      <p:sp>
        <p:nvSpPr>
          <p:cNvPr id="204754290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900275862"/>
      </p:ext>
    </p:extLst>
  </p:cSld>
  <p:clrMapOvr>
    <a:overrideClrMapping bg1="lt1" tx1="dk1" bg2="lt2" tx2="dk2" accent1="accent1" accent2="accent2" accent3="accent3" accent4="accent4" accent5="accent5" accent6="accent6" hlink="hlink" folHlink="folHlink"/>
  </p:clrMapOvr>
</p:sldLayout>
</file>

<file path=ppt/slideLayouts/slideLayout594.xml><?xml version="1.0" encoding="utf-8"?>
<p:sldLayout xmlns:a="http://schemas.openxmlformats.org/drawingml/2006/main" xmlns:r="http://schemas.openxmlformats.org/officeDocument/2006/relationships" xmlns:p="http://schemas.openxmlformats.org/presentationml/2006/main" showMasterPhAnim="0" preserve="1" userDrawn="1">
  <p:cSld name="2_Closing slide_with Logo">
    <p:bg>
      <p:bgPr>
        <a:solidFill>
          <a:srgbClr val="E8E6DF"/>
        </a:solidFill>
        <a:effectLst/>
      </p:bgPr>
    </p:bg>
    <p:spTree>
      <p:nvGrpSpPr>
        <p:cNvPr id="1" name=""/>
        <p:cNvGrpSpPr/>
        <p:nvPr/>
      </p:nvGrpSpPr>
      <p:grpSpPr bwMode="auto">
        <a:xfrm>
          <a:off x="0" y="0"/>
          <a:ext cx="0" cy="0"/>
          <a:chOff x="0" y="0"/>
          <a:chExt cx="0" cy="0"/>
        </a:xfrm>
      </p:grpSpPr>
      <p:pic>
        <p:nvPicPr>
          <p:cNvPr id="953998014" name="MS logo gray - EMF"/>
          <p:cNvPicPr>
            <a:picLocks noChangeAspect="1"/>
          </p:cNvPicPr>
          <p:nvPr userDrawn="1"/>
        </p:nvPicPr>
        <p:blipFill rotWithShape="1">
          <a:blip r:embed="rId2"/>
          <a:stretch/>
        </p:blipFill>
        <p:spPr bwMode="black">
          <a:xfrm>
            <a:off x="584200" y="585788"/>
            <a:ext cx="1366440" cy="292608"/>
          </a:xfrm>
          <a:prstGeom prst="rect">
            <a:avLst/>
          </a:prstGeom>
        </p:spPr>
      </p:pic>
      <p:sp>
        <p:nvSpPr>
          <p:cNvPr id="148083345" name="Title 1"/>
          <p:cNvSpPr>
            <a:spLocks noGrp="1"/>
          </p:cNvSpPr>
          <p:nvPr>
            <p:ph type="title" hasCustomPrompt="1"/>
          </p:nvPr>
        </p:nvSpPr>
        <p:spPr bwMode="auto">
          <a:xfrm>
            <a:off x="588262" y="-616043"/>
            <a:ext cx="8193024" cy="307777"/>
          </a:xfrm>
        </p:spPr>
        <p:txBody>
          <a:bodyPr/>
          <a:lstStyle>
            <a:lvl1pPr>
              <a:defRPr sz="2000" b="0" i="0">
                <a:solidFill>
                  <a:srgbClr val="001F2D"/>
                </a:solidFill>
                <a:latin typeface="+mj-lt"/>
                <a:cs typeface="Segoe UI Semibold"/>
              </a:defRPr>
            </a:lvl1pPr>
          </a:lstStyle>
          <a:p>
            <a:pPr>
              <a:defRPr/>
            </a:pPr>
            <a:r>
              <a:rPr lang="en-US"/>
              <a:t>Final slide with logo</a:t>
            </a:r>
            <a:endParaRPr/>
          </a:p>
        </p:txBody>
      </p:sp>
      <p:sp>
        <p:nvSpPr>
          <p:cNvPr id="1752585433" name="Text Placeholder 4"/>
          <p:cNvSpPr>
            <a:spLocks noGrp="1"/>
          </p:cNvSpPr>
          <p:nvPr>
            <p:ph type="body" sz="quarter" idx="12" hasCustomPrompt="1"/>
          </p:nvPr>
        </p:nvSpPr>
        <p:spPr bwMode="auto">
          <a:xfrm>
            <a:off x="585216" y="2080227"/>
            <a:ext cx="3361943" cy="553998"/>
          </a:xfrm>
          <a:prstGeom prst="rect">
            <a:avLst/>
          </a:prstGeom>
          <a:noFill/>
        </p:spPr>
        <p:txBody>
          <a:bodyPr wrap="square" lIns="0" tIns="0" rIns="0" bIns="0">
            <a:spAutoFit/>
          </a:bodyPr>
          <a:lstStyle>
            <a:lvl1pPr marL="0" indent="0" algn="l" defTabSz="457200" rtl="0">
              <a:lnSpc>
                <a:spcPct val="100000"/>
              </a:lnSpc>
              <a:spcBef>
                <a:spcPts val="0"/>
              </a:spcBef>
              <a:spcAft>
                <a:spcPts val="0"/>
              </a:spcAft>
              <a:buFont typeface="Arial"/>
              <a:buNone/>
              <a:defRPr lang="en-US" sz="3600" b="0" cap="none" spc="-50">
                <a:ln w="3175">
                  <a:noFill/>
                </a:ln>
                <a:solidFill>
                  <a:schemeClr val="accent3"/>
                </a:solidFill>
                <a:latin typeface="+mj-lt"/>
                <a:ea typeface="+mn-ea"/>
                <a:cs typeface="Segoe UI"/>
              </a:defRPr>
            </a:lvl1pPr>
          </a:lstStyle>
          <a:p>
            <a:pPr lvl="0">
              <a:defRPr/>
            </a:pPr>
            <a:r>
              <a:rPr lang="en-US"/>
              <a:t>Thank you.</a:t>
            </a:r>
            <a:endParaRPr/>
          </a:p>
        </p:txBody>
      </p:sp>
      <p:sp>
        <p:nvSpPr>
          <p:cNvPr id="1175580121" name="Text Placeholder 8"/>
          <p:cNvSpPr>
            <a:spLocks noGrp="1"/>
          </p:cNvSpPr>
          <p:nvPr>
            <p:ph type="body" sz="quarter" idx="13"/>
          </p:nvPr>
        </p:nvSpPr>
        <p:spPr bwMode="auto">
          <a:xfrm>
            <a:off x="4485640" y="2276475"/>
            <a:ext cx="7114222" cy="1689098"/>
          </a:xfrm>
        </p:spPr>
        <p:txBody>
          <a:bodyPr/>
          <a:lstStyle>
            <a:lvl1pPr marL="0" indent="0" algn="l" defTabSz="457200" rtl="0">
              <a:lnSpc>
                <a:spcPct val="100000"/>
              </a:lnSpc>
              <a:spcBef>
                <a:spcPts val="0"/>
              </a:spcBef>
              <a:buNone/>
              <a:defRPr lang="en-US" sz="2000" b="0" cap="none" spc="-50">
                <a:ln w="3175">
                  <a:noFill/>
                </a:ln>
                <a:solidFill>
                  <a:schemeClr val="tx1"/>
                </a:solidFill>
                <a:latin typeface="+mn-lt"/>
                <a:ea typeface="+mn-ea"/>
                <a:cs typeface="Segoe UI"/>
              </a:defRPr>
            </a:lvl1pPr>
            <a:lvl2pPr marL="155448" indent="0">
              <a:buNone/>
              <a:defRPr lang="en-US" sz="2000" b="0" cap="none" spc="-50">
                <a:ln w="3175">
                  <a:noFill/>
                </a:ln>
                <a:solidFill>
                  <a:schemeClr val="bg1"/>
                </a:solidFill>
                <a:latin typeface="+mn-lt"/>
                <a:ea typeface="+mn-ea"/>
                <a:cs typeface="Segoe UI"/>
              </a:defRPr>
            </a:lvl2pPr>
            <a:lvl3pPr marL="265176" indent="0">
              <a:buNone/>
              <a:defRPr/>
            </a:lvl3pPr>
            <a:lvl4pPr marL="661988" indent="0">
              <a:buNone/>
              <a:defRPr/>
            </a:lvl4pPr>
            <a:lvl5pPr marL="855663" indent="0">
              <a:buNone/>
              <a:defRPr/>
            </a:lvl5pPr>
          </a:lstStyle>
          <a:p>
            <a:pPr lvl="0">
              <a:defRPr/>
            </a:pPr>
            <a:r>
              <a:rPr lang="en-US"/>
              <a:t>Click to edit Master text styles</a:t>
            </a:r>
            <a:endParaRPr/>
          </a:p>
        </p:txBody>
      </p:sp>
      <p:sp>
        <p:nvSpPr>
          <p:cNvPr id="55815382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4263287141"/>
      </p:ext>
    </p:extLst>
  </p:cSld>
  <p:clrMapOvr>
    <a:overrideClrMapping bg1="lt1" tx1="dk1" bg2="lt2" tx2="dk2" accent1="accent1" accent2="accent2" accent3="accent3" accent4="accent4" accent5="accent5" accent6="accent6" hlink="hlink" folHlink="folHlink"/>
  </p:clrMapOvr>
</p:sldLayout>
</file>

<file path=ppt/slideLayouts/slideLayout595.xml><?xml version="1.0" encoding="utf-8"?>
<p:sldLayout xmlns:a="http://schemas.openxmlformats.org/drawingml/2006/main" xmlns:r="http://schemas.openxmlformats.org/officeDocument/2006/relationships" xmlns:p="http://schemas.openxmlformats.org/presentationml/2006/main" showMasterPhAnim="0" userDrawn="1">
  <p:cSld name="Title_Gradient_Dark Blue">
    <p:bg>
      <p:bgPr>
        <a:solidFill>
          <a:schemeClr val="bg2"/>
        </a:solidFill>
        <a:effectLst/>
      </p:bgPr>
    </p:bg>
    <p:spTree>
      <p:nvGrpSpPr>
        <p:cNvPr id="1" name=""/>
        <p:cNvGrpSpPr/>
        <p:nvPr/>
      </p:nvGrpSpPr>
      <p:grpSpPr bwMode="auto">
        <a:xfrm>
          <a:off x="0" y="0"/>
          <a:ext cx="0" cy="0"/>
          <a:chOff x="0" y="0"/>
          <a:chExt cx="0" cy="0"/>
        </a:xfrm>
      </p:grpSpPr>
      <p:pic>
        <p:nvPicPr>
          <p:cNvPr id="1547400415" name="Picture 6" descr="Background pattern&#10;&#10;Description automatically generated"/>
          <p:cNvPicPr>
            <a:picLocks noChangeAspect="1"/>
          </p:cNvPicPr>
          <p:nvPr userDrawn="1"/>
        </p:nvPicPr>
        <p:blipFill rotWithShape="1">
          <a:blip r:embed="rId2"/>
          <a:stretch/>
        </p:blipFill>
        <p:spPr bwMode="auto">
          <a:xfrm>
            <a:off x="0" y="0"/>
            <a:ext cx="12188952" cy="6856285"/>
          </a:xfrm>
          <a:prstGeom prst="rect">
            <a:avLst/>
          </a:prstGeom>
        </p:spPr>
      </p:pic>
      <p:pic>
        <p:nvPicPr>
          <p:cNvPr id="669912705" name="MS logo white - EMF"/>
          <p:cNvPicPr>
            <a:picLocks noChangeAspect="1"/>
          </p:cNvPicPr>
          <p:nvPr userDrawn="1"/>
        </p:nvPicPr>
        <p:blipFill rotWithShape="1">
          <a:blip r:embed="rId3"/>
          <a:stretch/>
        </p:blipFill>
        <p:spPr bwMode="white">
          <a:xfrm>
            <a:off x="584200" y="585788"/>
            <a:ext cx="1366245" cy="292608"/>
          </a:xfrm>
          <a:prstGeom prst="rect">
            <a:avLst/>
          </a:prstGeom>
        </p:spPr>
      </p:pic>
      <p:sp>
        <p:nvSpPr>
          <p:cNvPr id="1594130040" name="Title 1"/>
          <p:cNvSpPr>
            <a:spLocks noGrp="1"/>
          </p:cNvSpPr>
          <p:nvPr>
            <p:ph type="title" hasCustomPrompt="1"/>
          </p:nvPr>
        </p:nvSpPr>
        <p:spPr bwMode="white">
          <a:xfrm>
            <a:off x="569911" y="2769057"/>
            <a:ext cx="8193024" cy="1231106"/>
          </a:xfrm>
          <a:prstGeom prst="rect">
            <a:avLst/>
          </a:prstGeom>
          <a:noFill/>
        </p:spPr>
        <p:txBody>
          <a:bodyPr wrap="square" lIns="0" tIns="0" rIns="0" bIns="0" anchor="b" anchorCtr="0">
            <a:spAutoFit/>
          </a:bodyPr>
          <a:lstStyle>
            <a:lvl1pPr>
              <a:defRPr sz="4000" b="0" i="0" spc="-50">
                <a:solidFill>
                  <a:schemeClr val="bg1"/>
                </a:solidFill>
                <a:latin typeface="+mn-lt"/>
                <a:cs typeface="Segoe UI"/>
              </a:defRPr>
            </a:lvl1pPr>
          </a:lstStyle>
          <a:p>
            <a:pPr>
              <a:defRPr/>
            </a:pPr>
            <a:r>
              <a:rPr lang="en-US"/>
              <a:t>Event name or </a:t>
            </a:r>
            <a:br>
              <a:rPr lang="en-US"/>
            </a:br>
            <a:r>
              <a:rPr lang="en-US"/>
              <a:t>presentation title</a:t>
            </a:r>
            <a:endParaRPr/>
          </a:p>
        </p:txBody>
      </p:sp>
      <p:sp>
        <p:nvSpPr>
          <p:cNvPr id="1434831978" name="Text Placeholder 4"/>
          <p:cNvSpPr>
            <a:spLocks noGrp="1"/>
          </p:cNvSpPr>
          <p:nvPr>
            <p:ph type="body" sz="quarter" idx="12" hasCustomPrompt="1"/>
          </p:nvPr>
        </p:nvSpPr>
        <p:spPr bwMode="white">
          <a:xfrm>
            <a:off x="582042" y="4215827"/>
            <a:ext cx="8193024" cy="246221"/>
          </a:xfrm>
          <a:prstGeom prst="rect">
            <a:avLst/>
          </a:prstGeom>
          <a:noFill/>
        </p:spPr>
        <p:txBody>
          <a:bodyPr wrap="square" lIns="0" tIns="0" rIns="0" bIns="0">
            <a:spAutoFit/>
          </a:bodyPr>
          <a:lstStyle>
            <a:lvl1pPr marL="0" indent="0">
              <a:spcBef>
                <a:spcPts val="0"/>
              </a:spcBef>
              <a:buNone/>
              <a:defRPr sz="1600" spc="0">
                <a:solidFill>
                  <a:schemeClr val="bg1"/>
                </a:solidFill>
                <a:latin typeface="+mn-lt"/>
                <a:cs typeface="Segoe UI"/>
              </a:defRPr>
            </a:lvl1pPr>
          </a:lstStyle>
          <a:p>
            <a:pPr lvl="0">
              <a:defRPr/>
            </a:pPr>
            <a:r>
              <a:rPr lang="en-US"/>
              <a:t>Speaker name or subtitle</a:t>
            </a:r>
            <a:endParaRPr/>
          </a:p>
        </p:txBody>
      </p:sp>
      <p:sp>
        <p:nvSpPr>
          <p:cNvPr id="2006742446" name="Text Placeholder 4"/>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ts val="0"/>
              </a:spcBef>
              <a:buNone/>
              <a:defRPr sz="1000" spc="0">
                <a:solidFill>
                  <a:schemeClr val="bg1"/>
                </a:solidFill>
                <a:latin typeface="+mn-lt"/>
                <a:cs typeface="Segoe UI"/>
              </a:defRPr>
            </a:lvl1pPr>
          </a:lstStyle>
          <a:p>
            <a:pPr lvl="0">
              <a:defRPr/>
            </a:pPr>
            <a:r>
              <a:rPr lang="en-US"/>
              <a:t>Date</a:t>
            </a:r>
            <a:endParaRPr/>
          </a:p>
        </p:txBody>
      </p:sp>
      <p:sp>
        <p:nvSpPr>
          <p:cNvPr id="2090407240" name="Text Placeholder 4"/>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ts val="0"/>
              </a:spcBef>
              <a:buNone/>
              <a:defRPr sz="1000" spc="0">
                <a:solidFill>
                  <a:schemeClr val="bg1"/>
                </a:solidFill>
                <a:latin typeface="+mn-lt"/>
                <a:cs typeface="Segoe UI"/>
              </a:defRPr>
            </a:lvl1pPr>
          </a:lstStyle>
          <a:p>
            <a:pPr lvl="0">
              <a:defRPr/>
            </a:pPr>
            <a:r>
              <a:rPr lang="en-US"/>
              <a:t>Microsoft confidential</a:t>
            </a:r>
            <a:endParaRPr/>
          </a:p>
        </p:txBody>
      </p:sp>
    </p:spTree>
    <p:extLst>
      <p:ext uri="{BB962C8B-B14F-4D97-AF65-F5344CB8AC3E}">
        <p14:creationId xmlns:p14="http://schemas.microsoft.com/office/powerpoint/2010/main" val="2415912630"/>
      </p:ext>
    </p:extLst>
  </p:cSld>
  <p:clrMapOvr>
    <a:masterClrMapping/>
  </p:clrMapOvr>
</p:sldLayout>
</file>

<file path=ppt/slideLayouts/slideLayout596.xml><?xml version="1.0" encoding="utf-8"?>
<p:sldLayout xmlns:a="http://schemas.openxmlformats.org/drawingml/2006/main" xmlns:r="http://schemas.openxmlformats.org/officeDocument/2006/relationships" xmlns:p="http://schemas.openxmlformats.org/presentationml/2006/main" showMasterPhAnim="0" userDrawn="1">
  <p:cSld name="Small title - half page">
    <p:spTree>
      <p:nvGrpSpPr>
        <p:cNvPr id="1" name=""/>
        <p:cNvGrpSpPr/>
        <p:nvPr/>
      </p:nvGrpSpPr>
      <p:grpSpPr bwMode="auto">
        <a:xfrm>
          <a:off x="0" y="0"/>
          <a:ext cx="0" cy="0"/>
          <a:chOff x="0" y="0"/>
          <a:chExt cx="0" cy="0"/>
        </a:xfrm>
      </p:grpSpPr>
      <p:sp>
        <p:nvSpPr>
          <p:cNvPr id="1728652066" name="Title 2"/>
          <p:cNvSpPr>
            <a:spLocks noGrp="1"/>
          </p:cNvSpPr>
          <p:nvPr>
            <p:ph type="title" hasCustomPrompt="1"/>
          </p:nvPr>
        </p:nvSpPr>
        <p:spPr bwMode="auto">
          <a:xfrm>
            <a:off x="584200" y="457200"/>
            <a:ext cx="5508419" cy="372410"/>
          </a:xfrm>
        </p:spPr>
        <p:txBody>
          <a:bodyPr tIns="64008"/>
          <a:lstStyle>
            <a:lvl1pPr>
              <a:defRPr sz="2000" spc="0">
                <a:latin typeface="+mj-lt"/>
                <a:cs typeface="Segoe UI"/>
              </a:defRPr>
            </a:lvl1pPr>
          </a:lstStyle>
          <a:p>
            <a:pPr>
              <a:defRPr/>
            </a:pPr>
            <a:r>
              <a:rPr lang="en-US"/>
              <a:t>Click to edit title style</a:t>
            </a:r>
            <a:endParaRPr/>
          </a:p>
        </p:txBody>
      </p:sp>
      <p:sp>
        <p:nvSpPr>
          <p:cNvPr id="50047323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871126715"/>
      </p:ext>
    </p:extLst>
  </p:cSld>
  <p:clrMapOvr>
    <a:masterClrMapping/>
  </p:clrMapOvr>
</p:sldLayout>
</file>

<file path=ppt/slideLayouts/slideLayout597.xml><?xml version="1.0" encoding="utf-8"?>
<p:sldLayout xmlns:a="http://schemas.openxmlformats.org/drawingml/2006/main" xmlns:r="http://schemas.openxmlformats.org/officeDocument/2006/relationships" xmlns:p="http://schemas.openxmlformats.org/presentationml/2006/main" showMasterPhAnim="0" userDrawn="1">
  <p:cSld name="Blank">
    <p:spTree>
      <p:nvGrpSpPr>
        <p:cNvPr id="1" name=""/>
        <p:cNvGrpSpPr/>
        <p:nvPr/>
      </p:nvGrpSpPr>
      <p:grpSpPr bwMode="auto">
        <a:xfrm>
          <a:off x="0" y="0"/>
          <a:ext cx="0" cy="0"/>
          <a:chOff x="0" y="0"/>
          <a:chExt cx="0" cy="0"/>
        </a:xfrm>
      </p:grpSpPr>
      <p:sp>
        <p:nvSpPr>
          <p:cNvPr id="32837332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840229729"/>
      </p:ext>
    </p:extLst>
  </p:cSld>
  <p:clrMapOvr>
    <a:masterClrMapping/>
  </p:clrMapOvr>
</p:sldLayout>
</file>

<file path=ppt/slideLayouts/slideLayout598.xml><?xml version="1.0" encoding="utf-8"?>
<p:sldLayout xmlns:a="http://schemas.openxmlformats.org/drawingml/2006/main" xmlns:r="http://schemas.openxmlformats.org/officeDocument/2006/relationships" xmlns:p="http://schemas.openxmlformats.org/presentationml/2006/main" showMasterPhAnim="0" userDrawn="1">
  <p:cSld name="LearningPath2_WmGray">
    <p:bg>
      <p:bgPr>
        <a:solidFill>
          <a:srgbClr val="E8E6DF"/>
        </a:solidFill>
        <a:effectLst/>
      </p:bgPr>
    </p:bg>
    <p:spTree>
      <p:nvGrpSpPr>
        <p:cNvPr id="1" name=""/>
        <p:cNvGrpSpPr/>
        <p:nvPr/>
      </p:nvGrpSpPr>
      <p:grpSpPr bwMode="auto">
        <a:xfrm>
          <a:off x="0" y="0"/>
          <a:ext cx="0" cy="0"/>
          <a:chOff x="0" y="0"/>
          <a:chExt cx="0" cy="0"/>
        </a:xfrm>
      </p:grpSpPr>
      <p:sp>
        <p:nvSpPr>
          <p:cNvPr id="761666055"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90752346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908993556" name="Graphic 3"/>
          <p:cNvPicPr>
            <a:picLocks noChangeAspect="1"/>
          </p:cNvPicPr>
          <p:nvPr userDrawn="1"/>
        </p:nvPicPr>
        <p:blipFill rotWithShape="1">
          <a:blip r:embed="rId2"/>
          <a:stretch/>
        </p:blipFill>
        <p:spPr bwMode="auto">
          <a:xfrm>
            <a:off x="-1" y="3144660"/>
            <a:ext cx="12192001" cy="3035200"/>
          </a:xfrm>
          <a:prstGeom prst="rect">
            <a:avLst/>
          </a:prstGeom>
        </p:spPr>
      </p:pic>
    </p:spTree>
    <p:extLst>
      <p:ext uri="{BB962C8B-B14F-4D97-AF65-F5344CB8AC3E}">
        <p14:creationId xmlns:p14="http://schemas.microsoft.com/office/powerpoint/2010/main" val="1393057700"/>
      </p:ext>
    </p:extLst>
  </p:cSld>
  <p:clrMapOvr>
    <a:masterClrMapping/>
  </p:clrMapOvr>
</p:sldLayout>
</file>

<file path=ppt/slideLayouts/slideLayout599.xml><?xml version="1.0" encoding="utf-8"?>
<p:sldLayout xmlns:a="http://schemas.openxmlformats.org/drawingml/2006/main" xmlns:r="http://schemas.openxmlformats.org/officeDocument/2006/relationships" xmlns:p="http://schemas.openxmlformats.org/presentationml/2006/main" showMasterPhAnim="0" userDrawn="1">
  <p:cSld name="Text option_3 rows">
    <p:spTree>
      <p:nvGrpSpPr>
        <p:cNvPr id="1" name=""/>
        <p:cNvGrpSpPr/>
        <p:nvPr/>
      </p:nvGrpSpPr>
      <p:grpSpPr bwMode="auto">
        <a:xfrm>
          <a:off x="0" y="0"/>
          <a:ext cx="0" cy="0"/>
          <a:chOff x="0" y="0"/>
          <a:chExt cx="0" cy="0"/>
        </a:xfrm>
      </p:grpSpPr>
      <p:sp>
        <p:nvSpPr>
          <p:cNvPr id="1630130806" name="Text Placeholder 4"/>
          <p:cNvSpPr>
            <a:spLocks noGrp="1"/>
          </p:cNvSpPr>
          <p:nvPr>
            <p:ph type="body" sz="quarter" idx="11" hasCustomPrompt="1"/>
          </p:nvPr>
        </p:nvSpPr>
        <p:spPr bwMode="auto">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20583191" name="Text Placeholder 4"/>
          <p:cNvSpPr>
            <a:spLocks noGrp="1"/>
          </p:cNvSpPr>
          <p:nvPr>
            <p:ph type="body" sz="quarter" idx="15" hasCustomPrompt="1"/>
          </p:nvPr>
        </p:nvSpPr>
        <p:spPr bwMode="auto">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142678597" name="Text Placeholder 4"/>
          <p:cNvSpPr>
            <a:spLocks noGrp="1"/>
          </p:cNvSpPr>
          <p:nvPr>
            <p:ph type="body" sz="quarter" idx="17" hasCustomPrompt="1"/>
          </p:nvPr>
        </p:nvSpPr>
        <p:spPr bwMode="auto">
          <a:xfrm>
            <a:off x="1389460" y="3545276"/>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95931272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473631044"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cxnSp>
        <p:nvCxnSpPr>
          <p:cNvPr id="1932431828" name="Straight Connector 6"/>
          <p:cNvCxnSpPr/>
          <p:nvPr userDrawn="1"/>
        </p:nvCxnSpPr>
        <p:spPr bwMode="auto">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409057202" name="Straight Connector 7"/>
          <p:cNvCxnSpPr/>
          <p:nvPr userDrawn="1"/>
        </p:nvCxnSpPr>
        <p:spPr bwMode="auto">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2976652"/>
      </p:ext>
    </p:extLst>
  </p:cSld>
  <p:clrMapOvr>
    <a:masterClrMapping/>
  </p:clrMapOvr>
</p:sldLayout>
</file>

<file path=ppt/slideLayouts/slideLayout600.xml><?xml version="1.0" encoding="utf-8"?>
<p:sldLayout xmlns:a="http://schemas.openxmlformats.org/drawingml/2006/main" xmlns:r="http://schemas.openxmlformats.org/officeDocument/2006/relationships" xmlns:p="http://schemas.openxmlformats.org/presentationml/2006/main" showMasterPhAnim="0" userDrawn="1">
  <p:cSld name="Text option_4 rows">
    <p:spTree>
      <p:nvGrpSpPr>
        <p:cNvPr id="1" name=""/>
        <p:cNvGrpSpPr/>
        <p:nvPr/>
      </p:nvGrpSpPr>
      <p:grpSpPr bwMode="auto">
        <a:xfrm>
          <a:off x="0" y="0"/>
          <a:ext cx="0" cy="0"/>
          <a:chOff x="0" y="0"/>
          <a:chExt cx="0" cy="0"/>
        </a:xfrm>
      </p:grpSpPr>
      <p:sp>
        <p:nvSpPr>
          <p:cNvPr id="855458782" name="Text Placeholder 4"/>
          <p:cNvSpPr>
            <a:spLocks noGrp="1"/>
          </p:cNvSpPr>
          <p:nvPr>
            <p:ph type="body" sz="quarter" idx="11" hasCustomPrompt="1"/>
          </p:nvPr>
        </p:nvSpPr>
        <p:spPr bwMode="auto">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1403049914" name="Straight Connector 19"/>
          <p:cNvCxnSpPr/>
          <p:nvPr userDrawn="1"/>
        </p:nvCxnSpPr>
        <p:spPr bwMode="auto">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595257703" name="Text Placeholder 4"/>
          <p:cNvSpPr>
            <a:spLocks noGrp="1"/>
          </p:cNvSpPr>
          <p:nvPr>
            <p:ph type="body" sz="quarter" idx="15" hasCustomPrompt="1"/>
          </p:nvPr>
        </p:nvSpPr>
        <p:spPr bwMode="auto">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1560339443" name="Straight Connector 20"/>
          <p:cNvCxnSpPr/>
          <p:nvPr userDrawn="1"/>
        </p:nvCxnSpPr>
        <p:spPr bwMode="auto">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323003702" name="Text Placeholder 4"/>
          <p:cNvSpPr>
            <a:spLocks noGrp="1"/>
          </p:cNvSpPr>
          <p:nvPr>
            <p:ph type="body" sz="quarter" idx="17" hasCustomPrompt="1"/>
          </p:nvPr>
        </p:nvSpPr>
        <p:spPr bwMode="auto">
          <a:xfrm>
            <a:off x="1389460" y="3545276"/>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1375998871" name="Straight Connector 21"/>
          <p:cNvCxnSpPr/>
          <p:nvPr userDrawn="1"/>
        </p:nvCxnSpPr>
        <p:spPr bwMode="auto">
          <a:xfrm>
            <a:off x="1389695" y="445894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256048711" name="Text Placeholder 4"/>
          <p:cNvSpPr>
            <a:spLocks noGrp="1"/>
          </p:cNvSpPr>
          <p:nvPr>
            <p:ph type="body" sz="quarter" idx="19" hasCustomPrompt="1"/>
          </p:nvPr>
        </p:nvSpPr>
        <p:spPr bwMode="auto">
          <a:xfrm>
            <a:off x="1389460" y="4591438"/>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38990362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429506241"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Tree>
    <p:extLst>
      <p:ext uri="{BB962C8B-B14F-4D97-AF65-F5344CB8AC3E}">
        <p14:creationId xmlns:p14="http://schemas.microsoft.com/office/powerpoint/2010/main" val="3736166077"/>
      </p:ext>
    </p:extLst>
  </p:cSld>
  <p:clrMapOvr>
    <a:masterClrMapping/>
  </p:clrMapOvr>
</p:sldLayout>
</file>

<file path=ppt/slideLayouts/slideLayout601.xml><?xml version="1.0" encoding="utf-8"?>
<p:sldLayout xmlns:a="http://schemas.openxmlformats.org/drawingml/2006/main" xmlns:r="http://schemas.openxmlformats.org/officeDocument/2006/relationships" xmlns:p="http://schemas.openxmlformats.org/presentationml/2006/main" showMasterPhAnim="0" userDrawn="1">
  <p:cSld name="Text option_5 rows">
    <p:spTree>
      <p:nvGrpSpPr>
        <p:cNvPr id="1" name=""/>
        <p:cNvGrpSpPr/>
        <p:nvPr/>
      </p:nvGrpSpPr>
      <p:grpSpPr bwMode="auto">
        <a:xfrm>
          <a:off x="0" y="0"/>
          <a:ext cx="0" cy="0"/>
          <a:chOff x="0" y="0"/>
          <a:chExt cx="0" cy="0"/>
        </a:xfrm>
      </p:grpSpPr>
      <p:sp>
        <p:nvSpPr>
          <p:cNvPr id="1892808746" name="Text Placeholder 4"/>
          <p:cNvSpPr>
            <a:spLocks noGrp="1"/>
          </p:cNvSpPr>
          <p:nvPr>
            <p:ph type="body" sz="quarter" idx="11" hasCustomPrompt="1"/>
          </p:nvPr>
        </p:nvSpPr>
        <p:spPr bwMode="auto">
          <a:xfrm>
            <a:off x="1389460" y="1456896"/>
            <a:ext cx="10210404" cy="64562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541058613" name="Straight Connector 14"/>
          <p:cNvCxnSpPr/>
          <p:nvPr userDrawn="1"/>
        </p:nvCxnSpPr>
        <p:spPr bwMode="auto">
          <a:xfrm>
            <a:off x="1389695" y="2205973"/>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720238254" name="Text Placeholder 4"/>
          <p:cNvSpPr>
            <a:spLocks noGrp="1"/>
          </p:cNvSpPr>
          <p:nvPr>
            <p:ph type="body" sz="quarter" idx="15" hasCustomPrompt="1"/>
          </p:nvPr>
        </p:nvSpPr>
        <p:spPr bwMode="auto">
          <a:xfrm>
            <a:off x="1389460" y="2309426"/>
            <a:ext cx="10210404" cy="64890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499915710" name="Straight Connector 16"/>
          <p:cNvCxnSpPr/>
          <p:nvPr userDrawn="1"/>
        </p:nvCxnSpPr>
        <p:spPr bwMode="auto">
          <a:xfrm>
            <a:off x="1389695" y="306177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627738438" name="Text Placeholder 4"/>
          <p:cNvSpPr>
            <a:spLocks noGrp="1"/>
          </p:cNvSpPr>
          <p:nvPr>
            <p:ph type="body" sz="quarter" idx="17" hasCustomPrompt="1"/>
          </p:nvPr>
        </p:nvSpPr>
        <p:spPr bwMode="auto">
          <a:xfrm>
            <a:off x="1389460" y="3165232"/>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729842031" name="Straight Connector 18"/>
          <p:cNvCxnSpPr/>
          <p:nvPr userDrawn="1"/>
        </p:nvCxnSpPr>
        <p:spPr bwMode="auto">
          <a:xfrm>
            <a:off x="1389695" y="391758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23667991" name="Text Placeholder 4"/>
          <p:cNvSpPr>
            <a:spLocks noGrp="1"/>
          </p:cNvSpPr>
          <p:nvPr>
            <p:ph type="body" sz="quarter" idx="19" hasCustomPrompt="1"/>
          </p:nvPr>
        </p:nvSpPr>
        <p:spPr bwMode="auto">
          <a:xfrm>
            <a:off x="1389460" y="4021038"/>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256017464" name="Straight Connector 10"/>
          <p:cNvCxnSpPr/>
          <p:nvPr userDrawn="1"/>
        </p:nvCxnSpPr>
        <p:spPr bwMode="auto">
          <a:xfrm>
            <a:off x="1389695" y="4773391"/>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590800713" name="Text Placeholder 4"/>
          <p:cNvSpPr>
            <a:spLocks noGrp="1"/>
          </p:cNvSpPr>
          <p:nvPr>
            <p:ph type="body" sz="quarter" idx="21" hasCustomPrompt="1"/>
          </p:nvPr>
        </p:nvSpPr>
        <p:spPr bwMode="auto">
          <a:xfrm>
            <a:off x="1389460" y="4876845"/>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ts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ts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sp>
        <p:nvSpPr>
          <p:cNvPr id="56877115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96212561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Tree>
    <p:extLst>
      <p:ext uri="{BB962C8B-B14F-4D97-AF65-F5344CB8AC3E}">
        <p14:creationId xmlns:p14="http://schemas.microsoft.com/office/powerpoint/2010/main" val="3888958451"/>
      </p:ext>
    </p:extLst>
  </p:cSld>
  <p:clrMapOvr>
    <a:masterClrMapping/>
  </p:clrMapOvr>
</p:sldLayout>
</file>

<file path=ppt/slideLayouts/slideLayout602.xml><?xml version="1.0" encoding="utf-8"?>
<p:sldLayout xmlns:a="http://schemas.openxmlformats.org/drawingml/2006/main" xmlns:r="http://schemas.openxmlformats.org/officeDocument/2006/relationships" xmlns:p="http://schemas.openxmlformats.org/presentationml/2006/main" showMasterPhAnim="0" userDrawn="1">
  <p:cSld name="1_Knowledge Check">
    <p:spTree>
      <p:nvGrpSpPr>
        <p:cNvPr id="1" name=""/>
        <p:cNvGrpSpPr/>
        <p:nvPr/>
      </p:nvGrpSpPr>
      <p:grpSpPr bwMode="auto">
        <a:xfrm>
          <a:off x="0" y="0"/>
          <a:ext cx="0" cy="0"/>
          <a:chOff x="0" y="0"/>
          <a:chExt cx="0" cy="0"/>
        </a:xfrm>
      </p:grpSpPr>
      <p:sp>
        <p:nvSpPr>
          <p:cNvPr id="546111599" name="Rounded Rectangle 3_1"/>
          <p:cNvSpPr/>
          <p:nvPr userDrawn="1"/>
        </p:nvSpPr>
        <p:spPr bwMode="auto">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ts val="0"/>
              </a:spcBef>
              <a:spcAft>
                <a:spcPts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536252988" name="Title 1"/>
          <p:cNvSpPr>
            <a:spLocks noGrp="1"/>
          </p:cNvSpPr>
          <p:nvPr>
            <p:ph type="title"/>
          </p:nvPr>
        </p:nvSpPr>
        <p:spPr bwMode="auto">
          <a:xfrm>
            <a:off x="588262" y="585216"/>
            <a:ext cx="8193024" cy="369332"/>
          </a:xfrm>
        </p:spPr>
        <p:txBody>
          <a:bodyPr/>
          <a:lstStyle>
            <a:lvl1pPr>
              <a:defRPr sz="2400" b="0" i="0">
                <a:solidFill>
                  <a:schemeClr val="tx1"/>
                </a:solidFill>
                <a:latin typeface="+mj-lt"/>
                <a:cs typeface="Segoe UI Semibold"/>
              </a:defRPr>
            </a:lvl1pPr>
          </a:lstStyle>
          <a:p>
            <a:pPr>
              <a:defRPr/>
            </a:pPr>
            <a:r>
              <a:rPr lang="en-US"/>
              <a:t>Click to edit Master title style</a:t>
            </a:r>
            <a:endParaRPr/>
          </a:p>
        </p:txBody>
      </p:sp>
      <p:sp>
        <p:nvSpPr>
          <p:cNvPr id="184174396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170125366" name="Text Placeholder 11"/>
          <p:cNvSpPr>
            <a:spLocks noGrp="1"/>
          </p:cNvSpPr>
          <p:nvPr>
            <p:ph type="body" sz="quarter" idx="17"/>
          </p:nvPr>
        </p:nvSpPr>
        <p:spPr bwMode="auto">
          <a:xfrm>
            <a:off x="1235075" y="1594151"/>
            <a:ext cx="8778782" cy="399973"/>
          </a:xfrm>
          <a:prstGeom prst="rect">
            <a:avLst/>
          </a:prstGeom>
        </p:spPr>
        <p:txBody>
          <a:bodyPr anchor="t"/>
          <a:lstStyle>
            <a:lvl1pPr marL="0" indent="0">
              <a:spcBef>
                <a:spcPts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621212696" name="Text Placeholder 3"/>
          <p:cNvSpPr>
            <a:spLocks noGrp="1"/>
          </p:cNvSpPr>
          <p:nvPr>
            <p:ph type="body" sz="quarter" idx="15"/>
          </p:nvPr>
        </p:nvSpPr>
        <p:spPr bwMode="auto">
          <a:xfrm>
            <a:off x="1237265" y="1994124"/>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grpSp>
        <p:nvGrpSpPr>
          <p:cNvPr id="1250174736" name="Group 6"/>
          <p:cNvGrpSpPr/>
          <p:nvPr userDrawn="1"/>
        </p:nvGrpSpPr>
        <p:grpSpPr bwMode="auto">
          <a:xfrm>
            <a:off x="10107938" y="893763"/>
            <a:ext cx="1110600" cy="1110600"/>
            <a:chOff x="5540700" y="2116300"/>
            <a:chExt cx="1110600" cy="1110600"/>
          </a:xfrm>
        </p:grpSpPr>
        <p:sp>
          <p:nvSpPr>
            <p:cNvPr id="8" name="Oval 7"/>
            <p:cNvSpPr/>
            <p:nvPr/>
          </p:nvSpPr>
          <p:spPr bwMode="auto">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a:lnSpc>
                  <a:spcPct val="100000"/>
                </a:lnSpc>
                <a:spcBef>
                  <a:spcPts val="0"/>
                </a:spcBef>
                <a:spcAft>
                  <a:spcPts val="0"/>
                </a:spcAft>
                <a:buClrTx/>
                <a:buSzTx/>
                <a:buFontTx/>
                <a:buNone/>
                <a:defRPr/>
              </a:pPr>
              <a:endParaRPr lang="en-US" sz="1800" b="0" i="0" u="none" strike="noStrike" cap="none" spc="0">
                <a:ln>
                  <a:noFill/>
                </a:ln>
                <a:solidFill>
                  <a:srgbClr val="FFFFFF"/>
                </a:solidFill>
                <a:latin typeface="Segoe UI"/>
                <a:ea typeface="+mn-ea"/>
                <a:cs typeface="+mn-cs"/>
              </a:endParaRPr>
            </a:p>
          </p:txBody>
        </p:sp>
        <p:pic>
          <p:nvPicPr>
            <p:cNvPr id="9" name="Picture 8"/>
            <p:cNvPicPr/>
            <p:nvPr/>
          </p:nvPicPr>
          <p:blipFill rotWithShape="1">
            <a:blip r:embed="rId2"/>
            <a:stretch/>
          </p:blipFill>
          <p:spPr bwMode="auto">
            <a:xfrm>
              <a:off x="5749602" y="2325202"/>
              <a:ext cx="692796" cy="692796"/>
            </a:xfrm>
            <a:prstGeom prst="rect">
              <a:avLst/>
            </a:prstGeom>
            <a:noFill/>
          </p:spPr>
        </p:pic>
      </p:grpSp>
      <p:sp>
        <p:nvSpPr>
          <p:cNvPr id="1428379844" name="Text Placeholder 11"/>
          <p:cNvSpPr>
            <a:spLocks noGrp="1"/>
          </p:cNvSpPr>
          <p:nvPr>
            <p:ph type="body" sz="quarter" idx="20"/>
          </p:nvPr>
        </p:nvSpPr>
        <p:spPr bwMode="auto">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defRPr/>
            </a:pPr>
            <a:r>
              <a:rPr lang="en-US"/>
              <a:t>Click to edit Master text styles</a:t>
            </a:r>
            <a:endParaRPr/>
          </a:p>
        </p:txBody>
      </p:sp>
      <p:sp>
        <p:nvSpPr>
          <p:cNvPr id="449501374" name="Text Placeholder 3"/>
          <p:cNvSpPr>
            <a:spLocks noGrp="1"/>
          </p:cNvSpPr>
          <p:nvPr>
            <p:ph type="body" sz="quarter" idx="21"/>
          </p:nvPr>
        </p:nvSpPr>
        <p:spPr bwMode="auto">
          <a:xfrm>
            <a:off x="1237265" y="4898755"/>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55677082" name="Text Placeholder 11"/>
          <p:cNvSpPr>
            <a:spLocks noGrp="1"/>
          </p:cNvSpPr>
          <p:nvPr>
            <p:ph type="body" sz="quarter" idx="22"/>
          </p:nvPr>
        </p:nvSpPr>
        <p:spPr bwMode="auto">
          <a:xfrm>
            <a:off x="1235075" y="3042690"/>
            <a:ext cx="8778782" cy="406323"/>
          </a:xfrm>
          <a:prstGeom prst="rect">
            <a:avLst/>
          </a:prstGeom>
        </p:spPr>
        <p:txBody>
          <a:bodyPr anchor="t"/>
          <a:lstStyle>
            <a:lvl1pPr marL="0" indent="0">
              <a:spcBef>
                <a:spcPts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1573484328" name="Text Placeholder 3"/>
          <p:cNvSpPr>
            <a:spLocks noGrp="1"/>
          </p:cNvSpPr>
          <p:nvPr>
            <p:ph type="body" sz="quarter" idx="23"/>
          </p:nvPr>
        </p:nvSpPr>
        <p:spPr bwMode="auto">
          <a:xfrm>
            <a:off x="1237265" y="3449013"/>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extLst>
      <p:ext uri="{BB962C8B-B14F-4D97-AF65-F5344CB8AC3E}">
        <p14:creationId xmlns:p14="http://schemas.microsoft.com/office/powerpoint/2010/main" val="1702902579"/>
      </p:ext>
    </p:extLst>
  </p:cSld>
  <p:clrMapOvr>
    <a:masterClrMapping/>
  </p:clrMapOvr>
</p:sldLayout>
</file>

<file path=ppt/slideLayouts/slideLayout603.xml><?xml version="1.0" encoding="utf-8"?>
<p:sldLayout xmlns:a="http://schemas.openxmlformats.org/drawingml/2006/main" xmlns:r="http://schemas.openxmlformats.org/officeDocument/2006/relationships" xmlns:p="http://schemas.openxmlformats.org/presentationml/2006/main" showMasterPhAnim="0" type="blank" userDrawn="1">
  <p:cSld name="Blank_with Head and Subtitle (28 pt)">
    <p:bg>
      <p:bgPr>
        <a:solidFill>
          <a:srgbClr val="FFFFFF"/>
        </a:solidFill>
        <a:effectLst/>
      </p:bgPr>
    </p:bg>
    <p:spTree>
      <p:nvGrpSpPr>
        <p:cNvPr id="1" name=""/>
        <p:cNvGrpSpPr/>
        <p:nvPr/>
      </p:nvGrpSpPr>
      <p:grpSpPr bwMode="auto">
        <a:xfrm>
          <a:off x="0" y="0"/>
          <a:ext cx="0" cy="0"/>
          <a:chOff x="0" y="0"/>
          <a:chExt cx="0" cy="0"/>
        </a:xfrm>
      </p:grpSpPr>
      <p:pic>
        <p:nvPicPr>
          <p:cNvPr id="3" name="Picture 18">
            <a:extLst>
              <a:ext uri="{FF2B5EF4-FFF2-40B4-BE49-F238E27FC236}">
                <a16:creationId xmlns:a16="http://schemas.microsoft.com/office/drawing/2014/main" id="{3635F0B0-7FCD-BBDF-CCA7-E15E187AB99C}"/>
              </a:ext>
            </a:extLst>
          </p:cNvPr>
          <p:cNvPicPr/>
          <p:nvPr userDrawn="1"/>
        </p:nvPicPr>
        <p:blipFill rotWithShape="1">
          <a:blip r:embed="rId2"/>
          <a:stretch/>
        </p:blipFill>
        <p:spPr bwMode="auto">
          <a:xfrm>
            <a:off x="0" y="720"/>
            <a:ext cx="12191760" cy="6855840"/>
          </a:xfrm>
          <a:prstGeom prst="rect">
            <a:avLst/>
          </a:prstGeom>
          <a:noFill/>
          <a:ln w="0">
            <a:noFill/>
          </a:ln>
        </p:spPr>
      </p:pic>
      <p:pic>
        <p:nvPicPr>
          <p:cNvPr id="1460384521" name="Graphic 5"/>
          <p:cNvPicPr/>
          <p:nvPr/>
        </p:nvPicPr>
        <p:blipFill rotWithShape="1">
          <a:blip r:embed="rId3"/>
          <a:stretch/>
        </p:blipFill>
        <p:spPr bwMode="auto">
          <a:xfrm rot="5400000">
            <a:off x="9510120" y="2743200"/>
            <a:ext cx="6857640" cy="1371240"/>
          </a:xfrm>
          <a:prstGeom prst="rect">
            <a:avLst/>
          </a:prstGeom>
          <a:noFill/>
          <a:ln w="0">
            <a:noFill/>
          </a:ln>
        </p:spPr>
      </p:pic>
      <p:sp>
        <p:nvSpPr>
          <p:cNvPr id="2009215693" name="TextBox 2"/>
          <p:cNvSpPr/>
          <p:nvPr/>
        </p:nvSpPr>
        <p:spPr bwMode="auto">
          <a:xfrm rot="16199999">
            <a:off x="-581040" y="6162840"/>
            <a:ext cx="743400" cy="193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483929991" name="Straight Connector 4"/>
          <p:cNvCxnSpPr/>
          <p:nvPr/>
        </p:nvCxnSpPr>
        <p:spPr bwMode="auto">
          <a:xfrm>
            <a:off x="-134640" y="5670360"/>
            <a:ext cx="90720" cy="360"/>
          </a:xfrm>
          <a:prstGeom prst="straightConnector1">
            <a:avLst/>
          </a:prstGeom>
          <a:ln w="9525" cap="sq">
            <a:solidFill>
              <a:srgbClr val="FF0000"/>
            </a:solidFill>
            <a:miter/>
          </a:ln>
        </p:spPr>
      </p:cxnSp>
      <p:cxnSp>
        <p:nvCxnSpPr>
          <p:cNvPr id="1202427770" name="Straight Connector 7"/>
          <p:cNvCxnSpPr/>
          <p:nvPr/>
        </p:nvCxnSpPr>
        <p:spPr bwMode="auto">
          <a:xfrm>
            <a:off x="-134640" y="6848280"/>
            <a:ext cx="90720" cy="360"/>
          </a:xfrm>
          <a:prstGeom prst="straightConnector1">
            <a:avLst/>
          </a:prstGeom>
          <a:ln w="9525" cap="sq">
            <a:solidFill>
              <a:srgbClr val="FF0000"/>
            </a:solidFill>
            <a:miter/>
          </a:ln>
        </p:spPr>
      </p:cxnSp>
      <p:cxnSp>
        <p:nvCxnSpPr>
          <p:cNvPr id="2147183801" name="Straight Connector 33"/>
          <p:cNvCxnSpPr/>
          <p:nvPr/>
        </p:nvCxnSpPr>
        <p:spPr bwMode="auto">
          <a:xfrm>
            <a:off x="-89640" y="5670360"/>
            <a:ext cx="360" cy="1178280"/>
          </a:xfrm>
          <a:prstGeom prst="straightConnector1">
            <a:avLst/>
          </a:prstGeom>
          <a:ln w="9525" cap="sq">
            <a:solidFill>
              <a:srgbClr val="FF0000"/>
            </a:solidFill>
            <a:miter/>
          </a:ln>
        </p:spPr>
      </p:cxnSp>
      <p:sp>
        <p:nvSpPr>
          <p:cNvPr id="1536083062" name="PlaceHolder 1"/>
          <p:cNvSpPr>
            <a:spLocks noGrp="1"/>
          </p:cNvSpPr>
          <p:nvPr>
            <p:ph type="title"/>
          </p:nvPr>
        </p:nvSpPr>
        <p:spPr bwMode="auto">
          <a:xfrm>
            <a:off x="588240" y="585360"/>
            <a:ext cx="11011320" cy="430560"/>
          </a:xfrm>
          <a:prstGeom prst="rect">
            <a:avLst/>
          </a:prstGeom>
          <a:noFill/>
          <a:ln w="0">
            <a:noFill/>
          </a:ln>
        </p:spPr>
        <p:txBody>
          <a:bodyPr lIns="0" tIns="0" rIns="0" bIns="0" anchor="t">
            <a:noAutofit/>
          </a:bodyPr>
          <a:lstStyle>
            <a:lvl1pPr indent="0" algn="l" defTabSz="932760">
              <a:lnSpc>
                <a:spcPct val="100000"/>
              </a:lnSpc>
              <a:buNone/>
              <a:defRPr lang="en-US" sz="2800" b="0" u="none" strike="noStrike">
                <a:solidFill>
                  <a:schemeClr val="dk1"/>
                </a:solidFill>
                <a:latin typeface="Segoe UI Semibold"/>
              </a:defRPr>
            </a:lvl1pPr>
          </a:lstStyle>
          <a:p>
            <a:pPr indent="0" algn="l" defTabSz="932760">
              <a:lnSpc>
                <a:spcPct val="100000"/>
              </a:lnSpc>
              <a:buNone/>
              <a:defRPr/>
            </a:pPr>
            <a:r>
              <a:rPr lang="en-US" sz="2800" b="0" u="none" strike="noStrike">
                <a:solidFill>
                  <a:schemeClr val="dk1"/>
                </a:solidFill>
                <a:latin typeface="Segoe UI Semibold"/>
              </a:rPr>
              <a:t>Click to edit Master title style</a:t>
            </a:r>
          </a:p>
        </p:txBody>
      </p:sp>
      <p:sp>
        <p:nvSpPr>
          <p:cNvPr id="5053043" name="PlaceHolder 2"/>
          <p:cNvSpPr>
            <a:spLocks noGrp="1"/>
          </p:cNvSpPr>
          <p:nvPr>
            <p:ph type="body" hasCustomPrompt="1"/>
          </p:nvPr>
        </p:nvSpPr>
        <p:spPr bwMode="auto">
          <a:xfrm>
            <a:off x="579600" y="1169640"/>
            <a:ext cx="11011320" cy="254520"/>
          </a:xfrm>
          <a:prstGeom prst="rect">
            <a:avLst/>
          </a:prstGeom>
          <a:noFill/>
          <a:ln w="0">
            <a:noFill/>
          </a:ln>
        </p:spPr>
        <p:txBody>
          <a:bodyPr lIns="0" tIns="0" rIns="0" bIns="0" anchor="t">
            <a:spAutoFit/>
          </a:bodyPr>
          <a:lstStyle>
            <a:lvl1pPr indent="0" algn="l" defTabSz="914400">
              <a:lnSpc>
                <a:spcPts val="2000"/>
              </a:lnSpc>
              <a:buNone/>
              <a:tabLst>
                <a:tab pos="0" algn="l"/>
              </a:tabLst>
              <a:defRPr lang="en-US" sz="1600" b="0" u="none" strike="noStrike">
                <a:solidFill>
                  <a:srgbClr val="000000"/>
                </a:solidFill>
                <a:latin typeface="Segoe UI"/>
              </a:defRPr>
            </a:lvl1pPr>
          </a:lstStyle>
          <a:p>
            <a:pPr indent="0" algn="l" defTabSz="914400">
              <a:lnSpc>
                <a:spcPts val="2000"/>
              </a:lnSpc>
              <a:buNone/>
              <a:tabLst>
                <a:tab pos="0" algn="l"/>
              </a:tabLst>
              <a:defRPr/>
            </a:pPr>
            <a:r>
              <a:rPr lang="en-US" sz="1600" b="0" u="none" strike="noStrike">
                <a:solidFill>
                  <a:srgbClr val="000000"/>
                </a:solidFill>
                <a:latin typeface="Segoe UI"/>
              </a:rPr>
              <a:t>Subhead Segoe UI Regular 16pt</a:t>
            </a:r>
          </a:p>
        </p:txBody>
      </p:sp>
    </p:spTree>
    <p:extLst>
      <p:ext uri="{BB962C8B-B14F-4D97-AF65-F5344CB8AC3E}">
        <p14:creationId xmlns:p14="http://schemas.microsoft.com/office/powerpoint/2010/main" val="361070931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6.xml"/><Relationship Id="rId1" Type="http://schemas.openxmlformats.org/officeDocument/2006/relationships/slideLayout" Target="../slideLayouts/slideLayout3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3.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2.svg"/></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61.xml"/><Relationship Id="rId18" Type="http://schemas.openxmlformats.org/officeDocument/2006/relationships/slideLayout" Target="../slideLayouts/slideLayout66.xml"/><Relationship Id="rId26" Type="http://schemas.openxmlformats.org/officeDocument/2006/relationships/slideLayout" Target="../slideLayouts/slideLayout74.xml"/><Relationship Id="rId39" Type="http://schemas.openxmlformats.org/officeDocument/2006/relationships/slideLayout" Target="../slideLayouts/slideLayout87.xml"/><Relationship Id="rId21" Type="http://schemas.openxmlformats.org/officeDocument/2006/relationships/slideLayout" Target="../slideLayouts/slideLayout69.xml"/><Relationship Id="rId34" Type="http://schemas.openxmlformats.org/officeDocument/2006/relationships/slideLayout" Target="../slideLayouts/slideLayout82.xml"/><Relationship Id="rId42" Type="http://schemas.openxmlformats.org/officeDocument/2006/relationships/slideLayout" Target="../slideLayouts/slideLayout90.xml"/><Relationship Id="rId47" Type="http://schemas.openxmlformats.org/officeDocument/2006/relationships/slideLayout" Target="../slideLayouts/slideLayout95.xml"/><Relationship Id="rId50" Type="http://schemas.openxmlformats.org/officeDocument/2006/relationships/slideLayout" Target="../slideLayouts/slideLayout98.xml"/><Relationship Id="rId7" Type="http://schemas.openxmlformats.org/officeDocument/2006/relationships/slideLayout" Target="../slideLayouts/slideLayout55.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29" Type="http://schemas.openxmlformats.org/officeDocument/2006/relationships/slideLayout" Target="../slideLayouts/slideLayout77.xml"/><Relationship Id="rId11" Type="http://schemas.openxmlformats.org/officeDocument/2006/relationships/slideLayout" Target="../slideLayouts/slideLayout59.xml"/><Relationship Id="rId24" Type="http://schemas.openxmlformats.org/officeDocument/2006/relationships/slideLayout" Target="../slideLayouts/slideLayout72.xml"/><Relationship Id="rId32" Type="http://schemas.openxmlformats.org/officeDocument/2006/relationships/slideLayout" Target="../slideLayouts/slideLayout80.xml"/><Relationship Id="rId37" Type="http://schemas.openxmlformats.org/officeDocument/2006/relationships/slideLayout" Target="../slideLayouts/slideLayout85.xml"/><Relationship Id="rId40" Type="http://schemas.openxmlformats.org/officeDocument/2006/relationships/slideLayout" Target="../slideLayouts/slideLayout88.xml"/><Relationship Id="rId45" Type="http://schemas.openxmlformats.org/officeDocument/2006/relationships/slideLayout" Target="../slideLayouts/slideLayout93.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23" Type="http://schemas.openxmlformats.org/officeDocument/2006/relationships/slideLayout" Target="../slideLayouts/slideLayout71.xml"/><Relationship Id="rId28" Type="http://schemas.openxmlformats.org/officeDocument/2006/relationships/slideLayout" Target="../slideLayouts/slideLayout76.xml"/><Relationship Id="rId36" Type="http://schemas.openxmlformats.org/officeDocument/2006/relationships/slideLayout" Target="../slideLayouts/slideLayout84.xml"/><Relationship Id="rId49" Type="http://schemas.openxmlformats.org/officeDocument/2006/relationships/slideLayout" Target="../slideLayouts/slideLayout97.xml"/><Relationship Id="rId10" Type="http://schemas.openxmlformats.org/officeDocument/2006/relationships/slideLayout" Target="../slideLayouts/slideLayout58.xml"/><Relationship Id="rId19" Type="http://schemas.openxmlformats.org/officeDocument/2006/relationships/slideLayout" Target="../slideLayouts/slideLayout67.xml"/><Relationship Id="rId31" Type="http://schemas.openxmlformats.org/officeDocument/2006/relationships/slideLayout" Target="../slideLayouts/slideLayout79.xml"/><Relationship Id="rId44" Type="http://schemas.openxmlformats.org/officeDocument/2006/relationships/slideLayout" Target="../slideLayouts/slideLayout92.xml"/><Relationship Id="rId52" Type="http://schemas.openxmlformats.org/officeDocument/2006/relationships/theme" Target="../theme/theme4.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 Id="rId22" Type="http://schemas.openxmlformats.org/officeDocument/2006/relationships/slideLayout" Target="../slideLayouts/slideLayout70.xml"/><Relationship Id="rId27" Type="http://schemas.openxmlformats.org/officeDocument/2006/relationships/slideLayout" Target="../slideLayouts/slideLayout75.xml"/><Relationship Id="rId30" Type="http://schemas.openxmlformats.org/officeDocument/2006/relationships/slideLayout" Target="../slideLayouts/slideLayout78.xml"/><Relationship Id="rId35" Type="http://schemas.openxmlformats.org/officeDocument/2006/relationships/slideLayout" Target="../slideLayouts/slideLayout83.xml"/><Relationship Id="rId43" Type="http://schemas.openxmlformats.org/officeDocument/2006/relationships/slideLayout" Target="../slideLayouts/slideLayout91.xml"/><Relationship Id="rId48" Type="http://schemas.openxmlformats.org/officeDocument/2006/relationships/slideLayout" Target="../slideLayouts/slideLayout96.xml"/><Relationship Id="rId8" Type="http://schemas.openxmlformats.org/officeDocument/2006/relationships/slideLayout" Target="../slideLayouts/slideLayout56.xml"/><Relationship Id="rId51" Type="http://schemas.openxmlformats.org/officeDocument/2006/relationships/slideLayout" Target="../slideLayouts/slideLayout99.xml"/><Relationship Id="rId3" Type="http://schemas.openxmlformats.org/officeDocument/2006/relationships/slideLayout" Target="../slideLayouts/slideLayout51.xml"/><Relationship Id="rId12" Type="http://schemas.openxmlformats.org/officeDocument/2006/relationships/slideLayout" Target="../slideLayouts/slideLayout60.xml"/><Relationship Id="rId17" Type="http://schemas.openxmlformats.org/officeDocument/2006/relationships/slideLayout" Target="../slideLayouts/slideLayout65.xml"/><Relationship Id="rId25" Type="http://schemas.openxmlformats.org/officeDocument/2006/relationships/slideLayout" Target="../slideLayouts/slideLayout73.xml"/><Relationship Id="rId33" Type="http://schemas.openxmlformats.org/officeDocument/2006/relationships/slideLayout" Target="../slideLayouts/slideLayout81.xml"/><Relationship Id="rId38" Type="http://schemas.openxmlformats.org/officeDocument/2006/relationships/slideLayout" Target="../slideLayouts/slideLayout86.xml"/><Relationship Id="rId46" Type="http://schemas.openxmlformats.org/officeDocument/2006/relationships/slideLayout" Target="../slideLayouts/slideLayout94.xml"/><Relationship Id="rId20" Type="http://schemas.openxmlformats.org/officeDocument/2006/relationships/slideLayout" Target="../slideLayouts/slideLayout68.xml"/><Relationship Id="rId41" Type="http://schemas.openxmlformats.org/officeDocument/2006/relationships/slideLayout" Target="../slideLayouts/slideLayout89.xml"/><Relationship Id="rId1" Type="http://schemas.openxmlformats.org/officeDocument/2006/relationships/slideLayout" Target="../slideLayouts/slideLayout49.xml"/><Relationship Id="rId6" Type="http://schemas.openxmlformats.org/officeDocument/2006/relationships/slideLayout" Target="../slideLayouts/slideLayout5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07.xml"/><Relationship Id="rId13" Type="http://schemas.openxmlformats.org/officeDocument/2006/relationships/image" Target="../media/image30.png"/><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theme" Target="../theme/theme5.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 Id="rId14" Type="http://schemas.openxmlformats.org/officeDocument/2006/relationships/image" Target="../media/image2.svg"/></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123.xml"/><Relationship Id="rId18" Type="http://schemas.openxmlformats.org/officeDocument/2006/relationships/slideLayout" Target="../slideLayouts/slideLayout128.xml"/><Relationship Id="rId26" Type="http://schemas.openxmlformats.org/officeDocument/2006/relationships/slideLayout" Target="../slideLayouts/slideLayout136.xml"/><Relationship Id="rId39" Type="http://schemas.openxmlformats.org/officeDocument/2006/relationships/slideLayout" Target="../slideLayouts/slideLayout149.xml"/><Relationship Id="rId21" Type="http://schemas.openxmlformats.org/officeDocument/2006/relationships/slideLayout" Target="../slideLayouts/slideLayout131.xml"/><Relationship Id="rId34" Type="http://schemas.openxmlformats.org/officeDocument/2006/relationships/slideLayout" Target="../slideLayouts/slideLayout144.xml"/><Relationship Id="rId42" Type="http://schemas.openxmlformats.org/officeDocument/2006/relationships/slideLayout" Target="../slideLayouts/slideLayout152.xml"/><Relationship Id="rId47" Type="http://schemas.openxmlformats.org/officeDocument/2006/relationships/slideLayout" Target="../slideLayouts/slideLayout157.xml"/><Relationship Id="rId50" Type="http://schemas.openxmlformats.org/officeDocument/2006/relationships/slideLayout" Target="../slideLayouts/slideLayout160.xml"/><Relationship Id="rId7" Type="http://schemas.openxmlformats.org/officeDocument/2006/relationships/slideLayout" Target="../slideLayouts/slideLayout117.xml"/><Relationship Id="rId2" Type="http://schemas.openxmlformats.org/officeDocument/2006/relationships/slideLayout" Target="../slideLayouts/slideLayout112.xml"/><Relationship Id="rId16" Type="http://schemas.openxmlformats.org/officeDocument/2006/relationships/slideLayout" Target="../slideLayouts/slideLayout126.xml"/><Relationship Id="rId29" Type="http://schemas.openxmlformats.org/officeDocument/2006/relationships/slideLayout" Target="../slideLayouts/slideLayout139.xml"/><Relationship Id="rId11" Type="http://schemas.openxmlformats.org/officeDocument/2006/relationships/slideLayout" Target="../slideLayouts/slideLayout121.xml"/><Relationship Id="rId24" Type="http://schemas.openxmlformats.org/officeDocument/2006/relationships/slideLayout" Target="../slideLayouts/slideLayout134.xml"/><Relationship Id="rId32" Type="http://schemas.openxmlformats.org/officeDocument/2006/relationships/slideLayout" Target="../slideLayouts/slideLayout142.xml"/><Relationship Id="rId37" Type="http://schemas.openxmlformats.org/officeDocument/2006/relationships/slideLayout" Target="../slideLayouts/slideLayout147.xml"/><Relationship Id="rId40" Type="http://schemas.openxmlformats.org/officeDocument/2006/relationships/slideLayout" Target="../slideLayouts/slideLayout150.xml"/><Relationship Id="rId45" Type="http://schemas.openxmlformats.org/officeDocument/2006/relationships/slideLayout" Target="../slideLayouts/slideLayout155.xml"/><Relationship Id="rId5" Type="http://schemas.openxmlformats.org/officeDocument/2006/relationships/slideLayout" Target="../slideLayouts/slideLayout115.xml"/><Relationship Id="rId15" Type="http://schemas.openxmlformats.org/officeDocument/2006/relationships/slideLayout" Target="../slideLayouts/slideLayout125.xml"/><Relationship Id="rId23" Type="http://schemas.openxmlformats.org/officeDocument/2006/relationships/slideLayout" Target="../slideLayouts/slideLayout133.xml"/><Relationship Id="rId28" Type="http://schemas.openxmlformats.org/officeDocument/2006/relationships/slideLayout" Target="../slideLayouts/slideLayout138.xml"/><Relationship Id="rId36" Type="http://schemas.openxmlformats.org/officeDocument/2006/relationships/slideLayout" Target="../slideLayouts/slideLayout146.xml"/><Relationship Id="rId49" Type="http://schemas.openxmlformats.org/officeDocument/2006/relationships/slideLayout" Target="../slideLayouts/slideLayout159.xml"/><Relationship Id="rId10" Type="http://schemas.openxmlformats.org/officeDocument/2006/relationships/slideLayout" Target="../slideLayouts/slideLayout120.xml"/><Relationship Id="rId19" Type="http://schemas.openxmlformats.org/officeDocument/2006/relationships/slideLayout" Target="../slideLayouts/slideLayout129.xml"/><Relationship Id="rId31" Type="http://schemas.openxmlformats.org/officeDocument/2006/relationships/slideLayout" Target="../slideLayouts/slideLayout141.xml"/><Relationship Id="rId44" Type="http://schemas.openxmlformats.org/officeDocument/2006/relationships/slideLayout" Target="../slideLayouts/slideLayout154.xml"/><Relationship Id="rId52" Type="http://schemas.openxmlformats.org/officeDocument/2006/relationships/theme" Target="../theme/theme6.xml"/><Relationship Id="rId4" Type="http://schemas.openxmlformats.org/officeDocument/2006/relationships/slideLayout" Target="../slideLayouts/slideLayout114.xml"/><Relationship Id="rId9" Type="http://schemas.openxmlformats.org/officeDocument/2006/relationships/slideLayout" Target="../slideLayouts/slideLayout119.xml"/><Relationship Id="rId14" Type="http://schemas.openxmlformats.org/officeDocument/2006/relationships/slideLayout" Target="../slideLayouts/slideLayout124.xml"/><Relationship Id="rId22" Type="http://schemas.openxmlformats.org/officeDocument/2006/relationships/slideLayout" Target="../slideLayouts/slideLayout132.xml"/><Relationship Id="rId27" Type="http://schemas.openxmlformats.org/officeDocument/2006/relationships/slideLayout" Target="../slideLayouts/slideLayout137.xml"/><Relationship Id="rId30" Type="http://schemas.openxmlformats.org/officeDocument/2006/relationships/slideLayout" Target="../slideLayouts/slideLayout140.xml"/><Relationship Id="rId35" Type="http://schemas.openxmlformats.org/officeDocument/2006/relationships/slideLayout" Target="../slideLayouts/slideLayout145.xml"/><Relationship Id="rId43" Type="http://schemas.openxmlformats.org/officeDocument/2006/relationships/slideLayout" Target="../slideLayouts/slideLayout153.xml"/><Relationship Id="rId48" Type="http://schemas.openxmlformats.org/officeDocument/2006/relationships/slideLayout" Target="../slideLayouts/slideLayout158.xml"/><Relationship Id="rId8" Type="http://schemas.openxmlformats.org/officeDocument/2006/relationships/slideLayout" Target="../slideLayouts/slideLayout118.xml"/><Relationship Id="rId51" Type="http://schemas.openxmlformats.org/officeDocument/2006/relationships/slideLayout" Target="../slideLayouts/slideLayout161.xml"/><Relationship Id="rId3" Type="http://schemas.openxmlformats.org/officeDocument/2006/relationships/slideLayout" Target="../slideLayouts/slideLayout113.xml"/><Relationship Id="rId12" Type="http://schemas.openxmlformats.org/officeDocument/2006/relationships/slideLayout" Target="../slideLayouts/slideLayout122.xml"/><Relationship Id="rId17" Type="http://schemas.openxmlformats.org/officeDocument/2006/relationships/slideLayout" Target="../slideLayouts/slideLayout127.xml"/><Relationship Id="rId25" Type="http://schemas.openxmlformats.org/officeDocument/2006/relationships/slideLayout" Target="../slideLayouts/slideLayout135.xml"/><Relationship Id="rId33" Type="http://schemas.openxmlformats.org/officeDocument/2006/relationships/slideLayout" Target="../slideLayouts/slideLayout143.xml"/><Relationship Id="rId38" Type="http://schemas.openxmlformats.org/officeDocument/2006/relationships/slideLayout" Target="../slideLayouts/slideLayout148.xml"/><Relationship Id="rId46" Type="http://schemas.openxmlformats.org/officeDocument/2006/relationships/slideLayout" Target="../slideLayouts/slideLayout156.xml"/><Relationship Id="rId20" Type="http://schemas.openxmlformats.org/officeDocument/2006/relationships/slideLayout" Target="../slideLayouts/slideLayout130.xml"/><Relationship Id="rId41" Type="http://schemas.openxmlformats.org/officeDocument/2006/relationships/slideLayout" Target="../slideLayouts/slideLayout151.xml"/><Relationship Id="rId1" Type="http://schemas.openxmlformats.org/officeDocument/2006/relationships/slideLayout" Target="../slideLayouts/slideLayout111.xml"/><Relationship Id="rId6" Type="http://schemas.openxmlformats.org/officeDocument/2006/relationships/slideLayout" Target="../slideLayouts/slideLayout11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69.xml"/><Relationship Id="rId13" Type="http://schemas.openxmlformats.org/officeDocument/2006/relationships/theme" Target="../theme/theme7.xml"/><Relationship Id="rId3" Type="http://schemas.openxmlformats.org/officeDocument/2006/relationships/slideLayout" Target="../slideLayouts/slideLayout164.xml"/><Relationship Id="rId7" Type="http://schemas.openxmlformats.org/officeDocument/2006/relationships/slideLayout" Target="../slideLayouts/slideLayout168.xml"/><Relationship Id="rId12" Type="http://schemas.openxmlformats.org/officeDocument/2006/relationships/slideLayout" Target="../slideLayouts/slideLayout173.xml"/><Relationship Id="rId2" Type="http://schemas.openxmlformats.org/officeDocument/2006/relationships/slideLayout" Target="../slideLayouts/slideLayout163.xml"/><Relationship Id="rId1" Type="http://schemas.openxmlformats.org/officeDocument/2006/relationships/slideLayout" Target="../slideLayouts/slideLayout162.xml"/><Relationship Id="rId6" Type="http://schemas.openxmlformats.org/officeDocument/2006/relationships/slideLayout" Target="../slideLayouts/slideLayout167.xml"/><Relationship Id="rId11" Type="http://schemas.openxmlformats.org/officeDocument/2006/relationships/slideLayout" Target="../slideLayouts/slideLayout172.xml"/><Relationship Id="rId5" Type="http://schemas.openxmlformats.org/officeDocument/2006/relationships/slideLayout" Target="../slideLayouts/slideLayout166.xml"/><Relationship Id="rId15" Type="http://schemas.openxmlformats.org/officeDocument/2006/relationships/image" Target="../media/image2.svg"/><Relationship Id="rId10" Type="http://schemas.openxmlformats.org/officeDocument/2006/relationships/slideLayout" Target="../slideLayouts/slideLayout171.xml"/><Relationship Id="rId4" Type="http://schemas.openxmlformats.org/officeDocument/2006/relationships/slideLayout" Target="../slideLayouts/slideLayout165.xml"/><Relationship Id="rId9" Type="http://schemas.openxmlformats.org/officeDocument/2006/relationships/slideLayout" Target="../slideLayouts/slideLayout170.xml"/><Relationship Id="rId14" Type="http://schemas.openxmlformats.org/officeDocument/2006/relationships/image" Target="../media/image30.png"/></Relationships>
</file>

<file path=ppt/slideMasters/_rels/slideMaster8.xml.rels><?xml version="1.0" encoding="UTF-8" standalone="yes"?>
<Relationships xmlns="http://schemas.openxmlformats.org/package/2006/relationships"><Relationship Id="rId13" Type="http://schemas.openxmlformats.org/officeDocument/2006/relationships/slideLayout" Target="../slideLayouts/slideLayout186.xml"/><Relationship Id="rId18" Type="http://schemas.openxmlformats.org/officeDocument/2006/relationships/slideLayout" Target="../slideLayouts/slideLayout191.xml"/><Relationship Id="rId26" Type="http://schemas.openxmlformats.org/officeDocument/2006/relationships/slideLayout" Target="../slideLayouts/slideLayout199.xml"/><Relationship Id="rId39" Type="http://schemas.openxmlformats.org/officeDocument/2006/relationships/slideLayout" Target="../slideLayouts/slideLayout212.xml"/><Relationship Id="rId21" Type="http://schemas.openxmlformats.org/officeDocument/2006/relationships/slideLayout" Target="../slideLayouts/slideLayout194.xml"/><Relationship Id="rId34" Type="http://schemas.openxmlformats.org/officeDocument/2006/relationships/slideLayout" Target="../slideLayouts/slideLayout207.xml"/><Relationship Id="rId42" Type="http://schemas.openxmlformats.org/officeDocument/2006/relationships/slideLayout" Target="../slideLayouts/slideLayout215.xml"/><Relationship Id="rId47" Type="http://schemas.openxmlformats.org/officeDocument/2006/relationships/slideLayout" Target="../slideLayouts/slideLayout220.xml"/><Relationship Id="rId50" Type="http://schemas.openxmlformats.org/officeDocument/2006/relationships/slideLayout" Target="../slideLayouts/slideLayout223.xml"/><Relationship Id="rId7" Type="http://schemas.openxmlformats.org/officeDocument/2006/relationships/slideLayout" Target="../slideLayouts/slideLayout180.xml"/><Relationship Id="rId2" Type="http://schemas.openxmlformats.org/officeDocument/2006/relationships/slideLayout" Target="../slideLayouts/slideLayout175.xml"/><Relationship Id="rId16" Type="http://schemas.openxmlformats.org/officeDocument/2006/relationships/slideLayout" Target="../slideLayouts/slideLayout189.xml"/><Relationship Id="rId29" Type="http://schemas.openxmlformats.org/officeDocument/2006/relationships/slideLayout" Target="../slideLayouts/slideLayout202.xml"/><Relationship Id="rId11" Type="http://schemas.openxmlformats.org/officeDocument/2006/relationships/slideLayout" Target="../slideLayouts/slideLayout184.xml"/><Relationship Id="rId24" Type="http://schemas.openxmlformats.org/officeDocument/2006/relationships/slideLayout" Target="../slideLayouts/slideLayout197.xml"/><Relationship Id="rId32" Type="http://schemas.openxmlformats.org/officeDocument/2006/relationships/slideLayout" Target="../slideLayouts/slideLayout205.xml"/><Relationship Id="rId37" Type="http://schemas.openxmlformats.org/officeDocument/2006/relationships/slideLayout" Target="../slideLayouts/slideLayout210.xml"/><Relationship Id="rId40" Type="http://schemas.openxmlformats.org/officeDocument/2006/relationships/slideLayout" Target="../slideLayouts/slideLayout213.xml"/><Relationship Id="rId45" Type="http://schemas.openxmlformats.org/officeDocument/2006/relationships/slideLayout" Target="../slideLayouts/slideLayout218.xml"/><Relationship Id="rId5" Type="http://schemas.openxmlformats.org/officeDocument/2006/relationships/slideLayout" Target="../slideLayouts/slideLayout178.xml"/><Relationship Id="rId15" Type="http://schemas.openxmlformats.org/officeDocument/2006/relationships/slideLayout" Target="../slideLayouts/slideLayout188.xml"/><Relationship Id="rId23" Type="http://schemas.openxmlformats.org/officeDocument/2006/relationships/slideLayout" Target="../slideLayouts/slideLayout196.xml"/><Relationship Id="rId28" Type="http://schemas.openxmlformats.org/officeDocument/2006/relationships/slideLayout" Target="../slideLayouts/slideLayout201.xml"/><Relationship Id="rId36" Type="http://schemas.openxmlformats.org/officeDocument/2006/relationships/slideLayout" Target="../slideLayouts/slideLayout209.xml"/><Relationship Id="rId49" Type="http://schemas.openxmlformats.org/officeDocument/2006/relationships/slideLayout" Target="../slideLayouts/slideLayout222.xml"/><Relationship Id="rId10" Type="http://schemas.openxmlformats.org/officeDocument/2006/relationships/slideLayout" Target="../slideLayouts/slideLayout183.xml"/><Relationship Id="rId19" Type="http://schemas.openxmlformats.org/officeDocument/2006/relationships/slideLayout" Target="../slideLayouts/slideLayout192.xml"/><Relationship Id="rId31" Type="http://schemas.openxmlformats.org/officeDocument/2006/relationships/slideLayout" Target="../slideLayouts/slideLayout204.xml"/><Relationship Id="rId44" Type="http://schemas.openxmlformats.org/officeDocument/2006/relationships/slideLayout" Target="../slideLayouts/slideLayout217.xml"/><Relationship Id="rId52" Type="http://schemas.openxmlformats.org/officeDocument/2006/relationships/theme" Target="../theme/theme8.xml"/><Relationship Id="rId4" Type="http://schemas.openxmlformats.org/officeDocument/2006/relationships/slideLayout" Target="../slideLayouts/slideLayout177.xml"/><Relationship Id="rId9" Type="http://schemas.openxmlformats.org/officeDocument/2006/relationships/slideLayout" Target="../slideLayouts/slideLayout182.xml"/><Relationship Id="rId14" Type="http://schemas.openxmlformats.org/officeDocument/2006/relationships/slideLayout" Target="../slideLayouts/slideLayout187.xml"/><Relationship Id="rId22" Type="http://schemas.openxmlformats.org/officeDocument/2006/relationships/slideLayout" Target="../slideLayouts/slideLayout195.xml"/><Relationship Id="rId27" Type="http://schemas.openxmlformats.org/officeDocument/2006/relationships/slideLayout" Target="../slideLayouts/slideLayout200.xml"/><Relationship Id="rId30" Type="http://schemas.openxmlformats.org/officeDocument/2006/relationships/slideLayout" Target="../slideLayouts/slideLayout203.xml"/><Relationship Id="rId35" Type="http://schemas.openxmlformats.org/officeDocument/2006/relationships/slideLayout" Target="../slideLayouts/slideLayout208.xml"/><Relationship Id="rId43" Type="http://schemas.openxmlformats.org/officeDocument/2006/relationships/slideLayout" Target="../slideLayouts/slideLayout216.xml"/><Relationship Id="rId48" Type="http://schemas.openxmlformats.org/officeDocument/2006/relationships/slideLayout" Target="../slideLayouts/slideLayout221.xml"/><Relationship Id="rId8" Type="http://schemas.openxmlformats.org/officeDocument/2006/relationships/slideLayout" Target="../slideLayouts/slideLayout181.xml"/><Relationship Id="rId51" Type="http://schemas.openxmlformats.org/officeDocument/2006/relationships/slideLayout" Target="../slideLayouts/slideLayout224.xml"/><Relationship Id="rId3" Type="http://schemas.openxmlformats.org/officeDocument/2006/relationships/slideLayout" Target="../slideLayouts/slideLayout176.xml"/><Relationship Id="rId12" Type="http://schemas.openxmlformats.org/officeDocument/2006/relationships/slideLayout" Target="../slideLayouts/slideLayout185.xml"/><Relationship Id="rId17" Type="http://schemas.openxmlformats.org/officeDocument/2006/relationships/slideLayout" Target="../slideLayouts/slideLayout190.xml"/><Relationship Id="rId25" Type="http://schemas.openxmlformats.org/officeDocument/2006/relationships/slideLayout" Target="../slideLayouts/slideLayout198.xml"/><Relationship Id="rId33" Type="http://schemas.openxmlformats.org/officeDocument/2006/relationships/slideLayout" Target="../slideLayouts/slideLayout206.xml"/><Relationship Id="rId38" Type="http://schemas.openxmlformats.org/officeDocument/2006/relationships/slideLayout" Target="../slideLayouts/slideLayout211.xml"/><Relationship Id="rId46" Type="http://schemas.openxmlformats.org/officeDocument/2006/relationships/slideLayout" Target="../slideLayouts/slideLayout219.xml"/><Relationship Id="rId20" Type="http://schemas.openxmlformats.org/officeDocument/2006/relationships/slideLayout" Target="../slideLayouts/slideLayout193.xml"/><Relationship Id="rId41" Type="http://schemas.openxmlformats.org/officeDocument/2006/relationships/slideLayout" Target="../slideLayouts/slideLayout214.xml"/><Relationship Id="rId1" Type="http://schemas.openxmlformats.org/officeDocument/2006/relationships/slideLayout" Target="../slideLayouts/slideLayout174.xml"/><Relationship Id="rId6" Type="http://schemas.openxmlformats.org/officeDocument/2006/relationships/slideLayout" Target="../slideLayouts/slideLayout179.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232.xml"/><Relationship Id="rId13" Type="http://schemas.openxmlformats.org/officeDocument/2006/relationships/theme" Target="../theme/theme9.xml"/><Relationship Id="rId3" Type="http://schemas.openxmlformats.org/officeDocument/2006/relationships/slideLayout" Target="../slideLayouts/slideLayout227.xml"/><Relationship Id="rId7" Type="http://schemas.openxmlformats.org/officeDocument/2006/relationships/slideLayout" Target="../slideLayouts/slideLayout231.xml"/><Relationship Id="rId12" Type="http://schemas.openxmlformats.org/officeDocument/2006/relationships/slideLayout" Target="../slideLayouts/slideLayout236.xml"/><Relationship Id="rId2" Type="http://schemas.openxmlformats.org/officeDocument/2006/relationships/slideLayout" Target="../slideLayouts/slideLayout226.xml"/><Relationship Id="rId1" Type="http://schemas.openxmlformats.org/officeDocument/2006/relationships/slideLayout" Target="../slideLayouts/slideLayout225.xml"/><Relationship Id="rId6" Type="http://schemas.openxmlformats.org/officeDocument/2006/relationships/slideLayout" Target="../slideLayouts/slideLayout230.xml"/><Relationship Id="rId11" Type="http://schemas.openxmlformats.org/officeDocument/2006/relationships/slideLayout" Target="../slideLayouts/slideLayout235.xml"/><Relationship Id="rId5" Type="http://schemas.openxmlformats.org/officeDocument/2006/relationships/slideLayout" Target="../slideLayouts/slideLayout229.xml"/><Relationship Id="rId15" Type="http://schemas.openxmlformats.org/officeDocument/2006/relationships/image" Target="../media/image2.svg"/><Relationship Id="rId10" Type="http://schemas.openxmlformats.org/officeDocument/2006/relationships/slideLayout" Target="../slideLayouts/slideLayout234.xml"/><Relationship Id="rId4" Type="http://schemas.openxmlformats.org/officeDocument/2006/relationships/slideLayout" Target="../slideLayouts/slideLayout228.xml"/><Relationship Id="rId9" Type="http://schemas.openxmlformats.org/officeDocument/2006/relationships/slideLayout" Target="../slideLayouts/slideLayout233.xml"/><Relationship Id="rId14" Type="http://schemas.openxmlformats.org/officeDocument/2006/relationships/image" Target="../media/image30.png"/></Relationships>
</file>

<file path=ppt/slideMasters/_rels/slideMaster10.xml.rels><?xml version="1.0" encoding="UTF-8" standalone="yes"?>
<Relationships xmlns="http://schemas.openxmlformats.org/package/2006/relationships"><Relationship Id="rId13" Type="http://schemas.openxmlformats.org/officeDocument/2006/relationships/slideLayout" Target="../slideLayouts/slideLayout249.xml"/><Relationship Id="rId18" Type="http://schemas.openxmlformats.org/officeDocument/2006/relationships/slideLayout" Target="../slideLayouts/slideLayout254.xml"/><Relationship Id="rId26" Type="http://schemas.openxmlformats.org/officeDocument/2006/relationships/slideLayout" Target="../slideLayouts/slideLayout262.xml"/><Relationship Id="rId39" Type="http://schemas.openxmlformats.org/officeDocument/2006/relationships/slideLayout" Target="../slideLayouts/slideLayout275.xml"/><Relationship Id="rId21" Type="http://schemas.openxmlformats.org/officeDocument/2006/relationships/slideLayout" Target="../slideLayouts/slideLayout257.xml"/><Relationship Id="rId34" Type="http://schemas.openxmlformats.org/officeDocument/2006/relationships/slideLayout" Target="../slideLayouts/slideLayout270.xml"/><Relationship Id="rId42" Type="http://schemas.openxmlformats.org/officeDocument/2006/relationships/slideLayout" Target="../slideLayouts/slideLayout278.xml"/><Relationship Id="rId47" Type="http://schemas.openxmlformats.org/officeDocument/2006/relationships/slideLayout" Target="../slideLayouts/slideLayout283.xml"/><Relationship Id="rId50" Type="http://schemas.openxmlformats.org/officeDocument/2006/relationships/slideLayout" Target="../slideLayouts/slideLayout286.xml"/><Relationship Id="rId7" Type="http://schemas.openxmlformats.org/officeDocument/2006/relationships/slideLayout" Target="../slideLayouts/slideLayout243.xml"/><Relationship Id="rId2" Type="http://schemas.openxmlformats.org/officeDocument/2006/relationships/slideLayout" Target="../slideLayouts/slideLayout238.xml"/><Relationship Id="rId16" Type="http://schemas.openxmlformats.org/officeDocument/2006/relationships/slideLayout" Target="../slideLayouts/slideLayout252.xml"/><Relationship Id="rId29" Type="http://schemas.openxmlformats.org/officeDocument/2006/relationships/slideLayout" Target="../slideLayouts/slideLayout265.xml"/><Relationship Id="rId11" Type="http://schemas.openxmlformats.org/officeDocument/2006/relationships/slideLayout" Target="../slideLayouts/slideLayout247.xml"/><Relationship Id="rId24" Type="http://schemas.openxmlformats.org/officeDocument/2006/relationships/slideLayout" Target="../slideLayouts/slideLayout260.xml"/><Relationship Id="rId32" Type="http://schemas.openxmlformats.org/officeDocument/2006/relationships/slideLayout" Target="../slideLayouts/slideLayout268.xml"/><Relationship Id="rId37" Type="http://schemas.openxmlformats.org/officeDocument/2006/relationships/slideLayout" Target="../slideLayouts/slideLayout273.xml"/><Relationship Id="rId40" Type="http://schemas.openxmlformats.org/officeDocument/2006/relationships/slideLayout" Target="../slideLayouts/slideLayout276.xml"/><Relationship Id="rId45" Type="http://schemas.openxmlformats.org/officeDocument/2006/relationships/slideLayout" Target="../slideLayouts/slideLayout281.xml"/><Relationship Id="rId5" Type="http://schemas.openxmlformats.org/officeDocument/2006/relationships/slideLayout" Target="../slideLayouts/slideLayout241.xml"/><Relationship Id="rId15" Type="http://schemas.openxmlformats.org/officeDocument/2006/relationships/slideLayout" Target="../slideLayouts/slideLayout251.xml"/><Relationship Id="rId23" Type="http://schemas.openxmlformats.org/officeDocument/2006/relationships/slideLayout" Target="../slideLayouts/slideLayout259.xml"/><Relationship Id="rId28" Type="http://schemas.openxmlformats.org/officeDocument/2006/relationships/slideLayout" Target="../slideLayouts/slideLayout264.xml"/><Relationship Id="rId36" Type="http://schemas.openxmlformats.org/officeDocument/2006/relationships/slideLayout" Target="../slideLayouts/slideLayout272.xml"/><Relationship Id="rId49" Type="http://schemas.openxmlformats.org/officeDocument/2006/relationships/slideLayout" Target="../slideLayouts/slideLayout285.xml"/><Relationship Id="rId10" Type="http://schemas.openxmlformats.org/officeDocument/2006/relationships/slideLayout" Target="../slideLayouts/slideLayout246.xml"/><Relationship Id="rId19" Type="http://schemas.openxmlformats.org/officeDocument/2006/relationships/slideLayout" Target="../slideLayouts/slideLayout255.xml"/><Relationship Id="rId31" Type="http://schemas.openxmlformats.org/officeDocument/2006/relationships/slideLayout" Target="../slideLayouts/slideLayout267.xml"/><Relationship Id="rId44" Type="http://schemas.openxmlformats.org/officeDocument/2006/relationships/slideLayout" Target="../slideLayouts/slideLayout280.xml"/><Relationship Id="rId52" Type="http://schemas.openxmlformats.org/officeDocument/2006/relationships/theme" Target="../theme/theme10.xml"/><Relationship Id="rId4" Type="http://schemas.openxmlformats.org/officeDocument/2006/relationships/slideLayout" Target="../slideLayouts/slideLayout240.xml"/><Relationship Id="rId9" Type="http://schemas.openxmlformats.org/officeDocument/2006/relationships/slideLayout" Target="../slideLayouts/slideLayout245.xml"/><Relationship Id="rId14" Type="http://schemas.openxmlformats.org/officeDocument/2006/relationships/slideLayout" Target="../slideLayouts/slideLayout250.xml"/><Relationship Id="rId22" Type="http://schemas.openxmlformats.org/officeDocument/2006/relationships/slideLayout" Target="../slideLayouts/slideLayout258.xml"/><Relationship Id="rId27" Type="http://schemas.openxmlformats.org/officeDocument/2006/relationships/slideLayout" Target="../slideLayouts/slideLayout263.xml"/><Relationship Id="rId30" Type="http://schemas.openxmlformats.org/officeDocument/2006/relationships/slideLayout" Target="../slideLayouts/slideLayout266.xml"/><Relationship Id="rId35" Type="http://schemas.openxmlformats.org/officeDocument/2006/relationships/slideLayout" Target="../slideLayouts/slideLayout271.xml"/><Relationship Id="rId43" Type="http://schemas.openxmlformats.org/officeDocument/2006/relationships/slideLayout" Target="../slideLayouts/slideLayout279.xml"/><Relationship Id="rId48" Type="http://schemas.openxmlformats.org/officeDocument/2006/relationships/slideLayout" Target="../slideLayouts/slideLayout284.xml"/><Relationship Id="rId8" Type="http://schemas.openxmlformats.org/officeDocument/2006/relationships/slideLayout" Target="../slideLayouts/slideLayout244.xml"/><Relationship Id="rId51" Type="http://schemas.openxmlformats.org/officeDocument/2006/relationships/slideLayout" Target="../slideLayouts/slideLayout287.xml"/><Relationship Id="rId3" Type="http://schemas.openxmlformats.org/officeDocument/2006/relationships/slideLayout" Target="../slideLayouts/slideLayout239.xml"/><Relationship Id="rId12" Type="http://schemas.openxmlformats.org/officeDocument/2006/relationships/slideLayout" Target="../slideLayouts/slideLayout248.xml"/><Relationship Id="rId17" Type="http://schemas.openxmlformats.org/officeDocument/2006/relationships/slideLayout" Target="../slideLayouts/slideLayout253.xml"/><Relationship Id="rId25" Type="http://schemas.openxmlformats.org/officeDocument/2006/relationships/slideLayout" Target="../slideLayouts/slideLayout261.xml"/><Relationship Id="rId33" Type="http://schemas.openxmlformats.org/officeDocument/2006/relationships/slideLayout" Target="../slideLayouts/slideLayout269.xml"/><Relationship Id="rId38" Type="http://schemas.openxmlformats.org/officeDocument/2006/relationships/slideLayout" Target="../slideLayouts/slideLayout274.xml"/><Relationship Id="rId46" Type="http://schemas.openxmlformats.org/officeDocument/2006/relationships/slideLayout" Target="../slideLayouts/slideLayout282.xml"/><Relationship Id="rId20" Type="http://schemas.openxmlformats.org/officeDocument/2006/relationships/slideLayout" Target="../slideLayouts/slideLayout256.xml"/><Relationship Id="rId41" Type="http://schemas.openxmlformats.org/officeDocument/2006/relationships/slideLayout" Target="../slideLayouts/slideLayout277.xml"/><Relationship Id="rId1" Type="http://schemas.openxmlformats.org/officeDocument/2006/relationships/slideLayout" Target="../slideLayouts/slideLayout237.xml"/><Relationship Id="rId6" Type="http://schemas.openxmlformats.org/officeDocument/2006/relationships/slideLayout" Target="../slideLayouts/slideLayout242.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295.xml"/><Relationship Id="rId13" Type="http://schemas.openxmlformats.org/officeDocument/2006/relationships/theme" Target="../theme/theme11.xml"/><Relationship Id="rId3" Type="http://schemas.openxmlformats.org/officeDocument/2006/relationships/slideLayout" Target="../slideLayouts/slideLayout290.xml"/><Relationship Id="rId7" Type="http://schemas.openxmlformats.org/officeDocument/2006/relationships/slideLayout" Target="../slideLayouts/slideLayout294.xml"/><Relationship Id="rId12" Type="http://schemas.openxmlformats.org/officeDocument/2006/relationships/slideLayout" Target="../slideLayouts/slideLayout299.xml"/><Relationship Id="rId2" Type="http://schemas.openxmlformats.org/officeDocument/2006/relationships/slideLayout" Target="../slideLayouts/slideLayout289.xml"/><Relationship Id="rId1" Type="http://schemas.openxmlformats.org/officeDocument/2006/relationships/slideLayout" Target="../slideLayouts/slideLayout288.xml"/><Relationship Id="rId6" Type="http://schemas.openxmlformats.org/officeDocument/2006/relationships/slideLayout" Target="../slideLayouts/slideLayout293.xml"/><Relationship Id="rId11" Type="http://schemas.openxmlformats.org/officeDocument/2006/relationships/slideLayout" Target="../slideLayouts/slideLayout298.xml"/><Relationship Id="rId5" Type="http://schemas.openxmlformats.org/officeDocument/2006/relationships/slideLayout" Target="../slideLayouts/slideLayout292.xml"/><Relationship Id="rId15" Type="http://schemas.openxmlformats.org/officeDocument/2006/relationships/image" Target="../media/image2.svg"/><Relationship Id="rId10" Type="http://schemas.openxmlformats.org/officeDocument/2006/relationships/slideLayout" Target="../slideLayouts/slideLayout297.xml"/><Relationship Id="rId4" Type="http://schemas.openxmlformats.org/officeDocument/2006/relationships/slideLayout" Target="../slideLayouts/slideLayout291.xml"/><Relationship Id="rId9" Type="http://schemas.openxmlformats.org/officeDocument/2006/relationships/slideLayout" Target="../slideLayouts/slideLayout296.xml"/><Relationship Id="rId14" Type="http://schemas.openxmlformats.org/officeDocument/2006/relationships/image" Target="../media/image30.png"/></Relationships>
</file>

<file path=ppt/slideMasters/_rels/slideMaster12.xml.rels><?xml version="1.0" encoding="UTF-8" standalone="yes"?>
<Relationships xmlns="http://schemas.openxmlformats.org/package/2006/relationships"><Relationship Id="rId13" Type="http://schemas.openxmlformats.org/officeDocument/2006/relationships/slideLayout" Target="../slideLayouts/slideLayout312.xml"/><Relationship Id="rId18" Type="http://schemas.openxmlformats.org/officeDocument/2006/relationships/slideLayout" Target="../slideLayouts/slideLayout317.xml"/><Relationship Id="rId26" Type="http://schemas.openxmlformats.org/officeDocument/2006/relationships/slideLayout" Target="../slideLayouts/slideLayout325.xml"/><Relationship Id="rId39" Type="http://schemas.openxmlformats.org/officeDocument/2006/relationships/slideLayout" Target="../slideLayouts/slideLayout338.xml"/><Relationship Id="rId21" Type="http://schemas.openxmlformats.org/officeDocument/2006/relationships/slideLayout" Target="../slideLayouts/slideLayout320.xml"/><Relationship Id="rId34" Type="http://schemas.openxmlformats.org/officeDocument/2006/relationships/slideLayout" Target="../slideLayouts/slideLayout333.xml"/><Relationship Id="rId42" Type="http://schemas.openxmlformats.org/officeDocument/2006/relationships/slideLayout" Target="../slideLayouts/slideLayout341.xml"/><Relationship Id="rId47" Type="http://schemas.openxmlformats.org/officeDocument/2006/relationships/slideLayout" Target="../slideLayouts/slideLayout346.xml"/><Relationship Id="rId50" Type="http://schemas.openxmlformats.org/officeDocument/2006/relationships/slideLayout" Target="../slideLayouts/slideLayout349.xml"/><Relationship Id="rId7" Type="http://schemas.openxmlformats.org/officeDocument/2006/relationships/slideLayout" Target="../slideLayouts/slideLayout306.xml"/><Relationship Id="rId2" Type="http://schemas.openxmlformats.org/officeDocument/2006/relationships/slideLayout" Target="../slideLayouts/slideLayout301.xml"/><Relationship Id="rId16" Type="http://schemas.openxmlformats.org/officeDocument/2006/relationships/slideLayout" Target="../slideLayouts/slideLayout315.xml"/><Relationship Id="rId29" Type="http://schemas.openxmlformats.org/officeDocument/2006/relationships/slideLayout" Target="../slideLayouts/slideLayout328.xml"/><Relationship Id="rId11" Type="http://schemas.openxmlformats.org/officeDocument/2006/relationships/slideLayout" Target="../slideLayouts/slideLayout310.xml"/><Relationship Id="rId24" Type="http://schemas.openxmlformats.org/officeDocument/2006/relationships/slideLayout" Target="../slideLayouts/slideLayout323.xml"/><Relationship Id="rId32" Type="http://schemas.openxmlformats.org/officeDocument/2006/relationships/slideLayout" Target="../slideLayouts/slideLayout331.xml"/><Relationship Id="rId37" Type="http://schemas.openxmlformats.org/officeDocument/2006/relationships/slideLayout" Target="../slideLayouts/slideLayout336.xml"/><Relationship Id="rId40" Type="http://schemas.openxmlformats.org/officeDocument/2006/relationships/slideLayout" Target="../slideLayouts/slideLayout339.xml"/><Relationship Id="rId45" Type="http://schemas.openxmlformats.org/officeDocument/2006/relationships/slideLayout" Target="../slideLayouts/slideLayout344.xml"/><Relationship Id="rId5" Type="http://schemas.openxmlformats.org/officeDocument/2006/relationships/slideLayout" Target="../slideLayouts/slideLayout304.xml"/><Relationship Id="rId15" Type="http://schemas.openxmlformats.org/officeDocument/2006/relationships/slideLayout" Target="../slideLayouts/slideLayout314.xml"/><Relationship Id="rId23" Type="http://schemas.openxmlformats.org/officeDocument/2006/relationships/slideLayout" Target="../slideLayouts/slideLayout322.xml"/><Relationship Id="rId28" Type="http://schemas.openxmlformats.org/officeDocument/2006/relationships/slideLayout" Target="../slideLayouts/slideLayout327.xml"/><Relationship Id="rId36" Type="http://schemas.openxmlformats.org/officeDocument/2006/relationships/slideLayout" Target="../slideLayouts/slideLayout335.xml"/><Relationship Id="rId49" Type="http://schemas.openxmlformats.org/officeDocument/2006/relationships/slideLayout" Target="../slideLayouts/slideLayout348.xml"/><Relationship Id="rId10" Type="http://schemas.openxmlformats.org/officeDocument/2006/relationships/slideLayout" Target="../slideLayouts/slideLayout309.xml"/><Relationship Id="rId19" Type="http://schemas.openxmlformats.org/officeDocument/2006/relationships/slideLayout" Target="../slideLayouts/slideLayout318.xml"/><Relationship Id="rId31" Type="http://schemas.openxmlformats.org/officeDocument/2006/relationships/slideLayout" Target="../slideLayouts/slideLayout330.xml"/><Relationship Id="rId44" Type="http://schemas.openxmlformats.org/officeDocument/2006/relationships/slideLayout" Target="../slideLayouts/slideLayout343.xml"/><Relationship Id="rId52" Type="http://schemas.openxmlformats.org/officeDocument/2006/relationships/theme" Target="../theme/theme12.xml"/><Relationship Id="rId4" Type="http://schemas.openxmlformats.org/officeDocument/2006/relationships/slideLayout" Target="../slideLayouts/slideLayout303.xml"/><Relationship Id="rId9" Type="http://schemas.openxmlformats.org/officeDocument/2006/relationships/slideLayout" Target="../slideLayouts/slideLayout308.xml"/><Relationship Id="rId14" Type="http://schemas.openxmlformats.org/officeDocument/2006/relationships/slideLayout" Target="../slideLayouts/slideLayout313.xml"/><Relationship Id="rId22" Type="http://schemas.openxmlformats.org/officeDocument/2006/relationships/slideLayout" Target="../slideLayouts/slideLayout321.xml"/><Relationship Id="rId27" Type="http://schemas.openxmlformats.org/officeDocument/2006/relationships/slideLayout" Target="../slideLayouts/slideLayout326.xml"/><Relationship Id="rId30" Type="http://schemas.openxmlformats.org/officeDocument/2006/relationships/slideLayout" Target="../slideLayouts/slideLayout329.xml"/><Relationship Id="rId35" Type="http://schemas.openxmlformats.org/officeDocument/2006/relationships/slideLayout" Target="../slideLayouts/slideLayout334.xml"/><Relationship Id="rId43" Type="http://schemas.openxmlformats.org/officeDocument/2006/relationships/slideLayout" Target="../slideLayouts/slideLayout342.xml"/><Relationship Id="rId48" Type="http://schemas.openxmlformats.org/officeDocument/2006/relationships/slideLayout" Target="../slideLayouts/slideLayout347.xml"/><Relationship Id="rId8" Type="http://schemas.openxmlformats.org/officeDocument/2006/relationships/slideLayout" Target="../slideLayouts/slideLayout307.xml"/><Relationship Id="rId51" Type="http://schemas.openxmlformats.org/officeDocument/2006/relationships/slideLayout" Target="../slideLayouts/slideLayout350.xml"/><Relationship Id="rId3" Type="http://schemas.openxmlformats.org/officeDocument/2006/relationships/slideLayout" Target="../slideLayouts/slideLayout302.xml"/><Relationship Id="rId12" Type="http://schemas.openxmlformats.org/officeDocument/2006/relationships/slideLayout" Target="../slideLayouts/slideLayout311.xml"/><Relationship Id="rId17" Type="http://schemas.openxmlformats.org/officeDocument/2006/relationships/slideLayout" Target="../slideLayouts/slideLayout316.xml"/><Relationship Id="rId25" Type="http://schemas.openxmlformats.org/officeDocument/2006/relationships/slideLayout" Target="../slideLayouts/slideLayout324.xml"/><Relationship Id="rId33" Type="http://schemas.openxmlformats.org/officeDocument/2006/relationships/slideLayout" Target="../slideLayouts/slideLayout332.xml"/><Relationship Id="rId38" Type="http://schemas.openxmlformats.org/officeDocument/2006/relationships/slideLayout" Target="../slideLayouts/slideLayout337.xml"/><Relationship Id="rId46" Type="http://schemas.openxmlformats.org/officeDocument/2006/relationships/slideLayout" Target="../slideLayouts/slideLayout345.xml"/><Relationship Id="rId20" Type="http://schemas.openxmlformats.org/officeDocument/2006/relationships/slideLayout" Target="../slideLayouts/slideLayout319.xml"/><Relationship Id="rId41" Type="http://schemas.openxmlformats.org/officeDocument/2006/relationships/slideLayout" Target="../slideLayouts/slideLayout340.xml"/><Relationship Id="rId1" Type="http://schemas.openxmlformats.org/officeDocument/2006/relationships/slideLayout" Target="../slideLayouts/slideLayout300.xml"/><Relationship Id="rId6" Type="http://schemas.openxmlformats.org/officeDocument/2006/relationships/slideLayout" Target="../slideLayouts/slideLayout305.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358.xml"/><Relationship Id="rId13" Type="http://schemas.openxmlformats.org/officeDocument/2006/relationships/theme" Target="../theme/theme13.xml"/><Relationship Id="rId3" Type="http://schemas.openxmlformats.org/officeDocument/2006/relationships/slideLayout" Target="../slideLayouts/slideLayout353.xml"/><Relationship Id="rId7" Type="http://schemas.openxmlformats.org/officeDocument/2006/relationships/slideLayout" Target="../slideLayouts/slideLayout357.xml"/><Relationship Id="rId12" Type="http://schemas.openxmlformats.org/officeDocument/2006/relationships/slideLayout" Target="../slideLayouts/slideLayout362.xml"/><Relationship Id="rId2" Type="http://schemas.openxmlformats.org/officeDocument/2006/relationships/slideLayout" Target="../slideLayouts/slideLayout352.xml"/><Relationship Id="rId1" Type="http://schemas.openxmlformats.org/officeDocument/2006/relationships/slideLayout" Target="../slideLayouts/slideLayout351.xml"/><Relationship Id="rId6" Type="http://schemas.openxmlformats.org/officeDocument/2006/relationships/slideLayout" Target="../slideLayouts/slideLayout356.xml"/><Relationship Id="rId11" Type="http://schemas.openxmlformats.org/officeDocument/2006/relationships/slideLayout" Target="../slideLayouts/slideLayout361.xml"/><Relationship Id="rId5" Type="http://schemas.openxmlformats.org/officeDocument/2006/relationships/slideLayout" Target="../slideLayouts/slideLayout355.xml"/><Relationship Id="rId15" Type="http://schemas.openxmlformats.org/officeDocument/2006/relationships/image" Target="../media/image2.svg"/><Relationship Id="rId10" Type="http://schemas.openxmlformats.org/officeDocument/2006/relationships/slideLayout" Target="../slideLayouts/slideLayout360.xml"/><Relationship Id="rId4" Type="http://schemas.openxmlformats.org/officeDocument/2006/relationships/slideLayout" Target="../slideLayouts/slideLayout354.xml"/><Relationship Id="rId9" Type="http://schemas.openxmlformats.org/officeDocument/2006/relationships/slideLayout" Target="../slideLayouts/slideLayout359.xml"/><Relationship Id="rId14" Type="http://schemas.openxmlformats.org/officeDocument/2006/relationships/image" Target="../media/image30.png"/></Relationships>
</file>

<file path=ppt/slideMasters/_rels/slideMaster14.xml.rels><?xml version="1.0" encoding="UTF-8" standalone="yes"?>
<Relationships xmlns="http://schemas.openxmlformats.org/package/2006/relationships"><Relationship Id="rId13" Type="http://schemas.openxmlformats.org/officeDocument/2006/relationships/slideLayout" Target="../slideLayouts/slideLayout375.xml"/><Relationship Id="rId18" Type="http://schemas.openxmlformats.org/officeDocument/2006/relationships/slideLayout" Target="../slideLayouts/slideLayout380.xml"/><Relationship Id="rId26" Type="http://schemas.openxmlformats.org/officeDocument/2006/relationships/slideLayout" Target="../slideLayouts/slideLayout388.xml"/><Relationship Id="rId39" Type="http://schemas.openxmlformats.org/officeDocument/2006/relationships/slideLayout" Target="../slideLayouts/slideLayout401.xml"/><Relationship Id="rId21" Type="http://schemas.openxmlformats.org/officeDocument/2006/relationships/slideLayout" Target="../slideLayouts/slideLayout383.xml"/><Relationship Id="rId34" Type="http://schemas.openxmlformats.org/officeDocument/2006/relationships/slideLayout" Target="../slideLayouts/slideLayout396.xml"/><Relationship Id="rId42" Type="http://schemas.openxmlformats.org/officeDocument/2006/relationships/slideLayout" Target="../slideLayouts/slideLayout404.xml"/><Relationship Id="rId47" Type="http://schemas.openxmlformats.org/officeDocument/2006/relationships/slideLayout" Target="../slideLayouts/slideLayout409.xml"/><Relationship Id="rId50" Type="http://schemas.openxmlformats.org/officeDocument/2006/relationships/slideLayout" Target="../slideLayouts/slideLayout412.xml"/><Relationship Id="rId7" Type="http://schemas.openxmlformats.org/officeDocument/2006/relationships/slideLayout" Target="../slideLayouts/slideLayout369.xml"/><Relationship Id="rId2" Type="http://schemas.openxmlformats.org/officeDocument/2006/relationships/slideLayout" Target="../slideLayouts/slideLayout364.xml"/><Relationship Id="rId16" Type="http://schemas.openxmlformats.org/officeDocument/2006/relationships/slideLayout" Target="../slideLayouts/slideLayout378.xml"/><Relationship Id="rId29" Type="http://schemas.openxmlformats.org/officeDocument/2006/relationships/slideLayout" Target="../slideLayouts/slideLayout391.xml"/><Relationship Id="rId11" Type="http://schemas.openxmlformats.org/officeDocument/2006/relationships/slideLayout" Target="../slideLayouts/slideLayout373.xml"/><Relationship Id="rId24" Type="http://schemas.openxmlformats.org/officeDocument/2006/relationships/slideLayout" Target="../slideLayouts/slideLayout386.xml"/><Relationship Id="rId32" Type="http://schemas.openxmlformats.org/officeDocument/2006/relationships/slideLayout" Target="../slideLayouts/slideLayout394.xml"/><Relationship Id="rId37" Type="http://schemas.openxmlformats.org/officeDocument/2006/relationships/slideLayout" Target="../slideLayouts/slideLayout399.xml"/><Relationship Id="rId40" Type="http://schemas.openxmlformats.org/officeDocument/2006/relationships/slideLayout" Target="../slideLayouts/slideLayout402.xml"/><Relationship Id="rId45" Type="http://schemas.openxmlformats.org/officeDocument/2006/relationships/slideLayout" Target="../slideLayouts/slideLayout407.xml"/><Relationship Id="rId5" Type="http://schemas.openxmlformats.org/officeDocument/2006/relationships/slideLayout" Target="../slideLayouts/slideLayout367.xml"/><Relationship Id="rId15" Type="http://schemas.openxmlformats.org/officeDocument/2006/relationships/slideLayout" Target="../slideLayouts/slideLayout377.xml"/><Relationship Id="rId23" Type="http://schemas.openxmlformats.org/officeDocument/2006/relationships/slideLayout" Target="../slideLayouts/slideLayout385.xml"/><Relationship Id="rId28" Type="http://schemas.openxmlformats.org/officeDocument/2006/relationships/slideLayout" Target="../slideLayouts/slideLayout390.xml"/><Relationship Id="rId36" Type="http://schemas.openxmlformats.org/officeDocument/2006/relationships/slideLayout" Target="../slideLayouts/slideLayout398.xml"/><Relationship Id="rId49" Type="http://schemas.openxmlformats.org/officeDocument/2006/relationships/slideLayout" Target="../slideLayouts/slideLayout411.xml"/><Relationship Id="rId10" Type="http://schemas.openxmlformats.org/officeDocument/2006/relationships/slideLayout" Target="../slideLayouts/slideLayout372.xml"/><Relationship Id="rId19" Type="http://schemas.openxmlformats.org/officeDocument/2006/relationships/slideLayout" Target="../slideLayouts/slideLayout381.xml"/><Relationship Id="rId31" Type="http://schemas.openxmlformats.org/officeDocument/2006/relationships/slideLayout" Target="../slideLayouts/slideLayout393.xml"/><Relationship Id="rId44" Type="http://schemas.openxmlformats.org/officeDocument/2006/relationships/slideLayout" Target="../slideLayouts/slideLayout406.xml"/><Relationship Id="rId52" Type="http://schemas.openxmlformats.org/officeDocument/2006/relationships/theme" Target="../theme/theme14.xml"/><Relationship Id="rId4" Type="http://schemas.openxmlformats.org/officeDocument/2006/relationships/slideLayout" Target="../slideLayouts/slideLayout366.xml"/><Relationship Id="rId9" Type="http://schemas.openxmlformats.org/officeDocument/2006/relationships/slideLayout" Target="../slideLayouts/slideLayout371.xml"/><Relationship Id="rId14" Type="http://schemas.openxmlformats.org/officeDocument/2006/relationships/slideLayout" Target="../slideLayouts/slideLayout376.xml"/><Relationship Id="rId22" Type="http://schemas.openxmlformats.org/officeDocument/2006/relationships/slideLayout" Target="../slideLayouts/slideLayout384.xml"/><Relationship Id="rId27" Type="http://schemas.openxmlformats.org/officeDocument/2006/relationships/slideLayout" Target="../slideLayouts/slideLayout389.xml"/><Relationship Id="rId30" Type="http://schemas.openxmlformats.org/officeDocument/2006/relationships/slideLayout" Target="../slideLayouts/slideLayout392.xml"/><Relationship Id="rId35" Type="http://schemas.openxmlformats.org/officeDocument/2006/relationships/slideLayout" Target="../slideLayouts/slideLayout397.xml"/><Relationship Id="rId43" Type="http://schemas.openxmlformats.org/officeDocument/2006/relationships/slideLayout" Target="../slideLayouts/slideLayout405.xml"/><Relationship Id="rId48" Type="http://schemas.openxmlformats.org/officeDocument/2006/relationships/slideLayout" Target="../slideLayouts/slideLayout410.xml"/><Relationship Id="rId8" Type="http://schemas.openxmlformats.org/officeDocument/2006/relationships/slideLayout" Target="../slideLayouts/slideLayout370.xml"/><Relationship Id="rId51" Type="http://schemas.openxmlformats.org/officeDocument/2006/relationships/slideLayout" Target="../slideLayouts/slideLayout413.xml"/><Relationship Id="rId3" Type="http://schemas.openxmlformats.org/officeDocument/2006/relationships/slideLayout" Target="../slideLayouts/slideLayout365.xml"/><Relationship Id="rId12" Type="http://schemas.openxmlformats.org/officeDocument/2006/relationships/slideLayout" Target="../slideLayouts/slideLayout374.xml"/><Relationship Id="rId17" Type="http://schemas.openxmlformats.org/officeDocument/2006/relationships/slideLayout" Target="../slideLayouts/slideLayout379.xml"/><Relationship Id="rId25" Type="http://schemas.openxmlformats.org/officeDocument/2006/relationships/slideLayout" Target="../slideLayouts/slideLayout387.xml"/><Relationship Id="rId33" Type="http://schemas.openxmlformats.org/officeDocument/2006/relationships/slideLayout" Target="../slideLayouts/slideLayout395.xml"/><Relationship Id="rId38" Type="http://schemas.openxmlformats.org/officeDocument/2006/relationships/slideLayout" Target="../slideLayouts/slideLayout400.xml"/><Relationship Id="rId46" Type="http://schemas.openxmlformats.org/officeDocument/2006/relationships/slideLayout" Target="../slideLayouts/slideLayout408.xml"/><Relationship Id="rId20" Type="http://schemas.openxmlformats.org/officeDocument/2006/relationships/slideLayout" Target="../slideLayouts/slideLayout382.xml"/><Relationship Id="rId41" Type="http://schemas.openxmlformats.org/officeDocument/2006/relationships/slideLayout" Target="../slideLayouts/slideLayout403.xml"/><Relationship Id="rId1" Type="http://schemas.openxmlformats.org/officeDocument/2006/relationships/slideLayout" Target="../slideLayouts/slideLayout363.xml"/><Relationship Id="rId6" Type="http://schemas.openxmlformats.org/officeDocument/2006/relationships/slideLayout" Target="../slideLayouts/slideLayout368.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421.xml"/><Relationship Id="rId13" Type="http://schemas.openxmlformats.org/officeDocument/2006/relationships/theme" Target="../theme/theme15.xml"/><Relationship Id="rId3" Type="http://schemas.openxmlformats.org/officeDocument/2006/relationships/slideLayout" Target="../slideLayouts/slideLayout416.xml"/><Relationship Id="rId7" Type="http://schemas.openxmlformats.org/officeDocument/2006/relationships/slideLayout" Target="../slideLayouts/slideLayout420.xml"/><Relationship Id="rId12" Type="http://schemas.openxmlformats.org/officeDocument/2006/relationships/slideLayout" Target="../slideLayouts/slideLayout425.xml"/><Relationship Id="rId2" Type="http://schemas.openxmlformats.org/officeDocument/2006/relationships/slideLayout" Target="../slideLayouts/slideLayout415.xml"/><Relationship Id="rId1" Type="http://schemas.openxmlformats.org/officeDocument/2006/relationships/slideLayout" Target="../slideLayouts/slideLayout414.xml"/><Relationship Id="rId6" Type="http://schemas.openxmlformats.org/officeDocument/2006/relationships/slideLayout" Target="../slideLayouts/slideLayout419.xml"/><Relationship Id="rId11" Type="http://schemas.openxmlformats.org/officeDocument/2006/relationships/slideLayout" Target="../slideLayouts/slideLayout424.xml"/><Relationship Id="rId5" Type="http://schemas.openxmlformats.org/officeDocument/2006/relationships/slideLayout" Target="../slideLayouts/slideLayout418.xml"/><Relationship Id="rId15" Type="http://schemas.openxmlformats.org/officeDocument/2006/relationships/image" Target="../media/image2.svg"/><Relationship Id="rId10" Type="http://schemas.openxmlformats.org/officeDocument/2006/relationships/slideLayout" Target="../slideLayouts/slideLayout423.xml"/><Relationship Id="rId4" Type="http://schemas.openxmlformats.org/officeDocument/2006/relationships/slideLayout" Target="../slideLayouts/slideLayout417.xml"/><Relationship Id="rId9" Type="http://schemas.openxmlformats.org/officeDocument/2006/relationships/slideLayout" Target="../slideLayouts/slideLayout422.xml"/><Relationship Id="rId14" Type="http://schemas.openxmlformats.org/officeDocument/2006/relationships/image" Target="../media/image30.png"/></Relationships>
</file>

<file path=ppt/slideMasters/_rels/slideMaster16.xml.rels><?xml version="1.0" encoding="UTF-8" standalone="yes"?>
<Relationships xmlns="http://schemas.openxmlformats.org/package/2006/relationships"><Relationship Id="rId13" Type="http://schemas.openxmlformats.org/officeDocument/2006/relationships/slideLayout" Target="../slideLayouts/slideLayout438.xml"/><Relationship Id="rId18" Type="http://schemas.openxmlformats.org/officeDocument/2006/relationships/slideLayout" Target="../slideLayouts/slideLayout443.xml"/><Relationship Id="rId26" Type="http://schemas.openxmlformats.org/officeDocument/2006/relationships/slideLayout" Target="../slideLayouts/slideLayout451.xml"/><Relationship Id="rId39" Type="http://schemas.openxmlformats.org/officeDocument/2006/relationships/slideLayout" Target="../slideLayouts/slideLayout464.xml"/><Relationship Id="rId21" Type="http://schemas.openxmlformats.org/officeDocument/2006/relationships/slideLayout" Target="../slideLayouts/slideLayout446.xml"/><Relationship Id="rId34" Type="http://schemas.openxmlformats.org/officeDocument/2006/relationships/slideLayout" Target="../slideLayouts/slideLayout459.xml"/><Relationship Id="rId42" Type="http://schemas.openxmlformats.org/officeDocument/2006/relationships/slideLayout" Target="../slideLayouts/slideLayout467.xml"/><Relationship Id="rId47" Type="http://schemas.openxmlformats.org/officeDocument/2006/relationships/slideLayout" Target="../slideLayouts/slideLayout472.xml"/><Relationship Id="rId50" Type="http://schemas.openxmlformats.org/officeDocument/2006/relationships/slideLayout" Target="../slideLayouts/slideLayout475.xml"/><Relationship Id="rId7" Type="http://schemas.openxmlformats.org/officeDocument/2006/relationships/slideLayout" Target="../slideLayouts/slideLayout432.xml"/><Relationship Id="rId2" Type="http://schemas.openxmlformats.org/officeDocument/2006/relationships/slideLayout" Target="../slideLayouts/slideLayout427.xml"/><Relationship Id="rId16" Type="http://schemas.openxmlformats.org/officeDocument/2006/relationships/slideLayout" Target="../slideLayouts/slideLayout441.xml"/><Relationship Id="rId29" Type="http://schemas.openxmlformats.org/officeDocument/2006/relationships/slideLayout" Target="../slideLayouts/slideLayout454.xml"/><Relationship Id="rId11" Type="http://schemas.openxmlformats.org/officeDocument/2006/relationships/slideLayout" Target="../slideLayouts/slideLayout436.xml"/><Relationship Id="rId24" Type="http://schemas.openxmlformats.org/officeDocument/2006/relationships/slideLayout" Target="../slideLayouts/slideLayout449.xml"/><Relationship Id="rId32" Type="http://schemas.openxmlformats.org/officeDocument/2006/relationships/slideLayout" Target="../slideLayouts/slideLayout457.xml"/><Relationship Id="rId37" Type="http://schemas.openxmlformats.org/officeDocument/2006/relationships/slideLayout" Target="../slideLayouts/slideLayout462.xml"/><Relationship Id="rId40" Type="http://schemas.openxmlformats.org/officeDocument/2006/relationships/slideLayout" Target="../slideLayouts/slideLayout465.xml"/><Relationship Id="rId45" Type="http://schemas.openxmlformats.org/officeDocument/2006/relationships/slideLayout" Target="../slideLayouts/slideLayout470.xml"/><Relationship Id="rId5" Type="http://schemas.openxmlformats.org/officeDocument/2006/relationships/slideLayout" Target="../slideLayouts/slideLayout430.xml"/><Relationship Id="rId15" Type="http://schemas.openxmlformats.org/officeDocument/2006/relationships/slideLayout" Target="../slideLayouts/slideLayout440.xml"/><Relationship Id="rId23" Type="http://schemas.openxmlformats.org/officeDocument/2006/relationships/slideLayout" Target="../slideLayouts/slideLayout448.xml"/><Relationship Id="rId28" Type="http://schemas.openxmlformats.org/officeDocument/2006/relationships/slideLayout" Target="../slideLayouts/slideLayout453.xml"/><Relationship Id="rId36" Type="http://schemas.openxmlformats.org/officeDocument/2006/relationships/slideLayout" Target="../slideLayouts/slideLayout461.xml"/><Relationship Id="rId49" Type="http://schemas.openxmlformats.org/officeDocument/2006/relationships/slideLayout" Target="../slideLayouts/slideLayout474.xml"/><Relationship Id="rId10" Type="http://schemas.openxmlformats.org/officeDocument/2006/relationships/slideLayout" Target="../slideLayouts/slideLayout435.xml"/><Relationship Id="rId19" Type="http://schemas.openxmlformats.org/officeDocument/2006/relationships/slideLayout" Target="../slideLayouts/slideLayout444.xml"/><Relationship Id="rId31" Type="http://schemas.openxmlformats.org/officeDocument/2006/relationships/slideLayout" Target="../slideLayouts/slideLayout456.xml"/><Relationship Id="rId44" Type="http://schemas.openxmlformats.org/officeDocument/2006/relationships/slideLayout" Target="../slideLayouts/slideLayout469.xml"/><Relationship Id="rId52" Type="http://schemas.openxmlformats.org/officeDocument/2006/relationships/theme" Target="../theme/theme16.xml"/><Relationship Id="rId4" Type="http://schemas.openxmlformats.org/officeDocument/2006/relationships/slideLayout" Target="../slideLayouts/slideLayout429.xml"/><Relationship Id="rId9" Type="http://schemas.openxmlformats.org/officeDocument/2006/relationships/slideLayout" Target="../slideLayouts/slideLayout434.xml"/><Relationship Id="rId14" Type="http://schemas.openxmlformats.org/officeDocument/2006/relationships/slideLayout" Target="../slideLayouts/slideLayout439.xml"/><Relationship Id="rId22" Type="http://schemas.openxmlformats.org/officeDocument/2006/relationships/slideLayout" Target="../slideLayouts/slideLayout447.xml"/><Relationship Id="rId27" Type="http://schemas.openxmlformats.org/officeDocument/2006/relationships/slideLayout" Target="../slideLayouts/slideLayout452.xml"/><Relationship Id="rId30" Type="http://schemas.openxmlformats.org/officeDocument/2006/relationships/slideLayout" Target="../slideLayouts/slideLayout455.xml"/><Relationship Id="rId35" Type="http://schemas.openxmlformats.org/officeDocument/2006/relationships/slideLayout" Target="../slideLayouts/slideLayout460.xml"/><Relationship Id="rId43" Type="http://schemas.openxmlformats.org/officeDocument/2006/relationships/slideLayout" Target="../slideLayouts/slideLayout468.xml"/><Relationship Id="rId48" Type="http://schemas.openxmlformats.org/officeDocument/2006/relationships/slideLayout" Target="../slideLayouts/slideLayout473.xml"/><Relationship Id="rId8" Type="http://schemas.openxmlformats.org/officeDocument/2006/relationships/slideLayout" Target="../slideLayouts/slideLayout433.xml"/><Relationship Id="rId51" Type="http://schemas.openxmlformats.org/officeDocument/2006/relationships/slideLayout" Target="../slideLayouts/slideLayout476.xml"/><Relationship Id="rId3" Type="http://schemas.openxmlformats.org/officeDocument/2006/relationships/slideLayout" Target="../slideLayouts/slideLayout428.xml"/><Relationship Id="rId12" Type="http://schemas.openxmlformats.org/officeDocument/2006/relationships/slideLayout" Target="../slideLayouts/slideLayout437.xml"/><Relationship Id="rId17" Type="http://schemas.openxmlformats.org/officeDocument/2006/relationships/slideLayout" Target="../slideLayouts/slideLayout442.xml"/><Relationship Id="rId25" Type="http://schemas.openxmlformats.org/officeDocument/2006/relationships/slideLayout" Target="../slideLayouts/slideLayout450.xml"/><Relationship Id="rId33" Type="http://schemas.openxmlformats.org/officeDocument/2006/relationships/slideLayout" Target="../slideLayouts/slideLayout458.xml"/><Relationship Id="rId38" Type="http://schemas.openxmlformats.org/officeDocument/2006/relationships/slideLayout" Target="../slideLayouts/slideLayout463.xml"/><Relationship Id="rId46" Type="http://schemas.openxmlformats.org/officeDocument/2006/relationships/slideLayout" Target="../slideLayouts/slideLayout471.xml"/><Relationship Id="rId20" Type="http://schemas.openxmlformats.org/officeDocument/2006/relationships/slideLayout" Target="../slideLayouts/slideLayout445.xml"/><Relationship Id="rId41" Type="http://schemas.openxmlformats.org/officeDocument/2006/relationships/slideLayout" Target="../slideLayouts/slideLayout466.xml"/><Relationship Id="rId1" Type="http://schemas.openxmlformats.org/officeDocument/2006/relationships/slideLayout" Target="../slideLayouts/slideLayout426.xml"/><Relationship Id="rId6" Type="http://schemas.openxmlformats.org/officeDocument/2006/relationships/slideLayout" Target="../slideLayouts/slideLayout431.xml"/></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484.xml"/><Relationship Id="rId13" Type="http://schemas.openxmlformats.org/officeDocument/2006/relationships/theme" Target="../theme/theme17.xml"/><Relationship Id="rId3" Type="http://schemas.openxmlformats.org/officeDocument/2006/relationships/slideLayout" Target="../slideLayouts/slideLayout479.xml"/><Relationship Id="rId7" Type="http://schemas.openxmlformats.org/officeDocument/2006/relationships/slideLayout" Target="../slideLayouts/slideLayout483.xml"/><Relationship Id="rId12" Type="http://schemas.openxmlformats.org/officeDocument/2006/relationships/slideLayout" Target="../slideLayouts/slideLayout488.xml"/><Relationship Id="rId2" Type="http://schemas.openxmlformats.org/officeDocument/2006/relationships/slideLayout" Target="../slideLayouts/slideLayout478.xml"/><Relationship Id="rId1" Type="http://schemas.openxmlformats.org/officeDocument/2006/relationships/slideLayout" Target="../slideLayouts/slideLayout477.xml"/><Relationship Id="rId6" Type="http://schemas.openxmlformats.org/officeDocument/2006/relationships/slideLayout" Target="../slideLayouts/slideLayout482.xml"/><Relationship Id="rId11" Type="http://schemas.openxmlformats.org/officeDocument/2006/relationships/slideLayout" Target="../slideLayouts/slideLayout487.xml"/><Relationship Id="rId5" Type="http://schemas.openxmlformats.org/officeDocument/2006/relationships/slideLayout" Target="../slideLayouts/slideLayout481.xml"/><Relationship Id="rId15" Type="http://schemas.openxmlformats.org/officeDocument/2006/relationships/image" Target="../media/image2.svg"/><Relationship Id="rId10" Type="http://schemas.openxmlformats.org/officeDocument/2006/relationships/slideLayout" Target="../slideLayouts/slideLayout486.xml"/><Relationship Id="rId4" Type="http://schemas.openxmlformats.org/officeDocument/2006/relationships/slideLayout" Target="../slideLayouts/slideLayout480.xml"/><Relationship Id="rId9" Type="http://schemas.openxmlformats.org/officeDocument/2006/relationships/slideLayout" Target="../slideLayouts/slideLayout485.xml"/><Relationship Id="rId14" Type="http://schemas.openxmlformats.org/officeDocument/2006/relationships/image" Target="../media/image30.png"/></Relationships>
</file>

<file path=ppt/slideMasters/_rels/slideMaster18.xml.rels><?xml version="1.0" encoding="UTF-8" standalone="yes"?>
<Relationships xmlns="http://schemas.openxmlformats.org/package/2006/relationships"><Relationship Id="rId13" Type="http://schemas.openxmlformats.org/officeDocument/2006/relationships/slideLayout" Target="../slideLayouts/slideLayout501.xml"/><Relationship Id="rId18" Type="http://schemas.openxmlformats.org/officeDocument/2006/relationships/slideLayout" Target="../slideLayouts/slideLayout506.xml"/><Relationship Id="rId26" Type="http://schemas.openxmlformats.org/officeDocument/2006/relationships/slideLayout" Target="../slideLayouts/slideLayout514.xml"/><Relationship Id="rId39" Type="http://schemas.openxmlformats.org/officeDocument/2006/relationships/slideLayout" Target="../slideLayouts/slideLayout527.xml"/><Relationship Id="rId21" Type="http://schemas.openxmlformats.org/officeDocument/2006/relationships/slideLayout" Target="../slideLayouts/slideLayout509.xml"/><Relationship Id="rId34" Type="http://schemas.openxmlformats.org/officeDocument/2006/relationships/slideLayout" Target="../slideLayouts/slideLayout522.xml"/><Relationship Id="rId42" Type="http://schemas.openxmlformats.org/officeDocument/2006/relationships/slideLayout" Target="../slideLayouts/slideLayout530.xml"/><Relationship Id="rId47" Type="http://schemas.openxmlformats.org/officeDocument/2006/relationships/slideLayout" Target="../slideLayouts/slideLayout535.xml"/><Relationship Id="rId50" Type="http://schemas.openxmlformats.org/officeDocument/2006/relationships/slideLayout" Target="../slideLayouts/slideLayout538.xml"/><Relationship Id="rId7" Type="http://schemas.openxmlformats.org/officeDocument/2006/relationships/slideLayout" Target="../slideLayouts/slideLayout495.xml"/><Relationship Id="rId2" Type="http://schemas.openxmlformats.org/officeDocument/2006/relationships/slideLayout" Target="../slideLayouts/slideLayout490.xml"/><Relationship Id="rId16" Type="http://schemas.openxmlformats.org/officeDocument/2006/relationships/slideLayout" Target="../slideLayouts/slideLayout504.xml"/><Relationship Id="rId29" Type="http://schemas.openxmlformats.org/officeDocument/2006/relationships/slideLayout" Target="../slideLayouts/slideLayout517.xml"/><Relationship Id="rId11" Type="http://schemas.openxmlformats.org/officeDocument/2006/relationships/slideLayout" Target="../slideLayouts/slideLayout499.xml"/><Relationship Id="rId24" Type="http://schemas.openxmlformats.org/officeDocument/2006/relationships/slideLayout" Target="../slideLayouts/slideLayout512.xml"/><Relationship Id="rId32" Type="http://schemas.openxmlformats.org/officeDocument/2006/relationships/slideLayout" Target="../slideLayouts/slideLayout520.xml"/><Relationship Id="rId37" Type="http://schemas.openxmlformats.org/officeDocument/2006/relationships/slideLayout" Target="../slideLayouts/slideLayout525.xml"/><Relationship Id="rId40" Type="http://schemas.openxmlformats.org/officeDocument/2006/relationships/slideLayout" Target="../slideLayouts/slideLayout528.xml"/><Relationship Id="rId45" Type="http://schemas.openxmlformats.org/officeDocument/2006/relationships/slideLayout" Target="../slideLayouts/slideLayout533.xml"/><Relationship Id="rId5" Type="http://schemas.openxmlformats.org/officeDocument/2006/relationships/slideLayout" Target="../slideLayouts/slideLayout493.xml"/><Relationship Id="rId15" Type="http://schemas.openxmlformats.org/officeDocument/2006/relationships/slideLayout" Target="../slideLayouts/slideLayout503.xml"/><Relationship Id="rId23" Type="http://schemas.openxmlformats.org/officeDocument/2006/relationships/slideLayout" Target="../slideLayouts/slideLayout511.xml"/><Relationship Id="rId28" Type="http://schemas.openxmlformats.org/officeDocument/2006/relationships/slideLayout" Target="../slideLayouts/slideLayout516.xml"/><Relationship Id="rId36" Type="http://schemas.openxmlformats.org/officeDocument/2006/relationships/slideLayout" Target="../slideLayouts/slideLayout524.xml"/><Relationship Id="rId49" Type="http://schemas.openxmlformats.org/officeDocument/2006/relationships/slideLayout" Target="../slideLayouts/slideLayout537.xml"/><Relationship Id="rId10" Type="http://schemas.openxmlformats.org/officeDocument/2006/relationships/slideLayout" Target="../slideLayouts/slideLayout498.xml"/><Relationship Id="rId19" Type="http://schemas.openxmlformats.org/officeDocument/2006/relationships/slideLayout" Target="../slideLayouts/slideLayout507.xml"/><Relationship Id="rId31" Type="http://schemas.openxmlformats.org/officeDocument/2006/relationships/slideLayout" Target="../slideLayouts/slideLayout519.xml"/><Relationship Id="rId44" Type="http://schemas.openxmlformats.org/officeDocument/2006/relationships/slideLayout" Target="../slideLayouts/slideLayout532.xml"/><Relationship Id="rId52" Type="http://schemas.openxmlformats.org/officeDocument/2006/relationships/theme" Target="../theme/theme18.xml"/><Relationship Id="rId4" Type="http://schemas.openxmlformats.org/officeDocument/2006/relationships/slideLayout" Target="../slideLayouts/slideLayout492.xml"/><Relationship Id="rId9" Type="http://schemas.openxmlformats.org/officeDocument/2006/relationships/slideLayout" Target="../slideLayouts/slideLayout497.xml"/><Relationship Id="rId14" Type="http://schemas.openxmlformats.org/officeDocument/2006/relationships/slideLayout" Target="../slideLayouts/slideLayout502.xml"/><Relationship Id="rId22" Type="http://schemas.openxmlformats.org/officeDocument/2006/relationships/slideLayout" Target="../slideLayouts/slideLayout510.xml"/><Relationship Id="rId27" Type="http://schemas.openxmlformats.org/officeDocument/2006/relationships/slideLayout" Target="../slideLayouts/slideLayout515.xml"/><Relationship Id="rId30" Type="http://schemas.openxmlformats.org/officeDocument/2006/relationships/slideLayout" Target="../slideLayouts/slideLayout518.xml"/><Relationship Id="rId35" Type="http://schemas.openxmlformats.org/officeDocument/2006/relationships/slideLayout" Target="../slideLayouts/slideLayout523.xml"/><Relationship Id="rId43" Type="http://schemas.openxmlformats.org/officeDocument/2006/relationships/slideLayout" Target="../slideLayouts/slideLayout531.xml"/><Relationship Id="rId48" Type="http://schemas.openxmlformats.org/officeDocument/2006/relationships/slideLayout" Target="../slideLayouts/slideLayout536.xml"/><Relationship Id="rId8" Type="http://schemas.openxmlformats.org/officeDocument/2006/relationships/slideLayout" Target="../slideLayouts/slideLayout496.xml"/><Relationship Id="rId51" Type="http://schemas.openxmlformats.org/officeDocument/2006/relationships/slideLayout" Target="../slideLayouts/slideLayout539.xml"/><Relationship Id="rId3" Type="http://schemas.openxmlformats.org/officeDocument/2006/relationships/slideLayout" Target="../slideLayouts/slideLayout491.xml"/><Relationship Id="rId12" Type="http://schemas.openxmlformats.org/officeDocument/2006/relationships/slideLayout" Target="../slideLayouts/slideLayout500.xml"/><Relationship Id="rId17" Type="http://schemas.openxmlformats.org/officeDocument/2006/relationships/slideLayout" Target="../slideLayouts/slideLayout505.xml"/><Relationship Id="rId25" Type="http://schemas.openxmlformats.org/officeDocument/2006/relationships/slideLayout" Target="../slideLayouts/slideLayout513.xml"/><Relationship Id="rId33" Type="http://schemas.openxmlformats.org/officeDocument/2006/relationships/slideLayout" Target="../slideLayouts/slideLayout521.xml"/><Relationship Id="rId38" Type="http://schemas.openxmlformats.org/officeDocument/2006/relationships/slideLayout" Target="../slideLayouts/slideLayout526.xml"/><Relationship Id="rId46" Type="http://schemas.openxmlformats.org/officeDocument/2006/relationships/slideLayout" Target="../slideLayouts/slideLayout534.xml"/><Relationship Id="rId20" Type="http://schemas.openxmlformats.org/officeDocument/2006/relationships/slideLayout" Target="../slideLayouts/slideLayout508.xml"/><Relationship Id="rId41" Type="http://schemas.openxmlformats.org/officeDocument/2006/relationships/slideLayout" Target="../slideLayouts/slideLayout529.xml"/><Relationship Id="rId1" Type="http://schemas.openxmlformats.org/officeDocument/2006/relationships/slideLayout" Target="../slideLayouts/slideLayout489.xml"/><Relationship Id="rId6" Type="http://schemas.openxmlformats.org/officeDocument/2006/relationships/slideLayout" Target="../slideLayouts/slideLayout494.xml"/></Relationships>
</file>

<file path=ppt/slideMasters/_rels/slideMaster19.xml.rels><?xml version="1.0" encoding="UTF-8" standalone="yes"?>
<Relationships xmlns="http://schemas.openxmlformats.org/package/2006/relationships"><Relationship Id="rId8" Type="http://schemas.openxmlformats.org/officeDocument/2006/relationships/slideLayout" Target="../slideLayouts/slideLayout547.xml"/><Relationship Id="rId13" Type="http://schemas.openxmlformats.org/officeDocument/2006/relationships/theme" Target="../theme/theme19.xml"/><Relationship Id="rId3" Type="http://schemas.openxmlformats.org/officeDocument/2006/relationships/slideLayout" Target="../slideLayouts/slideLayout542.xml"/><Relationship Id="rId7" Type="http://schemas.openxmlformats.org/officeDocument/2006/relationships/slideLayout" Target="../slideLayouts/slideLayout546.xml"/><Relationship Id="rId12" Type="http://schemas.openxmlformats.org/officeDocument/2006/relationships/slideLayout" Target="../slideLayouts/slideLayout551.xml"/><Relationship Id="rId2" Type="http://schemas.openxmlformats.org/officeDocument/2006/relationships/slideLayout" Target="../slideLayouts/slideLayout541.xml"/><Relationship Id="rId1" Type="http://schemas.openxmlformats.org/officeDocument/2006/relationships/slideLayout" Target="../slideLayouts/slideLayout540.xml"/><Relationship Id="rId6" Type="http://schemas.openxmlformats.org/officeDocument/2006/relationships/slideLayout" Target="../slideLayouts/slideLayout545.xml"/><Relationship Id="rId11" Type="http://schemas.openxmlformats.org/officeDocument/2006/relationships/slideLayout" Target="../slideLayouts/slideLayout550.xml"/><Relationship Id="rId5" Type="http://schemas.openxmlformats.org/officeDocument/2006/relationships/slideLayout" Target="../slideLayouts/slideLayout544.xml"/><Relationship Id="rId15" Type="http://schemas.openxmlformats.org/officeDocument/2006/relationships/image" Target="../media/image2.svg"/><Relationship Id="rId10" Type="http://schemas.openxmlformats.org/officeDocument/2006/relationships/slideLayout" Target="../slideLayouts/slideLayout549.xml"/><Relationship Id="rId4" Type="http://schemas.openxmlformats.org/officeDocument/2006/relationships/slideLayout" Target="../slideLayouts/slideLayout543.xml"/><Relationship Id="rId9" Type="http://schemas.openxmlformats.org/officeDocument/2006/relationships/slideLayout" Target="../slideLayouts/slideLayout548.xml"/><Relationship Id="rId14" Type="http://schemas.openxmlformats.org/officeDocument/2006/relationships/image" Target="../media/image30.png"/></Relationships>
</file>

<file path=ppt/slideMasters/_rels/slideMaster20.xml.rels><?xml version="1.0" encoding="UTF-8" standalone="yes"?>
<Relationships xmlns="http://schemas.openxmlformats.org/package/2006/relationships"><Relationship Id="rId13" Type="http://schemas.openxmlformats.org/officeDocument/2006/relationships/slideLayout" Target="../slideLayouts/slideLayout564.xml"/><Relationship Id="rId18" Type="http://schemas.openxmlformats.org/officeDocument/2006/relationships/slideLayout" Target="../slideLayouts/slideLayout569.xml"/><Relationship Id="rId26" Type="http://schemas.openxmlformats.org/officeDocument/2006/relationships/slideLayout" Target="../slideLayouts/slideLayout577.xml"/><Relationship Id="rId39" Type="http://schemas.openxmlformats.org/officeDocument/2006/relationships/slideLayout" Target="../slideLayouts/slideLayout590.xml"/><Relationship Id="rId21" Type="http://schemas.openxmlformats.org/officeDocument/2006/relationships/slideLayout" Target="../slideLayouts/slideLayout572.xml"/><Relationship Id="rId34" Type="http://schemas.openxmlformats.org/officeDocument/2006/relationships/slideLayout" Target="../slideLayouts/slideLayout585.xml"/><Relationship Id="rId42" Type="http://schemas.openxmlformats.org/officeDocument/2006/relationships/slideLayout" Target="../slideLayouts/slideLayout593.xml"/><Relationship Id="rId47" Type="http://schemas.openxmlformats.org/officeDocument/2006/relationships/slideLayout" Target="../slideLayouts/slideLayout598.xml"/><Relationship Id="rId50" Type="http://schemas.openxmlformats.org/officeDocument/2006/relationships/slideLayout" Target="../slideLayouts/slideLayout601.xml"/><Relationship Id="rId7" Type="http://schemas.openxmlformats.org/officeDocument/2006/relationships/slideLayout" Target="../slideLayouts/slideLayout558.xml"/><Relationship Id="rId2" Type="http://schemas.openxmlformats.org/officeDocument/2006/relationships/slideLayout" Target="../slideLayouts/slideLayout553.xml"/><Relationship Id="rId16" Type="http://schemas.openxmlformats.org/officeDocument/2006/relationships/slideLayout" Target="../slideLayouts/slideLayout567.xml"/><Relationship Id="rId29" Type="http://schemas.openxmlformats.org/officeDocument/2006/relationships/slideLayout" Target="../slideLayouts/slideLayout580.xml"/><Relationship Id="rId11" Type="http://schemas.openxmlformats.org/officeDocument/2006/relationships/slideLayout" Target="../slideLayouts/slideLayout562.xml"/><Relationship Id="rId24" Type="http://schemas.openxmlformats.org/officeDocument/2006/relationships/slideLayout" Target="../slideLayouts/slideLayout575.xml"/><Relationship Id="rId32" Type="http://schemas.openxmlformats.org/officeDocument/2006/relationships/slideLayout" Target="../slideLayouts/slideLayout583.xml"/><Relationship Id="rId37" Type="http://schemas.openxmlformats.org/officeDocument/2006/relationships/slideLayout" Target="../slideLayouts/slideLayout588.xml"/><Relationship Id="rId40" Type="http://schemas.openxmlformats.org/officeDocument/2006/relationships/slideLayout" Target="../slideLayouts/slideLayout591.xml"/><Relationship Id="rId45" Type="http://schemas.openxmlformats.org/officeDocument/2006/relationships/slideLayout" Target="../slideLayouts/slideLayout596.xml"/><Relationship Id="rId53" Type="http://schemas.openxmlformats.org/officeDocument/2006/relationships/theme" Target="../theme/theme20.xml"/><Relationship Id="rId5" Type="http://schemas.openxmlformats.org/officeDocument/2006/relationships/slideLayout" Target="../slideLayouts/slideLayout556.xml"/><Relationship Id="rId10" Type="http://schemas.openxmlformats.org/officeDocument/2006/relationships/slideLayout" Target="../slideLayouts/slideLayout561.xml"/><Relationship Id="rId19" Type="http://schemas.openxmlformats.org/officeDocument/2006/relationships/slideLayout" Target="../slideLayouts/slideLayout570.xml"/><Relationship Id="rId31" Type="http://schemas.openxmlformats.org/officeDocument/2006/relationships/slideLayout" Target="../slideLayouts/slideLayout582.xml"/><Relationship Id="rId44" Type="http://schemas.openxmlformats.org/officeDocument/2006/relationships/slideLayout" Target="../slideLayouts/slideLayout595.xml"/><Relationship Id="rId52" Type="http://schemas.openxmlformats.org/officeDocument/2006/relationships/slideLayout" Target="../slideLayouts/slideLayout603.xml"/><Relationship Id="rId4" Type="http://schemas.openxmlformats.org/officeDocument/2006/relationships/slideLayout" Target="../slideLayouts/slideLayout555.xml"/><Relationship Id="rId9" Type="http://schemas.openxmlformats.org/officeDocument/2006/relationships/slideLayout" Target="../slideLayouts/slideLayout560.xml"/><Relationship Id="rId14" Type="http://schemas.openxmlformats.org/officeDocument/2006/relationships/slideLayout" Target="../slideLayouts/slideLayout565.xml"/><Relationship Id="rId22" Type="http://schemas.openxmlformats.org/officeDocument/2006/relationships/slideLayout" Target="../slideLayouts/slideLayout573.xml"/><Relationship Id="rId27" Type="http://schemas.openxmlformats.org/officeDocument/2006/relationships/slideLayout" Target="../slideLayouts/slideLayout578.xml"/><Relationship Id="rId30" Type="http://schemas.openxmlformats.org/officeDocument/2006/relationships/slideLayout" Target="../slideLayouts/slideLayout581.xml"/><Relationship Id="rId35" Type="http://schemas.openxmlformats.org/officeDocument/2006/relationships/slideLayout" Target="../slideLayouts/slideLayout586.xml"/><Relationship Id="rId43" Type="http://schemas.openxmlformats.org/officeDocument/2006/relationships/slideLayout" Target="../slideLayouts/slideLayout594.xml"/><Relationship Id="rId48" Type="http://schemas.openxmlformats.org/officeDocument/2006/relationships/slideLayout" Target="../slideLayouts/slideLayout599.xml"/><Relationship Id="rId8" Type="http://schemas.openxmlformats.org/officeDocument/2006/relationships/slideLayout" Target="../slideLayouts/slideLayout559.xml"/><Relationship Id="rId51" Type="http://schemas.openxmlformats.org/officeDocument/2006/relationships/slideLayout" Target="../slideLayouts/slideLayout602.xml"/><Relationship Id="rId3" Type="http://schemas.openxmlformats.org/officeDocument/2006/relationships/slideLayout" Target="../slideLayouts/slideLayout554.xml"/><Relationship Id="rId12" Type="http://schemas.openxmlformats.org/officeDocument/2006/relationships/slideLayout" Target="../slideLayouts/slideLayout563.xml"/><Relationship Id="rId17" Type="http://schemas.openxmlformats.org/officeDocument/2006/relationships/slideLayout" Target="../slideLayouts/slideLayout568.xml"/><Relationship Id="rId25" Type="http://schemas.openxmlformats.org/officeDocument/2006/relationships/slideLayout" Target="../slideLayouts/slideLayout576.xml"/><Relationship Id="rId33" Type="http://schemas.openxmlformats.org/officeDocument/2006/relationships/slideLayout" Target="../slideLayouts/slideLayout584.xml"/><Relationship Id="rId38" Type="http://schemas.openxmlformats.org/officeDocument/2006/relationships/slideLayout" Target="../slideLayouts/slideLayout589.xml"/><Relationship Id="rId46" Type="http://schemas.openxmlformats.org/officeDocument/2006/relationships/slideLayout" Target="../slideLayouts/slideLayout597.xml"/><Relationship Id="rId20" Type="http://schemas.openxmlformats.org/officeDocument/2006/relationships/slideLayout" Target="../slideLayouts/slideLayout571.xml"/><Relationship Id="rId41" Type="http://schemas.openxmlformats.org/officeDocument/2006/relationships/slideLayout" Target="../slideLayouts/slideLayout592.xml"/><Relationship Id="rId1" Type="http://schemas.openxmlformats.org/officeDocument/2006/relationships/slideLayout" Target="../slideLayouts/slideLayout552.xml"/><Relationship Id="rId6" Type="http://schemas.openxmlformats.org/officeDocument/2006/relationships/slideLayout" Target="../slideLayouts/slideLayout557.xml"/><Relationship Id="rId15" Type="http://schemas.openxmlformats.org/officeDocument/2006/relationships/slideLayout" Target="../slideLayouts/slideLayout566.xml"/><Relationship Id="rId23" Type="http://schemas.openxmlformats.org/officeDocument/2006/relationships/slideLayout" Target="../slideLayouts/slideLayout574.xml"/><Relationship Id="rId28" Type="http://schemas.openxmlformats.org/officeDocument/2006/relationships/slideLayout" Target="../slideLayouts/slideLayout579.xml"/><Relationship Id="rId36" Type="http://schemas.openxmlformats.org/officeDocument/2006/relationships/slideLayout" Target="../slideLayouts/slideLayout587.xml"/><Relationship Id="rId49" Type="http://schemas.openxmlformats.org/officeDocument/2006/relationships/slideLayout" Target="../slideLayouts/slideLayout60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4" r:id="rId1"/>
    <p:sldLayoutId id="2147483685"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551338170" name="Title Placeholder 1"/>
          <p:cNvSpPr>
            <a:spLocks noGrp="1"/>
          </p:cNvSpPr>
          <p:nvPr>
            <p:ph type="title"/>
          </p:nvPr>
        </p:nvSpPr>
        <p:spPr bwMode="auto">
          <a:xfrm>
            <a:off x="457200" y="411480"/>
            <a:ext cx="11222610" cy="515442"/>
          </a:xfrm>
          <a:prstGeom prst="rect">
            <a:avLst/>
          </a:prstGeom>
        </p:spPr>
        <p:txBody>
          <a:bodyPr vert="horz" lIns="0" tIns="0" rIns="0" bIns="0" rtlCol="0" anchor="ctr">
            <a:noAutofit/>
          </a:bodyPr>
          <a:lstStyle/>
          <a:p>
            <a:pPr>
              <a:defRPr/>
            </a:pPr>
            <a:r>
              <a:rPr lang="en-US"/>
              <a:t>Click to edit Master title style</a:t>
            </a:r>
            <a:endParaRPr/>
          </a:p>
        </p:txBody>
      </p:sp>
      <p:sp>
        <p:nvSpPr>
          <p:cNvPr id="1567617652" name="Text Placeholder 2"/>
          <p:cNvSpPr>
            <a:spLocks noGrp="1"/>
          </p:cNvSpPr>
          <p:nvPr>
            <p:ph type="body" idx="1"/>
          </p:nvPr>
        </p:nvSpPr>
        <p:spPr bwMode="auto">
          <a:xfrm>
            <a:off x="457200" y="1150403"/>
            <a:ext cx="11222610" cy="4351338"/>
          </a:xfrm>
          <a:prstGeom prst="rect">
            <a:avLst/>
          </a:prstGeom>
        </p:spPr>
        <p:txBody>
          <a:bodyPr vert="horz" lIns="0" tIns="0" rIns="0" bIns="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pic>
        <p:nvPicPr>
          <p:cNvPr id="3" name="Graphic 77">
            <a:extLst>
              <a:ext uri="{FF2B5EF4-FFF2-40B4-BE49-F238E27FC236}">
                <a16:creationId xmlns:a16="http://schemas.microsoft.com/office/drawing/2014/main" id="{099DC08D-A527-6FE6-EF31-9DD50D170682}"/>
              </a:ext>
            </a:extLst>
          </p:cNvPr>
          <p:cNvPicPr/>
          <p:nvPr userDrawn="1"/>
        </p:nvPicPr>
        <p:blipFill>
          <a:blip>
            <a:extLst>
              <a:ext uri="{96DAC541-7B7A-43D3-8B79-37D633B846F1}">
                <asvg:svgBlip xmlns:asvg="http://schemas.microsoft.com/office/drawing/2016/SVG/main" r:embed="rId14"/>
              </a:ext>
            </a:extLst>
          </a:blip>
          <a:stretch/>
        </p:blipFill>
        <p:spPr>
          <a:xfrm rot="5400000">
            <a:off x="9510120" y="2743200"/>
            <a:ext cx="6857640" cy="1371240"/>
          </a:xfrm>
          <a:prstGeom prst="rect">
            <a:avLst/>
          </a:prstGeom>
          <a:noFill/>
          <a:ln w="0">
            <a:noFill/>
          </a:ln>
        </p:spPr>
      </p:pic>
      <p:sp>
        <p:nvSpPr>
          <p:cNvPr id="4" name="TextBox 86">
            <a:extLst>
              <a:ext uri="{FF2B5EF4-FFF2-40B4-BE49-F238E27FC236}">
                <a16:creationId xmlns:a16="http://schemas.microsoft.com/office/drawing/2014/main" id="{4853F105-0FEF-0DA4-9CCA-63059D0C3DAD}"/>
              </a:ext>
            </a:extLst>
          </p:cNvPr>
          <p:cNvSpPr/>
          <p:nvPr userDrawn="1"/>
        </p:nvSpPr>
        <p:spPr>
          <a:xfrm rot="16200000">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pPr>
            <a:r>
              <a:rPr lang="en-US" sz="700" b="0" u="none" strike="noStrike" dirty="0">
                <a:solidFill>
                  <a:schemeClr val="lt1">
                    <a:lumMod val="65000"/>
                  </a:schemeClr>
                </a:solidFill>
                <a:effectLst/>
                <a:uFillTx/>
                <a:latin typeface="Segoe UI"/>
              </a:rPr>
              <a:t>Closed captioning</a:t>
            </a:r>
            <a:br>
              <a:rPr sz="700" dirty="0"/>
            </a:br>
            <a:r>
              <a:rPr lang="en-US" sz="700" b="0" u="none" strike="noStrike" dirty="0">
                <a:solidFill>
                  <a:schemeClr val="lt1">
                    <a:lumMod val="65000"/>
                  </a:schemeClr>
                </a:solidFill>
                <a:effectLst/>
                <a:uFillTx/>
                <a:latin typeface="Segoe UI"/>
              </a:rPr>
              <a:t>space demarcation</a:t>
            </a:r>
            <a:endParaRPr lang="en-US" sz="700" b="0" u="none" strike="noStrike" dirty="0">
              <a:solidFill>
                <a:srgbClr val="000000"/>
              </a:solidFill>
              <a:effectLst/>
              <a:uFillTx/>
              <a:latin typeface="Arial"/>
            </a:endParaRPr>
          </a:p>
        </p:txBody>
      </p:sp>
      <p:cxnSp>
        <p:nvCxnSpPr>
          <p:cNvPr id="5" name="Straight Connector 89">
            <a:extLst>
              <a:ext uri="{FF2B5EF4-FFF2-40B4-BE49-F238E27FC236}">
                <a16:creationId xmlns:a16="http://schemas.microsoft.com/office/drawing/2014/main" id="{3504E7EA-988F-E6D0-8518-272B44E2212C}"/>
              </a:ext>
            </a:extLst>
          </p:cNvPr>
          <p:cNvCxnSpPr/>
          <p:nvPr userDrawn="1"/>
        </p:nvCxnSpPr>
        <p:spPr>
          <a:xfrm>
            <a:off x="-89640" y="5670360"/>
            <a:ext cx="360" cy="1178280"/>
          </a:xfrm>
          <a:prstGeom prst="straightConnector1">
            <a:avLst/>
          </a:prstGeom>
          <a:ln w="9525" cap="sq">
            <a:solidFill>
              <a:srgbClr val="FF0000"/>
            </a:solidFill>
            <a:miter/>
          </a:ln>
        </p:spPr>
      </p:cxnSp>
      <p:sp>
        <p:nvSpPr>
          <p:cNvPr id="1427067632" name="TextBox 6"/>
          <p:cNvSpPr txBox="1"/>
          <p:nvPr userDrawn="1"/>
        </p:nvSpPr>
        <p:spPr bwMode="auto">
          <a:xfrm>
            <a:off x="457200" y="6411853"/>
            <a:ext cx="3709956" cy="172676"/>
          </a:xfrm>
          <a:prstGeom prst="rect">
            <a:avLst/>
          </a:prstGeom>
          <a:noFill/>
        </p:spPr>
        <p:txBody>
          <a:bodyPr wrap="square" lIns="0" tIns="0" rIns="0" bIns="0">
            <a:spAutoFit/>
          </a:bodyPr>
          <a:lstStyle/>
          <a:p>
            <a:pPr defTabSz="932563">
              <a:defRPr/>
            </a:pPr>
            <a:r>
              <a:rPr lang="en-US" sz="1100" dirty="0">
                <a:solidFill>
                  <a:srgbClr val="000000"/>
                </a:solidFill>
                <a:latin typeface="Segoe UI"/>
                <a:cs typeface="Segoe UI"/>
              </a:rPr>
              <a:t>© Copyright Microsoft Corporation. All rights reserved.</a:t>
            </a:r>
            <a:endParaRPr dirty="0"/>
          </a:p>
        </p:txBody>
      </p:sp>
    </p:spTree>
    <p:extLst>
      <p:ext uri="{BB962C8B-B14F-4D97-AF65-F5344CB8AC3E}">
        <p14:creationId xmlns:p14="http://schemas.microsoft.com/office/powerpoint/2010/main" val="3082613892"/>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txStyles>
    <p:titleStyle>
      <a:lvl1pPr algn="l" defTabSz="914400" rtl="0">
        <a:lnSpc>
          <a:spcPct val="90000"/>
        </a:lnSpc>
        <a:spcBef>
          <a:spcPts val="0"/>
        </a:spcBef>
        <a:buNone/>
        <a:defRPr sz="3200">
          <a:solidFill>
            <a:schemeClr val="tx1"/>
          </a:solidFill>
          <a:latin typeface="Segoe UI Semibold"/>
          <a:ea typeface="+mj-ea"/>
          <a:cs typeface="Segoe UI Semibold"/>
        </a:defRPr>
      </a:lvl1pPr>
    </p:titleStyle>
    <p:bodyStyle>
      <a:lvl1pPr marL="228600" indent="-228600" algn="l" defTabSz="914400" rtl="0">
        <a:lnSpc>
          <a:spcPct val="100000"/>
        </a:lnSpc>
        <a:spcBef>
          <a:spcPts val="0"/>
        </a:spcBef>
        <a:buFont typeface="Arial"/>
        <a:buChar char="•"/>
        <a:defRPr sz="2800">
          <a:solidFill>
            <a:schemeClr val="tx1"/>
          </a:solidFill>
          <a:latin typeface="Segoe UI"/>
          <a:ea typeface="+mn-ea"/>
          <a:cs typeface="Segoe UI"/>
        </a:defRPr>
      </a:lvl1pPr>
      <a:lvl2pPr marL="574675" indent="-234950" algn="l" defTabSz="914400" rtl="0">
        <a:lnSpc>
          <a:spcPct val="100000"/>
        </a:lnSpc>
        <a:spcBef>
          <a:spcPts val="0"/>
        </a:spcBef>
        <a:buFont typeface="Arial"/>
        <a:buChar char="•"/>
        <a:defRPr sz="2400">
          <a:solidFill>
            <a:schemeClr val="tx1"/>
          </a:solidFill>
          <a:latin typeface="Segoe UI"/>
          <a:ea typeface="+mn-ea"/>
          <a:cs typeface="Segoe UI"/>
        </a:defRPr>
      </a:lvl2pPr>
      <a:lvl3pPr marL="914400" indent="-227013" algn="l" defTabSz="914400" rtl="0">
        <a:lnSpc>
          <a:spcPct val="100000"/>
        </a:lnSpc>
        <a:spcBef>
          <a:spcPts val="0"/>
        </a:spcBef>
        <a:buFont typeface="Arial"/>
        <a:buChar char="•"/>
        <a:defRPr sz="2000">
          <a:solidFill>
            <a:schemeClr val="tx1"/>
          </a:solidFill>
          <a:latin typeface="Segoe UI"/>
          <a:ea typeface="+mn-ea"/>
          <a:cs typeface="Segoe UI"/>
        </a:defRPr>
      </a:lvl3pPr>
      <a:lvl4pPr marL="1141413" indent="-169862" algn="l" defTabSz="914400" rtl="0">
        <a:lnSpc>
          <a:spcPct val="100000"/>
        </a:lnSpc>
        <a:spcBef>
          <a:spcPts val="0"/>
        </a:spcBef>
        <a:buFont typeface="Arial"/>
        <a:buChar char="•"/>
        <a:defRPr sz="1800">
          <a:solidFill>
            <a:schemeClr val="tx1"/>
          </a:solidFill>
          <a:latin typeface="Segoe UI"/>
          <a:ea typeface="+mn-ea"/>
          <a:cs typeface="Segoe UI"/>
        </a:defRPr>
      </a:lvl4pPr>
      <a:lvl5pPr marL="1376363" indent="-179388" algn="l" defTabSz="914400" rtl="0">
        <a:lnSpc>
          <a:spcPct val="100000"/>
        </a:lnSpc>
        <a:spcBef>
          <a:spcPts val="0"/>
        </a:spcBef>
        <a:buFont typeface="Arial"/>
        <a:buChar char="•"/>
        <a:defRPr sz="1800">
          <a:solidFill>
            <a:schemeClr val="tx1"/>
          </a:solidFill>
          <a:latin typeface="Segoe UI"/>
          <a:ea typeface="+mn-ea"/>
          <a:cs typeface="Segoe UI"/>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grpSp>
        <p:nvGrpSpPr>
          <p:cNvPr id="1139362887" name="GRID" hidden="1"/>
          <p:cNvGrpSpPr/>
          <p:nvPr userDrawn="1"/>
        </p:nvGrpSpPr>
        <p:grpSpPr bwMode="auto">
          <a:xfrm>
            <a:off x="0" y="0"/>
            <a:ext cx="12192000" cy="6858000"/>
            <a:chOff x="0" y="0"/>
            <a:chExt cx="12192000" cy="6858000"/>
          </a:xfrm>
        </p:grpSpPr>
        <p:cxnSp>
          <p:nvCxnSpPr>
            <p:cNvPr id="7" name="Straight Connector 6"/>
            <p:cNvCxnSpPr/>
            <p:nvPr/>
          </p:nvCxnSpPr>
          <p:spPr bwMode="auto">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auto">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auto">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auto">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auto">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auto">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auto">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auto">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auto">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auto">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auto">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auto">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auto">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auto">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auto">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auto">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auto">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auto">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auto">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auto">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auto">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auto">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auto">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auto">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auto">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auto">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userDrawn="1"/>
          </p:nvCxnSpPr>
          <p:spPr bwMode="auto">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auto">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userDrawn="1"/>
          </p:nvCxnSpPr>
          <p:spPr bwMode="auto">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bwMode="auto">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userDrawn="1"/>
          </p:nvCxnSpPr>
          <p:spPr bwMode="auto">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userDrawn="1"/>
          </p:nvCxnSpPr>
          <p:spPr bwMode="auto">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userDrawn="1"/>
          </p:nvCxnSpPr>
          <p:spPr bwMode="auto">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userDrawn="1"/>
          </p:nvCxnSpPr>
          <p:spPr bwMode="auto">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1032596493" name="Title Placeholder 1"/>
          <p:cNvSpPr>
            <a:spLocks noGrp="1"/>
          </p:cNvSpPr>
          <p:nvPr userDrawn="1">
            <p:ph type="title"/>
          </p:nvPr>
        </p:nvSpPr>
        <p:spPr bwMode="auto">
          <a:xfrm>
            <a:off x="588263" y="585216"/>
            <a:ext cx="10430257" cy="307777"/>
          </a:xfrm>
          <a:prstGeom prst="rect">
            <a:avLst/>
          </a:prstGeom>
        </p:spPr>
        <p:txBody>
          <a:bodyPr vert="horz" wrap="square" lIns="0" tIns="0" rIns="0" bIns="0" rtlCol="0" anchor="t">
            <a:spAutoFit/>
          </a:bodyPr>
          <a:lstStyle/>
          <a:p>
            <a:pPr>
              <a:defRPr/>
            </a:pPr>
            <a:r>
              <a:rPr lang="en-US"/>
              <a:t>Click to edit Master title style</a:t>
            </a:r>
            <a:endParaRPr/>
          </a:p>
        </p:txBody>
      </p:sp>
      <p:sp>
        <p:nvSpPr>
          <p:cNvPr id="614890441" name="Text Placeholder 3"/>
          <p:cNvSpPr>
            <a:spLocks noGrp="1"/>
          </p:cNvSpPr>
          <p:nvPr>
            <p:ph type="body" idx="1"/>
          </p:nvPr>
        </p:nvSpPr>
        <p:spPr bwMode="auto">
          <a:xfrm>
            <a:off x="584200" y="1591056"/>
            <a:ext cx="10426700" cy="726353"/>
          </a:xfrm>
          <a:prstGeom prst="rect">
            <a:avLst/>
          </a:prstGeom>
        </p:spPr>
        <p:txBody>
          <a:bodyPr vert="horz" wrap="square" lIns="0" tIns="0" rIns="0" bIns="0" rtlCol="0">
            <a:spAutoFit/>
          </a:body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93364423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349148995"/>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 id="2147483715" r:id="rId16"/>
    <p:sldLayoutId id="2147483716" r:id="rId17"/>
    <p:sldLayoutId id="2147483717" r:id="rId18"/>
    <p:sldLayoutId id="2147483718" r:id="rId19"/>
    <p:sldLayoutId id="2147483719" r:id="rId20"/>
    <p:sldLayoutId id="2147483720" r:id="rId21"/>
    <p:sldLayoutId id="2147483721" r:id="rId22"/>
    <p:sldLayoutId id="2147483722" r:id="rId23"/>
    <p:sldLayoutId id="2147483723" r:id="rId24"/>
    <p:sldLayoutId id="2147483724" r:id="rId25"/>
    <p:sldLayoutId id="2147483725" r:id="rId26"/>
    <p:sldLayoutId id="2147483726" r:id="rId27"/>
    <p:sldLayoutId id="2147483727" r:id="rId28"/>
    <p:sldLayoutId id="2147483728" r:id="rId29"/>
    <p:sldLayoutId id="2147483729" r:id="rId30"/>
    <p:sldLayoutId id="2147483730" r:id="rId31"/>
    <p:sldLayoutId id="2147483731" r:id="rId32"/>
    <p:sldLayoutId id="2147483732" r:id="rId33"/>
    <p:sldLayoutId id="2147483733" r:id="rId34"/>
    <p:sldLayoutId id="2147483734" r:id="rId35"/>
    <p:sldLayoutId id="2147483735" r:id="rId36"/>
    <p:sldLayoutId id="2147483736" r:id="rId37"/>
    <p:sldLayoutId id="2147483737" r:id="rId38"/>
    <p:sldLayoutId id="2147483738" r:id="rId39"/>
    <p:sldLayoutId id="2147483739" r:id="rId40"/>
    <p:sldLayoutId id="2147483740" r:id="rId41"/>
    <p:sldLayoutId id="2147483741" r:id="rId42"/>
    <p:sldLayoutId id="2147483742" r:id="rId43"/>
    <p:sldLayoutId id="2147483743" r:id="rId44"/>
    <p:sldLayoutId id="2147483744" r:id="rId45"/>
    <p:sldLayoutId id="2147483745" r:id="rId46"/>
    <p:sldLayoutId id="2147483746" r:id="rId47"/>
    <p:sldLayoutId id="2147483747" r:id="rId48"/>
    <p:sldLayoutId id="2147483748" r:id="rId49"/>
    <p:sldLayoutId id="2147483749" r:id="rId50"/>
    <p:sldLayoutId id="2147483750" r:id="rId51"/>
  </p:sldLayoutIdLst>
  <p:hf sldNum="0" hdr="0" dt="0"/>
  <p:txStyles>
    <p:titleStyle>
      <a:lvl1pPr algn="l" defTabSz="932742" rtl="0">
        <a:lnSpc>
          <a:spcPct val="100000"/>
        </a:lnSpc>
        <a:spcBef>
          <a:spcPts val="0"/>
        </a:spcBef>
        <a:buNone/>
        <a:defRPr lang="en-US" sz="2000" b="0" cap="none" spc="0">
          <a:ln w="3175">
            <a:noFill/>
          </a:ln>
          <a:solidFill>
            <a:schemeClr val="tx1"/>
          </a:solidFill>
          <a:latin typeface="+mj-lt"/>
          <a:ea typeface="+mn-ea"/>
          <a:cs typeface="Segoe UI"/>
        </a:defRPr>
      </a:lvl1pPr>
    </p:titleStyle>
    <p:bodyStyle>
      <a:lvl1pPr marL="137160" marR="0" indent="-137160" algn="l" defTabSz="932742" rtl="0">
        <a:lnSpc>
          <a:spcPct val="100000"/>
        </a:lnSpc>
        <a:spcBef>
          <a:spcPts val="0"/>
        </a:spcBef>
        <a:spcAft>
          <a:spcPts val="0"/>
        </a:spcAft>
        <a:buClrTx/>
        <a:buSzPct val="90000"/>
        <a:buFont typeface="Arial"/>
        <a:buChar char="•"/>
        <a:defRPr sz="1600" spc="0">
          <a:solidFill>
            <a:schemeClr val="tx1"/>
          </a:solidFill>
          <a:latin typeface="+mn-lt"/>
          <a:ea typeface="+mn-ea"/>
          <a:cs typeface="Segoe UI"/>
        </a:defRPr>
      </a:lvl1pPr>
      <a:lvl2pPr marL="265176" marR="0" indent="-109728" algn="l" defTabSz="932742" rtl="0">
        <a:lnSpc>
          <a:spcPct val="100000"/>
        </a:lnSpc>
        <a:spcBef>
          <a:spcPts val="0"/>
        </a:spcBef>
        <a:spcAft>
          <a:spcPts val="0"/>
        </a:spcAft>
        <a:buClrTx/>
        <a:buSzPct val="90000"/>
        <a:buFont typeface="Arial"/>
        <a:buChar char="•"/>
        <a:defRPr sz="1400" spc="0">
          <a:solidFill>
            <a:schemeClr val="tx1"/>
          </a:solidFill>
          <a:latin typeface="+mn-lt"/>
          <a:ea typeface="+mn-ea"/>
          <a:cs typeface="+mn-cs"/>
        </a:defRPr>
      </a:lvl2pPr>
      <a:lvl3pPr marL="384048" marR="0" indent="-118872" algn="l" defTabSz="932742" rtl="0">
        <a:lnSpc>
          <a:spcPct val="100000"/>
        </a:lnSpc>
        <a:spcBef>
          <a:spcPts val="0"/>
        </a:spcBef>
        <a:spcAft>
          <a:spcPts val="0"/>
        </a:spcAft>
        <a:buClrTx/>
        <a:buSzPct val="90000"/>
        <a:buFont typeface="Arial"/>
        <a:buChar char="•"/>
        <a:defRPr sz="1200" spc="0">
          <a:solidFill>
            <a:schemeClr val="tx1"/>
          </a:solidFill>
          <a:latin typeface="+mn-lt"/>
          <a:ea typeface="+mn-ea"/>
          <a:cs typeface="+mn-cs"/>
        </a:defRPr>
      </a:lvl3pPr>
      <a:lvl4pPr marL="842963" marR="0" indent="-180975" algn="l" defTabSz="932742" rtl="0">
        <a:lnSpc>
          <a:spcPct val="100000"/>
        </a:lnSpc>
        <a:spcBef>
          <a:spcPts val="0"/>
        </a:spcBef>
        <a:spcAft>
          <a:spcPts val="0"/>
        </a:spcAft>
        <a:buClrTx/>
        <a:buSzPct val="90000"/>
        <a:buFont typeface="Wingdings"/>
        <a:buChar char=""/>
        <a:defRPr sz="1000" spc="0">
          <a:gradFill>
            <a:gsLst>
              <a:gs pos="1250">
                <a:schemeClr val="tx1"/>
              </a:gs>
              <a:gs pos="100000">
                <a:schemeClr val="tx1"/>
              </a:gs>
            </a:gsLst>
            <a:lin ang="5400000" scaled="0"/>
          </a:gradFill>
          <a:latin typeface="+mn-lt"/>
          <a:ea typeface="+mn-ea"/>
          <a:cs typeface="+mn-cs"/>
        </a:defRPr>
      </a:lvl4pPr>
      <a:lvl5pPr marL="1023938" marR="0" indent="-168275" algn="l" defTabSz="932742" rtl="0">
        <a:lnSpc>
          <a:spcPct val="100000"/>
        </a:lnSpc>
        <a:spcBef>
          <a:spcPts val="0"/>
        </a:spcBef>
        <a:spcAft>
          <a:spcPts val="0"/>
        </a:spcAft>
        <a:buClrTx/>
        <a:buSzPct val="90000"/>
        <a:buFont typeface="Wingdings"/>
        <a:buChar char=""/>
        <a:defRPr sz="800" spc="0">
          <a:gradFill>
            <a:gsLst>
              <a:gs pos="1250">
                <a:schemeClr val="tx1"/>
              </a:gs>
              <a:gs pos="100000">
                <a:schemeClr val="tx1"/>
              </a:gs>
            </a:gsLst>
            <a:lin ang="5400000" scaled="0"/>
          </a:gradFill>
          <a:latin typeface="+mn-lt"/>
          <a:ea typeface="+mn-ea"/>
          <a:cs typeface="+mn-cs"/>
        </a:defRPr>
      </a:lvl5pPr>
      <a:lvl6pPr marL="2565040" indent="-233186" algn="l" defTabSz="932742" rtl="0">
        <a:spcBef>
          <a:spcPts val="0"/>
        </a:spcBef>
        <a:buFont typeface="Arial"/>
        <a:buChar char="•"/>
        <a:defRPr sz="2000">
          <a:solidFill>
            <a:schemeClr val="tx1"/>
          </a:solidFill>
          <a:latin typeface="+mn-lt"/>
          <a:ea typeface="+mn-ea"/>
          <a:cs typeface="+mn-cs"/>
        </a:defRPr>
      </a:lvl6pPr>
      <a:lvl7pPr marL="3031412" indent="-233186" algn="l" defTabSz="932742" rtl="0">
        <a:spcBef>
          <a:spcPts val="0"/>
        </a:spcBef>
        <a:buFont typeface="Arial"/>
        <a:buChar char="•"/>
        <a:defRPr sz="2000">
          <a:solidFill>
            <a:schemeClr val="tx1"/>
          </a:solidFill>
          <a:latin typeface="+mn-lt"/>
          <a:ea typeface="+mn-ea"/>
          <a:cs typeface="+mn-cs"/>
        </a:defRPr>
      </a:lvl7pPr>
      <a:lvl8pPr marL="3497783" indent="-233186" algn="l" defTabSz="932742" rtl="0">
        <a:spcBef>
          <a:spcPts val="0"/>
        </a:spcBef>
        <a:buFont typeface="Arial"/>
        <a:buChar char="•"/>
        <a:defRPr sz="2000">
          <a:solidFill>
            <a:schemeClr val="tx1"/>
          </a:solidFill>
          <a:latin typeface="+mn-lt"/>
          <a:ea typeface="+mn-ea"/>
          <a:cs typeface="+mn-cs"/>
        </a:defRPr>
      </a:lvl8pPr>
      <a:lvl9pPr marL="3964155" indent="-233186" algn="l" defTabSz="932742"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32742" rtl="0">
        <a:defRPr sz="1800">
          <a:solidFill>
            <a:schemeClr val="tx1"/>
          </a:solidFill>
          <a:latin typeface="+mn-lt"/>
          <a:ea typeface="+mn-ea"/>
          <a:cs typeface="+mn-cs"/>
        </a:defRPr>
      </a:lvl1pPr>
      <a:lvl2pPr marL="466371" algn="l" defTabSz="932742" rtl="0">
        <a:defRPr sz="1800">
          <a:solidFill>
            <a:schemeClr val="tx1"/>
          </a:solidFill>
          <a:latin typeface="+mn-lt"/>
          <a:ea typeface="+mn-ea"/>
          <a:cs typeface="+mn-cs"/>
        </a:defRPr>
      </a:lvl2pPr>
      <a:lvl3pPr marL="932742" algn="l" defTabSz="932742" rtl="0">
        <a:defRPr sz="1800">
          <a:solidFill>
            <a:schemeClr val="tx1"/>
          </a:solidFill>
          <a:latin typeface="+mn-lt"/>
          <a:ea typeface="+mn-ea"/>
          <a:cs typeface="+mn-cs"/>
        </a:defRPr>
      </a:lvl3pPr>
      <a:lvl4pPr marL="1399113" algn="l" defTabSz="932742" rtl="0">
        <a:defRPr sz="1800">
          <a:solidFill>
            <a:schemeClr val="tx1"/>
          </a:solidFill>
          <a:latin typeface="+mn-lt"/>
          <a:ea typeface="+mn-ea"/>
          <a:cs typeface="+mn-cs"/>
        </a:defRPr>
      </a:lvl4pPr>
      <a:lvl5pPr marL="1865484" algn="l" defTabSz="932742" rtl="0">
        <a:defRPr sz="1800">
          <a:solidFill>
            <a:schemeClr val="tx1"/>
          </a:solidFill>
          <a:latin typeface="+mn-lt"/>
          <a:ea typeface="+mn-ea"/>
          <a:cs typeface="+mn-cs"/>
        </a:defRPr>
      </a:lvl5pPr>
      <a:lvl6pPr marL="2331856" algn="l" defTabSz="932742" rtl="0">
        <a:defRPr sz="1800">
          <a:solidFill>
            <a:schemeClr val="tx1"/>
          </a:solidFill>
          <a:latin typeface="+mn-lt"/>
          <a:ea typeface="+mn-ea"/>
          <a:cs typeface="+mn-cs"/>
        </a:defRPr>
      </a:lvl6pPr>
      <a:lvl7pPr marL="2798226" algn="l" defTabSz="932742" rtl="0">
        <a:defRPr sz="1800">
          <a:solidFill>
            <a:schemeClr val="tx1"/>
          </a:solidFill>
          <a:latin typeface="+mn-lt"/>
          <a:ea typeface="+mn-ea"/>
          <a:cs typeface="+mn-cs"/>
        </a:defRPr>
      </a:lvl7pPr>
      <a:lvl8pPr marL="3264597" algn="l" defTabSz="932742" rtl="0">
        <a:defRPr sz="1800">
          <a:solidFill>
            <a:schemeClr val="tx1"/>
          </a:solidFill>
          <a:latin typeface="+mn-lt"/>
          <a:ea typeface="+mn-ea"/>
          <a:cs typeface="+mn-cs"/>
        </a:defRPr>
      </a:lvl8pPr>
      <a:lvl9pPr marL="3730969" algn="l" defTabSz="932742" rtl="0">
        <a:defRPr sz="18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rotWithShape="1">
          <a:blip r:embed="rId13">
            <a:lum/>
          </a:blip>
          <a:stretch/>
        </a:blipFill>
        <a:effectLst/>
      </p:bgPr>
    </p:bg>
    <p:spTree>
      <p:nvGrpSpPr>
        <p:cNvPr id="1" name=""/>
        <p:cNvGrpSpPr/>
        <p:nvPr/>
      </p:nvGrpSpPr>
      <p:grpSpPr bwMode="auto">
        <a:xfrm>
          <a:off x="0" y="0"/>
          <a:ext cx="0" cy="0"/>
          <a:chOff x="0" y="0"/>
          <a:chExt cx="0" cy="0"/>
        </a:xfrm>
      </p:grpSpPr>
      <p:sp>
        <p:nvSpPr>
          <p:cNvPr id="1342244929" name="Title Placeholder 1"/>
          <p:cNvSpPr>
            <a:spLocks noGrp="1"/>
          </p:cNvSpPr>
          <p:nvPr>
            <p:ph type="title"/>
          </p:nvPr>
        </p:nvSpPr>
        <p:spPr bwMode="auto">
          <a:xfrm>
            <a:off x="457200" y="411480"/>
            <a:ext cx="11222610" cy="515442"/>
          </a:xfrm>
          <a:prstGeom prst="rect">
            <a:avLst/>
          </a:prstGeom>
        </p:spPr>
        <p:txBody>
          <a:bodyPr vert="horz" lIns="0" tIns="0" rIns="0" bIns="0" rtlCol="0" anchor="ctr">
            <a:noAutofit/>
          </a:bodyPr>
          <a:lstStyle/>
          <a:p>
            <a:pPr>
              <a:defRPr/>
            </a:pPr>
            <a:r>
              <a:rPr lang="en-US"/>
              <a:t>Click to edit Master title style</a:t>
            </a:r>
            <a:endParaRPr/>
          </a:p>
        </p:txBody>
      </p:sp>
      <p:sp>
        <p:nvSpPr>
          <p:cNvPr id="1866230333" name="Text Placeholder 2"/>
          <p:cNvSpPr>
            <a:spLocks noGrp="1"/>
          </p:cNvSpPr>
          <p:nvPr>
            <p:ph type="body" idx="1"/>
          </p:nvPr>
        </p:nvSpPr>
        <p:spPr bwMode="auto">
          <a:xfrm>
            <a:off x="457200" y="1150403"/>
            <a:ext cx="11222610" cy="4351338"/>
          </a:xfrm>
          <a:prstGeom prst="rect">
            <a:avLst/>
          </a:prstGeom>
        </p:spPr>
        <p:txBody>
          <a:bodyPr vert="horz" lIns="0" tIns="0" rIns="0" bIns="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719179078" name="TextBox 6"/>
          <p:cNvSpPr txBox="1"/>
          <p:nvPr userDrawn="1"/>
        </p:nvSpPr>
        <p:spPr bwMode="auto">
          <a:xfrm>
            <a:off x="457200" y="6411853"/>
            <a:ext cx="3709956" cy="172676"/>
          </a:xfrm>
          <a:prstGeom prst="rect">
            <a:avLst/>
          </a:prstGeom>
          <a:noFill/>
        </p:spPr>
        <p:txBody>
          <a:bodyPr wrap="square" lIns="0" tIns="0" rIns="0" bIns="0">
            <a:spAutoFit/>
          </a:bodyPr>
          <a:lstStyle/>
          <a:p>
            <a:pPr defTabSz="932563">
              <a:defRPr/>
            </a:pPr>
            <a:r>
              <a:rPr lang="en-US" sz="1100">
                <a:solidFill>
                  <a:srgbClr val="000000"/>
                </a:solidFill>
                <a:latin typeface="Segoe UI"/>
                <a:cs typeface="Segoe UI"/>
              </a:rPr>
              <a:t>© Copyright Microsoft Corporation. All rights reserved.</a:t>
            </a:r>
            <a:endParaRPr/>
          </a:p>
        </p:txBody>
      </p:sp>
      <p:pic>
        <p:nvPicPr>
          <p:cNvPr id="837438957" name="Graphic 77"/>
          <p:cNvPicPr/>
          <p:nvPr userDrawn="1"/>
        </p:nvPicPr>
        <p:blipFill rotWithShape="1">
          <a:blip>
            <a:extLst>
              <a:ext uri="{96DAC541-7B7A-43D3-8B79-37D633B846F1}">
                <asvg:svgBlip xmlns:asvg="http://schemas.microsoft.com/office/drawing/2016/SVG/main" r:embed="rId14"/>
              </a:ext>
            </a:extLst>
          </a:blip>
          <a:stretch/>
        </p:blipFill>
        <p:spPr bwMode="auto">
          <a:xfrm rot="5400000">
            <a:off x="9510120" y="2743200"/>
            <a:ext cx="6857640" cy="1371240"/>
          </a:xfrm>
          <a:prstGeom prst="rect">
            <a:avLst/>
          </a:prstGeom>
          <a:noFill/>
          <a:ln w="0">
            <a:noFill/>
          </a:ln>
        </p:spPr>
      </p:pic>
      <p:sp>
        <p:nvSpPr>
          <p:cNvPr id="998681643" name="TextBox 86"/>
          <p:cNvSpPr/>
          <p:nvPr userDrawn="1"/>
        </p:nvSpPr>
        <p:spPr bwMode="auto">
          <a:xfrm rot="16199998">
            <a:off x="-577440" y="6164280"/>
            <a:ext cx="735480" cy="191520"/>
          </a:xfrm>
          <a:prstGeom prst="rect">
            <a:avLst/>
          </a:prstGeom>
          <a:noFill/>
          <a:ln w="0">
            <a:noFill/>
          </a:ln>
        </p:spPr>
        <p:style>
          <a:lnRef idx="0">
            <a:srgbClr val="000000"/>
          </a:lnRef>
          <a:fillRef idx="0">
            <a:srgbClr val="000000"/>
          </a:fillRef>
          <a:effectRef idx="0">
            <a:srgbClr val="00000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841502476" name="Straight Connector 89"/>
          <p:cNvCxnSpPr/>
          <p:nvPr userDrawn="1"/>
        </p:nvCxnSpPr>
        <p:spPr bwMode="auto">
          <a:xfrm>
            <a:off x="-89640" y="5670360"/>
            <a:ext cx="360" cy="1178280"/>
          </a:xfrm>
          <a:prstGeom prst="straightConnector1">
            <a:avLst/>
          </a:prstGeom>
          <a:ln w="9525" cap="sq">
            <a:solidFill>
              <a:srgbClr val="FF0000"/>
            </a:solidFill>
            <a:miter/>
          </a:ln>
        </p:spPr>
      </p:cxnSp>
    </p:spTree>
    <p:extLst>
      <p:ext uri="{BB962C8B-B14F-4D97-AF65-F5344CB8AC3E}">
        <p14:creationId xmlns:p14="http://schemas.microsoft.com/office/powerpoint/2010/main" val="2985882719"/>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Lst>
  <p:txStyles>
    <p:titleStyle>
      <a:lvl1pPr algn="l" defTabSz="914400" rtl="0">
        <a:lnSpc>
          <a:spcPct val="90000"/>
        </a:lnSpc>
        <a:spcBef>
          <a:spcPts val="0"/>
        </a:spcBef>
        <a:buNone/>
        <a:defRPr sz="3200">
          <a:solidFill>
            <a:schemeClr val="tx1"/>
          </a:solidFill>
          <a:latin typeface="Segoe UI Semibold"/>
          <a:ea typeface="+mj-ea"/>
          <a:cs typeface="Segoe UI Semibold"/>
        </a:defRPr>
      </a:lvl1pPr>
    </p:titleStyle>
    <p:bodyStyle>
      <a:lvl1pPr marL="228600" indent="-228600" algn="l" defTabSz="914400" rtl="0">
        <a:lnSpc>
          <a:spcPct val="100000"/>
        </a:lnSpc>
        <a:spcBef>
          <a:spcPts val="0"/>
        </a:spcBef>
        <a:buFont typeface="Arial"/>
        <a:buChar char="•"/>
        <a:defRPr sz="2800">
          <a:solidFill>
            <a:schemeClr val="tx1"/>
          </a:solidFill>
          <a:latin typeface="Segoe UI"/>
          <a:ea typeface="+mn-ea"/>
          <a:cs typeface="Segoe UI"/>
        </a:defRPr>
      </a:lvl1pPr>
      <a:lvl2pPr marL="574675" indent="-234950" algn="l" defTabSz="914400" rtl="0">
        <a:lnSpc>
          <a:spcPct val="100000"/>
        </a:lnSpc>
        <a:spcBef>
          <a:spcPts val="0"/>
        </a:spcBef>
        <a:buFont typeface="Arial"/>
        <a:buChar char="•"/>
        <a:defRPr sz="2400">
          <a:solidFill>
            <a:schemeClr val="tx1"/>
          </a:solidFill>
          <a:latin typeface="Segoe UI"/>
          <a:ea typeface="+mn-ea"/>
          <a:cs typeface="Segoe UI"/>
        </a:defRPr>
      </a:lvl2pPr>
      <a:lvl3pPr marL="914400" indent="-227013" algn="l" defTabSz="914400" rtl="0">
        <a:lnSpc>
          <a:spcPct val="100000"/>
        </a:lnSpc>
        <a:spcBef>
          <a:spcPts val="0"/>
        </a:spcBef>
        <a:buFont typeface="Arial"/>
        <a:buChar char="•"/>
        <a:defRPr sz="2000">
          <a:solidFill>
            <a:schemeClr val="tx1"/>
          </a:solidFill>
          <a:latin typeface="Segoe UI"/>
          <a:ea typeface="+mn-ea"/>
          <a:cs typeface="Segoe UI"/>
        </a:defRPr>
      </a:lvl3pPr>
      <a:lvl4pPr marL="1141413" indent="-169862" algn="l" defTabSz="914400" rtl="0">
        <a:lnSpc>
          <a:spcPct val="100000"/>
        </a:lnSpc>
        <a:spcBef>
          <a:spcPts val="0"/>
        </a:spcBef>
        <a:buFont typeface="Arial"/>
        <a:buChar char="•"/>
        <a:defRPr sz="1800">
          <a:solidFill>
            <a:schemeClr val="tx1"/>
          </a:solidFill>
          <a:latin typeface="Segoe UI"/>
          <a:ea typeface="+mn-ea"/>
          <a:cs typeface="Segoe UI"/>
        </a:defRPr>
      </a:lvl4pPr>
      <a:lvl5pPr marL="1376363" indent="-179388" algn="l" defTabSz="914400" rtl="0">
        <a:lnSpc>
          <a:spcPct val="100000"/>
        </a:lnSpc>
        <a:spcBef>
          <a:spcPts val="0"/>
        </a:spcBef>
        <a:buFont typeface="Arial"/>
        <a:buChar char="•"/>
        <a:defRPr sz="1800">
          <a:solidFill>
            <a:schemeClr val="tx1"/>
          </a:solidFill>
          <a:latin typeface="Segoe UI"/>
          <a:ea typeface="+mn-ea"/>
          <a:cs typeface="Segoe UI"/>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grpSp>
        <p:nvGrpSpPr>
          <p:cNvPr id="1917243756" name="GRID" hidden="1"/>
          <p:cNvGrpSpPr/>
          <p:nvPr userDrawn="1"/>
        </p:nvGrpSpPr>
        <p:grpSpPr bwMode="auto">
          <a:xfrm>
            <a:off x="0" y="0"/>
            <a:ext cx="12192000" cy="6858000"/>
            <a:chOff x="0" y="0"/>
            <a:chExt cx="12192000" cy="6858000"/>
          </a:xfrm>
        </p:grpSpPr>
        <p:cxnSp>
          <p:nvCxnSpPr>
            <p:cNvPr id="7" name="Straight Connector 6"/>
            <p:cNvCxnSpPr/>
            <p:nvPr/>
          </p:nvCxnSpPr>
          <p:spPr bwMode="auto">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auto">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auto">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auto">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auto">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auto">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auto">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auto">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auto">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auto">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auto">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auto">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auto">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auto">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auto">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auto">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auto">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auto">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auto">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auto">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auto">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auto">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auto">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auto">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auto">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auto">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userDrawn="1"/>
          </p:nvCxnSpPr>
          <p:spPr bwMode="auto">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auto">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userDrawn="1"/>
          </p:nvCxnSpPr>
          <p:spPr bwMode="auto">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bwMode="auto">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userDrawn="1"/>
          </p:nvCxnSpPr>
          <p:spPr bwMode="auto">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userDrawn="1"/>
          </p:nvCxnSpPr>
          <p:spPr bwMode="auto">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userDrawn="1"/>
          </p:nvCxnSpPr>
          <p:spPr bwMode="auto">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userDrawn="1"/>
          </p:nvCxnSpPr>
          <p:spPr bwMode="auto">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1753839495" name="Title Placeholder 1"/>
          <p:cNvSpPr>
            <a:spLocks noGrp="1"/>
          </p:cNvSpPr>
          <p:nvPr userDrawn="1">
            <p:ph type="title"/>
          </p:nvPr>
        </p:nvSpPr>
        <p:spPr bwMode="auto">
          <a:xfrm>
            <a:off x="588263" y="585216"/>
            <a:ext cx="10430257" cy="307777"/>
          </a:xfrm>
          <a:prstGeom prst="rect">
            <a:avLst/>
          </a:prstGeom>
        </p:spPr>
        <p:txBody>
          <a:bodyPr vert="horz" wrap="square" lIns="0" tIns="0" rIns="0" bIns="0" rtlCol="0" anchor="t">
            <a:spAutoFit/>
          </a:bodyPr>
          <a:lstStyle/>
          <a:p>
            <a:pPr>
              <a:defRPr/>
            </a:pPr>
            <a:r>
              <a:rPr lang="en-US"/>
              <a:t>Click to edit Master title style</a:t>
            </a:r>
            <a:endParaRPr/>
          </a:p>
        </p:txBody>
      </p:sp>
      <p:sp>
        <p:nvSpPr>
          <p:cNvPr id="654626785" name="Text Placeholder 3"/>
          <p:cNvSpPr>
            <a:spLocks noGrp="1"/>
          </p:cNvSpPr>
          <p:nvPr>
            <p:ph type="body" idx="1"/>
          </p:nvPr>
        </p:nvSpPr>
        <p:spPr bwMode="auto">
          <a:xfrm>
            <a:off x="584200" y="1591056"/>
            <a:ext cx="10426700" cy="726353"/>
          </a:xfrm>
          <a:prstGeom prst="rect">
            <a:avLst/>
          </a:prstGeom>
        </p:spPr>
        <p:txBody>
          <a:bodyPr vert="horz" wrap="square" lIns="0" tIns="0" rIns="0" bIns="0" rtlCol="0">
            <a:spAutoFit/>
          </a:body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95430179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466358495"/>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788" r:id="rId12"/>
    <p:sldLayoutId id="2147483789" r:id="rId13"/>
    <p:sldLayoutId id="2147483790" r:id="rId14"/>
    <p:sldLayoutId id="2147483791" r:id="rId15"/>
    <p:sldLayoutId id="2147483792" r:id="rId16"/>
    <p:sldLayoutId id="2147483793" r:id="rId17"/>
    <p:sldLayoutId id="2147483794" r:id="rId18"/>
    <p:sldLayoutId id="2147483795" r:id="rId19"/>
    <p:sldLayoutId id="2147483796" r:id="rId20"/>
    <p:sldLayoutId id="2147483797" r:id="rId21"/>
    <p:sldLayoutId id="2147483798" r:id="rId22"/>
    <p:sldLayoutId id="2147483799" r:id="rId23"/>
    <p:sldLayoutId id="2147483800" r:id="rId24"/>
    <p:sldLayoutId id="2147483801" r:id="rId25"/>
    <p:sldLayoutId id="2147483802" r:id="rId26"/>
    <p:sldLayoutId id="2147483803" r:id="rId27"/>
    <p:sldLayoutId id="2147483804" r:id="rId28"/>
    <p:sldLayoutId id="2147483805" r:id="rId29"/>
    <p:sldLayoutId id="2147483806" r:id="rId30"/>
    <p:sldLayoutId id="2147483807" r:id="rId31"/>
    <p:sldLayoutId id="2147483808" r:id="rId32"/>
    <p:sldLayoutId id="2147483809" r:id="rId33"/>
    <p:sldLayoutId id="2147483810" r:id="rId34"/>
    <p:sldLayoutId id="2147483811" r:id="rId35"/>
    <p:sldLayoutId id="2147483812" r:id="rId36"/>
    <p:sldLayoutId id="2147483813" r:id="rId37"/>
    <p:sldLayoutId id="2147483814" r:id="rId38"/>
    <p:sldLayoutId id="2147483815" r:id="rId39"/>
    <p:sldLayoutId id="2147483816" r:id="rId40"/>
    <p:sldLayoutId id="2147483817" r:id="rId41"/>
    <p:sldLayoutId id="2147483818" r:id="rId42"/>
    <p:sldLayoutId id="2147483819" r:id="rId43"/>
    <p:sldLayoutId id="2147483820" r:id="rId44"/>
    <p:sldLayoutId id="2147483821" r:id="rId45"/>
    <p:sldLayoutId id="2147483822" r:id="rId46"/>
    <p:sldLayoutId id="2147483823" r:id="rId47"/>
    <p:sldLayoutId id="2147483824" r:id="rId48"/>
    <p:sldLayoutId id="2147483825" r:id="rId49"/>
    <p:sldLayoutId id="2147483826" r:id="rId50"/>
    <p:sldLayoutId id="2147483827" r:id="rId51"/>
  </p:sldLayoutIdLst>
  <p:hf sldNum="0" hdr="0" dt="0"/>
  <p:txStyles>
    <p:titleStyle>
      <a:lvl1pPr algn="l" defTabSz="932742" rtl="0">
        <a:lnSpc>
          <a:spcPct val="100000"/>
        </a:lnSpc>
        <a:spcBef>
          <a:spcPts val="0"/>
        </a:spcBef>
        <a:buNone/>
        <a:defRPr lang="en-US" sz="2000" b="0" cap="none" spc="0">
          <a:ln w="3175">
            <a:noFill/>
          </a:ln>
          <a:solidFill>
            <a:schemeClr val="tx1"/>
          </a:solidFill>
          <a:latin typeface="+mj-lt"/>
          <a:ea typeface="+mn-ea"/>
          <a:cs typeface="Segoe UI"/>
        </a:defRPr>
      </a:lvl1pPr>
    </p:titleStyle>
    <p:bodyStyle>
      <a:lvl1pPr marL="137160" marR="0" indent="-137160" algn="l" defTabSz="932742" rtl="0">
        <a:lnSpc>
          <a:spcPct val="100000"/>
        </a:lnSpc>
        <a:spcBef>
          <a:spcPts val="0"/>
        </a:spcBef>
        <a:spcAft>
          <a:spcPts val="0"/>
        </a:spcAft>
        <a:buClrTx/>
        <a:buSzPct val="90000"/>
        <a:buFont typeface="Arial"/>
        <a:buChar char="•"/>
        <a:defRPr sz="1600" spc="0">
          <a:solidFill>
            <a:schemeClr val="tx1"/>
          </a:solidFill>
          <a:latin typeface="+mn-lt"/>
          <a:ea typeface="+mn-ea"/>
          <a:cs typeface="Segoe UI"/>
        </a:defRPr>
      </a:lvl1pPr>
      <a:lvl2pPr marL="265176" marR="0" indent="-109728" algn="l" defTabSz="932742" rtl="0">
        <a:lnSpc>
          <a:spcPct val="100000"/>
        </a:lnSpc>
        <a:spcBef>
          <a:spcPts val="0"/>
        </a:spcBef>
        <a:spcAft>
          <a:spcPts val="0"/>
        </a:spcAft>
        <a:buClrTx/>
        <a:buSzPct val="90000"/>
        <a:buFont typeface="Arial"/>
        <a:buChar char="•"/>
        <a:defRPr sz="1400" spc="0">
          <a:solidFill>
            <a:schemeClr val="tx1"/>
          </a:solidFill>
          <a:latin typeface="+mn-lt"/>
          <a:ea typeface="+mn-ea"/>
          <a:cs typeface="+mn-cs"/>
        </a:defRPr>
      </a:lvl2pPr>
      <a:lvl3pPr marL="384048" marR="0" indent="-118872" algn="l" defTabSz="932742" rtl="0">
        <a:lnSpc>
          <a:spcPct val="100000"/>
        </a:lnSpc>
        <a:spcBef>
          <a:spcPts val="0"/>
        </a:spcBef>
        <a:spcAft>
          <a:spcPts val="0"/>
        </a:spcAft>
        <a:buClrTx/>
        <a:buSzPct val="90000"/>
        <a:buFont typeface="Arial"/>
        <a:buChar char="•"/>
        <a:defRPr sz="1200" spc="0">
          <a:solidFill>
            <a:schemeClr val="tx1"/>
          </a:solidFill>
          <a:latin typeface="+mn-lt"/>
          <a:ea typeface="+mn-ea"/>
          <a:cs typeface="+mn-cs"/>
        </a:defRPr>
      </a:lvl3pPr>
      <a:lvl4pPr marL="842963" marR="0" indent="-180975" algn="l" defTabSz="932742" rtl="0">
        <a:lnSpc>
          <a:spcPct val="100000"/>
        </a:lnSpc>
        <a:spcBef>
          <a:spcPts val="0"/>
        </a:spcBef>
        <a:spcAft>
          <a:spcPts val="0"/>
        </a:spcAft>
        <a:buClrTx/>
        <a:buSzPct val="90000"/>
        <a:buFont typeface="Wingdings"/>
        <a:buChar char=""/>
        <a:defRPr sz="1000" spc="0">
          <a:gradFill>
            <a:gsLst>
              <a:gs pos="1250">
                <a:schemeClr val="tx1"/>
              </a:gs>
              <a:gs pos="100000">
                <a:schemeClr val="tx1"/>
              </a:gs>
            </a:gsLst>
            <a:lin ang="5400000" scaled="0"/>
          </a:gradFill>
          <a:latin typeface="+mn-lt"/>
          <a:ea typeface="+mn-ea"/>
          <a:cs typeface="+mn-cs"/>
        </a:defRPr>
      </a:lvl4pPr>
      <a:lvl5pPr marL="1023938" marR="0" indent="-168275" algn="l" defTabSz="932742" rtl="0">
        <a:lnSpc>
          <a:spcPct val="100000"/>
        </a:lnSpc>
        <a:spcBef>
          <a:spcPts val="0"/>
        </a:spcBef>
        <a:spcAft>
          <a:spcPts val="0"/>
        </a:spcAft>
        <a:buClrTx/>
        <a:buSzPct val="90000"/>
        <a:buFont typeface="Wingdings"/>
        <a:buChar char=""/>
        <a:defRPr sz="800" spc="0">
          <a:gradFill>
            <a:gsLst>
              <a:gs pos="1250">
                <a:schemeClr val="tx1"/>
              </a:gs>
              <a:gs pos="100000">
                <a:schemeClr val="tx1"/>
              </a:gs>
            </a:gsLst>
            <a:lin ang="5400000" scaled="0"/>
          </a:gradFill>
          <a:latin typeface="+mn-lt"/>
          <a:ea typeface="+mn-ea"/>
          <a:cs typeface="+mn-cs"/>
        </a:defRPr>
      </a:lvl5pPr>
      <a:lvl6pPr marL="2565040" indent="-233186" algn="l" defTabSz="932742" rtl="0">
        <a:spcBef>
          <a:spcPts val="0"/>
        </a:spcBef>
        <a:buFont typeface="Arial"/>
        <a:buChar char="•"/>
        <a:defRPr sz="2000">
          <a:solidFill>
            <a:schemeClr val="tx1"/>
          </a:solidFill>
          <a:latin typeface="+mn-lt"/>
          <a:ea typeface="+mn-ea"/>
          <a:cs typeface="+mn-cs"/>
        </a:defRPr>
      </a:lvl6pPr>
      <a:lvl7pPr marL="3031412" indent="-233186" algn="l" defTabSz="932742" rtl="0">
        <a:spcBef>
          <a:spcPts val="0"/>
        </a:spcBef>
        <a:buFont typeface="Arial"/>
        <a:buChar char="•"/>
        <a:defRPr sz="2000">
          <a:solidFill>
            <a:schemeClr val="tx1"/>
          </a:solidFill>
          <a:latin typeface="+mn-lt"/>
          <a:ea typeface="+mn-ea"/>
          <a:cs typeface="+mn-cs"/>
        </a:defRPr>
      </a:lvl7pPr>
      <a:lvl8pPr marL="3497783" indent="-233186" algn="l" defTabSz="932742" rtl="0">
        <a:spcBef>
          <a:spcPts val="0"/>
        </a:spcBef>
        <a:buFont typeface="Arial"/>
        <a:buChar char="•"/>
        <a:defRPr sz="2000">
          <a:solidFill>
            <a:schemeClr val="tx1"/>
          </a:solidFill>
          <a:latin typeface="+mn-lt"/>
          <a:ea typeface="+mn-ea"/>
          <a:cs typeface="+mn-cs"/>
        </a:defRPr>
      </a:lvl8pPr>
      <a:lvl9pPr marL="3964155" indent="-233186" algn="l" defTabSz="932742"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32742" rtl="0">
        <a:defRPr sz="1800">
          <a:solidFill>
            <a:schemeClr val="tx1"/>
          </a:solidFill>
          <a:latin typeface="+mn-lt"/>
          <a:ea typeface="+mn-ea"/>
          <a:cs typeface="+mn-cs"/>
        </a:defRPr>
      </a:lvl1pPr>
      <a:lvl2pPr marL="466371" algn="l" defTabSz="932742" rtl="0">
        <a:defRPr sz="1800">
          <a:solidFill>
            <a:schemeClr val="tx1"/>
          </a:solidFill>
          <a:latin typeface="+mn-lt"/>
          <a:ea typeface="+mn-ea"/>
          <a:cs typeface="+mn-cs"/>
        </a:defRPr>
      </a:lvl2pPr>
      <a:lvl3pPr marL="932742" algn="l" defTabSz="932742" rtl="0">
        <a:defRPr sz="1800">
          <a:solidFill>
            <a:schemeClr val="tx1"/>
          </a:solidFill>
          <a:latin typeface="+mn-lt"/>
          <a:ea typeface="+mn-ea"/>
          <a:cs typeface="+mn-cs"/>
        </a:defRPr>
      </a:lvl3pPr>
      <a:lvl4pPr marL="1399113" algn="l" defTabSz="932742" rtl="0">
        <a:defRPr sz="1800">
          <a:solidFill>
            <a:schemeClr val="tx1"/>
          </a:solidFill>
          <a:latin typeface="+mn-lt"/>
          <a:ea typeface="+mn-ea"/>
          <a:cs typeface="+mn-cs"/>
        </a:defRPr>
      </a:lvl4pPr>
      <a:lvl5pPr marL="1865484" algn="l" defTabSz="932742" rtl="0">
        <a:defRPr sz="1800">
          <a:solidFill>
            <a:schemeClr val="tx1"/>
          </a:solidFill>
          <a:latin typeface="+mn-lt"/>
          <a:ea typeface="+mn-ea"/>
          <a:cs typeface="+mn-cs"/>
        </a:defRPr>
      </a:lvl5pPr>
      <a:lvl6pPr marL="2331856" algn="l" defTabSz="932742" rtl="0">
        <a:defRPr sz="1800">
          <a:solidFill>
            <a:schemeClr val="tx1"/>
          </a:solidFill>
          <a:latin typeface="+mn-lt"/>
          <a:ea typeface="+mn-ea"/>
          <a:cs typeface="+mn-cs"/>
        </a:defRPr>
      </a:lvl6pPr>
      <a:lvl7pPr marL="2798226" algn="l" defTabSz="932742" rtl="0">
        <a:defRPr sz="1800">
          <a:solidFill>
            <a:schemeClr val="tx1"/>
          </a:solidFill>
          <a:latin typeface="+mn-lt"/>
          <a:ea typeface="+mn-ea"/>
          <a:cs typeface="+mn-cs"/>
        </a:defRPr>
      </a:lvl7pPr>
      <a:lvl8pPr marL="3264597" algn="l" defTabSz="932742" rtl="0">
        <a:defRPr sz="1800">
          <a:solidFill>
            <a:schemeClr val="tx1"/>
          </a:solidFill>
          <a:latin typeface="+mn-lt"/>
          <a:ea typeface="+mn-ea"/>
          <a:cs typeface="+mn-cs"/>
        </a:defRPr>
      </a:lvl8pPr>
      <a:lvl9pPr marL="3730969" algn="l" defTabSz="932742" rtl="0">
        <a:defRPr sz="18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bwMode="auto">
        <a:xfrm>
          <a:off x="0" y="0"/>
          <a:ext cx="0" cy="0"/>
          <a:chOff x="0" y="0"/>
          <a:chExt cx="0" cy="0"/>
        </a:xfrm>
      </p:grpSpPr>
      <p:sp>
        <p:nvSpPr>
          <p:cNvPr id="918329851" name="Title Placeholder 1"/>
          <p:cNvSpPr>
            <a:spLocks noGrp="1"/>
          </p:cNvSpPr>
          <p:nvPr>
            <p:ph type="title"/>
          </p:nvPr>
        </p:nvSpPr>
        <p:spPr bwMode="auto">
          <a:xfrm>
            <a:off x="457200" y="411480"/>
            <a:ext cx="11222610" cy="515442"/>
          </a:xfrm>
          <a:prstGeom prst="rect">
            <a:avLst/>
          </a:prstGeom>
        </p:spPr>
        <p:txBody>
          <a:bodyPr vert="horz" lIns="0" tIns="0" rIns="0" bIns="0" rtlCol="0" anchor="ctr">
            <a:noAutofit/>
          </a:bodyPr>
          <a:lstStyle/>
          <a:p>
            <a:pPr>
              <a:defRPr/>
            </a:pPr>
            <a:r>
              <a:rPr lang="en-US"/>
              <a:t>Click to edit Master title style</a:t>
            </a:r>
            <a:endParaRPr/>
          </a:p>
        </p:txBody>
      </p:sp>
      <p:sp>
        <p:nvSpPr>
          <p:cNvPr id="734068548" name="Text Placeholder 2"/>
          <p:cNvSpPr>
            <a:spLocks noGrp="1"/>
          </p:cNvSpPr>
          <p:nvPr>
            <p:ph type="body" idx="1"/>
          </p:nvPr>
        </p:nvSpPr>
        <p:spPr bwMode="auto">
          <a:xfrm>
            <a:off x="457200" y="1150403"/>
            <a:ext cx="11222610" cy="4351338"/>
          </a:xfrm>
          <a:prstGeom prst="rect">
            <a:avLst/>
          </a:prstGeom>
        </p:spPr>
        <p:txBody>
          <a:bodyPr vert="horz" lIns="0" tIns="0" rIns="0" bIns="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106793607" name="TextBox 6"/>
          <p:cNvSpPr txBox="1"/>
          <p:nvPr userDrawn="1"/>
        </p:nvSpPr>
        <p:spPr bwMode="auto">
          <a:xfrm>
            <a:off x="457200" y="6411853"/>
            <a:ext cx="3709956" cy="172676"/>
          </a:xfrm>
          <a:prstGeom prst="rect">
            <a:avLst/>
          </a:prstGeom>
          <a:noFill/>
        </p:spPr>
        <p:txBody>
          <a:bodyPr wrap="square" lIns="0" tIns="0" rIns="0" bIns="0">
            <a:spAutoFit/>
          </a:bodyPr>
          <a:lstStyle/>
          <a:p>
            <a:pPr defTabSz="932563">
              <a:defRPr/>
            </a:pPr>
            <a:r>
              <a:rPr lang="en-US" sz="1100">
                <a:solidFill>
                  <a:srgbClr val="000000"/>
                </a:solidFill>
                <a:latin typeface="Segoe UI"/>
                <a:cs typeface="Segoe UI"/>
              </a:rPr>
              <a:t>© Copyright Microsoft Corporation. All rights reserved.</a:t>
            </a:r>
            <a:endParaRPr/>
          </a:p>
        </p:txBody>
      </p:sp>
      <p:pic>
        <p:nvPicPr>
          <p:cNvPr id="2" name="Graphic 77">
            <a:extLst>
              <a:ext uri="{FF2B5EF4-FFF2-40B4-BE49-F238E27FC236}">
                <a16:creationId xmlns:a16="http://schemas.microsoft.com/office/drawing/2014/main" id="{03A3F744-D436-3B3A-93D7-FAB39A46DE08}"/>
              </a:ext>
            </a:extLst>
          </p:cNvPr>
          <p:cNvPicPr/>
          <p:nvPr userDrawn="1"/>
        </p:nvPicPr>
        <p:blipFill>
          <a:blip>
            <a:extLst>
              <a:ext uri="{96DAC541-7B7A-43D3-8B79-37D633B846F1}">
                <asvg:svgBlip xmlns:asvg="http://schemas.microsoft.com/office/drawing/2016/SVG/main" r:embed="rId15"/>
              </a:ext>
            </a:extLst>
          </a:blip>
          <a:stretch/>
        </p:blipFill>
        <p:spPr bwMode="auto">
          <a:xfrm rot="5400000">
            <a:off x="9510120" y="2743200"/>
            <a:ext cx="6857640" cy="1371240"/>
          </a:xfrm>
          <a:prstGeom prst="rect">
            <a:avLst/>
          </a:prstGeom>
          <a:noFill/>
          <a:ln w="0">
            <a:noFill/>
          </a:ln>
        </p:spPr>
      </p:pic>
      <p:sp>
        <p:nvSpPr>
          <p:cNvPr id="3" name="TextBox 86">
            <a:extLst>
              <a:ext uri="{FF2B5EF4-FFF2-40B4-BE49-F238E27FC236}">
                <a16:creationId xmlns:a16="http://schemas.microsoft.com/office/drawing/2014/main" id="{A375D19A-69BC-2792-FEA3-DE8F3A9B622D}"/>
              </a:ext>
            </a:extLst>
          </p:cNvPr>
          <p:cNvSpPr/>
          <p:nvPr userDrawn="1"/>
        </p:nvSpPr>
        <p:spPr bwMode="auto">
          <a:xfrm rot="16200000">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pPr>
            <a:r>
              <a:rPr lang="en-US" sz="700" b="0" u="none" strike="noStrike" dirty="0">
                <a:solidFill>
                  <a:schemeClr val="lt1">
                    <a:lumMod val="65000"/>
                  </a:schemeClr>
                </a:solidFill>
                <a:effectLst/>
                <a:uFillTx/>
                <a:latin typeface="Segoe UI"/>
              </a:rPr>
              <a:t>Closed captioning</a:t>
            </a:r>
            <a:br>
              <a:rPr sz="700" dirty="0"/>
            </a:br>
            <a:r>
              <a:rPr lang="en-US" sz="700" b="0" u="none" strike="noStrike" dirty="0">
                <a:solidFill>
                  <a:schemeClr val="lt1">
                    <a:lumMod val="65000"/>
                  </a:schemeClr>
                </a:solidFill>
                <a:effectLst/>
                <a:uFillTx/>
                <a:latin typeface="Segoe UI"/>
              </a:rPr>
              <a:t>space demarcation</a:t>
            </a:r>
            <a:endParaRPr lang="en-US" sz="700" b="0" u="none" strike="noStrike" dirty="0">
              <a:solidFill>
                <a:srgbClr val="000000"/>
              </a:solidFill>
              <a:effectLst/>
              <a:uFillTx/>
              <a:latin typeface="Arial"/>
            </a:endParaRPr>
          </a:p>
        </p:txBody>
      </p:sp>
      <p:cxnSp>
        <p:nvCxnSpPr>
          <p:cNvPr id="4" name="Straight Connector 89">
            <a:extLst>
              <a:ext uri="{FF2B5EF4-FFF2-40B4-BE49-F238E27FC236}">
                <a16:creationId xmlns:a16="http://schemas.microsoft.com/office/drawing/2014/main" id="{EBB68F8E-6AB0-2B53-7754-2F9B0CF15D4C}"/>
              </a:ext>
            </a:extLst>
          </p:cNvPr>
          <p:cNvCxnSpPr/>
          <p:nvPr userDrawn="1"/>
        </p:nvCxnSpPr>
        <p:spPr bwMode="auto">
          <a:xfrm>
            <a:off x="-89640" y="5670360"/>
            <a:ext cx="360" cy="1178280"/>
          </a:xfrm>
          <a:prstGeom prst="straightConnector1">
            <a:avLst/>
          </a:prstGeom>
          <a:ln w="9525" cap="sq">
            <a:solidFill>
              <a:srgbClr val="FF0000"/>
            </a:solidFill>
            <a:miter/>
          </a:ln>
        </p:spPr>
      </p:cxnSp>
    </p:spTree>
    <p:extLst>
      <p:ext uri="{BB962C8B-B14F-4D97-AF65-F5344CB8AC3E}">
        <p14:creationId xmlns:p14="http://schemas.microsoft.com/office/powerpoint/2010/main" val="3530998000"/>
      </p:ext>
    </p:extLst>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 id="2147483840" r:id="rId12"/>
  </p:sldLayoutIdLst>
  <p:txStyles>
    <p:titleStyle>
      <a:lvl1pPr algn="l" defTabSz="914400" rtl="0">
        <a:lnSpc>
          <a:spcPct val="90000"/>
        </a:lnSpc>
        <a:spcBef>
          <a:spcPts val="0"/>
        </a:spcBef>
        <a:buNone/>
        <a:defRPr sz="3200">
          <a:solidFill>
            <a:schemeClr val="tx1"/>
          </a:solidFill>
          <a:latin typeface="Segoe UI Semibold"/>
          <a:ea typeface="+mj-ea"/>
          <a:cs typeface="Segoe UI Semibold"/>
        </a:defRPr>
      </a:lvl1pPr>
    </p:titleStyle>
    <p:bodyStyle>
      <a:lvl1pPr marL="228600" indent="-228600" algn="l" defTabSz="914400" rtl="0">
        <a:lnSpc>
          <a:spcPct val="100000"/>
        </a:lnSpc>
        <a:spcBef>
          <a:spcPts val="0"/>
        </a:spcBef>
        <a:buFont typeface="Arial"/>
        <a:buChar char="•"/>
        <a:defRPr sz="2800">
          <a:solidFill>
            <a:schemeClr val="tx1"/>
          </a:solidFill>
          <a:latin typeface="Segoe UI"/>
          <a:ea typeface="+mn-ea"/>
          <a:cs typeface="Segoe UI"/>
        </a:defRPr>
      </a:lvl1pPr>
      <a:lvl2pPr marL="574675" indent="-234950" algn="l" defTabSz="914400" rtl="0">
        <a:lnSpc>
          <a:spcPct val="100000"/>
        </a:lnSpc>
        <a:spcBef>
          <a:spcPts val="0"/>
        </a:spcBef>
        <a:buFont typeface="Arial"/>
        <a:buChar char="•"/>
        <a:defRPr sz="2400">
          <a:solidFill>
            <a:schemeClr val="tx1"/>
          </a:solidFill>
          <a:latin typeface="Segoe UI"/>
          <a:ea typeface="+mn-ea"/>
          <a:cs typeface="Segoe UI"/>
        </a:defRPr>
      </a:lvl2pPr>
      <a:lvl3pPr marL="914400" indent="-227013" algn="l" defTabSz="914400" rtl="0">
        <a:lnSpc>
          <a:spcPct val="100000"/>
        </a:lnSpc>
        <a:spcBef>
          <a:spcPts val="0"/>
        </a:spcBef>
        <a:buFont typeface="Arial"/>
        <a:buChar char="•"/>
        <a:defRPr sz="2000">
          <a:solidFill>
            <a:schemeClr val="tx1"/>
          </a:solidFill>
          <a:latin typeface="Segoe UI"/>
          <a:ea typeface="+mn-ea"/>
          <a:cs typeface="Segoe UI"/>
        </a:defRPr>
      </a:lvl3pPr>
      <a:lvl4pPr marL="1141413" indent="-169862" algn="l" defTabSz="914400" rtl="0">
        <a:lnSpc>
          <a:spcPct val="100000"/>
        </a:lnSpc>
        <a:spcBef>
          <a:spcPts val="0"/>
        </a:spcBef>
        <a:buFont typeface="Arial"/>
        <a:buChar char="•"/>
        <a:defRPr sz="1800">
          <a:solidFill>
            <a:schemeClr val="tx1"/>
          </a:solidFill>
          <a:latin typeface="Segoe UI"/>
          <a:ea typeface="+mn-ea"/>
          <a:cs typeface="Segoe UI"/>
        </a:defRPr>
      </a:lvl4pPr>
      <a:lvl5pPr marL="1376363" indent="-179388" algn="l" defTabSz="914400" rtl="0">
        <a:lnSpc>
          <a:spcPct val="100000"/>
        </a:lnSpc>
        <a:spcBef>
          <a:spcPts val="0"/>
        </a:spcBef>
        <a:buFont typeface="Arial"/>
        <a:buChar char="•"/>
        <a:defRPr sz="1800">
          <a:solidFill>
            <a:schemeClr val="tx1"/>
          </a:solidFill>
          <a:latin typeface="Segoe UI"/>
          <a:ea typeface="+mn-ea"/>
          <a:cs typeface="Segoe UI"/>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grpSp>
        <p:nvGrpSpPr>
          <p:cNvPr id="1455037773" name="GRID" hidden="1"/>
          <p:cNvGrpSpPr/>
          <p:nvPr userDrawn="1"/>
        </p:nvGrpSpPr>
        <p:grpSpPr bwMode="auto">
          <a:xfrm>
            <a:off x="0" y="0"/>
            <a:ext cx="12192000" cy="6858000"/>
            <a:chOff x="0" y="0"/>
            <a:chExt cx="12192000" cy="6858000"/>
          </a:xfrm>
        </p:grpSpPr>
        <p:cxnSp>
          <p:nvCxnSpPr>
            <p:cNvPr id="7" name="Straight Connector 6"/>
            <p:cNvCxnSpPr/>
            <p:nvPr/>
          </p:nvCxnSpPr>
          <p:spPr bwMode="auto">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auto">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auto">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auto">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auto">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auto">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auto">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auto">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auto">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auto">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auto">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auto">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auto">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auto">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auto">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auto">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auto">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auto">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auto">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auto">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auto">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auto">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auto">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auto">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auto">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auto">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userDrawn="1"/>
          </p:nvCxnSpPr>
          <p:spPr bwMode="auto">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auto">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userDrawn="1"/>
          </p:nvCxnSpPr>
          <p:spPr bwMode="auto">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bwMode="auto">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userDrawn="1"/>
          </p:nvCxnSpPr>
          <p:spPr bwMode="auto">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userDrawn="1"/>
          </p:nvCxnSpPr>
          <p:spPr bwMode="auto">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userDrawn="1"/>
          </p:nvCxnSpPr>
          <p:spPr bwMode="auto">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userDrawn="1"/>
          </p:nvCxnSpPr>
          <p:spPr bwMode="auto">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85933141" name="Title Placeholder 1"/>
          <p:cNvSpPr>
            <a:spLocks noGrp="1"/>
          </p:cNvSpPr>
          <p:nvPr userDrawn="1">
            <p:ph type="title"/>
          </p:nvPr>
        </p:nvSpPr>
        <p:spPr bwMode="auto">
          <a:xfrm>
            <a:off x="588263" y="585216"/>
            <a:ext cx="10430257" cy="307777"/>
          </a:xfrm>
          <a:prstGeom prst="rect">
            <a:avLst/>
          </a:prstGeom>
        </p:spPr>
        <p:txBody>
          <a:bodyPr vert="horz" wrap="square" lIns="0" tIns="0" rIns="0" bIns="0" rtlCol="0" anchor="t">
            <a:spAutoFit/>
          </a:bodyPr>
          <a:lstStyle/>
          <a:p>
            <a:pPr>
              <a:defRPr/>
            </a:pPr>
            <a:r>
              <a:rPr lang="en-US"/>
              <a:t>Click to edit Master title style</a:t>
            </a:r>
            <a:endParaRPr/>
          </a:p>
        </p:txBody>
      </p:sp>
      <p:sp>
        <p:nvSpPr>
          <p:cNvPr id="682753042" name="Text Placeholder 3"/>
          <p:cNvSpPr>
            <a:spLocks noGrp="1"/>
          </p:cNvSpPr>
          <p:nvPr>
            <p:ph type="body" idx="1"/>
          </p:nvPr>
        </p:nvSpPr>
        <p:spPr bwMode="auto">
          <a:xfrm>
            <a:off x="584200" y="1591056"/>
            <a:ext cx="10426700" cy="726353"/>
          </a:xfrm>
          <a:prstGeom prst="rect">
            <a:avLst/>
          </a:prstGeom>
        </p:spPr>
        <p:txBody>
          <a:bodyPr vert="horz" wrap="square" lIns="0" tIns="0" rIns="0" bIns="0" rtlCol="0">
            <a:spAutoFit/>
          </a:body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55209884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545171107"/>
      </p:ext>
    </p:extLst>
  </p:cSld>
  <p:clrMap bg1="lt1" tx1="dk1" bg2="lt2" tx2="dk2" accent1="accent1" accent2="accent2" accent3="accent3" accent4="accent4" accent5="accent5" accent6="accent6" hlink="hlink" folHlink="folHlink"/>
  <p:sldLayoutIdLst>
    <p:sldLayoutId id="2147483842" r:id="rId1"/>
    <p:sldLayoutId id="2147483843" r:id="rId2"/>
    <p:sldLayoutId id="2147483844" r:id="rId3"/>
    <p:sldLayoutId id="2147483845" r:id="rId4"/>
    <p:sldLayoutId id="2147483846" r:id="rId5"/>
    <p:sldLayoutId id="2147483847" r:id="rId6"/>
    <p:sldLayoutId id="2147483848" r:id="rId7"/>
    <p:sldLayoutId id="2147483849" r:id="rId8"/>
    <p:sldLayoutId id="2147483850" r:id="rId9"/>
    <p:sldLayoutId id="2147483851" r:id="rId10"/>
    <p:sldLayoutId id="2147483852" r:id="rId11"/>
    <p:sldLayoutId id="2147483853" r:id="rId12"/>
    <p:sldLayoutId id="2147483854" r:id="rId13"/>
    <p:sldLayoutId id="2147483855" r:id="rId14"/>
    <p:sldLayoutId id="2147483856" r:id="rId15"/>
    <p:sldLayoutId id="2147483857" r:id="rId16"/>
    <p:sldLayoutId id="2147483858" r:id="rId17"/>
    <p:sldLayoutId id="2147483859" r:id="rId18"/>
    <p:sldLayoutId id="2147483860" r:id="rId19"/>
    <p:sldLayoutId id="2147483861" r:id="rId20"/>
    <p:sldLayoutId id="2147483862" r:id="rId21"/>
    <p:sldLayoutId id="2147483863" r:id="rId22"/>
    <p:sldLayoutId id="2147483864" r:id="rId23"/>
    <p:sldLayoutId id="2147483865" r:id="rId24"/>
    <p:sldLayoutId id="2147483866" r:id="rId25"/>
    <p:sldLayoutId id="2147483867" r:id="rId26"/>
    <p:sldLayoutId id="2147483868" r:id="rId27"/>
    <p:sldLayoutId id="2147483869" r:id="rId28"/>
    <p:sldLayoutId id="2147483870" r:id="rId29"/>
    <p:sldLayoutId id="2147483871" r:id="rId30"/>
    <p:sldLayoutId id="2147483872" r:id="rId31"/>
    <p:sldLayoutId id="2147483873" r:id="rId32"/>
    <p:sldLayoutId id="2147483874" r:id="rId33"/>
    <p:sldLayoutId id="2147483875" r:id="rId34"/>
    <p:sldLayoutId id="2147483876" r:id="rId35"/>
    <p:sldLayoutId id="2147483877" r:id="rId36"/>
    <p:sldLayoutId id="2147483878" r:id="rId37"/>
    <p:sldLayoutId id="2147483879" r:id="rId38"/>
    <p:sldLayoutId id="2147483880" r:id="rId39"/>
    <p:sldLayoutId id="2147483881" r:id="rId40"/>
    <p:sldLayoutId id="2147483882" r:id="rId41"/>
    <p:sldLayoutId id="2147483883" r:id="rId42"/>
    <p:sldLayoutId id="2147483884" r:id="rId43"/>
    <p:sldLayoutId id="2147483885" r:id="rId44"/>
    <p:sldLayoutId id="2147483886" r:id="rId45"/>
    <p:sldLayoutId id="2147483887" r:id="rId46"/>
    <p:sldLayoutId id="2147483888" r:id="rId47"/>
    <p:sldLayoutId id="2147483889" r:id="rId48"/>
    <p:sldLayoutId id="2147483890" r:id="rId49"/>
    <p:sldLayoutId id="2147483891" r:id="rId50"/>
    <p:sldLayoutId id="2147483892" r:id="rId51"/>
  </p:sldLayoutIdLst>
  <p:hf sldNum="0" hdr="0" dt="0"/>
  <p:txStyles>
    <p:titleStyle>
      <a:lvl1pPr algn="l" defTabSz="932742" rtl="0">
        <a:lnSpc>
          <a:spcPct val="100000"/>
        </a:lnSpc>
        <a:spcBef>
          <a:spcPts val="0"/>
        </a:spcBef>
        <a:buNone/>
        <a:defRPr lang="en-US" sz="2000" b="0" cap="none" spc="0">
          <a:ln w="3175">
            <a:noFill/>
          </a:ln>
          <a:solidFill>
            <a:schemeClr val="tx1"/>
          </a:solidFill>
          <a:latin typeface="+mj-lt"/>
          <a:ea typeface="+mn-ea"/>
          <a:cs typeface="Segoe UI"/>
        </a:defRPr>
      </a:lvl1pPr>
    </p:titleStyle>
    <p:bodyStyle>
      <a:lvl1pPr marL="137160" marR="0" indent="-137160" algn="l" defTabSz="932742" rtl="0">
        <a:lnSpc>
          <a:spcPct val="100000"/>
        </a:lnSpc>
        <a:spcBef>
          <a:spcPts val="0"/>
        </a:spcBef>
        <a:spcAft>
          <a:spcPts val="0"/>
        </a:spcAft>
        <a:buClrTx/>
        <a:buSzPct val="90000"/>
        <a:buFont typeface="Arial"/>
        <a:buChar char="•"/>
        <a:defRPr sz="1600" spc="0">
          <a:solidFill>
            <a:schemeClr val="tx1"/>
          </a:solidFill>
          <a:latin typeface="+mn-lt"/>
          <a:ea typeface="+mn-ea"/>
          <a:cs typeface="Segoe UI"/>
        </a:defRPr>
      </a:lvl1pPr>
      <a:lvl2pPr marL="265176" marR="0" indent="-109728" algn="l" defTabSz="932742" rtl="0">
        <a:lnSpc>
          <a:spcPct val="100000"/>
        </a:lnSpc>
        <a:spcBef>
          <a:spcPts val="0"/>
        </a:spcBef>
        <a:spcAft>
          <a:spcPts val="0"/>
        </a:spcAft>
        <a:buClrTx/>
        <a:buSzPct val="90000"/>
        <a:buFont typeface="Arial"/>
        <a:buChar char="•"/>
        <a:defRPr sz="1400" spc="0">
          <a:solidFill>
            <a:schemeClr val="tx1"/>
          </a:solidFill>
          <a:latin typeface="+mn-lt"/>
          <a:ea typeface="+mn-ea"/>
          <a:cs typeface="+mn-cs"/>
        </a:defRPr>
      </a:lvl2pPr>
      <a:lvl3pPr marL="384048" marR="0" indent="-118872" algn="l" defTabSz="932742" rtl="0">
        <a:lnSpc>
          <a:spcPct val="100000"/>
        </a:lnSpc>
        <a:spcBef>
          <a:spcPts val="0"/>
        </a:spcBef>
        <a:spcAft>
          <a:spcPts val="0"/>
        </a:spcAft>
        <a:buClrTx/>
        <a:buSzPct val="90000"/>
        <a:buFont typeface="Arial"/>
        <a:buChar char="•"/>
        <a:defRPr sz="1200" spc="0">
          <a:solidFill>
            <a:schemeClr val="tx1"/>
          </a:solidFill>
          <a:latin typeface="+mn-lt"/>
          <a:ea typeface="+mn-ea"/>
          <a:cs typeface="+mn-cs"/>
        </a:defRPr>
      </a:lvl3pPr>
      <a:lvl4pPr marL="842963" marR="0" indent="-180975" algn="l" defTabSz="932742" rtl="0">
        <a:lnSpc>
          <a:spcPct val="100000"/>
        </a:lnSpc>
        <a:spcBef>
          <a:spcPts val="0"/>
        </a:spcBef>
        <a:spcAft>
          <a:spcPts val="0"/>
        </a:spcAft>
        <a:buClrTx/>
        <a:buSzPct val="90000"/>
        <a:buFont typeface="Wingdings"/>
        <a:buChar char=""/>
        <a:defRPr sz="1000" spc="0">
          <a:gradFill>
            <a:gsLst>
              <a:gs pos="1250">
                <a:schemeClr val="tx1"/>
              </a:gs>
              <a:gs pos="100000">
                <a:schemeClr val="tx1"/>
              </a:gs>
            </a:gsLst>
            <a:lin ang="5400000" scaled="0"/>
          </a:gradFill>
          <a:latin typeface="+mn-lt"/>
          <a:ea typeface="+mn-ea"/>
          <a:cs typeface="+mn-cs"/>
        </a:defRPr>
      </a:lvl4pPr>
      <a:lvl5pPr marL="1023938" marR="0" indent="-168275" algn="l" defTabSz="932742" rtl="0">
        <a:lnSpc>
          <a:spcPct val="100000"/>
        </a:lnSpc>
        <a:spcBef>
          <a:spcPts val="0"/>
        </a:spcBef>
        <a:spcAft>
          <a:spcPts val="0"/>
        </a:spcAft>
        <a:buClrTx/>
        <a:buSzPct val="90000"/>
        <a:buFont typeface="Wingdings"/>
        <a:buChar char=""/>
        <a:defRPr sz="800" spc="0">
          <a:gradFill>
            <a:gsLst>
              <a:gs pos="1250">
                <a:schemeClr val="tx1"/>
              </a:gs>
              <a:gs pos="100000">
                <a:schemeClr val="tx1"/>
              </a:gs>
            </a:gsLst>
            <a:lin ang="5400000" scaled="0"/>
          </a:gradFill>
          <a:latin typeface="+mn-lt"/>
          <a:ea typeface="+mn-ea"/>
          <a:cs typeface="+mn-cs"/>
        </a:defRPr>
      </a:lvl5pPr>
      <a:lvl6pPr marL="2565040" indent="-233186" algn="l" defTabSz="932742" rtl="0">
        <a:spcBef>
          <a:spcPts val="0"/>
        </a:spcBef>
        <a:buFont typeface="Arial"/>
        <a:buChar char="•"/>
        <a:defRPr sz="2000">
          <a:solidFill>
            <a:schemeClr val="tx1"/>
          </a:solidFill>
          <a:latin typeface="+mn-lt"/>
          <a:ea typeface="+mn-ea"/>
          <a:cs typeface="+mn-cs"/>
        </a:defRPr>
      </a:lvl6pPr>
      <a:lvl7pPr marL="3031412" indent="-233186" algn="l" defTabSz="932742" rtl="0">
        <a:spcBef>
          <a:spcPts val="0"/>
        </a:spcBef>
        <a:buFont typeface="Arial"/>
        <a:buChar char="•"/>
        <a:defRPr sz="2000">
          <a:solidFill>
            <a:schemeClr val="tx1"/>
          </a:solidFill>
          <a:latin typeface="+mn-lt"/>
          <a:ea typeface="+mn-ea"/>
          <a:cs typeface="+mn-cs"/>
        </a:defRPr>
      </a:lvl7pPr>
      <a:lvl8pPr marL="3497783" indent="-233186" algn="l" defTabSz="932742" rtl="0">
        <a:spcBef>
          <a:spcPts val="0"/>
        </a:spcBef>
        <a:buFont typeface="Arial"/>
        <a:buChar char="•"/>
        <a:defRPr sz="2000">
          <a:solidFill>
            <a:schemeClr val="tx1"/>
          </a:solidFill>
          <a:latin typeface="+mn-lt"/>
          <a:ea typeface="+mn-ea"/>
          <a:cs typeface="+mn-cs"/>
        </a:defRPr>
      </a:lvl8pPr>
      <a:lvl9pPr marL="3964155" indent="-233186" algn="l" defTabSz="932742"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32742" rtl="0">
        <a:defRPr sz="1800">
          <a:solidFill>
            <a:schemeClr val="tx1"/>
          </a:solidFill>
          <a:latin typeface="+mn-lt"/>
          <a:ea typeface="+mn-ea"/>
          <a:cs typeface="+mn-cs"/>
        </a:defRPr>
      </a:lvl1pPr>
      <a:lvl2pPr marL="466371" algn="l" defTabSz="932742" rtl="0">
        <a:defRPr sz="1800">
          <a:solidFill>
            <a:schemeClr val="tx1"/>
          </a:solidFill>
          <a:latin typeface="+mn-lt"/>
          <a:ea typeface="+mn-ea"/>
          <a:cs typeface="+mn-cs"/>
        </a:defRPr>
      </a:lvl2pPr>
      <a:lvl3pPr marL="932742" algn="l" defTabSz="932742" rtl="0">
        <a:defRPr sz="1800">
          <a:solidFill>
            <a:schemeClr val="tx1"/>
          </a:solidFill>
          <a:latin typeface="+mn-lt"/>
          <a:ea typeface="+mn-ea"/>
          <a:cs typeface="+mn-cs"/>
        </a:defRPr>
      </a:lvl3pPr>
      <a:lvl4pPr marL="1399113" algn="l" defTabSz="932742" rtl="0">
        <a:defRPr sz="1800">
          <a:solidFill>
            <a:schemeClr val="tx1"/>
          </a:solidFill>
          <a:latin typeface="+mn-lt"/>
          <a:ea typeface="+mn-ea"/>
          <a:cs typeface="+mn-cs"/>
        </a:defRPr>
      </a:lvl4pPr>
      <a:lvl5pPr marL="1865484" algn="l" defTabSz="932742" rtl="0">
        <a:defRPr sz="1800">
          <a:solidFill>
            <a:schemeClr val="tx1"/>
          </a:solidFill>
          <a:latin typeface="+mn-lt"/>
          <a:ea typeface="+mn-ea"/>
          <a:cs typeface="+mn-cs"/>
        </a:defRPr>
      </a:lvl5pPr>
      <a:lvl6pPr marL="2331856" algn="l" defTabSz="932742" rtl="0">
        <a:defRPr sz="1800">
          <a:solidFill>
            <a:schemeClr val="tx1"/>
          </a:solidFill>
          <a:latin typeface="+mn-lt"/>
          <a:ea typeface="+mn-ea"/>
          <a:cs typeface="+mn-cs"/>
        </a:defRPr>
      </a:lvl6pPr>
      <a:lvl7pPr marL="2798226" algn="l" defTabSz="932742" rtl="0">
        <a:defRPr sz="1800">
          <a:solidFill>
            <a:schemeClr val="tx1"/>
          </a:solidFill>
          <a:latin typeface="+mn-lt"/>
          <a:ea typeface="+mn-ea"/>
          <a:cs typeface="+mn-cs"/>
        </a:defRPr>
      </a:lvl7pPr>
      <a:lvl8pPr marL="3264597" algn="l" defTabSz="932742" rtl="0">
        <a:defRPr sz="1800">
          <a:solidFill>
            <a:schemeClr val="tx1"/>
          </a:solidFill>
          <a:latin typeface="+mn-lt"/>
          <a:ea typeface="+mn-ea"/>
          <a:cs typeface="+mn-cs"/>
        </a:defRPr>
      </a:lvl8pPr>
      <a:lvl9pPr marL="3730969" algn="l" defTabSz="932742" rtl="0">
        <a:defRPr sz="18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bwMode="auto">
        <a:xfrm>
          <a:off x="0" y="0"/>
          <a:ext cx="0" cy="0"/>
          <a:chOff x="0" y="0"/>
          <a:chExt cx="0" cy="0"/>
        </a:xfrm>
      </p:grpSpPr>
      <p:sp>
        <p:nvSpPr>
          <p:cNvPr id="130286470" name="Title Placeholder 1"/>
          <p:cNvSpPr>
            <a:spLocks noGrp="1"/>
          </p:cNvSpPr>
          <p:nvPr>
            <p:ph type="title"/>
          </p:nvPr>
        </p:nvSpPr>
        <p:spPr bwMode="auto">
          <a:xfrm>
            <a:off x="457200" y="411480"/>
            <a:ext cx="11222610" cy="515442"/>
          </a:xfrm>
          <a:prstGeom prst="rect">
            <a:avLst/>
          </a:prstGeom>
        </p:spPr>
        <p:txBody>
          <a:bodyPr vert="horz" lIns="0" tIns="0" rIns="0" bIns="0" rtlCol="0" anchor="ctr">
            <a:noAutofit/>
          </a:bodyPr>
          <a:lstStyle/>
          <a:p>
            <a:pPr>
              <a:defRPr/>
            </a:pPr>
            <a:r>
              <a:rPr lang="en-US"/>
              <a:t>Click to edit Master title style</a:t>
            </a:r>
            <a:endParaRPr/>
          </a:p>
        </p:txBody>
      </p:sp>
      <p:sp>
        <p:nvSpPr>
          <p:cNvPr id="360451123" name="Text Placeholder 2"/>
          <p:cNvSpPr>
            <a:spLocks noGrp="1"/>
          </p:cNvSpPr>
          <p:nvPr>
            <p:ph type="body" idx="1"/>
          </p:nvPr>
        </p:nvSpPr>
        <p:spPr bwMode="auto">
          <a:xfrm>
            <a:off x="457200" y="1150403"/>
            <a:ext cx="11222610" cy="4351338"/>
          </a:xfrm>
          <a:prstGeom prst="rect">
            <a:avLst/>
          </a:prstGeom>
        </p:spPr>
        <p:txBody>
          <a:bodyPr vert="horz" lIns="0" tIns="0" rIns="0" bIns="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577167776" name="TextBox 6"/>
          <p:cNvSpPr txBox="1"/>
          <p:nvPr userDrawn="1"/>
        </p:nvSpPr>
        <p:spPr bwMode="auto">
          <a:xfrm>
            <a:off x="457200" y="6411853"/>
            <a:ext cx="3709956" cy="172676"/>
          </a:xfrm>
          <a:prstGeom prst="rect">
            <a:avLst/>
          </a:prstGeom>
          <a:noFill/>
        </p:spPr>
        <p:txBody>
          <a:bodyPr wrap="square" lIns="0" tIns="0" rIns="0" bIns="0">
            <a:spAutoFit/>
          </a:bodyPr>
          <a:lstStyle/>
          <a:p>
            <a:pPr defTabSz="932563">
              <a:defRPr/>
            </a:pPr>
            <a:r>
              <a:rPr lang="en-US" sz="1100">
                <a:solidFill>
                  <a:srgbClr val="000000"/>
                </a:solidFill>
                <a:latin typeface="Segoe UI"/>
                <a:cs typeface="Segoe UI"/>
              </a:rPr>
              <a:t>© Copyright Microsoft Corporation. All rights reserved.</a:t>
            </a:r>
            <a:endParaRPr/>
          </a:p>
        </p:txBody>
      </p:sp>
      <p:pic>
        <p:nvPicPr>
          <p:cNvPr id="2" name="Graphic 77">
            <a:extLst>
              <a:ext uri="{FF2B5EF4-FFF2-40B4-BE49-F238E27FC236}">
                <a16:creationId xmlns:a16="http://schemas.microsoft.com/office/drawing/2014/main" id="{078AE384-661C-BEF5-CA7F-71AF23B3352A}"/>
              </a:ext>
            </a:extLst>
          </p:cNvPr>
          <p:cNvPicPr/>
          <p:nvPr userDrawn="1"/>
        </p:nvPicPr>
        <p:blipFill>
          <a:blip>
            <a:extLst>
              <a:ext uri="{96DAC541-7B7A-43D3-8B79-37D633B846F1}">
                <asvg:svgBlip xmlns:asvg="http://schemas.microsoft.com/office/drawing/2016/SVG/main" r:embed="rId15"/>
              </a:ext>
            </a:extLst>
          </a:blip>
          <a:stretch/>
        </p:blipFill>
        <p:spPr bwMode="auto">
          <a:xfrm rot="5400000">
            <a:off x="9510120" y="2743200"/>
            <a:ext cx="6857640" cy="1371240"/>
          </a:xfrm>
          <a:prstGeom prst="rect">
            <a:avLst/>
          </a:prstGeom>
          <a:noFill/>
          <a:ln w="0">
            <a:noFill/>
          </a:ln>
        </p:spPr>
      </p:pic>
      <p:sp>
        <p:nvSpPr>
          <p:cNvPr id="3" name="TextBox 86">
            <a:extLst>
              <a:ext uri="{FF2B5EF4-FFF2-40B4-BE49-F238E27FC236}">
                <a16:creationId xmlns:a16="http://schemas.microsoft.com/office/drawing/2014/main" id="{89B5C80B-F7B2-C477-244E-A9720839F940}"/>
              </a:ext>
            </a:extLst>
          </p:cNvPr>
          <p:cNvSpPr/>
          <p:nvPr userDrawn="1"/>
        </p:nvSpPr>
        <p:spPr bwMode="auto">
          <a:xfrm rot="16200000">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pPr>
            <a:r>
              <a:rPr lang="en-US" sz="700" b="0" u="none" strike="noStrike" dirty="0">
                <a:solidFill>
                  <a:schemeClr val="lt1">
                    <a:lumMod val="65000"/>
                  </a:schemeClr>
                </a:solidFill>
                <a:effectLst/>
                <a:uFillTx/>
                <a:latin typeface="Segoe UI"/>
              </a:rPr>
              <a:t>Closed captioning</a:t>
            </a:r>
            <a:br>
              <a:rPr sz="700" dirty="0"/>
            </a:br>
            <a:r>
              <a:rPr lang="en-US" sz="700" b="0" u="none" strike="noStrike" dirty="0">
                <a:solidFill>
                  <a:schemeClr val="lt1">
                    <a:lumMod val="65000"/>
                  </a:schemeClr>
                </a:solidFill>
                <a:effectLst/>
                <a:uFillTx/>
                <a:latin typeface="Segoe UI"/>
              </a:rPr>
              <a:t>space demarcation</a:t>
            </a:r>
            <a:endParaRPr lang="en-US" sz="700" b="0" u="none" strike="noStrike" dirty="0">
              <a:solidFill>
                <a:srgbClr val="000000"/>
              </a:solidFill>
              <a:effectLst/>
              <a:uFillTx/>
              <a:latin typeface="Arial"/>
            </a:endParaRPr>
          </a:p>
        </p:txBody>
      </p:sp>
      <p:cxnSp>
        <p:nvCxnSpPr>
          <p:cNvPr id="4" name="Straight Connector 89">
            <a:extLst>
              <a:ext uri="{FF2B5EF4-FFF2-40B4-BE49-F238E27FC236}">
                <a16:creationId xmlns:a16="http://schemas.microsoft.com/office/drawing/2014/main" id="{784C2B8B-6E51-A90B-2A57-53AF75390600}"/>
              </a:ext>
            </a:extLst>
          </p:cNvPr>
          <p:cNvCxnSpPr/>
          <p:nvPr userDrawn="1"/>
        </p:nvCxnSpPr>
        <p:spPr bwMode="auto">
          <a:xfrm>
            <a:off x="-89640" y="5670360"/>
            <a:ext cx="360" cy="1178280"/>
          </a:xfrm>
          <a:prstGeom prst="straightConnector1">
            <a:avLst/>
          </a:prstGeom>
          <a:ln w="9525" cap="sq">
            <a:solidFill>
              <a:srgbClr val="FF0000"/>
            </a:solidFill>
            <a:miter/>
          </a:ln>
        </p:spPr>
      </p:cxnSp>
    </p:spTree>
    <p:extLst>
      <p:ext uri="{BB962C8B-B14F-4D97-AF65-F5344CB8AC3E}">
        <p14:creationId xmlns:p14="http://schemas.microsoft.com/office/powerpoint/2010/main" val="4302057"/>
      </p:ext>
    </p:extLst>
  </p:cSld>
  <p:clrMap bg1="lt1" tx1="dk1" bg2="lt2" tx2="dk2" accent1="accent1" accent2="accent2" accent3="accent3" accent4="accent4" accent5="accent5" accent6="accent6" hlink="hlink" folHlink="folHlink"/>
  <p:sldLayoutIdLst>
    <p:sldLayoutId id="2147483894" r:id="rId1"/>
    <p:sldLayoutId id="2147483895" r:id="rId2"/>
    <p:sldLayoutId id="2147483896" r:id="rId3"/>
    <p:sldLayoutId id="2147483897" r:id="rId4"/>
    <p:sldLayoutId id="2147483898" r:id="rId5"/>
    <p:sldLayoutId id="2147483899" r:id="rId6"/>
    <p:sldLayoutId id="2147483900" r:id="rId7"/>
    <p:sldLayoutId id="2147483901" r:id="rId8"/>
    <p:sldLayoutId id="2147483902" r:id="rId9"/>
    <p:sldLayoutId id="2147483903" r:id="rId10"/>
    <p:sldLayoutId id="2147483904" r:id="rId11"/>
    <p:sldLayoutId id="2147483905" r:id="rId12"/>
  </p:sldLayoutIdLst>
  <p:txStyles>
    <p:titleStyle>
      <a:lvl1pPr algn="l" defTabSz="914400" rtl="0">
        <a:lnSpc>
          <a:spcPct val="90000"/>
        </a:lnSpc>
        <a:spcBef>
          <a:spcPts val="0"/>
        </a:spcBef>
        <a:buNone/>
        <a:defRPr sz="3200">
          <a:solidFill>
            <a:schemeClr val="tx1"/>
          </a:solidFill>
          <a:latin typeface="Segoe UI Semibold"/>
          <a:ea typeface="+mj-ea"/>
          <a:cs typeface="Segoe UI Semibold"/>
        </a:defRPr>
      </a:lvl1pPr>
    </p:titleStyle>
    <p:bodyStyle>
      <a:lvl1pPr marL="228600" indent="-228600" algn="l" defTabSz="914400" rtl="0">
        <a:lnSpc>
          <a:spcPct val="100000"/>
        </a:lnSpc>
        <a:spcBef>
          <a:spcPts val="0"/>
        </a:spcBef>
        <a:buFont typeface="Arial"/>
        <a:buChar char="•"/>
        <a:defRPr sz="2800">
          <a:solidFill>
            <a:schemeClr val="tx1"/>
          </a:solidFill>
          <a:latin typeface="Segoe UI"/>
          <a:ea typeface="+mn-ea"/>
          <a:cs typeface="Segoe UI"/>
        </a:defRPr>
      </a:lvl1pPr>
      <a:lvl2pPr marL="574675" indent="-234950" algn="l" defTabSz="914400" rtl="0">
        <a:lnSpc>
          <a:spcPct val="100000"/>
        </a:lnSpc>
        <a:spcBef>
          <a:spcPts val="0"/>
        </a:spcBef>
        <a:buFont typeface="Arial"/>
        <a:buChar char="•"/>
        <a:defRPr sz="2400">
          <a:solidFill>
            <a:schemeClr val="tx1"/>
          </a:solidFill>
          <a:latin typeface="Segoe UI"/>
          <a:ea typeface="+mn-ea"/>
          <a:cs typeface="Segoe UI"/>
        </a:defRPr>
      </a:lvl2pPr>
      <a:lvl3pPr marL="914400" indent="-227013" algn="l" defTabSz="914400" rtl="0">
        <a:lnSpc>
          <a:spcPct val="100000"/>
        </a:lnSpc>
        <a:spcBef>
          <a:spcPts val="0"/>
        </a:spcBef>
        <a:buFont typeface="Arial"/>
        <a:buChar char="•"/>
        <a:defRPr sz="2000">
          <a:solidFill>
            <a:schemeClr val="tx1"/>
          </a:solidFill>
          <a:latin typeface="Segoe UI"/>
          <a:ea typeface="+mn-ea"/>
          <a:cs typeface="Segoe UI"/>
        </a:defRPr>
      </a:lvl3pPr>
      <a:lvl4pPr marL="1141413" indent="-169862" algn="l" defTabSz="914400" rtl="0">
        <a:lnSpc>
          <a:spcPct val="100000"/>
        </a:lnSpc>
        <a:spcBef>
          <a:spcPts val="0"/>
        </a:spcBef>
        <a:buFont typeface="Arial"/>
        <a:buChar char="•"/>
        <a:defRPr sz="1800">
          <a:solidFill>
            <a:schemeClr val="tx1"/>
          </a:solidFill>
          <a:latin typeface="Segoe UI"/>
          <a:ea typeface="+mn-ea"/>
          <a:cs typeface="Segoe UI"/>
        </a:defRPr>
      </a:lvl4pPr>
      <a:lvl5pPr marL="1376363" indent="-179388" algn="l" defTabSz="914400" rtl="0">
        <a:lnSpc>
          <a:spcPct val="100000"/>
        </a:lnSpc>
        <a:spcBef>
          <a:spcPts val="0"/>
        </a:spcBef>
        <a:buFont typeface="Arial"/>
        <a:buChar char="•"/>
        <a:defRPr sz="1800">
          <a:solidFill>
            <a:schemeClr val="tx1"/>
          </a:solidFill>
          <a:latin typeface="Segoe UI"/>
          <a:ea typeface="+mn-ea"/>
          <a:cs typeface="Segoe UI"/>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grpSp>
        <p:nvGrpSpPr>
          <p:cNvPr id="411776038" name="GRID" hidden="1"/>
          <p:cNvGrpSpPr/>
          <p:nvPr userDrawn="1"/>
        </p:nvGrpSpPr>
        <p:grpSpPr bwMode="auto">
          <a:xfrm>
            <a:off x="0" y="0"/>
            <a:ext cx="12192000" cy="6858000"/>
            <a:chOff x="0" y="0"/>
            <a:chExt cx="12192000" cy="6858000"/>
          </a:xfrm>
        </p:grpSpPr>
        <p:cxnSp>
          <p:nvCxnSpPr>
            <p:cNvPr id="7" name="Straight Connector 6"/>
            <p:cNvCxnSpPr/>
            <p:nvPr/>
          </p:nvCxnSpPr>
          <p:spPr bwMode="auto">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auto">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auto">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auto">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auto">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auto">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auto">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auto">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auto">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auto">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auto">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auto">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auto">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auto">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auto">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auto">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auto">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auto">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auto">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auto">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auto">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auto">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auto">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auto">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auto">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auto">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userDrawn="1"/>
          </p:nvCxnSpPr>
          <p:spPr bwMode="auto">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auto">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userDrawn="1"/>
          </p:nvCxnSpPr>
          <p:spPr bwMode="auto">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bwMode="auto">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userDrawn="1"/>
          </p:nvCxnSpPr>
          <p:spPr bwMode="auto">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userDrawn="1"/>
          </p:nvCxnSpPr>
          <p:spPr bwMode="auto">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userDrawn="1"/>
          </p:nvCxnSpPr>
          <p:spPr bwMode="auto">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userDrawn="1"/>
          </p:nvCxnSpPr>
          <p:spPr bwMode="auto">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1587181352" name="Title Placeholder 1"/>
          <p:cNvSpPr>
            <a:spLocks noGrp="1"/>
          </p:cNvSpPr>
          <p:nvPr userDrawn="1">
            <p:ph type="title"/>
          </p:nvPr>
        </p:nvSpPr>
        <p:spPr bwMode="auto">
          <a:xfrm>
            <a:off x="588263" y="585216"/>
            <a:ext cx="10430257" cy="307777"/>
          </a:xfrm>
          <a:prstGeom prst="rect">
            <a:avLst/>
          </a:prstGeom>
        </p:spPr>
        <p:txBody>
          <a:bodyPr vert="horz" wrap="square" lIns="0" tIns="0" rIns="0" bIns="0" rtlCol="0" anchor="t">
            <a:spAutoFit/>
          </a:bodyPr>
          <a:lstStyle/>
          <a:p>
            <a:pPr>
              <a:defRPr/>
            </a:pPr>
            <a:r>
              <a:rPr lang="en-US"/>
              <a:t>Click to edit Master title style</a:t>
            </a:r>
            <a:endParaRPr/>
          </a:p>
        </p:txBody>
      </p:sp>
      <p:sp>
        <p:nvSpPr>
          <p:cNvPr id="2057213056" name="Text Placeholder 3"/>
          <p:cNvSpPr>
            <a:spLocks noGrp="1"/>
          </p:cNvSpPr>
          <p:nvPr>
            <p:ph type="body" idx="1"/>
          </p:nvPr>
        </p:nvSpPr>
        <p:spPr bwMode="auto">
          <a:xfrm>
            <a:off x="584200" y="1591056"/>
            <a:ext cx="10426700" cy="726353"/>
          </a:xfrm>
          <a:prstGeom prst="rect">
            <a:avLst/>
          </a:prstGeom>
        </p:spPr>
        <p:txBody>
          <a:bodyPr vert="horz" wrap="square" lIns="0" tIns="0" rIns="0" bIns="0" rtlCol="0">
            <a:spAutoFit/>
          </a:body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07170904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178053132"/>
      </p:ext>
    </p:extLst>
  </p:cSld>
  <p:clrMap bg1="lt1" tx1="dk1" bg2="lt2" tx2="dk2" accent1="accent1" accent2="accent2" accent3="accent3" accent4="accent4" accent5="accent5" accent6="accent6" hlink="hlink" folHlink="folHlink"/>
  <p:sldLayoutIdLst>
    <p:sldLayoutId id="2147483907" r:id="rId1"/>
    <p:sldLayoutId id="2147483908" r:id="rId2"/>
    <p:sldLayoutId id="2147483909" r:id="rId3"/>
    <p:sldLayoutId id="2147483910" r:id="rId4"/>
    <p:sldLayoutId id="2147483911" r:id="rId5"/>
    <p:sldLayoutId id="2147483912" r:id="rId6"/>
    <p:sldLayoutId id="2147483913" r:id="rId7"/>
    <p:sldLayoutId id="2147483914" r:id="rId8"/>
    <p:sldLayoutId id="2147483915" r:id="rId9"/>
    <p:sldLayoutId id="2147483916" r:id="rId10"/>
    <p:sldLayoutId id="2147483917" r:id="rId11"/>
    <p:sldLayoutId id="2147483918" r:id="rId12"/>
    <p:sldLayoutId id="2147483919" r:id="rId13"/>
    <p:sldLayoutId id="2147483920" r:id="rId14"/>
    <p:sldLayoutId id="2147483921" r:id="rId15"/>
    <p:sldLayoutId id="2147483922" r:id="rId16"/>
    <p:sldLayoutId id="2147483923" r:id="rId17"/>
    <p:sldLayoutId id="2147483924" r:id="rId18"/>
    <p:sldLayoutId id="2147483925" r:id="rId19"/>
    <p:sldLayoutId id="2147483926" r:id="rId20"/>
    <p:sldLayoutId id="2147483927" r:id="rId21"/>
    <p:sldLayoutId id="2147483928" r:id="rId22"/>
    <p:sldLayoutId id="2147483929" r:id="rId23"/>
    <p:sldLayoutId id="2147483930" r:id="rId24"/>
    <p:sldLayoutId id="2147483931" r:id="rId25"/>
    <p:sldLayoutId id="2147483932" r:id="rId26"/>
    <p:sldLayoutId id="2147483933" r:id="rId27"/>
    <p:sldLayoutId id="2147483934" r:id="rId28"/>
    <p:sldLayoutId id="2147483935" r:id="rId29"/>
    <p:sldLayoutId id="2147483936" r:id="rId30"/>
    <p:sldLayoutId id="2147483937" r:id="rId31"/>
    <p:sldLayoutId id="2147483938" r:id="rId32"/>
    <p:sldLayoutId id="2147483939" r:id="rId33"/>
    <p:sldLayoutId id="2147483940" r:id="rId34"/>
    <p:sldLayoutId id="2147483941" r:id="rId35"/>
    <p:sldLayoutId id="2147483942" r:id="rId36"/>
    <p:sldLayoutId id="2147483943" r:id="rId37"/>
    <p:sldLayoutId id="2147483944" r:id="rId38"/>
    <p:sldLayoutId id="2147483945" r:id="rId39"/>
    <p:sldLayoutId id="2147483946" r:id="rId40"/>
    <p:sldLayoutId id="2147483947" r:id="rId41"/>
    <p:sldLayoutId id="2147483948" r:id="rId42"/>
    <p:sldLayoutId id="2147483949" r:id="rId43"/>
    <p:sldLayoutId id="2147483950" r:id="rId44"/>
    <p:sldLayoutId id="2147483951" r:id="rId45"/>
    <p:sldLayoutId id="2147483952" r:id="rId46"/>
    <p:sldLayoutId id="2147483953" r:id="rId47"/>
    <p:sldLayoutId id="2147483954" r:id="rId48"/>
    <p:sldLayoutId id="2147483955" r:id="rId49"/>
    <p:sldLayoutId id="2147483956" r:id="rId50"/>
    <p:sldLayoutId id="2147483957" r:id="rId51"/>
  </p:sldLayoutIdLst>
  <p:hf sldNum="0" hdr="0" dt="0"/>
  <p:txStyles>
    <p:titleStyle>
      <a:lvl1pPr algn="l" defTabSz="932742" rtl="0">
        <a:lnSpc>
          <a:spcPct val="100000"/>
        </a:lnSpc>
        <a:spcBef>
          <a:spcPts val="0"/>
        </a:spcBef>
        <a:buNone/>
        <a:defRPr lang="en-US" sz="2000" b="0" cap="none" spc="0">
          <a:ln w="3175">
            <a:noFill/>
          </a:ln>
          <a:solidFill>
            <a:schemeClr val="tx1"/>
          </a:solidFill>
          <a:latin typeface="+mj-lt"/>
          <a:ea typeface="+mn-ea"/>
          <a:cs typeface="Segoe UI"/>
        </a:defRPr>
      </a:lvl1pPr>
    </p:titleStyle>
    <p:bodyStyle>
      <a:lvl1pPr marL="137160" marR="0" indent="-137160" algn="l" defTabSz="932742" rtl="0">
        <a:lnSpc>
          <a:spcPct val="100000"/>
        </a:lnSpc>
        <a:spcBef>
          <a:spcPts val="0"/>
        </a:spcBef>
        <a:spcAft>
          <a:spcPts val="0"/>
        </a:spcAft>
        <a:buClrTx/>
        <a:buSzPct val="90000"/>
        <a:buFont typeface="Arial"/>
        <a:buChar char="•"/>
        <a:defRPr sz="1600" spc="0">
          <a:solidFill>
            <a:schemeClr val="tx1"/>
          </a:solidFill>
          <a:latin typeface="+mn-lt"/>
          <a:ea typeface="+mn-ea"/>
          <a:cs typeface="Segoe UI"/>
        </a:defRPr>
      </a:lvl1pPr>
      <a:lvl2pPr marL="265176" marR="0" indent="-109728" algn="l" defTabSz="932742" rtl="0">
        <a:lnSpc>
          <a:spcPct val="100000"/>
        </a:lnSpc>
        <a:spcBef>
          <a:spcPts val="0"/>
        </a:spcBef>
        <a:spcAft>
          <a:spcPts val="0"/>
        </a:spcAft>
        <a:buClrTx/>
        <a:buSzPct val="90000"/>
        <a:buFont typeface="Arial"/>
        <a:buChar char="•"/>
        <a:defRPr sz="1400" spc="0">
          <a:solidFill>
            <a:schemeClr val="tx1"/>
          </a:solidFill>
          <a:latin typeface="+mn-lt"/>
          <a:ea typeface="+mn-ea"/>
          <a:cs typeface="+mn-cs"/>
        </a:defRPr>
      </a:lvl2pPr>
      <a:lvl3pPr marL="384048" marR="0" indent="-118872" algn="l" defTabSz="932742" rtl="0">
        <a:lnSpc>
          <a:spcPct val="100000"/>
        </a:lnSpc>
        <a:spcBef>
          <a:spcPts val="0"/>
        </a:spcBef>
        <a:spcAft>
          <a:spcPts val="0"/>
        </a:spcAft>
        <a:buClrTx/>
        <a:buSzPct val="90000"/>
        <a:buFont typeface="Arial"/>
        <a:buChar char="•"/>
        <a:defRPr sz="1200" spc="0">
          <a:solidFill>
            <a:schemeClr val="tx1"/>
          </a:solidFill>
          <a:latin typeface="+mn-lt"/>
          <a:ea typeface="+mn-ea"/>
          <a:cs typeface="+mn-cs"/>
        </a:defRPr>
      </a:lvl3pPr>
      <a:lvl4pPr marL="842963" marR="0" indent="-180975" algn="l" defTabSz="932742" rtl="0">
        <a:lnSpc>
          <a:spcPct val="100000"/>
        </a:lnSpc>
        <a:spcBef>
          <a:spcPts val="0"/>
        </a:spcBef>
        <a:spcAft>
          <a:spcPts val="0"/>
        </a:spcAft>
        <a:buClrTx/>
        <a:buSzPct val="90000"/>
        <a:buFont typeface="Wingdings"/>
        <a:buChar char=""/>
        <a:defRPr sz="1000" spc="0">
          <a:gradFill>
            <a:gsLst>
              <a:gs pos="1250">
                <a:schemeClr val="tx1"/>
              </a:gs>
              <a:gs pos="100000">
                <a:schemeClr val="tx1"/>
              </a:gs>
            </a:gsLst>
            <a:lin ang="5400000" scaled="0"/>
          </a:gradFill>
          <a:latin typeface="+mn-lt"/>
          <a:ea typeface="+mn-ea"/>
          <a:cs typeface="+mn-cs"/>
        </a:defRPr>
      </a:lvl4pPr>
      <a:lvl5pPr marL="1023938" marR="0" indent="-168275" algn="l" defTabSz="932742" rtl="0">
        <a:lnSpc>
          <a:spcPct val="100000"/>
        </a:lnSpc>
        <a:spcBef>
          <a:spcPts val="0"/>
        </a:spcBef>
        <a:spcAft>
          <a:spcPts val="0"/>
        </a:spcAft>
        <a:buClrTx/>
        <a:buSzPct val="90000"/>
        <a:buFont typeface="Wingdings"/>
        <a:buChar char=""/>
        <a:defRPr sz="800" spc="0">
          <a:gradFill>
            <a:gsLst>
              <a:gs pos="1250">
                <a:schemeClr val="tx1"/>
              </a:gs>
              <a:gs pos="100000">
                <a:schemeClr val="tx1"/>
              </a:gs>
            </a:gsLst>
            <a:lin ang="5400000" scaled="0"/>
          </a:gradFill>
          <a:latin typeface="+mn-lt"/>
          <a:ea typeface="+mn-ea"/>
          <a:cs typeface="+mn-cs"/>
        </a:defRPr>
      </a:lvl5pPr>
      <a:lvl6pPr marL="2565040" indent="-233186" algn="l" defTabSz="932742" rtl="0">
        <a:spcBef>
          <a:spcPts val="0"/>
        </a:spcBef>
        <a:buFont typeface="Arial"/>
        <a:buChar char="•"/>
        <a:defRPr sz="2000">
          <a:solidFill>
            <a:schemeClr val="tx1"/>
          </a:solidFill>
          <a:latin typeface="+mn-lt"/>
          <a:ea typeface="+mn-ea"/>
          <a:cs typeface="+mn-cs"/>
        </a:defRPr>
      </a:lvl6pPr>
      <a:lvl7pPr marL="3031412" indent="-233186" algn="l" defTabSz="932742" rtl="0">
        <a:spcBef>
          <a:spcPts val="0"/>
        </a:spcBef>
        <a:buFont typeface="Arial"/>
        <a:buChar char="•"/>
        <a:defRPr sz="2000">
          <a:solidFill>
            <a:schemeClr val="tx1"/>
          </a:solidFill>
          <a:latin typeface="+mn-lt"/>
          <a:ea typeface="+mn-ea"/>
          <a:cs typeface="+mn-cs"/>
        </a:defRPr>
      </a:lvl7pPr>
      <a:lvl8pPr marL="3497783" indent="-233186" algn="l" defTabSz="932742" rtl="0">
        <a:spcBef>
          <a:spcPts val="0"/>
        </a:spcBef>
        <a:buFont typeface="Arial"/>
        <a:buChar char="•"/>
        <a:defRPr sz="2000">
          <a:solidFill>
            <a:schemeClr val="tx1"/>
          </a:solidFill>
          <a:latin typeface="+mn-lt"/>
          <a:ea typeface="+mn-ea"/>
          <a:cs typeface="+mn-cs"/>
        </a:defRPr>
      </a:lvl8pPr>
      <a:lvl9pPr marL="3964155" indent="-233186" algn="l" defTabSz="932742"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32742" rtl="0">
        <a:defRPr sz="1800">
          <a:solidFill>
            <a:schemeClr val="tx1"/>
          </a:solidFill>
          <a:latin typeface="+mn-lt"/>
          <a:ea typeface="+mn-ea"/>
          <a:cs typeface="+mn-cs"/>
        </a:defRPr>
      </a:lvl1pPr>
      <a:lvl2pPr marL="466371" algn="l" defTabSz="932742" rtl="0">
        <a:defRPr sz="1800">
          <a:solidFill>
            <a:schemeClr val="tx1"/>
          </a:solidFill>
          <a:latin typeface="+mn-lt"/>
          <a:ea typeface="+mn-ea"/>
          <a:cs typeface="+mn-cs"/>
        </a:defRPr>
      </a:lvl2pPr>
      <a:lvl3pPr marL="932742" algn="l" defTabSz="932742" rtl="0">
        <a:defRPr sz="1800">
          <a:solidFill>
            <a:schemeClr val="tx1"/>
          </a:solidFill>
          <a:latin typeface="+mn-lt"/>
          <a:ea typeface="+mn-ea"/>
          <a:cs typeface="+mn-cs"/>
        </a:defRPr>
      </a:lvl3pPr>
      <a:lvl4pPr marL="1399113" algn="l" defTabSz="932742" rtl="0">
        <a:defRPr sz="1800">
          <a:solidFill>
            <a:schemeClr val="tx1"/>
          </a:solidFill>
          <a:latin typeface="+mn-lt"/>
          <a:ea typeface="+mn-ea"/>
          <a:cs typeface="+mn-cs"/>
        </a:defRPr>
      </a:lvl4pPr>
      <a:lvl5pPr marL="1865484" algn="l" defTabSz="932742" rtl="0">
        <a:defRPr sz="1800">
          <a:solidFill>
            <a:schemeClr val="tx1"/>
          </a:solidFill>
          <a:latin typeface="+mn-lt"/>
          <a:ea typeface="+mn-ea"/>
          <a:cs typeface="+mn-cs"/>
        </a:defRPr>
      </a:lvl5pPr>
      <a:lvl6pPr marL="2331856" algn="l" defTabSz="932742" rtl="0">
        <a:defRPr sz="1800">
          <a:solidFill>
            <a:schemeClr val="tx1"/>
          </a:solidFill>
          <a:latin typeface="+mn-lt"/>
          <a:ea typeface="+mn-ea"/>
          <a:cs typeface="+mn-cs"/>
        </a:defRPr>
      </a:lvl6pPr>
      <a:lvl7pPr marL="2798226" algn="l" defTabSz="932742" rtl="0">
        <a:defRPr sz="1800">
          <a:solidFill>
            <a:schemeClr val="tx1"/>
          </a:solidFill>
          <a:latin typeface="+mn-lt"/>
          <a:ea typeface="+mn-ea"/>
          <a:cs typeface="+mn-cs"/>
        </a:defRPr>
      </a:lvl7pPr>
      <a:lvl8pPr marL="3264597" algn="l" defTabSz="932742" rtl="0">
        <a:defRPr sz="1800">
          <a:solidFill>
            <a:schemeClr val="tx1"/>
          </a:solidFill>
          <a:latin typeface="+mn-lt"/>
          <a:ea typeface="+mn-ea"/>
          <a:cs typeface="+mn-cs"/>
        </a:defRPr>
      </a:lvl8pPr>
      <a:lvl9pPr marL="3730969" algn="l" defTabSz="932742" rtl="0">
        <a:defRPr sz="18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blipFill rotWithShape="1">
          <a:blip r:embed="rId14">
            <a:lum/>
          </a:blip>
          <a:stretch/>
        </a:blipFill>
        <a:effectLst/>
      </p:bgPr>
    </p:bg>
    <p:spTree>
      <p:nvGrpSpPr>
        <p:cNvPr id="1" name=""/>
        <p:cNvGrpSpPr/>
        <p:nvPr/>
      </p:nvGrpSpPr>
      <p:grpSpPr bwMode="auto">
        <a:xfrm>
          <a:off x="0" y="0"/>
          <a:ext cx="0" cy="0"/>
          <a:chOff x="0" y="0"/>
          <a:chExt cx="0" cy="0"/>
        </a:xfrm>
      </p:grpSpPr>
      <p:sp>
        <p:nvSpPr>
          <p:cNvPr id="892512942" name="Title Placeholder 1"/>
          <p:cNvSpPr>
            <a:spLocks noGrp="1"/>
          </p:cNvSpPr>
          <p:nvPr>
            <p:ph type="title"/>
          </p:nvPr>
        </p:nvSpPr>
        <p:spPr bwMode="auto">
          <a:xfrm>
            <a:off x="457200" y="411480"/>
            <a:ext cx="11222610" cy="515442"/>
          </a:xfrm>
          <a:prstGeom prst="rect">
            <a:avLst/>
          </a:prstGeom>
        </p:spPr>
        <p:txBody>
          <a:bodyPr vert="horz" lIns="0" tIns="0" rIns="0" bIns="0" rtlCol="0" anchor="ctr">
            <a:noAutofit/>
          </a:bodyPr>
          <a:lstStyle/>
          <a:p>
            <a:pPr>
              <a:defRPr/>
            </a:pPr>
            <a:r>
              <a:rPr lang="en-US"/>
              <a:t>Click to edit Master title style</a:t>
            </a:r>
            <a:endParaRPr/>
          </a:p>
        </p:txBody>
      </p:sp>
      <p:sp>
        <p:nvSpPr>
          <p:cNvPr id="633825620" name="Text Placeholder 2"/>
          <p:cNvSpPr>
            <a:spLocks noGrp="1"/>
          </p:cNvSpPr>
          <p:nvPr>
            <p:ph type="body" idx="1"/>
          </p:nvPr>
        </p:nvSpPr>
        <p:spPr bwMode="auto">
          <a:xfrm>
            <a:off x="457200" y="1150403"/>
            <a:ext cx="11222610" cy="4351338"/>
          </a:xfrm>
          <a:prstGeom prst="rect">
            <a:avLst/>
          </a:prstGeom>
        </p:spPr>
        <p:txBody>
          <a:bodyPr vert="horz" lIns="0" tIns="0" rIns="0" bIns="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151110278" name="TextBox 6"/>
          <p:cNvSpPr txBox="1"/>
          <p:nvPr userDrawn="1"/>
        </p:nvSpPr>
        <p:spPr bwMode="auto">
          <a:xfrm>
            <a:off x="457200" y="6411853"/>
            <a:ext cx="3709956" cy="172676"/>
          </a:xfrm>
          <a:prstGeom prst="rect">
            <a:avLst/>
          </a:prstGeom>
          <a:noFill/>
        </p:spPr>
        <p:txBody>
          <a:bodyPr wrap="square" lIns="0" tIns="0" rIns="0" bIns="0">
            <a:spAutoFit/>
          </a:bodyPr>
          <a:lstStyle/>
          <a:p>
            <a:pPr defTabSz="932563">
              <a:defRPr/>
            </a:pPr>
            <a:r>
              <a:rPr lang="en-US" sz="1100">
                <a:solidFill>
                  <a:srgbClr val="000000"/>
                </a:solidFill>
                <a:latin typeface="Segoe UI"/>
                <a:cs typeface="Segoe UI"/>
              </a:rPr>
              <a:t>© Copyright Microsoft Corporation. All rights reserved.</a:t>
            </a:r>
            <a:endParaRPr/>
          </a:p>
        </p:txBody>
      </p:sp>
      <p:pic>
        <p:nvPicPr>
          <p:cNvPr id="938544203" name="Graphic 77"/>
          <p:cNvPicPr/>
          <p:nvPr userDrawn="1"/>
        </p:nvPicPr>
        <p:blipFill rotWithShape="1">
          <a:blip>
            <a:extLst>
              <a:ext uri="{96DAC541-7B7A-43D3-8B79-37D633B846F1}">
                <asvg:svgBlip xmlns:asvg="http://schemas.microsoft.com/office/drawing/2016/SVG/main" r:embed="rId15"/>
              </a:ext>
            </a:extLst>
          </a:blip>
          <a:stretch/>
        </p:blipFill>
        <p:spPr bwMode="auto">
          <a:xfrm rot="5400000">
            <a:off x="9510120" y="2743200"/>
            <a:ext cx="6857640" cy="1371240"/>
          </a:xfrm>
          <a:prstGeom prst="rect">
            <a:avLst/>
          </a:prstGeom>
          <a:noFill/>
          <a:ln w="0">
            <a:noFill/>
          </a:ln>
        </p:spPr>
      </p:pic>
      <p:sp>
        <p:nvSpPr>
          <p:cNvPr id="252766234" name="TextBox 86"/>
          <p:cNvSpPr/>
          <p:nvPr userDrawn="1"/>
        </p:nvSpPr>
        <p:spPr bwMode="auto">
          <a:xfrm rot="16199999">
            <a:off x="-577440" y="6164280"/>
            <a:ext cx="735480" cy="191520"/>
          </a:xfrm>
          <a:prstGeom prst="rect">
            <a:avLst/>
          </a:prstGeom>
          <a:noFill/>
          <a:ln w="0">
            <a:noFill/>
          </a:ln>
        </p:spPr>
        <p:style>
          <a:lnRef idx="0">
            <a:srgbClr val="000000"/>
          </a:lnRef>
          <a:fillRef idx="0">
            <a:srgbClr val="000000"/>
          </a:fillRef>
          <a:effectRef idx="0">
            <a:srgbClr val="00000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1589442640" name="Straight Connector 89"/>
          <p:cNvCxnSpPr/>
          <p:nvPr userDrawn="1"/>
        </p:nvCxnSpPr>
        <p:spPr bwMode="auto">
          <a:xfrm>
            <a:off x="-89640" y="5670360"/>
            <a:ext cx="360" cy="1178280"/>
          </a:xfrm>
          <a:prstGeom prst="straightConnector1">
            <a:avLst/>
          </a:prstGeom>
          <a:ln w="9525" cap="sq">
            <a:solidFill>
              <a:srgbClr val="FF0000"/>
            </a:solidFill>
            <a:miter/>
          </a:ln>
        </p:spPr>
      </p:cxnSp>
    </p:spTree>
    <p:extLst>
      <p:ext uri="{BB962C8B-B14F-4D97-AF65-F5344CB8AC3E}">
        <p14:creationId xmlns:p14="http://schemas.microsoft.com/office/powerpoint/2010/main" val="1216400656"/>
      </p:ext>
    </p:extLst>
  </p:cSld>
  <p:clrMap bg1="lt1" tx1="dk1" bg2="lt2" tx2="dk2" accent1="accent1" accent2="accent2" accent3="accent3" accent4="accent4" accent5="accent5" accent6="accent6" hlink="hlink" folHlink="folHlink"/>
  <p:sldLayoutIdLst>
    <p:sldLayoutId id="2147483959" r:id="rId1"/>
    <p:sldLayoutId id="2147483960" r:id="rId2"/>
    <p:sldLayoutId id="2147483961" r:id="rId3"/>
    <p:sldLayoutId id="2147483962" r:id="rId4"/>
    <p:sldLayoutId id="2147483963" r:id="rId5"/>
    <p:sldLayoutId id="2147483964" r:id="rId6"/>
    <p:sldLayoutId id="2147483965" r:id="rId7"/>
    <p:sldLayoutId id="2147483966" r:id="rId8"/>
    <p:sldLayoutId id="2147483967" r:id="rId9"/>
    <p:sldLayoutId id="2147483968" r:id="rId10"/>
    <p:sldLayoutId id="2147483969" r:id="rId11"/>
    <p:sldLayoutId id="2147483970" r:id="rId12"/>
  </p:sldLayoutIdLst>
  <p:txStyles>
    <p:titleStyle>
      <a:lvl1pPr algn="l" defTabSz="914400" rtl="0">
        <a:lnSpc>
          <a:spcPct val="90000"/>
        </a:lnSpc>
        <a:spcBef>
          <a:spcPts val="0"/>
        </a:spcBef>
        <a:buNone/>
        <a:defRPr sz="3200">
          <a:solidFill>
            <a:schemeClr val="tx1"/>
          </a:solidFill>
          <a:latin typeface="Segoe UI Semibold"/>
          <a:ea typeface="+mj-ea"/>
          <a:cs typeface="Segoe UI Semibold"/>
        </a:defRPr>
      </a:lvl1pPr>
    </p:titleStyle>
    <p:bodyStyle>
      <a:lvl1pPr marL="228600" indent="-228600" algn="l" defTabSz="914400" rtl="0">
        <a:lnSpc>
          <a:spcPct val="100000"/>
        </a:lnSpc>
        <a:spcBef>
          <a:spcPts val="0"/>
        </a:spcBef>
        <a:buFont typeface="Arial"/>
        <a:buChar char="•"/>
        <a:defRPr sz="2800">
          <a:solidFill>
            <a:schemeClr val="tx1"/>
          </a:solidFill>
          <a:latin typeface="Segoe UI"/>
          <a:ea typeface="+mn-ea"/>
          <a:cs typeface="Segoe UI"/>
        </a:defRPr>
      </a:lvl1pPr>
      <a:lvl2pPr marL="574675" indent="-234950" algn="l" defTabSz="914400" rtl="0">
        <a:lnSpc>
          <a:spcPct val="100000"/>
        </a:lnSpc>
        <a:spcBef>
          <a:spcPts val="0"/>
        </a:spcBef>
        <a:buFont typeface="Arial"/>
        <a:buChar char="•"/>
        <a:defRPr sz="2400">
          <a:solidFill>
            <a:schemeClr val="tx1"/>
          </a:solidFill>
          <a:latin typeface="Segoe UI"/>
          <a:ea typeface="+mn-ea"/>
          <a:cs typeface="Segoe UI"/>
        </a:defRPr>
      </a:lvl2pPr>
      <a:lvl3pPr marL="914400" indent="-227013" algn="l" defTabSz="914400" rtl="0">
        <a:lnSpc>
          <a:spcPct val="100000"/>
        </a:lnSpc>
        <a:spcBef>
          <a:spcPts val="0"/>
        </a:spcBef>
        <a:buFont typeface="Arial"/>
        <a:buChar char="•"/>
        <a:defRPr sz="2000">
          <a:solidFill>
            <a:schemeClr val="tx1"/>
          </a:solidFill>
          <a:latin typeface="Segoe UI"/>
          <a:ea typeface="+mn-ea"/>
          <a:cs typeface="Segoe UI"/>
        </a:defRPr>
      </a:lvl3pPr>
      <a:lvl4pPr marL="1141413" indent="-169862" algn="l" defTabSz="914400" rtl="0">
        <a:lnSpc>
          <a:spcPct val="100000"/>
        </a:lnSpc>
        <a:spcBef>
          <a:spcPts val="0"/>
        </a:spcBef>
        <a:buFont typeface="Arial"/>
        <a:buChar char="•"/>
        <a:defRPr sz="1800">
          <a:solidFill>
            <a:schemeClr val="tx1"/>
          </a:solidFill>
          <a:latin typeface="Segoe UI"/>
          <a:ea typeface="+mn-ea"/>
          <a:cs typeface="Segoe UI"/>
        </a:defRPr>
      </a:lvl4pPr>
      <a:lvl5pPr marL="1376363" indent="-179388" algn="l" defTabSz="914400" rtl="0">
        <a:lnSpc>
          <a:spcPct val="100000"/>
        </a:lnSpc>
        <a:spcBef>
          <a:spcPts val="0"/>
        </a:spcBef>
        <a:buFont typeface="Arial"/>
        <a:buChar char="•"/>
        <a:defRPr sz="1800">
          <a:solidFill>
            <a:schemeClr val="tx1"/>
          </a:solidFill>
          <a:latin typeface="Segoe UI"/>
          <a:ea typeface="+mn-ea"/>
          <a:cs typeface="Segoe UI"/>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grpSp>
        <p:nvGrpSpPr>
          <p:cNvPr id="177589952" name="GRID" hidden="1"/>
          <p:cNvGrpSpPr/>
          <p:nvPr userDrawn="1"/>
        </p:nvGrpSpPr>
        <p:grpSpPr bwMode="auto">
          <a:xfrm>
            <a:off x="0" y="0"/>
            <a:ext cx="12192000" cy="6858000"/>
            <a:chOff x="0" y="0"/>
            <a:chExt cx="12192000" cy="6858000"/>
          </a:xfrm>
        </p:grpSpPr>
        <p:cxnSp>
          <p:nvCxnSpPr>
            <p:cNvPr id="7" name="Straight Connector 6"/>
            <p:cNvCxnSpPr/>
            <p:nvPr/>
          </p:nvCxnSpPr>
          <p:spPr bwMode="auto">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auto">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auto">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auto">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auto">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auto">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auto">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auto">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auto">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auto">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auto">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auto">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auto">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auto">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auto">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auto">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auto">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auto">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auto">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auto">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auto">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auto">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auto">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auto">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auto">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auto">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userDrawn="1"/>
          </p:nvCxnSpPr>
          <p:spPr bwMode="auto">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auto">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userDrawn="1"/>
          </p:nvCxnSpPr>
          <p:spPr bwMode="auto">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bwMode="auto">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userDrawn="1"/>
          </p:nvCxnSpPr>
          <p:spPr bwMode="auto">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userDrawn="1"/>
          </p:nvCxnSpPr>
          <p:spPr bwMode="auto">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userDrawn="1"/>
          </p:nvCxnSpPr>
          <p:spPr bwMode="auto">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userDrawn="1"/>
          </p:nvCxnSpPr>
          <p:spPr bwMode="auto">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747375765" name="Title Placeholder 1"/>
          <p:cNvSpPr>
            <a:spLocks noGrp="1"/>
          </p:cNvSpPr>
          <p:nvPr userDrawn="1">
            <p:ph type="title"/>
          </p:nvPr>
        </p:nvSpPr>
        <p:spPr bwMode="auto">
          <a:xfrm>
            <a:off x="588263" y="585216"/>
            <a:ext cx="10430257" cy="307777"/>
          </a:xfrm>
          <a:prstGeom prst="rect">
            <a:avLst/>
          </a:prstGeom>
        </p:spPr>
        <p:txBody>
          <a:bodyPr vert="horz" wrap="square" lIns="0" tIns="0" rIns="0" bIns="0" rtlCol="0" anchor="t">
            <a:spAutoFit/>
          </a:bodyPr>
          <a:lstStyle/>
          <a:p>
            <a:pPr>
              <a:defRPr/>
            </a:pPr>
            <a:r>
              <a:rPr lang="en-US"/>
              <a:t>Click to edit Master title style</a:t>
            </a:r>
            <a:endParaRPr/>
          </a:p>
        </p:txBody>
      </p:sp>
      <p:sp>
        <p:nvSpPr>
          <p:cNvPr id="1521086562" name="Text Placeholder 3"/>
          <p:cNvSpPr>
            <a:spLocks noGrp="1"/>
          </p:cNvSpPr>
          <p:nvPr>
            <p:ph type="body" idx="1"/>
          </p:nvPr>
        </p:nvSpPr>
        <p:spPr bwMode="auto">
          <a:xfrm>
            <a:off x="584200" y="1591056"/>
            <a:ext cx="10426700" cy="726353"/>
          </a:xfrm>
          <a:prstGeom prst="rect">
            <a:avLst/>
          </a:prstGeom>
        </p:spPr>
        <p:txBody>
          <a:bodyPr vert="horz" wrap="square" lIns="0" tIns="0" rIns="0" bIns="0" rtlCol="0">
            <a:spAutoFit/>
          </a:body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48719135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3471488717"/>
      </p:ext>
    </p:extLst>
  </p:cSld>
  <p:clrMap bg1="lt1" tx1="dk1" bg2="lt2" tx2="dk2" accent1="accent1" accent2="accent2" accent3="accent3" accent4="accent4" accent5="accent5" accent6="accent6" hlink="hlink" folHlink="folHlink"/>
  <p:sldLayoutIdLst>
    <p:sldLayoutId id="2147483972" r:id="rId1"/>
    <p:sldLayoutId id="2147483973" r:id="rId2"/>
    <p:sldLayoutId id="2147483974" r:id="rId3"/>
    <p:sldLayoutId id="2147483975" r:id="rId4"/>
    <p:sldLayoutId id="2147483976" r:id="rId5"/>
    <p:sldLayoutId id="2147483977" r:id="rId6"/>
    <p:sldLayoutId id="2147483978" r:id="rId7"/>
    <p:sldLayoutId id="2147483979" r:id="rId8"/>
    <p:sldLayoutId id="2147483980" r:id="rId9"/>
    <p:sldLayoutId id="2147483981" r:id="rId10"/>
    <p:sldLayoutId id="2147483982" r:id="rId11"/>
    <p:sldLayoutId id="2147483983" r:id="rId12"/>
    <p:sldLayoutId id="2147483984" r:id="rId13"/>
    <p:sldLayoutId id="2147483985" r:id="rId14"/>
    <p:sldLayoutId id="2147483986" r:id="rId15"/>
    <p:sldLayoutId id="2147483987" r:id="rId16"/>
    <p:sldLayoutId id="2147483988" r:id="rId17"/>
    <p:sldLayoutId id="2147483989" r:id="rId18"/>
    <p:sldLayoutId id="2147483990" r:id="rId19"/>
    <p:sldLayoutId id="2147483991" r:id="rId20"/>
    <p:sldLayoutId id="2147483992" r:id="rId21"/>
    <p:sldLayoutId id="2147483993" r:id="rId22"/>
    <p:sldLayoutId id="2147483994" r:id="rId23"/>
    <p:sldLayoutId id="2147483995" r:id="rId24"/>
    <p:sldLayoutId id="2147483996" r:id="rId25"/>
    <p:sldLayoutId id="2147483997" r:id="rId26"/>
    <p:sldLayoutId id="2147483998" r:id="rId27"/>
    <p:sldLayoutId id="2147483999" r:id="rId28"/>
    <p:sldLayoutId id="2147484000" r:id="rId29"/>
    <p:sldLayoutId id="2147484001" r:id="rId30"/>
    <p:sldLayoutId id="2147484002" r:id="rId31"/>
    <p:sldLayoutId id="2147484003" r:id="rId32"/>
    <p:sldLayoutId id="2147484004" r:id="rId33"/>
    <p:sldLayoutId id="2147484005" r:id="rId34"/>
    <p:sldLayoutId id="2147484006" r:id="rId35"/>
    <p:sldLayoutId id="2147484007" r:id="rId36"/>
    <p:sldLayoutId id="2147484008" r:id="rId37"/>
    <p:sldLayoutId id="2147484009" r:id="rId38"/>
    <p:sldLayoutId id="2147484010" r:id="rId39"/>
    <p:sldLayoutId id="2147484011" r:id="rId40"/>
    <p:sldLayoutId id="2147484012" r:id="rId41"/>
    <p:sldLayoutId id="2147484013" r:id="rId42"/>
    <p:sldLayoutId id="2147484014" r:id="rId43"/>
    <p:sldLayoutId id="2147484015" r:id="rId44"/>
    <p:sldLayoutId id="2147484016" r:id="rId45"/>
    <p:sldLayoutId id="2147484017" r:id="rId46"/>
    <p:sldLayoutId id="2147484018" r:id="rId47"/>
    <p:sldLayoutId id="2147484019" r:id="rId48"/>
    <p:sldLayoutId id="2147484020" r:id="rId49"/>
    <p:sldLayoutId id="2147484021" r:id="rId50"/>
    <p:sldLayoutId id="2147484022" r:id="rId51"/>
  </p:sldLayoutIdLst>
  <p:hf sldNum="0" hdr="0" dt="0"/>
  <p:txStyles>
    <p:titleStyle>
      <a:lvl1pPr algn="l" defTabSz="932742" rtl="0">
        <a:lnSpc>
          <a:spcPct val="100000"/>
        </a:lnSpc>
        <a:spcBef>
          <a:spcPts val="0"/>
        </a:spcBef>
        <a:buNone/>
        <a:defRPr lang="en-US" sz="2000" b="0" cap="none" spc="0">
          <a:ln w="3175">
            <a:noFill/>
          </a:ln>
          <a:solidFill>
            <a:schemeClr val="tx1"/>
          </a:solidFill>
          <a:latin typeface="+mj-lt"/>
          <a:ea typeface="+mn-ea"/>
          <a:cs typeface="Segoe UI"/>
        </a:defRPr>
      </a:lvl1pPr>
    </p:titleStyle>
    <p:bodyStyle>
      <a:lvl1pPr marL="137160" marR="0" indent="-137160" algn="l" defTabSz="932742" rtl="0">
        <a:lnSpc>
          <a:spcPct val="100000"/>
        </a:lnSpc>
        <a:spcBef>
          <a:spcPts val="0"/>
        </a:spcBef>
        <a:spcAft>
          <a:spcPts val="0"/>
        </a:spcAft>
        <a:buClrTx/>
        <a:buSzPct val="90000"/>
        <a:buFont typeface="Arial"/>
        <a:buChar char="•"/>
        <a:defRPr sz="1600" spc="0">
          <a:solidFill>
            <a:schemeClr val="tx1"/>
          </a:solidFill>
          <a:latin typeface="+mn-lt"/>
          <a:ea typeface="+mn-ea"/>
          <a:cs typeface="Segoe UI"/>
        </a:defRPr>
      </a:lvl1pPr>
      <a:lvl2pPr marL="265176" marR="0" indent="-109728" algn="l" defTabSz="932742" rtl="0">
        <a:lnSpc>
          <a:spcPct val="100000"/>
        </a:lnSpc>
        <a:spcBef>
          <a:spcPts val="0"/>
        </a:spcBef>
        <a:spcAft>
          <a:spcPts val="0"/>
        </a:spcAft>
        <a:buClrTx/>
        <a:buSzPct val="90000"/>
        <a:buFont typeface="Arial"/>
        <a:buChar char="•"/>
        <a:defRPr sz="1400" spc="0">
          <a:solidFill>
            <a:schemeClr val="tx1"/>
          </a:solidFill>
          <a:latin typeface="+mn-lt"/>
          <a:ea typeface="+mn-ea"/>
          <a:cs typeface="+mn-cs"/>
        </a:defRPr>
      </a:lvl2pPr>
      <a:lvl3pPr marL="384048" marR="0" indent="-118872" algn="l" defTabSz="932742" rtl="0">
        <a:lnSpc>
          <a:spcPct val="100000"/>
        </a:lnSpc>
        <a:spcBef>
          <a:spcPts val="0"/>
        </a:spcBef>
        <a:spcAft>
          <a:spcPts val="0"/>
        </a:spcAft>
        <a:buClrTx/>
        <a:buSzPct val="90000"/>
        <a:buFont typeface="Arial"/>
        <a:buChar char="•"/>
        <a:defRPr sz="1200" spc="0">
          <a:solidFill>
            <a:schemeClr val="tx1"/>
          </a:solidFill>
          <a:latin typeface="+mn-lt"/>
          <a:ea typeface="+mn-ea"/>
          <a:cs typeface="+mn-cs"/>
        </a:defRPr>
      </a:lvl3pPr>
      <a:lvl4pPr marL="842963" marR="0" indent="-180975" algn="l" defTabSz="932742" rtl="0">
        <a:lnSpc>
          <a:spcPct val="100000"/>
        </a:lnSpc>
        <a:spcBef>
          <a:spcPts val="0"/>
        </a:spcBef>
        <a:spcAft>
          <a:spcPts val="0"/>
        </a:spcAft>
        <a:buClrTx/>
        <a:buSzPct val="90000"/>
        <a:buFont typeface="Wingdings"/>
        <a:buChar char=""/>
        <a:defRPr sz="1000" spc="0">
          <a:gradFill>
            <a:gsLst>
              <a:gs pos="1250">
                <a:schemeClr val="tx1"/>
              </a:gs>
              <a:gs pos="100000">
                <a:schemeClr val="tx1"/>
              </a:gs>
            </a:gsLst>
            <a:lin ang="5400000" scaled="0"/>
          </a:gradFill>
          <a:latin typeface="+mn-lt"/>
          <a:ea typeface="+mn-ea"/>
          <a:cs typeface="+mn-cs"/>
        </a:defRPr>
      </a:lvl4pPr>
      <a:lvl5pPr marL="1023938" marR="0" indent="-168275" algn="l" defTabSz="932742" rtl="0">
        <a:lnSpc>
          <a:spcPct val="100000"/>
        </a:lnSpc>
        <a:spcBef>
          <a:spcPts val="0"/>
        </a:spcBef>
        <a:spcAft>
          <a:spcPts val="0"/>
        </a:spcAft>
        <a:buClrTx/>
        <a:buSzPct val="90000"/>
        <a:buFont typeface="Wingdings"/>
        <a:buChar char=""/>
        <a:defRPr sz="800" spc="0">
          <a:gradFill>
            <a:gsLst>
              <a:gs pos="1250">
                <a:schemeClr val="tx1"/>
              </a:gs>
              <a:gs pos="100000">
                <a:schemeClr val="tx1"/>
              </a:gs>
            </a:gsLst>
            <a:lin ang="5400000" scaled="0"/>
          </a:gradFill>
          <a:latin typeface="+mn-lt"/>
          <a:ea typeface="+mn-ea"/>
          <a:cs typeface="+mn-cs"/>
        </a:defRPr>
      </a:lvl5pPr>
      <a:lvl6pPr marL="2565040" indent="-233186" algn="l" defTabSz="932742" rtl="0">
        <a:spcBef>
          <a:spcPts val="0"/>
        </a:spcBef>
        <a:buFont typeface="Arial"/>
        <a:buChar char="•"/>
        <a:defRPr sz="2000">
          <a:solidFill>
            <a:schemeClr val="tx1"/>
          </a:solidFill>
          <a:latin typeface="+mn-lt"/>
          <a:ea typeface="+mn-ea"/>
          <a:cs typeface="+mn-cs"/>
        </a:defRPr>
      </a:lvl6pPr>
      <a:lvl7pPr marL="3031412" indent="-233186" algn="l" defTabSz="932742" rtl="0">
        <a:spcBef>
          <a:spcPts val="0"/>
        </a:spcBef>
        <a:buFont typeface="Arial"/>
        <a:buChar char="•"/>
        <a:defRPr sz="2000">
          <a:solidFill>
            <a:schemeClr val="tx1"/>
          </a:solidFill>
          <a:latin typeface="+mn-lt"/>
          <a:ea typeface="+mn-ea"/>
          <a:cs typeface="+mn-cs"/>
        </a:defRPr>
      </a:lvl7pPr>
      <a:lvl8pPr marL="3497783" indent="-233186" algn="l" defTabSz="932742" rtl="0">
        <a:spcBef>
          <a:spcPts val="0"/>
        </a:spcBef>
        <a:buFont typeface="Arial"/>
        <a:buChar char="•"/>
        <a:defRPr sz="2000">
          <a:solidFill>
            <a:schemeClr val="tx1"/>
          </a:solidFill>
          <a:latin typeface="+mn-lt"/>
          <a:ea typeface="+mn-ea"/>
          <a:cs typeface="+mn-cs"/>
        </a:defRPr>
      </a:lvl8pPr>
      <a:lvl9pPr marL="3964155" indent="-233186" algn="l" defTabSz="932742"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32742" rtl="0">
        <a:defRPr sz="1800">
          <a:solidFill>
            <a:schemeClr val="tx1"/>
          </a:solidFill>
          <a:latin typeface="+mn-lt"/>
          <a:ea typeface="+mn-ea"/>
          <a:cs typeface="+mn-cs"/>
        </a:defRPr>
      </a:lvl1pPr>
      <a:lvl2pPr marL="466371" algn="l" defTabSz="932742" rtl="0">
        <a:defRPr sz="1800">
          <a:solidFill>
            <a:schemeClr val="tx1"/>
          </a:solidFill>
          <a:latin typeface="+mn-lt"/>
          <a:ea typeface="+mn-ea"/>
          <a:cs typeface="+mn-cs"/>
        </a:defRPr>
      </a:lvl2pPr>
      <a:lvl3pPr marL="932742" algn="l" defTabSz="932742" rtl="0">
        <a:defRPr sz="1800">
          <a:solidFill>
            <a:schemeClr val="tx1"/>
          </a:solidFill>
          <a:latin typeface="+mn-lt"/>
          <a:ea typeface="+mn-ea"/>
          <a:cs typeface="+mn-cs"/>
        </a:defRPr>
      </a:lvl3pPr>
      <a:lvl4pPr marL="1399113" algn="l" defTabSz="932742" rtl="0">
        <a:defRPr sz="1800">
          <a:solidFill>
            <a:schemeClr val="tx1"/>
          </a:solidFill>
          <a:latin typeface="+mn-lt"/>
          <a:ea typeface="+mn-ea"/>
          <a:cs typeface="+mn-cs"/>
        </a:defRPr>
      </a:lvl4pPr>
      <a:lvl5pPr marL="1865484" algn="l" defTabSz="932742" rtl="0">
        <a:defRPr sz="1800">
          <a:solidFill>
            <a:schemeClr val="tx1"/>
          </a:solidFill>
          <a:latin typeface="+mn-lt"/>
          <a:ea typeface="+mn-ea"/>
          <a:cs typeface="+mn-cs"/>
        </a:defRPr>
      </a:lvl5pPr>
      <a:lvl6pPr marL="2331856" algn="l" defTabSz="932742" rtl="0">
        <a:defRPr sz="1800">
          <a:solidFill>
            <a:schemeClr val="tx1"/>
          </a:solidFill>
          <a:latin typeface="+mn-lt"/>
          <a:ea typeface="+mn-ea"/>
          <a:cs typeface="+mn-cs"/>
        </a:defRPr>
      </a:lvl6pPr>
      <a:lvl7pPr marL="2798226" algn="l" defTabSz="932742" rtl="0">
        <a:defRPr sz="1800">
          <a:solidFill>
            <a:schemeClr val="tx1"/>
          </a:solidFill>
          <a:latin typeface="+mn-lt"/>
          <a:ea typeface="+mn-ea"/>
          <a:cs typeface="+mn-cs"/>
        </a:defRPr>
      </a:lvl7pPr>
      <a:lvl8pPr marL="3264597" algn="l" defTabSz="932742" rtl="0">
        <a:defRPr sz="1800">
          <a:solidFill>
            <a:schemeClr val="tx1"/>
          </a:solidFill>
          <a:latin typeface="+mn-lt"/>
          <a:ea typeface="+mn-ea"/>
          <a:cs typeface="+mn-cs"/>
        </a:defRPr>
      </a:lvl8pPr>
      <a:lvl9pPr marL="3730969" algn="l" defTabSz="932742" rtl="0">
        <a:defRPr sz="18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bwMode="auto">
        <a:xfrm>
          <a:off x="0" y="0"/>
          <a:ext cx="0" cy="0"/>
          <a:chOff x="0" y="0"/>
          <a:chExt cx="0" cy="0"/>
        </a:xfrm>
      </p:grpSpPr>
      <p:sp>
        <p:nvSpPr>
          <p:cNvPr id="151492529" name="Title Placeholder 1"/>
          <p:cNvSpPr>
            <a:spLocks noGrp="1"/>
          </p:cNvSpPr>
          <p:nvPr>
            <p:ph type="title"/>
          </p:nvPr>
        </p:nvSpPr>
        <p:spPr bwMode="auto">
          <a:xfrm>
            <a:off x="457200" y="411480"/>
            <a:ext cx="11222610" cy="515442"/>
          </a:xfrm>
          <a:prstGeom prst="rect">
            <a:avLst/>
          </a:prstGeom>
        </p:spPr>
        <p:txBody>
          <a:bodyPr vert="horz" lIns="0" tIns="0" rIns="0" bIns="0" rtlCol="0" anchor="ctr">
            <a:noAutofit/>
          </a:bodyPr>
          <a:lstStyle/>
          <a:p>
            <a:pPr>
              <a:defRPr/>
            </a:pPr>
            <a:r>
              <a:rPr lang="en-US"/>
              <a:t>Click to edit Master title style</a:t>
            </a:r>
            <a:endParaRPr/>
          </a:p>
        </p:txBody>
      </p:sp>
      <p:sp>
        <p:nvSpPr>
          <p:cNvPr id="564445146" name="Text Placeholder 2"/>
          <p:cNvSpPr>
            <a:spLocks noGrp="1"/>
          </p:cNvSpPr>
          <p:nvPr>
            <p:ph type="body" idx="1"/>
          </p:nvPr>
        </p:nvSpPr>
        <p:spPr bwMode="auto">
          <a:xfrm>
            <a:off x="457200" y="1150403"/>
            <a:ext cx="11222610" cy="4351338"/>
          </a:xfrm>
          <a:prstGeom prst="rect">
            <a:avLst/>
          </a:prstGeom>
        </p:spPr>
        <p:txBody>
          <a:bodyPr vert="horz" lIns="0" tIns="0" rIns="0" bIns="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272564605" name="TextBox 6"/>
          <p:cNvSpPr txBox="1"/>
          <p:nvPr userDrawn="1"/>
        </p:nvSpPr>
        <p:spPr bwMode="auto">
          <a:xfrm>
            <a:off x="457200" y="6411853"/>
            <a:ext cx="3709956" cy="172676"/>
          </a:xfrm>
          <a:prstGeom prst="rect">
            <a:avLst/>
          </a:prstGeom>
          <a:noFill/>
        </p:spPr>
        <p:txBody>
          <a:bodyPr wrap="square" lIns="0" tIns="0" rIns="0" bIns="0">
            <a:spAutoFit/>
          </a:bodyPr>
          <a:lstStyle/>
          <a:p>
            <a:pPr defTabSz="932563">
              <a:defRPr/>
            </a:pPr>
            <a:r>
              <a:rPr lang="en-US" sz="1100">
                <a:solidFill>
                  <a:srgbClr val="000000"/>
                </a:solidFill>
                <a:latin typeface="Segoe UI"/>
                <a:cs typeface="Segoe UI"/>
              </a:rPr>
              <a:t>© Copyright Microsoft Corporation. All rights reserved.</a:t>
            </a:r>
            <a:endParaRPr/>
          </a:p>
        </p:txBody>
      </p:sp>
      <p:pic>
        <p:nvPicPr>
          <p:cNvPr id="3" name="Graphic 77">
            <a:extLst>
              <a:ext uri="{FF2B5EF4-FFF2-40B4-BE49-F238E27FC236}">
                <a16:creationId xmlns:a16="http://schemas.microsoft.com/office/drawing/2014/main" id="{8D7DD940-12BF-8948-98D2-D5E9837A814F}"/>
              </a:ext>
            </a:extLst>
          </p:cNvPr>
          <p:cNvPicPr/>
          <p:nvPr userDrawn="1"/>
        </p:nvPicPr>
        <p:blipFill>
          <a:blip>
            <a:extLst>
              <a:ext uri="{96DAC541-7B7A-43D3-8B79-37D633B846F1}">
                <asvg:svgBlip xmlns:asvg="http://schemas.microsoft.com/office/drawing/2016/SVG/main" r:embed="rId15"/>
              </a:ext>
            </a:extLst>
          </a:blip>
          <a:stretch/>
        </p:blipFill>
        <p:spPr bwMode="auto">
          <a:xfrm rot="5400000">
            <a:off x="9510120" y="2743200"/>
            <a:ext cx="6857640" cy="1371240"/>
          </a:xfrm>
          <a:prstGeom prst="rect">
            <a:avLst/>
          </a:prstGeom>
          <a:noFill/>
          <a:ln w="0">
            <a:noFill/>
          </a:ln>
        </p:spPr>
      </p:pic>
      <p:sp>
        <p:nvSpPr>
          <p:cNvPr id="4" name="TextBox 86">
            <a:extLst>
              <a:ext uri="{FF2B5EF4-FFF2-40B4-BE49-F238E27FC236}">
                <a16:creationId xmlns:a16="http://schemas.microsoft.com/office/drawing/2014/main" id="{BFACDAEB-0AF3-64E6-42A6-B8A5A0A54E67}"/>
              </a:ext>
            </a:extLst>
          </p:cNvPr>
          <p:cNvSpPr/>
          <p:nvPr userDrawn="1"/>
        </p:nvSpPr>
        <p:spPr bwMode="auto">
          <a:xfrm rot="16200000">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pPr>
            <a:r>
              <a:rPr lang="en-US" sz="700" b="0" u="none" strike="noStrike" dirty="0">
                <a:solidFill>
                  <a:schemeClr val="lt1">
                    <a:lumMod val="65000"/>
                  </a:schemeClr>
                </a:solidFill>
                <a:effectLst/>
                <a:uFillTx/>
                <a:latin typeface="Segoe UI"/>
              </a:rPr>
              <a:t>Closed captioning</a:t>
            </a:r>
            <a:br>
              <a:rPr sz="700" dirty="0"/>
            </a:br>
            <a:r>
              <a:rPr lang="en-US" sz="700" b="0" u="none" strike="noStrike" dirty="0">
                <a:solidFill>
                  <a:schemeClr val="lt1">
                    <a:lumMod val="65000"/>
                  </a:schemeClr>
                </a:solidFill>
                <a:effectLst/>
                <a:uFillTx/>
                <a:latin typeface="Segoe UI"/>
              </a:rPr>
              <a:t>space demarcation</a:t>
            </a:r>
            <a:endParaRPr lang="en-US" sz="700" b="0" u="none" strike="noStrike" dirty="0">
              <a:solidFill>
                <a:srgbClr val="000000"/>
              </a:solidFill>
              <a:effectLst/>
              <a:uFillTx/>
              <a:latin typeface="Arial"/>
            </a:endParaRPr>
          </a:p>
        </p:txBody>
      </p:sp>
      <p:cxnSp>
        <p:nvCxnSpPr>
          <p:cNvPr id="5" name="Straight Connector 89">
            <a:extLst>
              <a:ext uri="{FF2B5EF4-FFF2-40B4-BE49-F238E27FC236}">
                <a16:creationId xmlns:a16="http://schemas.microsoft.com/office/drawing/2014/main" id="{863C95DA-54DD-910D-4D61-7D4906CC83E7}"/>
              </a:ext>
            </a:extLst>
          </p:cNvPr>
          <p:cNvCxnSpPr/>
          <p:nvPr userDrawn="1"/>
        </p:nvCxnSpPr>
        <p:spPr bwMode="auto">
          <a:xfrm>
            <a:off x="-89640" y="5670360"/>
            <a:ext cx="360" cy="1178280"/>
          </a:xfrm>
          <a:prstGeom prst="straightConnector1">
            <a:avLst/>
          </a:prstGeom>
          <a:ln w="9525" cap="sq">
            <a:solidFill>
              <a:srgbClr val="FF0000"/>
            </a:solidFill>
            <a:miter/>
          </a:ln>
        </p:spPr>
      </p:cxnSp>
    </p:spTree>
    <p:extLst>
      <p:ext uri="{BB962C8B-B14F-4D97-AF65-F5344CB8AC3E}">
        <p14:creationId xmlns:p14="http://schemas.microsoft.com/office/powerpoint/2010/main" val="2473155946"/>
      </p:ext>
    </p:extLst>
  </p:cSld>
  <p:clrMap bg1="lt1" tx1="dk1" bg2="lt2" tx2="dk2" accent1="accent1" accent2="accent2" accent3="accent3" accent4="accent4" accent5="accent5" accent6="accent6" hlink="hlink" folHlink="folHlink"/>
  <p:sldLayoutIdLst>
    <p:sldLayoutId id="2147484024" r:id="rId1"/>
    <p:sldLayoutId id="2147484025" r:id="rId2"/>
    <p:sldLayoutId id="2147484026" r:id="rId3"/>
    <p:sldLayoutId id="2147484027" r:id="rId4"/>
    <p:sldLayoutId id="2147484028" r:id="rId5"/>
    <p:sldLayoutId id="2147484029" r:id="rId6"/>
    <p:sldLayoutId id="2147484030" r:id="rId7"/>
    <p:sldLayoutId id="2147484031" r:id="rId8"/>
    <p:sldLayoutId id="2147484032" r:id="rId9"/>
    <p:sldLayoutId id="2147484033" r:id="rId10"/>
    <p:sldLayoutId id="2147484034" r:id="rId11"/>
    <p:sldLayoutId id="2147484035" r:id="rId12"/>
  </p:sldLayoutIdLst>
  <p:txStyles>
    <p:titleStyle>
      <a:lvl1pPr algn="l" defTabSz="914400" rtl="0">
        <a:lnSpc>
          <a:spcPct val="90000"/>
        </a:lnSpc>
        <a:spcBef>
          <a:spcPts val="0"/>
        </a:spcBef>
        <a:buNone/>
        <a:defRPr sz="3200">
          <a:solidFill>
            <a:schemeClr val="tx1"/>
          </a:solidFill>
          <a:latin typeface="Segoe UI Semibold"/>
          <a:ea typeface="+mj-ea"/>
          <a:cs typeface="Segoe UI Semibold"/>
        </a:defRPr>
      </a:lvl1pPr>
    </p:titleStyle>
    <p:bodyStyle>
      <a:lvl1pPr marL="228600" indent="-228600" algn="l" defTabSz="914400" rtl="0">
        <a:lnSpc>
          <a:spcPct val="100000"/>
        </a:lnSpc>
        <a:spcBef>
          <a:spcPts val="0"/>
        </a:spcBef>
        <a:buFont typeface="Arial"/>
        <a:buChar char="•"/>
        <a:defRPr sz="2800">
          <a:solidFill>
            <a:schemeClr val="tx1"/>
          </a:solidFill>
          <a:latin typeface="Segoe UI"/>
          <a:ea typeface="+mn-ea"/>
          <a:cs typeface="Segoe UI"/>
        </a:defRPr>
      </a:lvl1pPr>
      <a:lvl2pPr marL="574675" indent="-234950" algn="l" defTabSz="914400" rtl="0">
        <a:lnSpc>
          <a:spcPct val="100000"/>
        </a:lnSpc>
        <a:spcBef>
          <a:spcPts val="0"/>
        </a:spcBef>
        <a:buFont typeface="Arial"/>
        <a:buChar char="•"/>
        <a:defRPr sz="2400">
          <a:solidFill>
            <a:schemeClr val="tx1"/>
          </a:solidFill>
          <a:latin typeface="Segoe UI"/>
          <a:ea typeface="+mn-ea"/>
          <a:cs typeface="Segoe UI"/>
        </a:defRPr>
      </a:lvl2pPr>
      <a:lvl3pPr marL="914400" indent="-227013" algn="l" defTabSz="914400" rtl="0">
        <a:lnSpc>
          <a:spcPct val="100000"/>
        </a:lnSpc>
        <a:spcBef>
          <a:spcPts val="0"/>
        </a:spcBef>
        <a:buFont typeface="Arial"/>
        <a:buChar char="•"/>
        <a:defRPr sz="2000">
          <a:solidFill>
            <a:schemeClr val="tx1"/>
          </a:solidFill>
          <a:latin typeface="Segoe UI"/>
          <a:ea typeface="+mn-ea"/>
          <a:cs typeface="Segoe UI"/>
        </a:defRPr>
      </a:lvl3pPr>
      <a:lvl4pPr marL="1141413" indent="-169862" algn="l" defTabSz="914400" rtl="0">
        <a:lnSpc>
          <a:spcPct val="100000"/>
        </a:lnSpc>
        <a:spcBef>
          <a:spcPts val="0"/>
        </a:spcBef>
        <a:buFont typeface="Arial"/>
        <a:buChar char="•"/>
        <a:defRPr sz="1800">
          <a:solidFill>
            <a:schemeClr val="tx1"/>
          </a:solidFill>
          <a:latin typeface="Segoe UI"/>
          <a:ea typeface="+mn-ea"/>
          <a:cs typeface="Segoe UI"/>
        </a:defRPr>
      </a:lvl4pPr>
      <a:lvl5pPr marL="1376363" indent="-179388" algn="l" defTabSz="914400" rtl="0">
        <a:lnSpc>
          <a:spcPct val="100000"/>
        </a:lnSpc>
        <a:spcBef>
          <a:spcPts val="0"/>
        </a:spcBef>
        <a:buFont typeface="Arial"/>
        <a:buChar char="•"/>
        <a:defRPr sz="1800">
          <a:solidFill>
            <a:schemeClr val="tx1"/>
          </a:solidFill>
          <a:latin typeface="Segoe UI"/>
          <a:ea typeface="+mn-ea"/>
          <a:cs typeface="Segoe UI"/>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grpSp>
        <p:nvGrpSpPr>
          <p:cNvPr id="826392800" name="GRID" hidden="1"/>
          <p:cNvGrpSpPr/>
          <p:nvPr userDrawn="1"/>
        </p:nvGrpSpPr>
        <p:grpSpPr bwMode="auto">
          <a:xfrm>
            <a:off x="0" y="0"/>
            <a:ext cx="12192000" cy="6858000"/>
            <a:chOff x="0" y="0"/>
            <a:chExt cx="12192000" cy="6858000"/>
          </a:xfrm>
        </p:grpSpPr>
        <p:cxnSp>
          <p:nvCxnSpPr>
            <p:cNvPr id="7" name="Straight Connector 6"/>
            <p:cNvCxnSpPr/>
            <p:nvPr/>
          </p:nvCxnSpPr>
          <p:spPr bwMode="auto">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auto">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auto">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auto">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auto">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auto">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auto">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auto">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auto">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auto">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auto">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auto">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auto">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auto">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auto">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auto">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auto">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auto">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auto">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auto">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auto">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auto">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auto">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auto">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auto">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auto">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userDrawn="1"/>
          </p:nvCxnSpPr>
          <p:spPr bwMode="auto">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auto">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userDrawn="1"/>
          </p:nvCxnSpPr>
          <p:spPr bwMode="auto">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bwMode="auto">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userDrawn="1"/>
          </p:nvCxnSpPr>
          <p:spPr bwMode="auto">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userDrawn="1"/>
          </p:nvCxnSpPr>
          <p:spPr bwMode="auto">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userDrawn="1"/>
          </p:nvCxnSpPr>
          <p:spPr bwMode="auto">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userDrawn="1"/>
          </p:nvCxnSpPr>
          <p:spPr bwMode="auto">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54814296" name="Title Placeholder 1"/>
          <p:cNvSpPr>
            <a:spLocks noGrp="1"/>
          </p:cNvSpPr>
          <p:nvPr userDrawn="1">
            <p:ph type="title"/>
          </p:nvPr>
        </p:nvSpPr>
        <p:spPr bwMode="auto">
          <a:xfrm>
            <a:off x="588263" y="585216"/>
            <a:ext cx="10430257" cy="307777"/>
          </a:xfrm>
          <a:prstGeom prst="rect">
            <a:avLst/>
          </a:prstGeom>
        </p:spPr>
        <p:txBody>
          <a:bodyPr vert="horz" wrap="square" lIns="0" tIns="0" rIns="0" bIns="0" rtlCol="0" anchor="t">
            <a:spAutoFit/>
          </a:bodyPr>
          <a:lstStyle/>
          <a:p>
            <a:pPr>
              <a:defRPr/>
            </a:pPr>
            <a:r>
              <a:rPr lang="en-US"/>
              <a:t>Click to edit Master title style</a:t>
            </a:r>
            <a:endParaRPr/>
          </a:p>
        </p:txBody>
      </p:sp>
      <p:sp>
        <p:nvSpPr>
          <p:cNvPr id="1731042898" name="Text Placeholder 3"/>
          <p:cNvSpPr>
            <a:spLocks noGrp="1"/>
          </p:cNvSpPr>
          <p:nvPr>
            <p:ph type="body" idx="1"/>
          </p:nvPr>
        </p:nvSpPr>
        <p:spPr bwMode="auto">
          <a:xfrm>
            <a:off x="584200" y="1591056"/>
            <a:ext cx="10426700" cy="726353"/>
          </a:xfrm>
          <a:prstGeom prst="rect">
            <a:avLst/>
          </a:prstGeom>
        </p:spPr>
        <p:txBody>
          <a:bodyPr vert="horz" wrap="square" lIns="0" tIns="0" rIns="0" bIns="0" rtlCol="0">
            <a:spAutoFit/>
          </a:body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51353746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479354641"/>
      </p:ext>
    </p:extLst>
  </p:cSld>
  <p:clrMap bg1="lt1" tx1="dk1" bg2="lt2" tx2="dk2" accent1="accent1" accent2="accent2" accent3="accent3" accent4="accent4" accent5="accent5" accent6="accent6" hlink="hlink" folHlink="folHlink"/>
  <p:sldLayoutIdLst>
    <p:sldLayoutId id="2147484037" r:id="rId1"/>
    <p:sldLayoutId id="2147484038" r:id="rId2"/>
    <p:sldLayoutId id="2147484039" r:id="rId3"/>
    <p:sldLayoutId id="2147484040" r:id="rId4"/>
    <p:sldLayoutId id="2147484041" r:id="rId5"/>
    <p:sldLayoutId id="2147484042" r:id="rId6"/>
    <p:sldLayoutId id="2147484043" r:id="rId7"/>
    <p:sldLayoutId id="2147484044" r:id="rId8"/>
    <p:sldLayoutId id="2147484045" r:id="rId9"/>
    <p:sldLayoutId id="2147484046" r:id="rId10"/>
    <p:sldLayoutId id="2147484047" r:id="rId11"/>
    <p:sldLayoutId id="2147484048" r:id="rId12"/>
    <p:sldLayoutId id="2147484049" r:id="rId13"/>
    <p:sldLayoutId id="2147484050" r:id="rId14"/>
    <p:sldLayoutId id="2147484051" r:id="rId15"/>
    <p:sldLayoutId id="2147484052" r:id="rId16"/>
    <p:sldLayoutId id="2147484053" r:id="rId17"/>
    <p:sldLayoutId id="2147484054" r:id="rId18"/>
    <p:sldLayoutId id="2147484055" r:id="rId19"/>
    <p:sldLayoutId id="2147484056" r:id="rId20"/>
    <p:sldLayoutId id="2147484057" r:id="rId21"/>
    <p:sldLayoutId id="2147484058" r:id="rId22"/>
    <p:sldLayoutId id="2147484059" r:id="rId23"/>
    <p:sldLayoutId id="2147484060" r:id="rId24"/>
    <p:sldLayoutId id="2147484061" r:id="rId25"/>
    <p:sldLayoutId id="2147484062" r:id="rId26"/>
    <p:sldLayoutId id="2147484063" r:id="rId27"/>
    <p:sldLayoutId id="2147484064" r:id="rId28"/>
    <p:sldLayoutId id="2147484065" r:id="rId29"/>
    <p:sldLayoutId id="2147484066" r:id="rId30"/>
    <p:sldLayoutId id="2147484067" r:id="rId31"/>
    <p:sldLayoutId id="2147484068" r:id="rId32"/>
    <p:sldLayoutId id="2147484069" r:id="rId33"/>
    <p:sldLayoutId id="2147484070" r:id="rId34"/>
    <p:sldLayoutId id="2147484071" r:id="rId35"/>
    <p:sldLayoutId id="2147484072" r:id="rId36"/>
    <p:sldLayoutId id="2147484073" r:id="rId37"/>
    <p:sldLayoutId id="2147484074" r:id="rId38"/>
    <p:sldLayoutId id="2147484075" r:id="rId39"/>
    <p:sldLayoutId id="2147484076" r:id="rId40"/>
    <p:sldLayoutId id="2147484077" r:id="rId41"/>
    <p:sldLayoutId id="2147484078" r:id="rId42"/>
    <p:sldLayoutId id="2147484079" r:id="rId43"/>
    <p:sldLayoutId id="2147484080" r:id="rId44"/>
    <p:sldLayoutId id="2147484081" r:id="rId45"/>
    <p:sldLayoutId id="2147484082" r:id="rId46"/>
    <p:sldLayoutId id="2147484083" r:id="rId47"/>
    <p:sldLayoutId id="2147484084" r:id="rId48"/>
    <p:sldLayoutId id="2147484085" r:id="rId49"/>
    <p:sldLayoutId id="2147484086" r:id="rId50"/>
    <p:sldLayoutId id="2147484087" r:id="rId51"/>
  </p:sldLayoutIdLst>
  <p:hf sldNum="0" hdr="0" dt="0"/>
  <p:txStyles>
    <p:titleStyle>
      <a:lvl1pPr algn="l" defTabSz="932742" rtl="0">
        <a:lnSpc>
          <a:spcPct val="100000"/>
        </a:lnSpc>
        <a:spcBef>
          <a:spcPts val="0"/>
        </a:spcBef>
        <a:buNone/>
        <a:defRPr lang="en-US" sz="2000" b="0" cap="none" spc="0">
          <a:ln w="3175">
            <a:noFill/>
          </a:ln>
          <a:solidFill>
            <a:schemeClr val="tx1"/>
          </a:solidFill>
          <a:latin typeface="+mj-lt"/>
          <a:ea typeface="+mn-ea"/>
          <a:cs typeface="Segoe UI"/>
        </a:defRPr>
      </a:lvl1pPr>
    </p:titleStyle>
    <p:bodyStyle>
      <a:lvl1pPr marL="137160" marR="0" indent="-137160" algn="l" defTabSz="932742" rtl="0">
        <a:lnSpc>
          <a:spcPct val="100000"/>
        </a:lnSpc>
        <a:spcBef>
          <a:spcPts val="0"/>
        </a:spcBef>
        <a:spcAft>
          <a:spcPts val="0"/>
        </a:spcAft>
        <a:buClrTx/>
        <a:buSzPct val="90000"/>
        <a:buFont typeface="Arial"/>
        <a:buChar char="•"/>
        <a:defRPr sz="1600" spc="0">
          <a:solidFill>
            <a:schemeClr val="tx1"/>
          </a:solidFill>
          <a:latin typeface="+mn-lt"/>
          <a:ea typeface="+mn-ea"/>
          <a:cs typeface="Segoe UI"/>
        </a:defRPr>
      </a:lvl1pPr>
      <a:lvl2pPr marL="265176" marR="0" indent="-109728" algn="l" defTabSz="932742" rtl="0">
        <a:lnSpc>
          <a:spcPct val="100000"/>
        </a:lnSpc>
        <a:spcBef>
          <a:spcPts val="0"/>
        </a:spcBef>
        <a:spcAft>
          <a:spcPts val="0"/>
        </a:spcAft>
        <a:buClrTx/>
        <a:buSzPct val="90000"/>
        <a:buFont typeface="Arial"/>
        <a:buChar char="•"/>
        <a:defRPr sz="1400" spc="0">
          <a:solidFill>
            <a:schemeClr val="tx1"/>
          </a:solidFill>
          <a:latin typeface="+mn-lt"/>
          <a:ea typeface="+mn-ea"/>
          <a:cs typeface="+mn-cs"/>
        </a:defRPr>
      </a:lvl2pPr>
      <a:lvl3pPr marL="384048" marR="0" indent="-118872" algn="l" defTabSz="932742" rtl="0">
        <a:lnSpc>
          <a:spcPct val="100000"/>
        </a:lnSpc>
        <a:spcBef>
          <a:spcPts val="0"/>
        </a:spcBef>
        <a:spcAft>
          <a:spcPts val="0"/>
        </a:spcAft>
        <a:buClrTx/>
        <a:buSzPct val="90000"/>
        <a:buFont typeface="Arial"/>
        <a:buChar char="•"/>
        <a:defRPr sz="1200" spc="0">
          <a:solidFill>
            <a:schemeClr val="tx1"/>
          </a:solidFill>
          <a:latin typeface="+mn-lt"/>
          <a:ea typeface="+mn-ea"/>
          <a:cs typeface="+mn-cs"/>
        </a:defRPr>
      </a:lvl3pPr>
      <a:lvl4pPr marL="842963" marR="0" indent="-180975" algn="l" defTabSz="932742" rtl="0">
        <a:lnSpc>
          <a:spcPct val="100000"/>
        </a:lnSpc>
        <a:spcBef>
          <a:spcPts val="0"/>
        </a:spcBef>
        <a:spcAft>
          <a:spcPts val="0"/>
        </a:spcAft>
        <a:buClrTx/>
        <a:buSzPct val="90000"/>
        <a:buFont typeface="Wingdings"/>
        <a:buChar char=""/>
        <a:defRPr sz="1000" spc="0">
          <a:gradFill>
            <a:gsLst>
              <a:gs pos="1250">
                <a:schemeClr val="tx1"/>
              </a:gs>
              <a:gs pos="100000">
                <a:schemeClr val="tx1"/>
              </a:gs>
            </a:gsLst>
            <a:lin ang="5400000" scaled="0"/>
          </a:gradFill>
          <a:latin typeface="+mn-lt"/>
          <a:ea typeface="+mn-ea"/>
          <a:cs typeface="+mn-cs"/>
        </a:defRPr>
      </a:lvl4pPr>
      <a:lvl5pPr marL="1023938" marR="0" indent="-168275" algn="l" defTabSz="932742" rtl="0">
        <a:lnSpc>
          <a:spcPct val="100000"/>
        </a:lnSpc>
        <a:spcBef>
          <a:spcPts val="0"/>
        </a:spcBef>
        <a:spcAft>
          <a:spcPts val="0"/>
        </a:spcAft>
        <a:buClrTx/>
        <a:buSzPct val="90000"/>
        <a:buFont typeface="Wingdings"/>
        <a:buChar char=""/>
        <a:defRPr sz="800" spc="0">
          <a:gradFill>
            <a:gsLst>
              <a:gs pos="1250">
                <a:schemeClr val="tx1"/>
              </a:gs>
              <a:gs pos="100000">
                <a:schemeClr val="tx1"/>
              </a:gs>
            </a:gsLst>
            <a:lin ang="5400000" scaled="0"/>
          </a:gradFill>
          <a:latin typeface="+mn-lt"/>
          <a:ea typeface="+mn-ea"/>
          <a:cs typeface="+mn-cs"/>
        </a:defRPr>
      </a:lvl5pPr>
      <a:lvl6pPr marL="2565040" indent="-233186" algn="l" defTabSz="932742" rtl="0">
        <a:spcBef>
          <a:spcPts val="0"/>
        </a:spcBef>
        <a:buFont typeface="Arial"/>
        <a:buChar char="•"/>
        <a:defRPr sz="2000">
          <a:solidFill>
            <a:schemeClr val="tx1"/>
          </a:solidFill>
          <a:latin typeface="+mn-lt"/>
          <a:ea typeface="+mn-ea"/>
          <a:cs typeface="+mn-cs"/>
        </a:defRPr>
      </a:lvl6pPr>
      <a:lvl7pPr marL="3031412" indent="-233186" algn="l" defTabSz="932742" rtl="0">
        <a:spcBef>
          <a:spcPts val="0"/>
        </a:spcBef>
        <a:buFont typeface="Arial"/>
        <a:buChar char="•"/>
        <a:defRPr sz="2000">
          <a:solidFill>
            <a:schemeClr val="tx1"/>
          </a:solidFill>
          <a:latin typeface="+mn-lt"/>
          <a:ea typeface="+mn-ea"/>
          <a:cs typeface="+mn-cs"/>
        </a:defRPr>
      </a:lvl7pPr>
      <a:lvl8pPr marL="3497783" indent="-233186" algn="l" defTabSz="932742" rtl="0">
        <a:spcBef>
          <a:spcPts val="0"/>
        </a:spcBef>
        <a:buFont typeface="Arial"/>
        <a:buChar char="•"/>
        <a:defRPr sz="2000">
          <a:solidFill>
            <a:schemeClr val="tx1"/>
          </a:solidFill>
          <a:latin typeface="+mn-lt"/>
          <a:ea typeface="+mn-ea"/>
          <a:cs typeface="+mn-cs"/>
        </a:defRPr>
      </a:lvl8pPr>
      <a:lvl9pPr marL="3964155" indent="-233186" algn="l" defTabSz="932742"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32742" rtl="0">
        <a:defRPr sz="1800">
          <a:solidFill>
            <a:schemeClr val="tx1"/>
          </a:solidFill>
          <a:latin typeface="+mn-lt"/>
          <a:ea typeface="+mn-ea"/>
          <a:cs typeface="+mn-cs"/>
        </a:defRPr>
      </a:lvl1pPr>
      <a:lvl2pPr marL="466371" algn="l" defTabSz="932742" rtl="0">
        <a:defRPr sz="1800">
          <a:solidFill>
            <a:schemeClr val="tx1"/>
          </a:solidFill>
          <a:latin typeface="+mn-lt"/>
          <a:ea typeface="+mn-ea"/>
          <a:cs typeface="+mn-cs"/>
        </a:defRPr>
      </a:lvl2pPr>
      <a:lvl3pPr marL="932742" algn="l" defTabSz="932742" rtl="0">
        <a:defRPr sz="1800">
          <a:solidFill>
            <a:schemeClr val="tx1"/>
          </a:solidFill>
          <a:latin typeface="+mn-lt"/>
          <a:ea typeface="+mn-ea"/>
          <a:cs typeface="+mn-cs"/>
        </a:defRPr>
      </a:lvl3pPr>
      <a:lvl4pPr marL="1399113" algn="l" defTabSz="932742" rtl="0">
        <a:defRPr sz="1800">
          <a:solidFill>
            <a:schemeClr val="tx1"/>
          </a:solidFill>
          <a:latin typeface="+mn-lt"/>
          <a:ea typeface="+mn-ea"/>
          <a:cs typeface="+mn-cs"/>
        </a:defRPr>
      </a:lvl4pPr>
      <a:lvl5pPr marL="1865484" algn="l" defTabSz="932742" rtl="0">
        <a:defRPr sz="1800">
          <a:solidFill>
            <a:schemeClr val="tx1"/>
          </a:solidFill>
          <a:latin typeface="+mn-lt"/>
          <a:ea typeface="+mn-ea"/>
          <a:cs typeface="+mn-cs"/>
        </a:defRPr>
      </a:lvl5pPr>
      <a:lvl6pPr marL="2331856" algn="l" defTabSz="932742" rtl="0">
        <a:defRPr sz="1800">
          <a:solidFill>
            <a:schemeClr val="tx1"/>
          </a:solidFill>
          <a:latin typeface="+mn-lt"/>
          <a:ea typeface="+mn-ea"/>
          <a:cs typeface="+mn-cs"/>
        </a:defRPr>
      </a:lvl6pPr>
      <a:lvl7pPr marL="2798226" algn="l" defTabSz="932742" rtl="0">
        <a:defRPr sz="1800">
          <a:solidFill>
            <a:schemeClr val="tx1"/>
          </a:solidFill>
          <a:latin typeface="+mn-lt"/>
          <a:ea typeface="+mn-ea"/>
          <a:cs typeface="+mn-cs"/>
        </a:defRPr>
      </a:lvl7pPr>
      <a:lvl8pPr marL="3264597" algn="l" defTabSz="932742" rtl="0">
        <a:defRPr sz="1800">
          <a:solidFill>
            <a:schemeClr val="tx1"/>
          </a:solidFill>
          <a:latin typeface="+mn-lt"/>
          <a:ea typeface="+mn-ea"/>
          <a:cs typeface="+mn-cs"/>
        </a:defRPr>
      </a:lvl8pPr>
      <a:lvl9pPr marL="3730969" algn="l" defTabSz="932742" rtl="0">
        <a:defRPr sz="18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bwMode="auto">
        <a:xfrm>
          <a:off x="0" y="0"/>
          <a:ext cx="0" cy="0"/>
          <a:chOff x="0" y="0"/>
          <a:chExt cx="0" cy="0"/>
        </a:xfrm>
      </p:grpSpPr>
      <p:sp>
        <p:nvSpPr>
          <p:cNvPr id="2137383784" name="Title Placeholder 1"/>
          <p:cNvSpPr>
            <a:spLocks noGrp="1"/>
          </p:cNvSpPr>
          <p:nvPr>
            <p:ph type="title"/>
          </p:nvPr>
        </p:nvSpPr>
        <p:spPr bwMode="auto">
          <a:xfrm>
            <a:off x="457200" y="411480"/>
            <a:ext cx="11222610" cy="515442"/>
          </a:xfrm>
          <a:prstGeom prst="rect">
            <a:avLst/>
          </a:prstGeom>
        </p:spPr>
        <p:txBody>
          <a:bodyPr vert="horz" lIns="0" tIns="0" rIns="0" bIns="0" rtlCol="0" anchor="ctr">
            <a:noAutofit/>
          </a:bodyPr>
          <a:lstStyle/>
          <a:p>
            <a:pPr>
              <a:defRPr/>
            </a:pPr>
            <a:r>
              <a:rPr lang="en-US"/>
              <a:t>Click to edit Master title style</a:t>
            </a:r>
            <a:endParaRPr/>
          </a:p>
        </p:txBody>
      </p:sp>
      <p:sp>
        <p:nvSpPr>
          <p:cNvPr id="1826912534" name="Text Placeholder 2"/>
          <p:cNvSpPr>
            <a:spLocks noGrp="1"/>
          </p:cNvSpPr>
          <p:nvPr>
            <p:ph type="body" idx="1"/>
          </p:nvPr>
        </p:nvSpPr>
        <p:spPr bwMode="auto">
          <a:xfrm>
            <a:off x="457200" y="1150403"/>
            <a:ext cx="11222610" cy="4351338"/>
          </a:xfrm>
          <a:prstGeom prst="rect">
            <a:avLst/>
          </a:prstGeom>
        </p:spPr>
        <p:txBody>
          <a:bodyPr vert="horz" lIns="0" tIns="0" rIns="0" bIns="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565593937" name="TextBox 6"/>
          <p:cNvSpPr txBox="1"/>
          <p:nvPr userDrawn="1"/>
        </p:nvSpPr>
        <p:spPr bwMode="auto">
          <a:xfrm>
            <a:off x="457200" y="6411853"/>
            <a:ext cx="3709956" cy="172676"/>
          </a:xfrm>
          <a:prstGeom prst="rect">
            <a:avLst/>
          </a:prstGeom>
          <a:noFill/>
        </p:spPr>
        <p:txBody>
          <a:bodyPr wrap="square" lIns="0" tIns="0" rIns="0" bIns="0">
            <a:spAutoFit/>
          </a:bodyPr>
          <a:lstStyle/>
          <a:p>
            <a:pPr defTabSz="932563">
              <a:defRPr/>
            </a:pPr>
            <a:r>
              <a:rPr lang="en-US" sz="1100">
                <a:solidFill>
                  <a:srgbClr val="000000"/>
                </a:solidFill>
                <a:latin typeface="Segoe UI"/>
                <a:cs typeface="Segoe UI"/>
              </a:rPr>
              <a:t>© Copyright Microsoft Corporation. All rights reserved.</a:t>
            </a:r>
            <a:endParaRPr/>
          </a:p>
        </p:txBody>
      </p:sp>
      <p:pic>
        <p:nvPicPr>
          <p:cNvPr id="2" name="Graphic 77">
            <a:extLst>
              <a:ext uri="{FF2B5EF4-FFF2-40B4-BE49-F238E27FC236}">
                <a16:creationId xmlns:a16="http://schemas.microsoft.com/office/drawing/2014/main" id="{F920B475-558B-E3AC-29FA-F3B366274703}"/>
              </a:ext>
            </a:extLst>
          </p:cNvPr>
          <p:cNvPicPr/>
          <p:nvPr userDrawn="1"/>
        </p:nvPicPr>
        <p:blipFill>
          <a:blip>
            <a:extLst>
              <a:ext uri="{96DAC541-7B7A-43D3-8B79-37D633B846F1}">
                <asvg:svgBlip xmlns:asvg="http://schemas.microsoft.com/office/drawing/2016/SVG/main" r:embed="rId15"/>
              </a:ext>
            </a:extLst>
          </a:blip>
          <a:stretch/>
        </p:blipFill>
        <p:spPr bwMode="auto">
          <a:xfrm rot="5400000">
            <a:off x="9510120" y="2743200"/>
            <a:ext cx="6857640" cy="1371240"/>
          </a:xfrm>
          <a:prstGeom prst="rect">
            <a:avLst/>
          </a:prstGeom>
          <a:noFill/>
          <a:ln w="0">
            <a:noFill/>
          </a:ln>
        </p:spPr>
      </p:pic>
      <p:sp>
        <p:nvSpPr>
          <p:cNvPr id="3" name="TextBox 86">
            <a:extLst>
              <a:ext uri="{FF2B5EF4-FFF2-40B4-BE49-F238E27FC236}">
                <a16:creationId xmlns:a16="http://schemas.microsoft.com/office/drawing/2014/main" id="{D68EBB76-2285-9864-62C4-3E20ABBA8EEB}"/>
              </a:ext>
            </a:extLst>
          </p:cNvPr>
          <p:cNvSpPr/>
          <p:nvPr userDrawn="1"/>
        </p:nvSpPr>
        <p:spPr bwMode="auto">
          <a:xfrm rot="16200000">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pPr>
            <a:r>
              <a:rPr lang="en-US" sz="700" b="0" u="none" strike="noStrike" dirty="0">
                <a:solidFill>
                  <a:schemeClr val="lt1">
                    <a:lumMod val="65000"/>
                  </a:schemeClr>
                </a:solidFill>
                <a:effectLst/>
                <a:uFillTx/>
                <a:latin typeface="Segoe UI"/>
              </a:rPr>
              <a:t>Closed captioning</a:t>
            </a:r>
            <a:br>
              <a:rPr sz="700" dirty="0"/>
            </a:br>
            <a:r>
              <a:rPr lang="en-US" sz="700" b="0" u="none" strike="noStrike" dirty="0">
                <a:solidFill>
                  <a:schemeClr val="lt1">
                    <a:lumMod val="65000"/>
                  </a:schemeClr>
                </a:solidFill>
                <a:effectLst/>
                <a:uFillTx/>
                <a:latin typeface="Segoe UI"/>
              </a:rPr>
              <a:t>space demarcation</a:t>
            </a:r>
            <a:endParaRPr lang="en-US" sz="700" b="0" u="none" strike="noStrike" dirty="0">
              <a:solidFill>
                <a:srgbClr val="000000"/>
              </a:solidFill>
              <a:effectLst/>
              <a:uFillTx/>
              <a:latin typeface="Arial"/>
            </a:endParaRPr>
          </a:p>
        </p:txBody>
      </p:sp>
      <p:cxnSp>
        <p:nvCxnSpPr>
          <p:cNvPr id="4" name="Straight Connector 89">
            <a:extLst>
              <a:ext uri="{FF2B5EF4-FFF2-40B4-BE49-F238E27FC236}">
                <a16:creationId xmlns:a16="http://schemas.microsoft.com/office/drawing/2014/main" id="{5EB5E384-B5B8-D9B4-EB5B-0AEE4B1E8AC8}"/>
              </a:ext>
            </a:extLst>
          </p:cNvPr>
          <p:cNvCxnSpPr/>
          <p:nvPr userDrawn="1"/>
        </p:nvCxnSpPr>
        <p:spPr bwMode="auto">
          <a:xfrm>
            <a:off x="-89640" y="5670360"/>
            <a:ext cx="360" cy="1178280"/>
          </a:xfrm>
          <a:prstGeom prst="straightConnector1">
            <a:avLst/>
          </a:prstGeom>
          <a:ln w="9525" cap="sq">
            <a:solidFill>
              <a:srgbClr val="FF0000"/>
            </a:solidFill>
            <a:miter/>
          </a:ln>
        </p:spPr>
      </p:cxnSp>
    </p:spTree>
    <p:extLst>
      <p:ext uri="{BB962C8B-B14F-4D97-AF65-F5344CB8AC3E}">
        <p14:creationId xmlns:p14="http://schemas.microsoft.com/office/powerpoint/2010/main" val="1860705471"/>
      </p:ext>
    </p:extLst>
  </p:cSld>
  <p:clrMap bg1="lt1" tx1="dk1" bg2="lt2" tx2="dk2" accent1="accent1" accent2="accent2" accent3="accent3" accent4="accent4" accent5="accent5" accent6="accent6" hlink="hlink" folHlink="folHlink"/>
  <p:sldLayoutIdLst>
    <p:sldLayoutId id="2147484089" r:id="rId1"/>
    <p:sldLayoutId id="2147484090" r:id="rId2"/>
    <p:sldLayoutId id="2147484091" r:id="rId3"/>
    <p:sldLayoutId id="2147484092" r:id="rId4"/>
    <p:sldLayoutId id="2147484093" r:id="rId5"/>
    <p:sldLayoutId id="2147484094" r:id="rId6"/>
    <p:sldLayoutId id="2147484095" r:id="rId7"/>
    <p:sldLayoutId id="2147484096" r:id="rId8"/>
    <p:sldLayoutId id="2147484097" r:id="rId9"/>
    <p:sldLayoutId id="2147484098" r:id="rId10"/>
    <p:sldLayoutId id="2147484099" r:id="rId11"/>
    <p:sldLayoutId id="2147484100" r:id="rId12"/>
  </p:sldLayoutIdLst>
  <p:txStyles>
    <p:titleStyle>
      <a:lvl1pPr algn="l" defTabSz="914400" rtl="0">
        <a:lnSpc>
          <a:spcPct val="90000"/>
        </a:lnSpc>
        <a:spcBef>
          <a:spcPts val="0"/>
        </a:spcBef>
        <a:buNone/>
        <a:defRPr sz="3200">
          <a:solidFill>
            <a:schemeClr val="tx1"/>
          </a:solidFill>
          <a:latin typeface="Segoe UI Semibold"/>
          <a:ea typeface="+mj-ea"/>
          <a:cs typeface="Segoe UI Semibold"/>
        </a:defRPr>
      </a:lvl1pPr>
    </p:titleStyle>
    <p:bodyStyle>
      <a:lvl1pPr marL="228600" indent="-228600" algn="l" defTabSz="914400" rtl="0">
        <a:lnSpc>
          <a:spcPct val="100000"/>
        </a:lnSpc>
        <a:spcBef>
          <a:spcPts val="0"/>
        </a:spcBef>
        <a:buFont typeface="Arial"/>
        <a:buChar char="•"/>
        <a:defRPr sz="2800">
          <a:solidFill>
            <a:schemeClr val="tx1"/>
          </a:solidFill>
          <a:latin typeface="Segoe UI"/>
          <a:ea typeface="+mn-ea"/>
          <a:cs typeface="Segoe UI"/>
        </a:defRPr>
      </a:lvl1pPr>
      <a:lvl2pPr marL="574675" indent="-234950" algn="l" defTabSz="914400" rtl="0">
        <a:lnSpc>
          <a:spcPct val="100000"/>
        </a:lnSpc>
        <a:spcBef>
          <a:spcPts val="0"/>
        </a:spcBef>
        <a:buFont typeface="Arial"/>
        <a:buChar char="•"/>
        <a:defRPr sz="2400">
          <a:solidFill>
            <a:schemeClr val="tx1"/>
          </a:solidFill>
          <a:latin typeface="Segoe UI"/>
          <a:ea typeface="+mn-ea"/>
          <a:cs typeface="Segoe UI"/>
        </a:defRPr>
      </a:lvl2pPr>
      <a:lvl3pPr marL="914400" indent="-227013" algn="l" defTabSz="914400" rtl="0">
        <a:lnSpc>
          <a:spcPct val="100000"/>
        </a:lnSpc>
        <a:spcBef>
          <a:spcPts val="0"/>
        </a:spcBef>
        <a:buFont typeface="Arial"/>
        <a:buChar char="•"/>
        <a:defRPr sz="2000">
          <a:solidFill>
            <a:schemeClr val="tx1"/>
          </a:solidFill>
          <a:latin typeface="Segoe UI"/>
          <a:ea typeface="+mn-ea"/>
          <a:cs typeface="Segoe UI"/>
        </a:defRPr>
      </a:lvl3pPr>
      <a:lvl4pPr marL="1141413" indent="-169862" algn="l" defTabSz="914400" rtl="0">
        <a:lnSpc>
          <a:spcPct val="100000"/>
        </a:lnSpc>
        <a:spcBef>
          <a:spcPts val="0"/>
        </a:spcBef>
        <a:buFont typeface="Arial"/>
        <a:buChar char="•"/>
        <a:defRPr sz="1800">
          <a:solidFill>
            <a:schemeClr val="tx1"/>
          </a:solidFill>
          <a:latin typeface="Segoe UI"/>
          <a:ea typeface="+mn-ea"/>
          <a:cs typeface="Segoe UI"/>
        </a:defRPr>
      </a:lvl4pPr>
      <a:lvl5pPr marL="1376363" indent="-179388" algn="l" defTabSz="914400" rtl="0">
        <a:lnSpc>
          <a:spcPct val="100000"/>
        </a:lnSpc>
        <a:spcBef>
          <a:spcPts val="0"/>
        </a:spcBef>
        <a:buFont typeface="Arial"/>
        <a:buChar char="•"/>
        <a:defRPr sz="1800">
          <a:solidFill>
            <a:schemeClr val="tx1"/>
          </a:solidFill>
          <a:latin typeface="Segoe UI"/>
          <a:ea typeface="+mn-ea"/>
          <a:cs typeface="Segoe UI"/>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grpSp>
        <p:nvGrpSpPr>
          <p:cNvPr id="1417887043" name="GRID" hidden="1"/>
          <p:cNvGrpSpPr/>
          <p:nvPr userDrawn="1"/>
        </p:nvGrpSpPr>
        <p:grpSpPr bwMode="auto">
          <a:xfrm>
            <a:off x="0" y="0"/>
            <a:ext cx="12192000" cy="6858000"/>
            <a:chOff x="0" y="0"/>
            <a:chExt cx="12192000" cy="6858000"/>
          </a:xfrm>
        </p:grpSpPr>
        <p:cxnSp>
          <p:nvCxnSpPr>
            <p:cNvPr id="7" name="Straight Connector 6"/>
            <p:cNvCxnSpPr/>
            <p:nvPr/>
          </p:nvCxnSpPr>
          <p:spPr bwMode="auto">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auto">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auto">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auto">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auto">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auto">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auto">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auto">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auto">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auto">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auto">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auto">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auto">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auto">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auto">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auto">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auto">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auto">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auto">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auto">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auto">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auto">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auto">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auto">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auto">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auto">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userDrawn="1"/>
          </p:nvCxnSpPr>
          <p:spPr bwMode="auto">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auto">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userDrawn="1"/>
          </p:nvCxnSpPr>
          <p:spPr bwMode="auto">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bwMode="auto">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userDrawn="1"/>
          </p:nvCxnSpPr>
          <p:spPr bwMode="auto">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userDrawn="1"/>
          </p:nvCxnSpPr>
          <p:spPr bwMode="auto">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userDrawn="1"/>
          </p:nvCxnSpPr>
          <p:spPr bwMode="auto">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userDrawn="1"/>
          </p:nvCxnSpPr>
          <p:spPr bwMode="auto">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469302004" name="Title Placeholder 1"/>
          <p:cNvSpPr>
            <a:spLocks noGrp="1"/>
          </p:cNvSpPr>
          <p:nvPr userDrawn="1">
            <p:ph type="title"/>
          </p:nvPr>
        </p:nvSpPr>
        <p:spPr bwMode="auto">
          <a:xfrm>
            <a:off x="588263" y="585216"/>
            <a:ext cx="10430257" cy="307777"/>
          </a:xfrm>
          <a:prstGeom prst="rect">
            <a:avLst/>
          </a:prstGeom>
        </p:spPr>
        <p:txBody>
          <a:bodyPr vert="horz" wrap="square" lIns="0" tIns="0" rIns="0" bIns="0" rtlCol="0" anchor="t">
            <a:spAutoFit/>
          </a:bodyPr>
          <a:lstStyle/>
          <a:p>
            <a:pPr>
              <a:defRPr/>
            </a:pPr>
            <a:r>
              <a:rPr lang="en-US"/>
              <a:t>Click to edit Master title style</a:t>
            </a:r>
            <a:endParaRPr/>
          </a:p>
        </p:txBody>
      </p:sp>
      <p:sp>
        <p:nvSpPr>
          <p:cNvPr id="332168579" name="Text Placeholder 3"/>
          <p:cNvSpPr>
            <a:spLocks noGrp="1"/>
          </p:cNvSpPr>
          <p:nvPr>
            <p:ph type="body" idx="1"/>
          </p:nvPr>
        </p:nvSpPr>
        <p:spPr bwMode="auto">
          <a:xfrm>
            <a:off x="584200" y="1591056"/>
            <a:ext cx="10426700" cy="726353"/>
          </a:xfrm>
          <a:prstGeom prst="rect">
            <a:avLst/>
          </a:prstGeom>
        </p:spPr>
        <p:txBody>
          <a:bodyPr vert="horz" wrap="square" lIns="0" tIns="0" rIns="0" bIns="0" rtlCol="0">
            <a:spAutoFit/>
          </a:body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79572919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939634176"/>
      </p:ext>
    </p:extLst>
  </p:cSld>
  <p:clrMap bg1="lt1" tx1="dk1" bg2="lt2" tx2="dk2" accent1="accent1" accent2="accent2" accent3="accent3" accent4="accent4" accent5="accent5" accent6="accent6" hlink="hlink" folHlink="folHlink"/>
  <p:sldLayoutIdLst>
    <p:sldLayoutId id="2147484102" r:id="rId1"/>
    <p:sldLayoutId id="2147484103" r:id="rId2"/>
    <p:sldLayoutId id="2147484104" r:id="rId3"/>
    <p:sldLayoutId id="2147484105" r:id="rId4"/>
    <p:sldLayoutId id="2147484106" r:id="rId5"/>
    <p:sldLayoutId id="2147484107" r:id="rId6"/>
    <p:sldLayoutId id="2147484108" r:id="rId7"/>
    <p:sldLayoutId id="2147484109" r:id="rId8"/>
    <p:sldLayoutId id="2147484110" r:id="rId9"/>
    <p:sldLayoutId id="2147484111" r:id="rId10"/>
    <p:sldLayoutId id="2147484112" r:id="rId11"/>
    <p:sldLayoutId id="2147484113" r:id="rId12"/>
    <p:sldLayoutId id="2147484114" r:id="rId13"/>
    <p:sldLayoutId id="2147484115" r:id="rId14"/>
    <p:sldLayoutId id="2147484116" r:id="rId15"/>
    <p:sldLayoutId id="2147484117" r:id="rId16"/>
    <p:sldLayoutId id="2147484118" r:id="rId17"/>
    <p:sldLayoutId id="2147484119" r:id="rId18"/>
    <p:sldLayoutId id="2147484120" r:id="rId19"/>
    <p:sldLayoutId id="2147484121" r:id="rId20"/>
    <p:sldLayoutId id="2147484122" r:id="rId21"/>
    <p:sldLayoutId id="2147484123" r:id="rId22"/>
    <p:sldLayoutId id="2147484124" r:id="rId23"/>
    <p:sldLayoutId id="2147484125" r:id="rId24"/>
    <p:sldLayoutId id="2147484126" r:id="rId25"/>
    <p:sldLayoutId id="2147484127" r:id="rId26"/>
    <p:sldLayoutId id="2147484128" r:id="rId27"/>
    <p:sldLayoutId id="2147484129" r:id="rId28"/>
    <p:sldLayoutId id="2147484130" r:id="rId29"/>
    <p:sldLayoutId id="2147484131" r:id="rId30"/>
    <p:sldLayoutId id="2147484132" r:id="rId31"/>
    <p:sldLayoutId id="2147484133" r:id="rId32"/>
    <p:sldLayoutId id="2147484134" r:id="rId33"/>
    <p:sldLayoutId id="2147484135" r:id="rId34"/>
    <p:sldLayoutId id="2147484136" r:id="rId35"/>
    <p:sldLayoutId id="2147484137" r:id="rId36"/>
    <p:sldLayoutId id="2147484138" r:id="rId37"/>
    <p:sldLayoutId id="2147484139" r:id="rId38"/>
    <p:sldLayoutId id="2147484140" r:id="rId39"/>
    <p:sldLayoutId id="2147484141" r:id="rId40"/>
    <p:sldLayoutId id="2147484142" r:id="rId41"/>
    <p:sldLayoutId id="2147484143" r:id="rId42"/>
    <p:sldLayoutId id="2147484144" r:id="rId43"/>
    <p:sldLayoutId id="2147484145" r:id="rId44"/>
    <p:sldLayoutId id="2147484146" r:id="rId45"/>
    <p:sldLayoutId id="2147484147" r:id="rId46"/>
    <p:sldLayoutId id="2147484148" r:id="rId47"/>
    <p:sldLayoutId id="2147484149" r:id="rId48"/>
    <p:sldLayoutId id="2147484150" r:id="rId49"/>
    <p:sldLayoutId id="2147484151" r:id="rId50"/>
    <p:sldLayoutId id="2147484152" r:id="rId51"/>
  </p:sldLayoutIdLst>
  <p:hf sldNum="0" hdr="0" dt="0"/>
  <p:txStyles>
    <p:titleStyle>
      <a:lvl1pPr algn="l" defTabSz="932742" rtl="0">
        <a:lnSpc>
          <a:spcPct val="100000"/>
        </a:lnSpc>
        <a:spcBef>
          <a:spcPts val="0"/>
        </a:spcBef>
        <a:buNone/>
        <a:defRPr lang="en-US" sz="2000" b="0" cap="none" spc="0">
          <a:ln w="3175">
            <a:noFill/>
          </a:ln>
          <a:solidFill>
            <a:schemeClr val="tx1"/>
          </a:solidFill>
          <a:latin typeface="+mj-lt"/>
          <a:ea typeface="+mn-ea"/>
          <a:cs typeface="Segoe UI"/>
        </a:defRPr>
      </a:lvl1pPr>
    </p:titleStyle>
    <p:bodyStyle>
      <a:lvl1pPr marL="137160" marR="0" indent="-137160" algn="l" defTabSz="932742" rtl="0">
        <a:lnSpc>
          <a:spcPct val="100000"/>
        </a:lnSpc>
        <a:spcBef>
          <a:spcPts val="0"/>
        </a:spcBef>
        <a:spcAft>
          <a:spcPts val="0"/>
        </a:spcAft>
        <a:buClrTx/>
        <a:buSzPct val="90000"/>
        <a:buFont typeface="Arial"/>
        <a:buChar char="•"/>
        <a:defRPr sz="1600" spc="0">
          <a:solidFill>
            <a:schemeClr val="tx1"/>
          </a:solidFill>
          <a:latin typeface="+mn-lt"/>
          <a:ea typeface="+mn-ea"/>
          <a:cs typeface="Segoe UI"/>
        </a:defRPr>
      </a:lvl1pPr>
      <a:lvl2pPr marL="265176" marR="0" indent="-109728" algn="l" defTabSz="932742" rtl="0">
        <a:lnSpc>
          <a:spcPct val="100000"/>
        </a:lnSpc>
        <a:spcBef>
          <a:spcPts val="0"/>
        </a:spcBef>
        <a:spcAft>
          <a:spcPts val="0"/>
        </a:spcAft>
        <a:buClrTx/>
        <a:buSzPct val="90000"/>
        <a:buFont typeface="Arial"/>
        <a:buChar char="•"/>
        <a:defRPr sz="1400" spc="0">
          <a:solidFill>
            <a:schemeClr val="tx1"/>
          </a:solidFill>
          <a:latin typeface="+mn-lt"/>
          <a:ea typeface="+mn-ea"/>
          <a:cs typeface="+mn-cs"/>
        </a:defRPr>
      </a:lvl2pPr>
      <a:lvl3pPr marL="384048" marR="0" indent="-118872" algn="l" defTabSz="932742" rtl="0">
        <a:lnSpc>
          <a:spcPct val="100000"/>
        </a:lnSpc>
        <a:spcBef>
          <a:spcPts val="0"/>
        </a:spcBef>
        <a:spcAft>
          <a:spcPts val="0"/>
        </a:spcAft>
        <a:buClrTx/>
        <a:buSzPct val="90000"/>
        <a:buFont typeface="Arial"/>
        <a:buChar char="•"/>
        <a:defRPr sz="1200" spc="0">
          <a:solidFill>
            <a:schemeClr val="tx1"/>
          </a:solidFill>
          <a:latin typeface="+mn-lt"/>
          <a:ea typeface="+mn-ea"/>
          <a:cs typeface="+mn-cs"/>
        </a:defRPr>
      </a:lvl3pPr>
      <a:lvl4pPr marL="842963" marR="0" indent="-180975" algn="l" defTabSz="932742" rtl="0">
        <a:lnSpc>
          <a:spcPct val="100000"/>
        </a:lnSpc>
        <a:spcBef>
          <a:spcPts val="0"/>
        </a:spcBef>
        <a:spcAft>
          <a:spcPts val="0"/>
        </a:spcAft>
        <a:buClrTx/>
        <a:buSzPct val="90000"/>
        <a:buFont typeface="Wingdings"/>
        <a:buChar char=""/>
        <a:defRPr sz="1000" spc="0">
          <a:gradFill>
            <a:gsLst>
              <a:gs pos="1250">
                <a:schemeClr val="tx1"/>
              </a:gs>
              <a:gs pos="100000">
                <a:schemeClr val="tx1"/>
              </a:gs>
            </a:gsLst>
            <a:lin ang="5400000" scaled="0"/>
          </a:gradFill>
          <a:latin typeface="+mn-lt"/>
          <a:ea typeface="+mn-ea"/>
          <a:cs typeface="+mn-cs"/>
        </a:defRPr>
      </a:lvl4pPr>
      <a:lvl5pPr marL="1023938" marR="0" indent="-168275" algn="l" defTabSz="932742" rtl="0">
        <a:lnSpc>
          <a:spcPct val="100000"/>
        </a:lnSpc>
        <a:spcBef>
          <a:spcPts val="0"/>
        </a:spcBef>
        <a:spcAft>
          <a:spcPts val="0"/>
        </a:spcAft>
        <a:buClrTx/>
        <a:buSzPct val="90000"/>
        <a:buFont typeface="Wingdings"/>
        <a:buChar char=""/>
        <a:defRPr sz="800" spc="0">
          <a:gradFill>
            <a:gsLst>
              <a:gs pos="1250">
                <a:schemeClr val="tx1"/>
              </a:gs>
              <a:gs pos="100000">
                <a:schemeClr val="tx1"/>
              </a:gs>
            </a:gsLst>
            <a:lin ang="5400000" scaled="0"/>
          </a:gradFill>
          <a:latin typeface="+mn-lt"/>
          <a:ea typeface="+mn-ea"/>
          <a:cs typeface="+mn-cs"/>
        </a:defRPr>
      </a:lvl5pPr>
      <a:lvl6pPr marL="2565040" indent="-233186" algn="l" defTabSz="932742" rtl="0">
        <a:spcBef>
          <a:spcPts val="0"/>
        </a:spcBef>
        <a:buFont typeface="Arial"/>
        <a:buChar char="•"/>
        <a:defRPr sz="2000">
          <a:solidFill>
            <a:schemeClr val="tx1"/>
          </a:solidFill>
          <a:latin typeface="+mn-lt"/>
          <a:ea typeface="+mn-ea"/>
          <a:cs typeface="+mn-cs"/>
        </a:defRPr>
      </a:lvl6pPr>
      <a:lvl7pPr marL="3031412" indent="-233186" algn="l" defTabSz="932742" rtl="0">
        <a:spcBef>
          <a:spcPts val="0"/>
        </a:spcBef>
        <a:buFont typeface="Arial"/>
        <a:buChar char="•"/>
        <a:defRPr sz="2000">
          <a:solidFill>
            <a:schemeClr val="tx1"/>
          </a:solidFill>
          <a:latin typeface="+mn-lt"/>
          <a:ea typeface="+mn-ea"/>
          <a:cs typeface="+mn-cs"/>
        </a:defRPr>
      </a:lvl7pPr>
      <a:lvl8pPr marL="3497783" indent="-233186" algn="l" defTabSz="932742" rtl="0">
        <a:spcBef>
          <a:spcPts val="0"/>
        </a:spcBef>
        <a:buFont typeface="Arial"/>
        <a:buChar char="•"/>
        <a:defRPr sz="2000">
          <a:solidFill>
            <a:schemeClr val="tx1"/>
          </a:solidFill>
          <a:latin typeface="+mn-lt"/>
          <a:ea typeface="+mn-ea"/>
          <a:cs typeface="+mn-cs"/>
        </a:defRPr>
      </a:lvl8pPr>
      <a:lvl9pPr marL="3964155" indent="-233186" algn="l" defTabSz="932742"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32742" rtl="0">
        <a:defRPr sz="1800">
          <a:solidFill>
            <a:schemeClr val="tx1"/>
          </a:solidFill>
          <a:latin typeface="+mn-lt"/>
          <a:ea typeface="+mn-ea"/>
          <a:cs typeface="+mn-cs"/>
        </a:defRPr>
      </a:lvl1pPr>
      <a:lvl2pPr marL="466371" algn="l" defTabSz="932742" rtl="0">
        <a:defRPr sz="1800">
          <a:solidFill>
            <a:schemeClr val="tx1"/>
          </a:solidFill>
          <a:latin typeface="+mn-lt"/>
          <a:ea typeface="+mn-ea"/>
          <a:cs typeface="+mn-cs"/>
        </a:defRPr>
      </a:lvl2pPr>
      <a:lvl3pPr marL="932742" algn="l" defTabSz="932742" rtl="0">
        <a:defRPr sz="1800">
          <a:solidFill>
            <a:schemeClr val="tx1"/>
          </a:solidFill>
          <a:latin typeface="+mn-lt"/>
          <a:ea typeface="+mn-ea"/>
          <a:cs typeface="+mn-cs"/>
        </a:defRPr>
      </a:lvl3pPr>
      <a:lvl4pPr marL="1399113" algn="l" defTabSz="932742" rtl="0">
        <a:defRPr sz="1800">
          <a:solidFill>
            <a:schemeClr val="tx1"/>
          </a:solidFill>
          <a:latin typeface="+mn-lt"/>
          <a:ea typeface="+mn-ea"/>
          <a:cs typeface="+mn-cs"/>
        </a:defRPr>
      </a:lvl4pPr>
      <a:lvl5pPr marL="1865484" algn="l" defTabSz="932742" rtl="0">
        <a:defRPr sz="1800">
          <a:solidFill>
            <a:schemeClr val="tx1"/>
          </a:solidFill>
          <a:latin typeface="+mn-lt"/>
          <a:ea typeface="+mn-ea"/>
          <a:cs typeface="+mn-cs"/>
        </a:defRPr>
      </a:lvl5pPr>
      <a:lvl6pPr marL="2331856" algn="l" defTabSz="932742" rtl="0">
        <a:defRPr sz="1800">
          <a:solidFill>
            <a:schemeClr val="tx1"/>
          </a:solidFill>
          <a:latin typeface="+mn-lt"/>
          <a:ea typeface="+mn-ea"/>
          <a:cs typeface="+mn-cs"/>
        </a:defRPr>
      </a:lvl6pPr>
      <a:lvl7pPr marL="2798226" algn="l" defTabSz="932742" rtl="0">
        <a:defRPr sz="1800">
          <a:solidFill>
            <a:schemeClr val="tx1"/>
          </a:solidFill>
          <a:latin typeface="+mn-lt"/>
          <a:ea typeface="+mn-ea"/>
          <a:cs typeface="+mn-cs"/>
        </a:defRPr>
      </a:lvl7pPr>
      <a:lvl8pPr marL="3264597" algn="l" defTabSz="932742" rtl="0">
        <a:defRPr sz="1800">
          <a:solidFill>
            <a:schemeClr val="tx1"/>
          </a:solidFill>
          <a:latin typeface="+mn-lt"/>
          <a:ea typeface="+mn-ea"/>
          <a:cs typeface="+mn-cs"/>
        </a:defRPr>
      </a:lvl8pPr>
      <a:lvl9pPr marL="3730969" algn="l" defTabSz="932742" rtl="0">
        <a:defRPr sz="18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bwMode="auto">
        <a:xfrm>
          <a:off x="0" y="0"/>
          <a:ext cx="0" cy="0"/>
          <a:chOff x="0" y="0"/>
          <a:chExt cx="0" cy="0"/>
        </a:xfrm>
      </p:grpSpPr>
      <p:sp>
        <p:nvSpPr>
          <p:cNvPr id="1757081136" name="Title Placeholder 1"/>
          <p:cNvSpPr>
            <a:spLocks noGrp="1"/>
          </p:cNvSpPr>
          <p:nvPr>
            <p:ph type="title"/>
          </p:nvPr>
        </p:nvSpPr>
        <p:spPr bwMode="auto">
          <a:xfrm>
            <a:off x="457200" y="411480"/>
            <a:ext cx="11222610" cy="515442"/>
          </a:xfrm>
          <a:prstGeom prst="rect">
            <a:avLst/>
          </a:prstGeom>
        </p:spPr>
        <p:txBody>
          <a:bodyPr vert="horz" lIns="0" tIns="0" rIns="0" bIns="0" rtlCol="0" anchor="ctr">
            <a:noAutofit/>
          </a:bodyPr>
          <a:lstStyle/>
          <a:p>
            <a:pPr>
              <a:defRPr/>
            </a:pPr>
            <a:r>
              <a:rPr lang="en-US"/>
              <a:t>Click to edit Master title style</a:t>
            </a:r>
            <a:endParaRPr/>
          </a:p>
        </p:txBody>
      </p:sp>
      <p:sp>
        <p:nvSpPr>
          <p:cNvPr id="120018209" name="Text Placeholder 2"/>
          <p:cNvSpPr>
            <a:spLocks noGrp="1"/>
          </p:cNvSpPr>
          <p:nvPr>
            <p:ph type="body" idx="1"/>
          </p:nvPr>
        </p:nvSpPr>
        <p:spPr bwMode="auto">
          <a:xfrm>
            <a:off x="457200" y="1150403"/>
            <a:ext cx="11222610" cy="4351338"/>
          </a:xfrm>
          <a:prstGeom prst="rect">
            <a:avLst/>
          </a:prstGeom>
        </p:spPr>
        <p:txBody>
          <a:bodyPr vert="horz" lIns="0" tIns="0" rIns="0" bIns="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25812258" name="TextBox 6"/>
          <p:cNvSpPr txBox="1"/>
          <p:nvPr userDrawn="1"/>
        </p:nvSpPr>
        <p:spPr bwMode="auto">
          <a:xfrm>
            <a:off x="457200" y="6411853"/>
            <a:ext cx="3709956" cy="172676"/>
          </a:xfrm>
          <a:prstGeom prst="rect">
            <a:avLst/>
          </a:prstGeom>
          <a:noFill/>
        </p:spPr>
        <p:txBody>
          <a:bodyPr wrap="square" lIns="0" tIns="0" rIns="0" bIns="0">
            <a:spAutoFit/>
          </a:bodyPr>
          <a:lstStyle/>
          <a:p>
            <a:pPr defTabSz="932563">
              <a:defRPr/>
            </a:pPr>
            <a:r>
              <a:rPr lang="en-US" sz="1100">
                <a:solidFill>
                  <a:srgbClr val="000000"/>
                </a:solidFill>
                <a:latin typeface="Segoe UI"/>
                <a:cs typeface="Segoe UI"/>
              </a:rPr>
              <a:t>© Copyright Microsoft Corporation. All rights reserved.</a:t>
            </a:r>
            <a:endParaRPr/>
          </a:p>
        </p:txBody>
      </p:sp>
      <p:pic>
        <p:nvPicPr>
          <p:cNvPr id="2" name="Graphic 77">
            <a:extLst>
              <a:ext uri="{FF2B5EF4-FFF2-40B4-BE49-F238E27FC236}">
                <a16:creationId xmlns:a16="http://schemas.microsoft.com/office/drawing/2014/main" id="{7E739636-34F5-AB97-51D9-0C6C68FE72FE}"/>
              </a:ext>
            </a:extLst>
          </p:cNvPr>
          <p:cNvPicPr/>
          <p:nvPr userDrawn="1"/>
        </p:nvPicPr>
        <p:blipFill>
          <a:blip>
            <a:extLst>
              <a:ext uri="{96DAC541-7B7A-43D3-8B79-37D633B846F1}">
                <asvg:svgBlip xmlns:asvg="http://schemas.microsoft.com/office/drawing/2016/SVG/main" r:embed="rId15"/>
              </a:ext>
            </a:extLst>
          </a:blip>
          <a:stretch/>
        </p:blipFill>
        <p:spPr bwMode="auto">
          <a:xfrm rot="5400000">
            <a:off x="9510120" y="2743200"/>
            <a:ext cx="6857640" cy="1371240"/>
          </a:xfrm>
          <a:prstGeom prst="rect">
            <a:avLst/>
          </a:prstGeom>
          <a:noFill/>
          <a:ln w="0">
            <a:noFill/>
          </a:ln>
        </p:spPr>
      </p:pic>
      <p:sp>
        <p:nvSpPr>
          <p:cNvPr id="3" name="TextBox 86">
            <a:extLst>
              <a:ext uri="{FF2B5EF4-FFF2-40B4-BE49-F238E27FC236}">
                <a16:creationId xmlns:a16="http://schemas.microsoft.com/office/drawing/2014/main" id="{F3F73468-35E9-0613-61EA-B7E1457B5EED}"/>
              </a:ext>
            </a:extLst>
          </p:cNvPr>
          <p:cNvSpPr/>
          <p:nvPr userDrawn="1"/>
        </p:nvSpPr>
        <p:spPr bwMode="auto">
          <a:xfrm rot="16200000">
            <a:off x="-577440" y="6164280"/>
            <a:ext cx="735480" cy="19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90000"/>
              </a:lnSpc>
              <a:spcAft>
                <a:spcPts val="601"/>
              </a:spcAft>
              <a:tabLst>
                <a:tab pos="0" algn="l"/>
              </a:tabLst>
            </a:pPr>
            <a:r>
              <a:rPr lang="en-US" sz="700" b="0" u="none" strike="noStrike" dirty="0">
                <a:solidFill>
                  <a:schemeClr val="lt1">
                    <a:lumMod val="65000"/>
                  </a:schemeClr>
                </a:solidFill>
                <a:effectLst/>
                <a:uFillTx/>
                <a:latin typeface="Segoe UI"/>
              </a:rPr>
              <a:t>Closed captioning</a:t>
            </a:r>
            <a:br>
              <a:rPr sz="700" dirty="0"/>
            </a:br>
            <a:r>
              <a:rPr lang="en-US" sz="700" b="0" u="none" strike="noStrike" dirty="0">
                <a:solidFill>
                  <a:schemeClr val="lt1">
                    <a:lumMod val="65000"/>
                  </a:schemeClr>
                </a:solidFill>
                <a:effectLst/>
                <a:uFillTx/>
                <a:latin typeface="Segoe UI"/>
              </a:rPr>
              <a:t>space demarcation</a:t>
            </a:r>
            <a:endParaRPr lang="en-US" sz="700" b="0" u="none" strike="noStrike" dirty="0">
              <a:solidFill>
                <a:srgbClr val="000000"/>
              </a:solidFill>
              <a:effectLst/>
              <a:uFillTx/>
              <a:latin typeface="Arial"/>
            </a:endParaRPr>
          </a:p>
        </p:txBody>
      </p:sp>
      <p:cxnSp>
        <p:nvCxnSpPr>
          <p:cNvPr id="4" name="Straight Connector 89">
            <a:extLst>
              <a:ext uri="{FF2B5EF4-FFF2-40B4-BE49-F238E27FC236}">
                <a16:creationId xmlns:a16="http://schemas.microsoft.com/office/drawing/2014/main" id="{B5A2EC64-1FA6-D3DB-59DF-32123EFB19D3}"/>
              </a:ext>
            </a:extLst>
          </p:cNvPr>
          <p:cNvCxnSpPr/>
          <p:nvPr userDrawn="1"/>
        </p:nvCxnSpPr>
        <p:spPr bwMode="auto">
          <a:xfrm>
            <a:off x="-89640" y="5670360"/>
            <a:ext cx="360" cy="1178280"/>
          </a:xfrm>
          <a:prstGeom prst="straightConnector1">
            <a:avLst/>
          </a:prstGeom>
          <a:ln w="9525" cap="sq">
            <a:solidFill>
              <a:srgbClr val="FF0000"/>
            </a:solidFill>
            <a:miter/>
          </a:ln>
        </p:spPr>
      </p:cxnSp>
    </p:spTree>
    <p:extLst>
      <p:ext uri="{BB962C8B-B14F-4D97-AF65-F5344CB8AC3E}">
        <p14:creationId xmlns:p14="http://schemas.microsoft.com/office/powerpoint/2010/main" val="2216443115"/>
      </p:ext>
    </p:extLst>
  </p:cSld>
  <p:clrMap bg1="lt1" tx1="dk1" bg2="lt2" tx2="dk2" accent1="accent1" accent2="accent2" accent3="accent3" accent4="accent4" accent5="accent5" accent6="accent6" hlink="hlink" folHlink="folHlink"/>
  <p:sldLayoutIdLst>
    <p:sldLayoutId id="2147484154" r:id="rId1"/>
    <p:sldLayoutId id="2147484155" r:id="rId2"/>
    <p:sldLayoutId id="2147484156" r:id="rId3"/>
    <p:sldLayoutId id="2147484157" r:id="rId4"/>
    <p:sldLayoutId id="2147484158" r:id="rId5"/>
    <p:sldLayoutId id="2147484159" r:id="rId6"/>
    <p:sldLayoutId id="2147484160" r:id="rId7"/>
    <p:sldLayoutId id="2147484161" r:id="rId8"/>
    <p:sldLayoutId id="2147484162" r:id="rId9"/>
    <p:sldLayoutId id="2147484163" r:id="rId10"/>
    <p:sldLayoutId id="2147484164" r:id="rId11"/>
    <p:sldLayoutId id="2147484165" r:id="rId12"/>
  </p:sldLayoutIdLst>
  <p:txStyles>
    <p:titleStyle>
      <a:lvl1pPr algn="l" defTabSz="914400" rtl="0">
        <a:lnSpc>
          <a:spcPct val="90000"/>
        </a:lnSpc>
        <a:spcBef>
          <a:spcPts val="0"/>
        </a:spcBef>
        <a:buNone/>
        <a:defRPr sz="3200">
          <a:solidFill>
            <a:schemeClr val="tx1"/>
          </a:solidFill>
          <a:latin typeface="Segoe UI Semibold"/>
          <a:ea typeface="+mj-ea"/>
          <a:cs typeface="Segoe UI Semibold"/>
        </a:defRPr>
      </a:lvl1pPr>
    </p:titleStyle>
    <p:bodyStyle>
      <a:lvl1pPr marL="228600" indent="-228600" algn="l" defTabSz="914400" rtl="0">
        <a:lnSpc>
          <a:spcPct val="100000"/>
        </a:lnSpc>
        <a:spcBef>
          <a:spcPts val="0"/>
        </a:spcBef>
        <a:buFont typeface="Arial"/>
        <a:buChar char="•"/>
        <a:defRPr sz="2800">
          <a:solidFill>
            <a:schemeClr val="tx1"/>
          </a:solidFill>
          <a:latin typeface="Segoe UI"/>
          <a:ea typeface="+mn-ea"/>
          <a:cs typeface="Segoe UI"/>
        </a:defRPr>
      </a:lvl1pPr>
      <a:lvl2pPr marL="574675" indent="-234950" algn="l" defTabSz="914400" rtl="0">
        <a:lnSpc>
          <a:spcPct val="100000"/>
        </a:lnSpc>
        <a:spcBef>
          <a:spcPts val="0"/>
        </a:spcBef>
        <a:buFont typeface="Arial"/>
        <a:buChar char="•"/>
        <a:defRPr sz="2400">
          <a:solidFill>
            <a:schemeClr val="tx1"/>
          </a:solidFill>
          <a:latin typeface="Segoe UI"/>
          <a:ea typeface="+mn-ea"/>
          <a:cs typeface="Segoe UI"/>
        </a:defRPr>
      </a:lvl2pPr>
      <a:lvl3pPr marL="914400" indent="-227013" algn="l" defTabSz="914400" rtl="0">
        <a:lnSpc>
          <a:spcPct val="100000"/>
        </a:lnSpc>
        <a:spcBef>
          <a:spcPts val="0"/>
        </a:spcBef>
        <a:buFont typeface="Arial"/>
        <a:buChar char="•"/>
        <a:defRPr sz="2000">
          <a:solidFill>
            <a:schemeClr val="tx1"/>
          </a:solidFill>
          <a:latin typeface="Segoe UI"/>
          <a:ea typeface="+mn-ea"/>
          <a:cs typeface="Segoe UI"/>
        </a:defRPr>
      </a:lvl3pPr>
      <a:lvl4pPr marL="1141413" indent="-169862" algn="l" defTabSz="914400" rtl="0">
        <a:lnSpc>
          <a:spcPct val="100000"/>
        </a:lnSpc>
        <a:spcBef>
          <a:spcPts val="0"/>
        </a:spcBef>
        <a:buFont typeface="Arial"/>
        <a:buChar char="•"/>
        <a:defRPr sz="1800">
          <a:solidFill>
            <a:schemeClr val="tx1"/>
          </a:solidFill>
          <a:latin typeface="Segoe UI"/>
          <a:ea typeface="+mn-ea"/>
          <a:cs typeface="Segoe UI"/>
        </a:defRPr>
      </a:lvl4pPr>
      <a:lvl5pPr marL="1376363" indent="-179388" algn="l" defTabSz="914400" rtl="0">
        <a:lnSpc>
          <a:spcPct val="100000"/>
        </a:lnSpc>
        <a:spcBef>
          <a:spcPts val="0"/>
        </a:spcBef>
        <a:buFont typeface="Arial"/>
        <a:buChar char="•"/>
        <a:defRPr sz="1800">
          <a:solidFill>
            <a:schemeClr val="tx1"/>
          </a:solidFill>
          <a:latin typeface="Segoe UI"/>
          <a:ea typeface="+mn-ea"/>
          <a:cs typeface="Segoe UI"/>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grpSp>
        <p:nvGrpSpPr>
          <p:cNvPr id="2039759340" name="GRID" hidden="1"/>
          <p:cNvGrpSpPr/>
          <p:nvPr userDrawn="1"/>
        </p:nvGrpSpPr>
        <p:grpSpPr bwMode="auto">
          <a:xfrm>
            <a:off x="0" y="0"/>
            <a:ext cx="12192000" cy="6858000"/>
            <a:chOff x="0" y="0"/>
            <a:chExt cx="12192000" cy="6858000"/>
          </a:xfrm>
        </p:grpSpPr>
        <p:cxnSp>
          <p:nvCxnSpPr>
            <p:cNvPr id="7" name="Straight Connector 6"/>
            <p:cNvCxnSpPr/>
            <p:nvPr/>
          </p:nvCxnSpPr>
          <p:spPr bwMode="auto">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auto">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auto">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auto">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auto">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auto">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auto">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auto">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auto">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auto">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auto">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auto">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auto">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auto">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auto">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auto">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auto">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auto">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auto">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auto">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auto">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auto">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auto">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auto">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auto">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auto">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userDrawn="1"/>
          </p:nvCxnSpPr>
          <p:spPr bwMode="auto">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auto">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userDrawn="1"/>
          </p:nvCxnSpPr>
          <p:spPr bwMode="auto">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bwMode="auto">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userDrawn="1"/>
          </p:nvCxnSpPr>
          <p:spPr bwMode="auto">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userDrawn="1"/>
          </p:nvCxnSpPr>
          <p:spPr bwMode="auto">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userDrawn="1"/>
          </p:nvCxnSpPr>
          <p:spPr bwMode="auto">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userDrawn="1"/>
          </p:nvCxnSpPr>
          <p:spPr bwMode="auto">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1006257781" name="Title Placeholder 1"/>
          <p:cNvSpPr>
            <a:spLocks noGrp="1"/>
          </p:cNvSpPr>
          <p:nvPr userDrawn="1">
            <p:ph type="title"/>
          </p:nvPr>
        </p:nvSpPr>
        <p:spPr bwMode="auto">
          <a:xfrm>
            <a:off x="588263" y="585216"/>
            <a:ext cx="10430257" cy="307777"/>
          </a:xfrm>
          <a:prstGeom prst="rect">
            <a:avLst/>
          </a:prstGeom>
        </p:spPr>
        <p:txBody>
          <a:bodyPr vert="horz" wrap="square" lIns="0" tIns="0" rIns="0" bIns="0" rtlCol="0" anchor="t">
            <a:spAutoFit/>
          </a:bodyPr>
          <a:lstStyle/>
          <a:p>
            <a:pPr>
              <a:defRPr/>
            </a:pPr>
            <a:r>
              <a:rPr lang="en-US"/>
              <a:t>Click to edit Master title style</a:t>
            </a:r>
            <a:endParaRPr/>
          </a:p>
        </p:txBody>
      </p:sp>
      <p:sp>
        <p:nvSpPr>
          <p:cNvPr id="796305865" name="Text Placeholder 3"/>
          <p:cNvSpPr>
            <a:spLocks noGrp="1"/>
          </p:cNvSpPr>
          <p:nvPr>
            <p:ph type="body" idx="1"/>
          </p:nvPr>
        </p:nvSpPr>
        <p:spPr bwMode="auto">
          <a:xfrm>
            <a:off x="584200" y="1591056"/>
            <a:ext cx="10426700" cy="726353"/>
          </a:xfrm>
          <a:prstGeom prst="rect">
            <a:avLst/>
          </a:prstGeom>
        </p:spPr>
        <p:txBody>
          <a:bodyPr vert="horz" wrap="square" lIns="0" tIns="0" rIns="0" bIns="0" rtlCol="0">
            <a:spAutoFit/>
          </a:body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42659453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1207925775"/>
      </p:ext>
    </p:extLst>
  </p:cSld>
  <p:clrMap bg1="lt1" tx1="dk1" bg2="lt2" tx2="dk2" accent1="accent1" accent2="accent2" accent3="accent3" accent4="accent4" accent5="accent5" accent6="accent6" hlink="hlink" folHlink="folHlink"/>
  <p:sldLayoutIdLst>
    <p:sldLayoutId id="2147484167" r:id="rId1"/>
    <p:sldLayoutId id="2147484168" r:id="rId2"/>
    <p:sldLayoutId id="2147484169" r:id="rId3"/>
    <p:sldLayoutId id="2147484170" r:id="rId4"/>
    <p:sldLayoutId id="2147484171" r:id="rId5"/>
    <p:sldLayoutId id="2147484172" r:id="rId6"/>
    <p:sldLayoutId id="2147484173" r:id="rId7"/>
    <p:sldLayoutId id="2147484174" r:id="rId8"/>
    <p:sldLayoutId id="2147484175" r:id="rId9"/>
    <p:sldLayoutId id="2147484176" r:id="rId10"/>
    <p:sldLayoutId id="2147484177" r:id="rId11"/>
    <p:sldLayoutId id="2147484178" r:id="rId12"/>
    <p:sldLayoutId id="2147484179" r:id="rId13"/>
    <p:sldLayoutId id="2147484180" r:id="rId14"/>
    <p:sldLayoutId id="2147484181" r:id="rId15"/>
    <p:sldLayoutId id="2147484182" r:id="rId16"/>
    <p:sldLayoutId id="2147484183" r:id="rId17"/>
    <p:sldLayoutId id="2147484184" r:id="rId18"/>
    <p:sldLayoutId id="2147484185" r:id="rId19"/>
    <p:sldLayoutId id="2147484186" r:id="rId20"/>
    <p:sldLayoutId id="2147484187" r:id="rId21"/>
    <p:sldLayoutId id="2147484188" r:id="rId22"/>
    <p:sldLayoutId id="2147484189" r:id="rId23"/>
    <p:sldLayoutId id="2147484190" r:id="rId24"/>
    <p:sldLayoutId id="2147484191" r:id="rId25"/>
    <p:sldLayoutId id="2147484192" r:id="rId26"/>
    <p:sldLayoutId id="2147484193" r:id="rId27"/>
    <p:sldLayoutId id="2147484194" r:id="rId28"/>
    <p:sldLayoutId id="2147484195" r:id="rId29"/>
    <p:sldLayoutId id="2147484196" r:id="rId30"/>
    <p:sldLayoutId id="2147484197" r:id="rId31"/>
    <p:sldLayoutId id="2147484198" r:id="rId32"/>
    <p:sldLayoutId id="2147484199" r:id="rId33"/>
    <p:sldLayoutId id="2147484200" r:id="rId34"/>
    <p:sldLayoutId id="2147484201" r:id="rId35"/>
    <p:sldLayoutId id="2147484202" r:id="rId36"/>
    <p:sldLayoutId id="2147484203" r:id="rId37"/>
    <p:sldLayoutId id="2147484204" r:id="rId38"/>
    <p:sldLayoutId id="2147484205" r:id="rId39"/>
    <p:sldLayoutId id="2147484206" r:id="rId40"/>
    <p:sldLayoutId id="2147484207" r:id="rId41"/>
    <p:sldLayoutId id="2147484208" r:id="rId42"/>
    <p:sldLayoutId id="2147484209" r:id="rId43"/>
    <p:sldLayoutId id="2147484210" r:id="rId44"/>
    <p:sldLayoutId id="2147484211" r:id="rId45"/>
    <p:sldLayoutId id="2147484212" r:id="rId46"/>
    <p:sldLayoutId id="2147484213" r:id="rId47"/>
    <p:sldLayoutId id="2147484214" r:id="rId48"/>
    <p:sldLayoutId id="2147484215" r:id="rId49"/>
    <p:sldLayoutId id="2147484216" r:id="rId50"/>
    <p:sldLayoutId id="2147484217" r:id="rId51"/>
  </p:sldLayoutIdLst>
  <p:hf sldNum="0" hdr="0" dt="0"/>
  <p:txStyles>
    <p:titleStyle>
      <a:lvl1pPr algn="l" defTabSz="932742" rtl="0">
        <a:lnSpc>
          <a:spcPct val="100000"/>
        </a:lnSpc>
        <a:spcBef>
          <a:spcPts val="0"/>
        </a:spcBef>
        <a:buNone/>
        <a:defRPr lang="en-US" sz="2000" b="0" cap="none" spc="0">
          <a:ln w="3175">
            <a:noFill/>
          </a:ln>
          <a:solidFill>
            <a:schemeClr val="tx1"/>
          </a:solidFill>
          <a:latin typeface="+mj-lt"/>
          <a:ea typeface="+mn-ea"/>
          <a:cs typeface="Segoe UI"/>
        </a:defRPr>
      </a:lvl1pPr>
    </p:titleStyle>
    <p:bodyStyle>
      <a:lvl1pPr marL="137160" marR="0" indent="-137160" algn="l" defTabSz="932742" rtl="0">
        <a:lnSpc>
          <a:spcPct val="100000"/>
        </a:lnSpc>
        <a:spcBef>
          <a:spcPts val="0"/>
        </a:spcBef>
        <a:spcAft>
          <a:spcPts val="0"/>
        </a:spcAft>
        <a:buClrTx/>
        <a:buSzPct val="90000"/>
        <a:buFont typeface="Arial"/>
        <a:buChar char="•"/>
        <a:defRPr sz="1600" spc="0">
          <a:solidFill>
            <a:schemeClr val="tx1"/>
          </a:solidFill>
          <a:latin typeface="+mn-lt"/>
          <a:ea typeface="+mn-ea"/>
          <a:cs typeface="Segoe UI"/>
        </a:defRPr>
      </a:lvl1pPr>
      <a:lvl2pPr marL="265176" marR="0" indent="-109728" algn="l" defTabSz="932742" rtl="0">
        <a:lnSpc>
          <a:spcPct val="100000"/>
        </a:lnSpc>
        <a:spcBef>
          <a:spcPts val="0"/>
        </a:spcBef>
        <a:spcAft>
          <a:spcPts val="0"/>
        </a:spcAft>
        <a:buClrTx/>
        <a:buSzPct val="90000"/>
        <a:buFont typeface="Arial"/>
        <a:buChar char="•"/>
        <a:defRPr sz="1400" spc="0">
          <a:solidFill>
            <a:schemeClr val="tx1"/>
          </a:solidFill>
          <a:latin typeface="+mn-lt"/>
          <a:ea typeface="+mn-ea"/>
          <a:cs typeface="+mn-cs"/>
        </a:defRPr>
      </a:lvl2pPr>
      <a:lvl3pPr marL="384048" marR="0" indent="-118872" algn="l" defTabSz="932742" rtl="0">
        <a:lnSpc>
          <a:spcPct val="100000"/>
        </a:lnSpc>
        <a:spcBef>
          <a:spcPts val="0"/>
        </a:spcBef>
        <a:spcAft>
          <a:spcPts val="0"/>
        </a:spcAft>
        <a:buClrTx/>
        <a:buSzPct val="90000"/>
        <a:buFont typeface="Arial"/>
        <a:buChar char="•"/>
        <a:defRPr sz="1200" spc="0">
          <a:solidFill>
            <a:schemeClr val="tx1"/>
          </a:solidFill>
          <a:latin typeface="+mn-lt"/>
          <a:ea typeface="+mn-ea"/>
          <a:cs typeface="+mn-cs"/>
        </a:defRPr>
      </a:lvl3pPr>
      <a:lvl4pPr marL="842963" marR="0" indent="-180975" algn="l" defTabSz="932742" rtl="0">
        <a:lnSpc>
          <a:spcPct val="100000"/>
        </a:lnSpc>
        <a:spcBef>
          <a:spcPts val="0"/>
        </a:spcBef>
        <a:spcAft>
          <a:spcPts val="0"/>
        </a:spcAft>
        <a:buClrTx/>
        <a:buSzPct val="90000"/>
        <a:buFont typeface="Wingdings"/>
        <a:buChar char=""/>
        <a:defRPr sz="1000" spc="0">
          <a:gradFill>
            <a:gsLst>
              <a:gs pos="1250">
                <a:schemeClr val="tx1"/>
              </a:gs>
              <a:gs pos="100000">
                <a:schemeClr val="tx1"/>
              </a:gs>
            </a:gsLst>
            <a:lin ang="5400000" scaled="0"/>
          </a:gradFill>
          <a:latin typeface="+mn-lt"/>
          <a:ea typeface="+mn-ea"/>
          <a:cs typeface="+mn-cs"/>
        </a:defRPr>
      </a:lvl4pPr>
      <a:lvl5pPr marL="1023938" marR="0" indent="-168275" algn="l" defTabSz="932742" rtl="0">
        <a:lnSpc>
          <a:spcPct val="100000"/>
        </a:lnSpc>
        <a:spcBef>
          <a:spcPts val="0"/>
        </a:spcBef>
        <a:spcAft>
          <a:spcPts val="0"/>
        </a:spcAft>
        <a:buClrTx/>
        <a:buSzPct val="90000"/>
        <a:buFont typeface="Wingdings"/>
        <a:buChar char=""/>
        <a:defRPr sz="800" spc="0">
          <a:gradFill>
            <a:gsLst>
              <a:gs pos="1250">
                <a:schemeClr val="tx1"/>
              </a:gs>
              <a:gs pos="100000">
                <a:schemeClr val="tx1"/>
              </a:gs>
            </a:gsLst>
            <a:lin ang="5400000" scaled="0"/>
          </a:gradFill>
          <a:latin typeface="+mn-lt"/>
          <a:ea typeface="+mn-ea"/>
          <a:cs typeface="+mn-cs"/>
        </a:defRPr>
      </a:lvl5pPr>
      <a:lvl6pPr marL="2565040" indent="-233186" algn="l" defTabSz="932742" rtl="0">
        <a:spcBef>
          <a:spcPts val="0"/>
        </a:spcBef>
        <a:buFont typeface="Arial"/>
        <a:buChar char="•"/>
        <a:defRPr sz="2000">
          <a:solidFill>
            <a:schemeClr val="tx1"/>
          </a:solidFill>
          <a:latin typeface="+mn-lt"/>
          <a:ea typeface="+mn-ea"/>
          <a:cs typeface="+mn-cs"/>
        </a:defRPr>
      </a:lvl6pPr>
      <a:lvl7pPr marL="3031412" indent="-233186" algn="l" defTabSz="932742" rtl="0">
        <a:spcBef>
          <a:spcPts val="0"/>
        </a:spcBef>
        <a:buFont typeface="Arial"/>
        <a:buChar char="•"/>
        <a:defRPr sz="2000">
          <a:solidFill>
            <a:schemeClr val="tx1"/>
          </a:solidFill>
          <a:latin typeface="+mn-lt"/>
          <a:ea typeface="+mn-ea"/>
          <a:cs typeface="+mn-cs"/>
        </a:defRPr>
      </a:lvl7pPr>
      <a:lvl8pPr marL="3497783" indent="-233186" algn="l" defTabSz="932742" rtl="0">
        <a:spcBef>
          <a:spcPts val="0"/>
        </a:spcBef>
        <a:buFont typeface="Arial"/>
        <a:buChar char="•"/>
        <a:defRPr sz="2000">
          <a:solidFill>
            <a:schemeClr val="tx1"/>
          </a:solidFill>
          <a:latin typeface="+mn-lt"/>
          <a:ea typeface="+mn-ea"/>
          <a:cs typeface="+mn-cs"/>
        </a:defRPr>
      </a:lvl8pPr>
      <a:lvl9pPr marL="3964155" indent="-233186" algn="l" defTabSz="932742"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32742" rtl="0">
        <a:defRPr sz="1800">
          <a:solidFill>
            <a:schemeClr val="tx1"/>
          </a:solidFill>
          <a:latin typeface="+mn-lt"/>
          <a:ea typeface="+mn-ea"/>
          <a:cs typeface="+mn-cs"/>
        </a:defRPr>
      </a:lvl1pPr>
      <a:lvl2pPr marL="466371" algn="l" defTabSz="932742" rtl="0">
        <a:defRPr sz="1800">
          <a:solidFill>
            <a:schemeClr val="tx1"/>
          </a:solidFill>
          <a:latin typeface="+mn-lt"/>
          <a:ea typeface="+mn-ea"/>
          <a:cs typeface="+mn-cs"/>
        </a:defRPr>
      </a:lvl2pPr>
      <a:lvl3pPr marL="932742" algn="l" defTabSz="932742" rtl="0">
        <a:defRPr sz="1800">
          <a:solidFill>
            <a:schemeClr val="tx1"/>
          </a:solidFill>
          <a:latin typeface="+mn-lt"/>
          <a:ea typeface="+mn-ea"/>
          <a:cs typeface="+mn-cs"/>
        </a:defRPr>
      </a:lvl3pPr>
      <a:lvl4pPr marL="1399113" algn="l" defTabSz="932742" rtl="0">
        <a:defRPr sz="1800">
          <a:solidFill>
            <a:schemeClr val="tx1"/>
          </a:solidFill>
          <a:latin typeface="+mn-lt"/>
          <a:ea typeface="+mn-ea"/>
          <a:cs typeface="+mn-cs"/>
        </a:defRPr>
      </a:lvl4pPr>
      <a:lvl5pPr marL="1865484" algn="l" defTabSz="932742" rtl="0">
        <a:defRPr sz="1800">
          <a:solidFill>
            <a:schemeClr val="tx1"/>
          </a:solidFill>
          <a:latin typeface="+mn-lt"/>
          <a:ea typeface="+mn-ea"/>
          <a:cs typeface="+mn-cs"/>
        </a:defRPr>
      </a:lvl5pPr>
      <a:lvl6pPr marL="2331856" algn="l" defTabSz="932742" rtl="0">
        <a:defRPr sz="1800">
          <a:solidFill>
            <a:schemeClr val="tx1"/>
          </a:solidFill>
          <a:latin typeface="+mn-lt"/>
          <a:ea typeface="+mn-ea"/>
          <a:cs typeface="+mn-cs"/>
        </a:defRPr>
      </a:lvl6pPr>
      <a:lvl7pPr marL="2798226" algn="l" defTabSz="932742" rtl="0">
        <a:defRPr sz="1800">
          <a:solidFill>
            <a:schemeClr val="tx1"/>
          </a:solidFill>
          <a:latin typeface="+mn-lt"/>
          <a:ea typeface="+mn-ea"/>
          <a:cs typeface="+mn-cs"/>
        </a:defRPr>
      </a:lvl7pPr>
      <a:lvl8pPr marL="3264597" algn="l" defTabSz="932742" rtl="0">
        <a:defRPr sz="1800">
          <a:solidFill>
            <a:schemeClr val="tx1"/>
          </a:solidFill>
          <a:latin typeface="+mn-lt"/>
          <a:ea typeface="+mn-ea"/>
          <a:cs typeface="+mn-cs"/>
        </a:defRPr>
      </a:lvl8pPr>
      <a:lvl9pPr marL="3730969" algn="l" defTabSz="932742" rtl="0">
        <a:defRPr sz="18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blipFill rotWithShape="1">
          <a:blip r:embed="rId14">
            <a:lum/>
          </a:blip>
          <a:stretch/>
        </a:blipFill>
        <a:effectLst/>
      </p:bgPr>
    </p:bg>
    <p:spTree>
      <p:nvGrpSpPr>
        <p:cNvPr id="1" name=""/>
        <p:cNvGrpSpPr/>
        <p:nvPr/>
      </p:nvGrpSpPr>
      <p:grpSpPr bwMode="auto">
        <a:xfrm>
          <a:off x="0" y="0"/>
          <a:ext cx="0" cy="0"/>
          <a:chOff x="0" y="0"/>
          <a:chExt cx="0" cy="0"/>
        </a:xfrm>
      </p:grpSpPr>
      <p:sp>
        <p:nvSpPr>
          <p:cNvPr id="738448793" name="Title Placeholder 1"/>
          <p:cNvSpPr>
            <a:spLocks noGrp="1"/>
          </p:cNvSpPr>
          <p:nvPr>
            <p:ph type="title"/>
          </p:nvPr>
        </p:nvSpPr>
        <p:spPr bwMode="auto">
          <a:xfrm>
            <a:off x="457200" y="411480"/>
            <a:ext cx="11222610" cy="515442"/>
          </a:xfrm>
          <a:prstGeom prst="rect">
            <a:avLst/>
          </a:prstGeom>
        </p:spPr>
        <p:txBody>
          <a:bodyPr vert="horz" lIns="0" tIns="0" rIns="0" bIns="0" rtlCol="0" anchor="ctr">
            <a:noAutofit/>
          </a:bodyPr>
          <a:lstStyle/>
          <a:p>
            <a:pPr>
              <a:defRPr/>
            </a:pPr>
            <a:r>
              <a:rPr lang="en-US"/>
              <a:t>Click to edit Master title style</a:t>
            </a:r>
            <a:endParaRPr/>
          </a:p>
        </p:txBody>
      </p:sp>
      <p:sp>
        <p:nvSpPr>
          <p:cNvPr id="538576354" name="Text Placeholder 2"/>
          <p:cNvSpPr>
            <a:spLocks noGrp="1"/>
          </p:cNvSpPr>
          <p:nvPr>
            <p:ph type="body" idx="1"/>
          </p:nvPr>
        </p:nvSpPr>
        <p:spPr bwMode="auto">
          <a:xfrm>
            <a:off x="457200" y="1150403"/>
            <a:ext cx="11222610" cy="4351338"/>
          </a:xfrm>
          <a:prstGeom prst="rect">
            <a:avLst/>
          </a:prstGeom>
        </p:spPr>
        <p:txBody>
          <a:bodyPr vert="horz" lIns="0" tIns="0" rIns="0" bIns="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992986085" name="TextBox 6"/>
          <p:cNvSpPr txBox="1"/>
          <p:nvPr userDrawn="1"/>
        </p:nvSpPr>
        <p:spPr bwMode="auto">
          <a:xfrm>
            <a:off x="457200" y="6411853"/>
            <a:ext cx="3709956" cy="172676"/>
          </a:xfrm>
          <a:prstGeom prst="rect">
            <a:avLst/>
          </a:prstGeom>
          <a:noFill/>
        </p:spPr>
        <p:txBody>
          <a:bodyPr wrap="square" lIns="0" tIns="0" rIns="0" bIns="0">
            <a:spAutoFit/>
          </a:bodyPr>
          <a:lstStyle/>
          <a:p>
            <a:pPr defTabSz="932563">
              <a:defRPr/>
            </a:pPr>
            <a:r>
              <a:rPr lang="en-US" sz="1100">
                <a:solidFill>
                  <a:srgbClr val="000000"/>
                </a:solidFill>
                <a:latin typeface="Segoe UI"/>
                <a:cs typeface="Segoe UI"/>
              </a:rPr>
              <a:t>© Copyright Microsoft Corporation. All rights reserved.</a:t>
            </a:r>
            <a:endParaRPr/>
          </a:p>
        </p:txBody>
      </p:sp>
      <p:pic>
        <p:nvPicPr>
          <p:cNvPr id="1168804494" name="Graphic 77"/>
          <p:cNvPicPr/>
          <p:nvPr userDrawn="1"/>
        </p:nvPicPr>
        <p:blipFill rotWithShape="1">
          <a:blip>
            <a:extLst>
              <a:ext uri="{96DAC541-7B7A-43D3-8B79-37D633B846F1}">
                <asvg:svgBlip xmlns:asvg="http://schemas.microsoft.com/office/drawing/2016/SVG/main" r:embed="rId15"/>
              </a:ext>
            </a:extLst>
          </a:blip>
          <a:stretch/>
        </p:blipFill>
        <p:spPr bwMode="auto">
          <a:xfrm rot="5400000">
            <a:off x="9510120" y="2743200"/>
            <a:ext cx="6857640" cy="1371240"/>
          </a:xfrm>
          <a:prstGeom prst="rect">
            <a:avLst/>
          </a:prstGeom>
          <a:noFill/>
          <a:ln w="0">
            <a:noFill/>
          </a:ln>
        </p:spPr>
      </p:pic>
      <p:sp>
        <p:nvSpPr>
          <p:cNvPr id="745675988" name="TextBox 86"/>
          <p:cNvSpPr/>
          <p:nvPr userDrawn="1"/>
        </p:nvSpPr>
        <p:spPr bwMode="auto">
          <a:xfrm rot="16199999">
            <a:off x="-577440" y="6164280"/>
            <a:ext cx="735480" cy="191520"/>
          </a:xfrm>
          <a:prstGeom prst="rect">
            <a:avLst/>
          </a:prstGeom>
          <a:noFill/>
          <a:ln w="0">
            <a:noFill/>
          </a:ln>
        </p:spPr>
        <p:style>
          <a:lnRef idx="0">
            <a:srgbClr val="000000"/>
          </a:lnRef>
          <a:fillRef idx="0">
            <a:srgbClr val="000000"/>
          </a:fillRef>
          <a:effectRef idx="0">
            <a:srgbClr val="000000"/>
          </a:effectRef>
          <a:fontRef idx="minor"/>
        </p:style>
        <p:txBody>
          <a:bodyPr wrap="none" lIns="0" tIns="0" rIns="0" bIns="0" anchor="ctr">
            <a:spAutoFit/>
          </a:bodyPr>
          <a:lstStyle/>
          <a:p>
            <a:pPr algn="ctr" defTabSz="914400">
              <a:lnSpc>
                <a:spcPct val="90000"/>
              </a:lnSpc>
              <a:spcAft>
                <a:spcPts val="601"/>
              </a:spcAft>
              <a:tabLst>
                <a:tab pos="0" algn="l"/>
              </a:tabLst>
              <a:defRPr/>
            </a:pPr>
            <a:r>
              <a:rPr lang="en-US" sz="700" b="0" u="none" strike="noStrike">
                <a:solidFill>
                  <a:schemeClr val="lt1">
                    <a:lumMod val="65000"/>
                  </a:schemeClr>
                </a:solidFill>
                <a:latin typeface="Segoe UI"/>
              </a:rPr>
              <a:t>Closed captioning</a:t>
            </a:r>
            <a:br>
              <a:rPr sz="700"/>
            </a:br>
            <a:r>
              <a:rPr lang="en-US" sz="700" b="0" u="none" strike="noStrike">
                <a:solidFill>
                  <a:schemeClr val="lt1">
                    <a:lumMod val="65000"/>
                  </a:schemeClr>
                </a:solidFill>
                <a:latin typeface="Segoe UI"/>
              </a:rPr>
              <a:t>space demarcation</a:t>
            </a:r>
            <a:endParaRPr lang="en-US" sz="700" b="0" u="none" strike="noStrike">
              <a:solidFill>
                <a:srgbClr val="000000"/>
              </a:solidFill>
              <a:latin typeface="Arial"/>
            </a:endParaRPr>
          </a:p>
        </p:txBody>
      </p:sp>
      <p:cxnSp>
        <p:nvCxnSpPr>
          <p:cNvPr id="1413039449" name="Straight Connector 89"/>
          <p:cNvCxnSpPr/>
          <p:nvPr userDrawn="1"/>
        </p:nvCxnSpPr>
        <p:spPr bwMode="auto">
          <a:xfrm>
            <a:off x="-89640" y="5670360"/>
            <a:ext cx="360" cy="1178280"/>
          </a:xfrm>
          <a:prstGeom prst="straightConnector1">
            <a:avLst/>
          </a:prstGeom>
          <a:ln w="9525" cap="sq">
            <a:solidFill>
              <a:srgbClr val="FF0000"/>
            </a:solidFill>
            <a:miter/>
          </a:ln>
        </p:spPr>
      </p:cxnSp>
    </p:spTree>
    <p:extLst>
      <p:ext uri="{BB962C8B-B14F-4D97-AF65-F5344CB8AC3E}">
        <p14:creationId xmlns:p14="http://schemas.microsoft.com/office/powerpoint/2010/main" val="488264603"/>
      </p:ext>
    </p:extLst>
  </p:cSld>
  <p:clrMap bg1="lt1" tx1="dk1" bg2="lt2" tx2="dk2" accent1="accent1" accent2="accent2" accent3="accent3" accent4="accent4" accent5="accent5" accent6="accent6" hlink="hlink" folHlink="folHlink"/>
  <p:sldLayoutIdLst>
    <p:sldLayoutId id="2147484219" r:id="rId1"/>
    <p:sldLayoutId id="2147484220" r:id="rId2"/>
    <p:sldLayoutId id="2147484221" r:id="rId3"/>
    <p:sldLayoutId id="2147484222" r:id="rId4"/>
    <p:sldLayoutId id="2147484223" r:id="rId5"/>
    <p:sldLayoutId id="2147484224" r:id="rId6"/>
    <p:sldLayoutId id="2147484225" r:id="rId7"/>
    <p:sldLayoutId id="2147484226" r:id="rId8"/>
    <p:sldLayoutId id="2147484227" r:id="rId9"/>
    <p:sldLayoutId id="2147484228" r:id="rId10"/>
    <p:sldLayoutId id="2147484229" r:id="rId11"/>
    <p:sldLayoutId id="2147484230" r:id="rId12"/>
  </p:sldLayoutIdLst>
  <p:txStyles>
    <p:titleStyle>
      <a:lvl1pPr algn="l" defTabSz="914400" rtl="0">
        <a:lnSpc>
          <a:spcPct val="90000"/>
        </a:lnSpc>
        <a:spcBef>
          <a:spcPts val="0"/>
        </a:spcBef>
        <a:buNone/>
        <a:defRPr sz="3200">
          <a:solidFill>
            <a:schemeClr val="tx1"/>
          </a:solidFill>
          <a:latin typeface="Segoe UI Semibold"/>
          <a:ea typeface="+mj-ea"/>
          <a:cs typeface="Segoe UI Semibold"/>
        </a:defRPr>
      </a:lvl1pPr>
    </p:titleStyle>
    <p:bodyStyle>
      <a:lvl1pPr marL="228600" indent="-228600" algn="l" defTabSz="914400" rtl="0">
        <a:lnSpc>
          <a:spcPct val="100000"/>
        </a:lnSpc>
        <a:spcBef>
          <a:spcPts val="0"/>
        </a:spcBef>
        <a:buFont typeface="Arial"/>
        <a:buChar char="•"/>
        <a:defRPr sz="2800">
          <a:solidFill>
            <a:schemeClr val="tx1"/>
          </a:solidFill>
          <a:latin typeface="Segoe UI"/>
          <a:ea typeface="+mn-ea"/>
          <a:cs typeface="Segoe UI"/>
        </a:defRPr>
      </a:lvl1pPr>
      <a:lvl2pPr marL="574675" indent="-234950" algn="l" defTabSz="914400" rtl="0">
        <a:lnSpc>
          <a:spcPct val="100000"/>
        </a:lnSpc>
        <a:spcBef>
          <a:spcPts val="0"/>
        </a:spcBef>
        <a:buFont typeface="Arial"/>
        <a:buChar char="•"/>
        <a:defRPr sz="2400">
          <a:solidFill>
            <a:schemeClr val="tx1"/>
          </a:solidFill>
          <a:latin typeface="Segoe UI"/>
          <a:ea typeface="+mn-ea"/>
          <a:cs typeface="Segoe UI"/>
        </a:defRPr>
      </a:lvl2pPr>
      <a:lvl3pPr marL="914400" indent="-227013" algn="l" defTabSz="914400" rtl="0">
        <a:lnSpc>
          <a:spcPct val="100000"/>
        </a:lnSpc>
        <a:spcBef>
          <a:spcPts val="0"/>
        </a:spcBef>
        <a:buFont typeface="Arial"/>
        <a:buChar char="•"/>
        <a:defRPr sz="2000">
          <a:solidFill>
            <a:schemeClr val="tx1"/>
          </a:solidFill>
          <a:latin typeface="Segoe UI"/>
          <a:ea typeface="+mn-ea"/>
          <a:cs typeface="Segoe UI"/>
        </a:defRPr>
      </a:lvl3pPr>
      <a:lvl4pPr marL="1141413" indent="-169862" algn="l" defTabSz="914400" rtl="0">
        <a:lnSpc>
          <a:spcPct val="100000"/>
        </a:lnSpc>
        <a:spcBef>
          <a:spcPts val="0"/>
        </a:spcBef>
        <a:buFont typeface="Arial"/>
        <a:buChar char="•"/>
        <a:defRPr sz="1800">
          <a:solidFill>
            <a:schemeClr val="tx1"/>
          </a:solidFill>
          <a:latin typeface="Segoe UI"/>
          <a:ea typeface="+mn-ea"/>
          <a:cs typeface="Segoe UI"/>
        </a:defRPr>
      </a:lvl4pPr>
      <a:lvl5pPr marL="1376363" indent="-179388" algn="l" defTabSz="914400" rtl="0">
        <a:lnSpc>
          <a:spcPct val="100000"/>
        </a:lnSpc>
        <a:spcBef>
          <a:spcPts val="0"/>
        </a:spcBef>
        <a:buFont typeface="Arial"/>
        <a:buChar char="•"/>
        <a:defRPr sz="1800">
          <a:solidFill>
            <a:schemeClr val="tx1"/>
          </a:solidFill>
          <a:latin typeface="Segoe UI"/>
          <a:ea typeface="+mn-ea"/>
          <a:cs typeface="Segoe UI"/>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grpSp>
        <p:nvGrpSpPr>
          <p:cNvPr id="1455954256" name="GRID" hidden="1"/>
          <p:cNvGrpSpPr/>
          <p:nvPr userDrawn="1"/>
        </p:nvGrpSpPr>
        <p:grpSpPr bwMode="auto">
          <a:xfrm>
            <a:off x="0" y="0"/>
            <a:ext cx="12192000" cy="6858000"/>
            <a:chOff x="0" y="0"/>
            <a:chExt cx="12192000" cy="6858000"/>
          </a:xfrm>
        </p:grpSpPr>
        <p:cxnSp>
          <p:nvCxnSpPr>
            <p:cNvPr id="7" name="Straight Connector 6"/>
            <p:cNvCxnSpPr/>
            <p:nvPr/>
          </p:nvCxnSpPr>
          <p:spPr bwMode="auto">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auto">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auto">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auto">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auto">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auto">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auto">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auto">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auto">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auto">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auto">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auto">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auto">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auto">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auto">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auto">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auto">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auto">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auto">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auto">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auto">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auto">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auto">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auto">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auto">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auto">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userDrawn="1"/>
          </p:nvCxnSpPr>
          <p:spPr bwMode="auto">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auto">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userDrawn="1"/>
          </p:nvCxnSpPr>
          <p:spPr bwMode="auto">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bwMode="auto">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userDrawn="1"/>
          </p:nvCxnSpPr>
          <p:spPr bwMode="auto">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userDrawn="1"/>
          </p:nvCxnSpPr>
          <p:spPr bwMode="auto">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userDrawn="1"/>
          </p:nvCxnSpPr>
          <p:spPr bwMode="auto">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userDrawn="1"/>
          </p:nvCxnSpPr>
          <p:spPr bwMode="auto">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163711169" name="Title Placeholder 1"/>
          <p:cNvSpPr>
            <a:spLocks noGrp="1"/>
          </p:cNvSpPr>
          <p:nvPr userDrawn="1">
            <p:ph type="title"/>
          </p:nvPr>
        </p:nvSpPr>
        <p:spPr bwMode="auto">
          <a:xfrm>
            <a:off x="588263" y="585216"/>
            <a:ext cx="10430257" cy="307777"/>
          </a:xfrm>
          <a:prstGeom prst="rect">
            <a:avLst/>
          </a:prstGeom>
        </p:spPr>
        <p:txBody>
          <a:bodyPr vert="horz" wrap="square" lIns="0" tIns="0" rIns="0" bIns="0" rtlCol="0" anchor="t">
            <a:spAutoFit/>
          </a:bodyPr>
          <a:lstStyle/>
          <a:p>
            <a:pPr>
              <a:defRPr/>
            </a:pPr>
            <a:r>
              <a:rPr lang="en-US"/>
              <a:t>Click to edit Master title style</a:t>
            </a:r>
            <a:endParaRPr/>
          </a:p>
        </p:txBody>
      </p:sp>
      <p:sp>
        <p:nvSpPr>
          <p:cNvPr id="336165999" name="Text Placeholder 3"/>
          <p:cNvSpPr>
            <a:spLocks noGrp="1"/>
          </p:cNvSpPr>
          <p:nvPr>
            <p:ph type="body" idx="1"/>
          </p:nvPr>
        </p:nvSpPr>
        <p:spPr bwMode="auto">
          <a:xfrm>
            <a:off x="584200" y="1591056"/>
            <a:ext cx="10426700" cy="726353"/>
          </a:xfrm>
          <a:prstGeom prst="rect">
            <a:avLst/>
          </a:prstGeom>
        </p:spPr>
        <p:txBody>
          <a:bodyPr vert="horz" wrap="square" lIns="0" tIns="0" rIns="0" bIns="0" rtlCol="0">
            <a:spAutoFit/>
          </a:body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56437826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extLst>
      <p:ext uri="{BB962C8B-B14F-4D97-AF65-F5344CB8AC3E}">
        <p14:creationId xmlns:p14="http://schemas.microsoft.com/office/powerpoint/2010/main" val="2477411946"/>
      </p:ext>
    </p:extLst>
  </p:cSld>
  <p:clrMap bg1="lt1" tx1="dk1" bg2="lt2" tx2="dk2" accent1="accent1" accent2="accent2" accent3="accent3" accent4="accent4" accent5="accent5" accent6="accent6" hlink="hlink" folHlink="folHlink"/>
  <p:sldLayoutIdLst>
    <p:sldLayoutId id="2147484232" r:id="rId1"/>
    <p:sldLayoutId id="2147484233" r:id="rId2"/>
    <p:sldLayoutId id="2147484234" r:id="rId3"/>
    <p:sldLayoutId id="2147484235" r:id="rId4"/>
    <p:sldLayoutId id="2147484236" r:id="rId5"/>
    <p:sldLayoutId id="2147484237" r:id="rId6"/>
    <p:sldLayoutId id="2147484238" r:id="rId7"/>
    <p:sldLayoutId id="2147484239" r:id="rId8"/>
    <p:sldLayoutId id="2147484240" r:id="rId9"/>
    <p:sldLayoutId id="2147484241" r:id="rId10"/>
    <p:sldLayoutId id="2147484242" r:id="rId11"/>
    <p:sldLayoutId id="2147484243" r:id="rId12"/>
    <p:sldLayoutId id="2147484244" r:id="rId13"/>
    <p:sldLayoutId id="2147484245" r:id="rId14"/>
    <p:sldLayoutId id="2147484246" r:id="rId15"/>
    <p:sldLayoutId id="2147484247" r:id="rId16"/>
    <p:sldLayoutId id="2147484248" r:id="rId17"/>
    <p:sldLayoutId id="2147484249" r:id="rId18"/>
    <p:sldLayoutId id="2147484250" r:id="rId19"/>
    <p:sldLayoutId id="2147484251" r:id="rId20"/>
    <p:sldLayoutId id="2147484252" r:id="rId21"/>
    <p:sldLayoutId id="2147484253" r:id="rId22"/>
    <p:sldLayoutId id="2147484254" r:id="rId23"/>
    <p:sldLayoutId id="2147484255" r:id="rId24"/>
    <p:sldLayoutId id="2147484256" r:id="rId25"/>
    <p:sldLayoutId id="2147484257" r:id="rId26"/>
    <p:sldLayoutId id="2147484258" r:id="rId27"/>
    <p:sldLayoutId id="2147484259" r:id="rId28"/>
    <p:sldLayoutId id="2147484260" r:id="rId29"/>
    <p:sldLayoutId id="2147484261" r:id="rId30"/>
    <p:sldLayoutId id="2147484262" r:id="rId31"/>
    <p:sldLayoutId id="2147484263" r:id="rId32"/>
    <p:sldLayoutId id="2147484264" r:id="rId33"/>
    <p:sldLayoutId id="2147484265" r:id="rId34"/>
    <p:sldLayoutId id="2147484266" r:id="rId35"/>
    <p:sldLayoutId id="2147484267" r:id="rId36"/>
    <p:sldLayoutId id="2147484268" r:id="rId37"/>
    <p:sldLayoutId id="2147484269" r:id="rId38"/>
    <p:sldLayoutId id="2147484270" r:id="rId39"/>
    <p:sldLayoutId id="2147484271" r:id="rId40"/>
    <p:sldLayoutId id="2147484272" r:id="rId41"/>
    <p:sldLayoutId id="2147484273" r:id="rId42"/>
    <p:sldLayoutId id="2147484274" r:id="rId43"/>
    <p:sldLayoutId id="2147484275" r:id="rId44"/>
    <p:sldLayoutId id="2147484276" r:id="rId45"/>
    <p:sldLayoutId id="2147484277" r:id="rId46"/>
    <p:sldLayoutId id="2147484278" r:id="rId47"/>
    <p:sldLayoutId id="2147484279" r:id="rId48"/>
    <p:sldLayoutId id="2147484280" r:id="rId49"/>
    <p:sldLayoutId id="2147484281" r:id="rId50"/>
    <p:sldLayoutId id="2147484282" r:id="rId51"/>
    <p:sldLayoutId id="2147484283" r:id="rId52"/>
  </p:sldLayoutIdLst>
  <p:hf sldNum="0" hdr="0" dt="0"/>
  <p:txStyles>
    <p:titleStyle>
      <a:lvl1pPr algn="l" defTabSz="932742" rtl="0">
        <a:lnSpc>
          <a:spcPct val="100000"/>
        </a:lnSpc>
        <a:spcBef>
          <a:spcPts val="0"/>
        </a:spcBef>
        <a:buNone/>
        <a:defRPr lang="en-US" sz="2000" b="0" cap="none" spc="0">
          <a:ln w="3175">
            <a:noFill/>
          </a:ln>
          <a:solidFill>
            <a:schemeClr val="tx1"/>
          </a:solidFill>
          <a:latin typeface="+mj-lt"/>
          <a:ea typeface="+mn-ea"/>
          <a:cs typeface="Segoe UI"/>
        </a:defRPr>
      </a:lvl1pPr>
    </p:titleStyle>
    <p:bodyStyle>
      <a:lvl1pPr marL="137160" marR="0" indent="-137160" algn="l" defTabSz="932742" rtl="0">
        <a:lnSpc>
          <a:spcPct val="100000"/>
        </a:lnSpc>
        <a:spcBef>
          <a:spcPts val="0"/>
        </a:spcBef>
        <a:spcAft>
          <a:spcPts val="0"/>
        </a:spcAft>
        <a:buClrTx/>
        <a:buSzPct val="90000"/>
        <a:buFont typeface="Arial"/>
        <a:buChar char="•"/>
        <a:defRPr sz="1600" spc="0">
          <a:solidFill>
            <a:schemeClr val="tx1"/>
          </a:solidFill>
          <a:latin typeface="+mn-lt"/>
          <a:ea typeface="+mn-ea"/>
          <a:cs typeface="Segoe UI"/>
        </a:defRPr>
      </a:lvl1pPr>
      <a:lvl2pPr marL="265176" marR="0" indent="-109728" algn="l" defTabSz="932742" rtl="0">
        <a:lnSpc>
          <a:spcPct val="100000"/>
        </a:lnSpc>
        <a:spcBef>
          <a:spcPts val="0"/>
        </a:spcBef>
        <a:spcAft>
          <a:spcPts val="0"/>
        </a:spcAft>
        <a:buClrTx/>
        <a:buSzPct val="90000"/>
        <a:buFont typeface="Arial"/>
        <a:buChar char="•"/>
        <a:defRPr sz="1400" spc="0">
          <a:solidFill>
            <a:schemeClr val="tx1"/>
          </a:solidFill>
          <a:latin typeface="+mn-lt"/>
          <a:ea typeface="+mn-ea"/>
          <a:cs typeface="+mn-cs"/>
        </a:defRPr>
      </a:lvl2pPr>
      <a:lvl3pPr marL="384048" marR="0" indent="-118872" algn="l" defTabSz="932742" rtl="0">
        <a:lnSpc>
          <a:spcPct val="100000"/>
        </a:lnSpc>
        <a:spcBef>
          <a:spcPts val="0"/>
        </a:spcBef>
        <a:spcAft>
          <a:spcPts val="0"/>
        </a:spcAft>
        <a:buClrTx/>
        <a:buSzPct val="90000"/>
        <a:buFont typeface="Arial"/>
        <a:buChar char="•"/>
        <a:defRPr sz="1200" spc="0">
          <a:solidFill>
            <a:schemeClr val="tx1"/>
          </a:solidFill>
          <a:latin typeface="+mn-lt"/>
          <a:ea typeface="+mn-ea"/>
          <a:cs typeface="+mn-cs"/>
        </a:defRPr>
      </a:lvl3pPr>
      <a:lvl4pPr marL="842963" marR="0" indent="-180975" algn="l" defTabSz="932742" rtl="0">
        <a:lnSpc>
          <a:spcPct val="100000"/>
        </a:lnSpc>
        <a:spcBef>
          <a:spcPts val="0"/>
        </a:spcBef>
        <a:spcAft>
          <a:spcPts val="0"/>
        </a:spcAft>
        <a:buClrTx/>
        <a:buSzPct val="90000"/>
        <a:buFont typeface="Wingdings"/>
        <a:buChar char=""/>
        <a:defRPr sz="1000" spc="0">
          <a:gradFill>
            <a:gsLst>
              <a:gs pos="1250">
                <a:schemeClr val="tx1"/>
              </a:gs>
              <a:gs pos="100000">
                <a:schemeClr val="tx1"/>
              </a:gs>
            </a:gsLst>
            <a:lin ang="5400000" scaled="0"/>
          </a:gradFill>
          <a:latin typeface="+mn-lt"/>
          <a:ea typeface="+mn-ea"/>
          <a:cs typeface="+mn-cs"/>
        </a:defRPr>
      </a:lvl4pPr>
      <a:lvl5pPr marL="1023938" marR="0" indent="-168275" algn="l" defTabSz="932742" rtl="0">
        <a:lnSpc>
          <a:spcPct val="100000"/>
        </a:lnSpc>
        <a:spcBef>
          <a:spcPts val="0"/>
        </a:spcBef>
        <a:spcAft>
          <a:spcPts val="0"/>
        </a:spcAft>
        <a:buClrTx/>
        <a:buSzPct val="90000"/>
        <a:buFont typeface="Wingdings"/>
        <a:buChar char=""/>
        <a:defRPr sz="800" spc="0">
          <a:gradFill>
            <a:gsLst>
              <a:gs pos="1250">
                <a:schemeClr val="tx1"/>
              </a:gs>
              <a:gs pos="100000">
                <a:schemeClr val="tx1"/>
              </a:gs>
            </a:gsLst>
            <a:lin ang="5400000" scaled="0"/>
          </a:gradFill>
          <a:latin typeface="+mn-lt"/>
          <a:ea typeface="+mn-ea"/>
          <a:cs typeface="+mn-cs"/>
        </a:defRPr>
      </a:lvl5pPr>
      <a:lvl6pPr marL="2565040" indent="-233186" algn="l" defTabSz="932742" rtl="0">
        <a:spcBef>
          <a:spcPts val="0"/>
        </a:spcBef>
        <a:buFont typeface="Arial"/>
        <a:buChar char="•"/>
        <a:defRPr sz="2000">
          <a:solidFill>
            <a:schemeClr val="tx1"/>
          </a:solidFill>
          <a:latin typeface="+mn-lt"/>
          <a:ea typeface="+mn-ea"/>
          <a:cs typeface="+mn-cs"/>
        </a:defRPr>
      </a:lvl6pPr>
      <a:lvl7pPr marL="3031412" indent="-233186" algn="l" defTabSz="932742" rtl="0">
        <a:spcBef>
          <a:spcPts val="0"/>
        </a:spcBef>
        <a:buFont typeface="Arial"/>
        <a:buChar char="•"/>
        <a:defRPr sz="2000">
          <a:solidFill>
            <a:schemeClr val="tx1"/>
          </a:solidFill>
          <a:latin typeface="+mn-lt"/>
          <a:ea typeface="+mn-ea"/>
          <a:cs typeface="+mn-cs"/>
        </a:defRPr>
      </a:lvl7pPr>
      <a:lvl8pPr marL="3497783" indent="-233186" algn="l" defTabSz="932742" rtl="0">
        <a:spcBef>
          <a:spcPts val="0"/>
        </a:spcBef>
        <a:buFont typeface="Arial"/>
        <a:buChar char="•"/>
        <a:defRPr sz="2000">
          <a:solidFill>
            <a:schemeClr val="tx1"/>
          </a:solidFill>
          <a:latin typeface="+mn-lt"/>
          <a:ea typeface="+mn-ea"/>
          <a:cs typeface="+mn-cs"/>
        </a:defRPr>
      </a:lvl8pPr>
      <a:lvl9pPr marL="3964155" indent="-233186" algn="l" defTabSz="932742"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32742" rtl="0">
        <a:defRPr sz="1800">
          <a:solidFill>
            <a:schemeClr val="tx1"/>
          </a:solidFill>
          <a:latin typeface="+mn-lt"/>
          <a:ea typeface="+mn-ea"/>
          <a:cs typeface="+mn-cs"/>
        </a:defRPr>
      </a:lvl1pPr>
      <a:lvl2pPr marL="466371" algn="l" defTabSz="932742" rtl="0">
        <a:defRPr sz="1800">
          <a:solidFill>
            <a:schemeClr val="tx1"/>
          </a:solidFill>
          <a:latin typeface="+mn-lt"/>
          <a:ea typeface="+mn-ea"/>
          <a:cs typeface="+mn-cs"/>
        </a:defRPr>
      </a:lvl2pPr>
      <a:lvl3pPr marL="932742" algn="l" defTabSz="932742" rtl="0">
        <a:defRPr sz="1800">
          <a:solidFill>
            <a:schemeClr val="tx1"/>
          </a:solidFill>
          <a:latin typeface="+mn-lt"/>
          <a:ea typeface="+mn-ea"/>
          <a:cs typeface="+mn-cs"/>
        </a:defRPr>
      </a:lvl3pPr>
      <a:lvl4pPr marL="1399113" algn="l" defTabSz="932742" rtl="0">
        <a:defRPr sz="1800">
          <a:solidFill>
            <a:schemeClr val="tx1"/>
          </a:solidFill>
          <a:latin typeface="+mn-lt"/>
          <a:ea typeface="+mn-ea"/>
          <a:cs typeface="+mn-cs"/>
        </a:defRPr>
      </a:lvl4pPr>
      <a:lvl5pPr marL="1865484" algn="l" defTabSz="932742" rtl="0">
        <a:defRPr sz="1800">
          <a:solidFill>
            <a:schemeClr val="tx1"/>
          </a:solidFill>
          <a:latin typeface="+mn-lt"/>
          <a:ea typeface="+mn-ea"/>
          <a:cs typeface="+mn-cs"/>
        </a:defRPr>
      </a:lvl5pPr>
      <a:lvl6pPr marL="2331856" algn="l" defTabSz="932742" rtl="0">
        <a:defRPr sz="1800">
          <a:solidFill>
            <a:schemeClr val="tx1"/>
          </a:solidFill>
          <a:latin typeface="+mn-lt"/>
          <a:ea typeface="+mn-ea"/>
          <a:cs typeface="+mn-cs"/>
        </a:defRPr>
      </a:lvl6pPr>
      <a:lvl7pPr marL="2798226" algn="l" defTabSz="932742" rtl="0">
        <a:defRPr sz="1800">
          <a:solidFill>
            <a:schemeClr val="tx1"/>
          </a:solidFill>
          <a:latin typeface="+mn-lt"/>
          <a:ea typeface="+mn-ea"/>
          <a:cs typeface="+mn-cs"/>
        </a:defRPr>
      </a:lvl7pPr>
      <a:lvl8pPr marL="3264597" algn="l" defTabSz="932742" rtl="0">
        <a:defRPr sz="1800">
          <a:solidFill>
            <a:schemeClr val="tx1"/>
          </a:solidFill>
          <a:latin typeface="+mn-lt"/>
          <a:ea typeface="+mn-ea"/>
          <a:cs typeface="+mn-cs"/>
        </a:defRPr>
      </a:lvl8pPr>
      <a:lvl9pPr marL="3730969" algn="l" defTabSz="932742"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xml"/><Relationship Id="rId1" Type="http://schemas.openxmlformats.org/officeDocument/2006/relationships/slideLayout" Target="../slideLayouts/slideLayout19.xml"/><Relationship Id="rId5" Type="http://schemas.openxmlformats.org/officeDocument/2006/relationships/image" Target="../media/image37.png"/><Relationship Id="rId4" Type="http://schemas.openxmlformats.org/officeDocument/2006/relationships/image" Target="../media/image3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39.png"/><Relationship Id="rId2" Type="http://schemas.openxmlformats.org/officeDocument/2006/relationships/notesSlide" Target="../notesSlides/notesSlide5.xml"/><Relationship Id="rId1" Type="http://schemas.openxmlformats.org/officeDocument/2006/relationships/slideLayout" Target="../slideLayouts/slideLayout19.xml"/><Relationship Id="rId6" Type="http://schemas.openxmlformats.org/officeDocument/2006/relationships/image" Target="../media/image38.jpeg"/><Relationship Id="rId5" Type="http://schemas.openxmlformats.org/officeDocument/2006/relationships/hyperlink" Target="https://learn.microsoft.com/" TargetMode="External"/><Relationship Id="rId4" Type="http://schemas.openxmlformats.org/officeDocument/2006/relationships/hyperlink" Target="http://www.aka.ms/MyMicrosoftLearnProfile"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19.xml"/><Relationship Id="rId6" Type="http://schemas.openxmlformats.org/officeDocument/2006/relationships/hyperlink" Target="http://learn.microsoft.com/training/courses/browse" TargetMode="External"/><Relationship Id="rId5" Type="http://schemas.openxmlformats.org/officeDocument/2006/relationships/hyperlink" Target="https://learn.microsoft.com/en-us/contribute/content/provide-feedback" TargetMode="External"/><Relationship Id="rId4" Type="http://schemas.openxmlformats.org/officeDocument/2006/relationships/hyperlink" Target="https://learn.microsoft.com/en-us/training/support/troubleshooting"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xml"/><Relationship Id="rId1" Type="http://schemas.openxmlformats.org/officeDocument/2006/relationships/slideLayout" Target="../slideLayouts/slideLayout18.xml"/><Relationship Id="rId6" Type="http://schemas.openxmlformats.org/officeDocument/2006/relationships/hyperlink" Target="http://www.aka.ms/MyMicrosoftLearnProfile" TargetMode="External"/><Relationship Id="rId5" Type="http://schemas.openxmlformats.org/officeDocument/2006/relationships/image" Target="../media/image42.png"/><Relationship Id="rId4" Type="http://schemas.openxmlformats.org/officeDocument/2006/relationships/image" Target="../media/image41.png"/></Relationships>
</file>

<file path=ppt/slides/_rels/slide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xml"/><Relationship Id="rId1" Type="http://schemas.openxmlformats.org/officeDocument/2006/relationships/slideLayout" Target="../slideLayouts/slideLayout19.xml"/><Relationship Id="rId6" Type="http://schemas.openxmlformats.org/officeDocument/2006/relationships/hyperlink" Target="https://learn.microsoft.com/credentials" TargetMode="External"/><Relationship Id="rId5" Type="http://schemas.openxmlformats.org/officeDocument/2006/relationships/hyperlink" Target="https://aka.ms/RenewYourCert" TargetMode="External"/><Relationship Id="rId4" Type="http://schemas.openxmlformats.org/officeDocument/2006/relationships/hyperlink" Target="https://home.pearsonvue.com/voc/2023-report"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18.xml"/><Relationship Id="rId4" Type="http://schemas.openxmlformats.org/officeDocument/2006/relationships/image" Target="../media/image4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8.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2.xml"/><Relationship Id="rId1" Type="http://schemas.openxmlformats.org/officeDocument/2006/relationships/slideLayout" Target="../slideLayouts/slideLayout40.xml"/><Relationship Id="rId4" Type="http://schemas.openxmlformats.org/officeDocument/2006/relationships/image" Target="../media/image45.emf"/></Relationships>
</file>

<file path=ppt/slides/_rels/slide13.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notesSlide" Target="../notesSlides/notesSlide13.xml"/><Relationship Id="rId1" Type="http://schemas.openxmlformats.org/officeDocument/2006/relationships/slideLayout" Target="../slideLayouts/slideLayout40.xml"/></Relationships>
</file>

<file path=ppt/slides/_rels/slide14.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notesSlide" Target="../notesSlides/notesSlide14.xml"/><Relationship Id="rId1" Type="http://schemas.openxmlformats.org/officeDocument/2006/relationships/slideLayout" Target="../slideLayouts/slideLayout40.xml"/></Relationships>
</file>

<file path=ppt/slides/_rels/slide15.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notesSlide" Target="../notesSlides/notesSlide15.xml"/><Relationship Id="rId1" Type="http://schemas.openxmlformats.org/officeDocument/2006/relationships/slideLayout" Target="../slideLayouts/slideLayout40.xml"/></Relationships>
</file>

<file path=ppt/slides/_rels/slide16.xml.rels><?xml version="1.0" encoding="UTF-8" standalone="yes"?>
<Relationships xmlns="http://schemas.openxmlformats.org/package/2006/relationships"><Relationship Id="rId3" Type="http://schemas.openxmlformats.org/officeDocument/2006/relationships/hyperlink" Target="https://go.microsoft.com/fwlink/?linkid=2346552" TargetMode="External"/><Relationship Id="rId2" Type="http://schemas.openxmlformats.org/officeDocument/2006/relationships/notesSlide" Target="../notesSlides/notesSlide16.xml"/><Relationship Id="rId1" Type="http://schemas.openxmlformats.org/officeDocument/2006/relationships/slideLayout" Target="../slideLayouts/slideLayout79.xml"/><Relationship Id="rId4" Type="http://schemas.openxmlformats.org/officeDocument/2006/relationships/image" Target="../media/image49.jp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8.xml"/></Relationships>
</file>

<file path=ppt/slides/_rels/slide1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8.xml"/><Relationship Id="rId1" Type="http://schemas.openxmlformats.org/officeDocument/2006/relationships/slideLayout" Target="../slideLayouts/slideLayout40.xml"/><Relationship Id="rId5" Type="http://schemas.openxmlformats.org/officeDocument/2006/relationships/image" Target="../media/image51.emf"/><Relationship Id="rId4" Type="http://schemas.openxmlformats.org/officeDocument/2006/relationships/oleObject" Target="../embeddings/oleObject2.bin"/></Relationships>
</file>

<file path=ppt/slides/_rels/slide19.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notesSlide" Target="../notesSlides/notesSlide19.xml"/><Relationship Id="rId1" Type="http://schemas.openxmlformats.org/officeDocument/2006/relationships/slideLayout" Target="../slideLayouts/slideLayout40.xml"/></Relationships>
</file>

<file path=ppt/slides/_rels/slide20.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notesSlide" Target="../notesSlides/notesSlide20.xml"/><Relationship Id="rId1" Type="http://schemas.openxmlformats.org/officeDocument/2006/relationships/slideLayout" Target="../slideLayouts/slideLayout4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0.xml"/></Relationships>
</file>

<file path=ppt/slides/_rels/slide22.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notesSlide" Target="../notesSlides/notesSlide22.xml"/><Relationship Id="rId1" Type="http://schemas.openxmlformats.org/officeDocument/2006/relationships/slideLayout" Target="../slideLayouts/slideLayout40.xml"/></Relationships>
</file>

<file path=ppt/slides/_rels/slide23.xml.rels><?xml version="1.0" encoding="UTF-8" standalone="yes"?>
<Relationships xmlns="http://schemas.openxmlformats.org/package/2006/relationships"><Relationship Id="rId3" Type="http://schemas.openxmlformats.org/officeDocument/2006/relationships/hyperlink" Target="https://go.microsoft.com/fwlink/?linkid=2347415" TargetMode="External"/><Relationship Id="rId2" Type="http://schemas.openxmlformats.org/officeDocument/2006/relationships/notesSlide" Target="../notesSlides/notesSlide23.xml"/><Relationship Id="rId1" Type="http://schemas.openxmlformats.org/officeDocument/2006/relationships/slideLayout" Target="../slideLayouts/slideLayout79.xml"/><Relationship Id="rId4" Type="http://schemas.openxmlformats.org/officeDocument/2006/relationships/image" Target="../media/image49.jp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0.xml"/></Relationships>
</file>

<file path=ppt/slides/_rels/slide2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5.xml"/><Relationship Id="rId1" Type="http://schemas.openxmlformats.org/officeDocument/2006/relationships/slideLayout" Target="../slideLayouts/slideLayout10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1.xml"/></Relationships>
</file>

<file path=ppt/slides/_rels/slide27.xml.rels><?xml version="1.0" encoding="UTF-8" standalone="yes"?>
<Relationships xmlns="http://schemas.openxmlformats.org/package/2006/relationships"><Relationship Id="rId3" Type="http://schemas.openxmlformats.org/officeDocument/2006/relationships/image" Target="../media/image56.svg"/><Relationship Id="rId2" Type="http://schemas.openxmlformats.org/officeDocument/2006/relationships/notesSlide" Target="../notesSlides/notesSlide27.xml"/><Relationship Id="rId1" Type="http://schemas.openxmlformats.org/officeDocument/2006/relationships/slideLayout" Target="../slideLayouts/slideLayout10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4.xml"/></Relationships>
</file>

<file path=ppt/slides/_rels/slide29.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notesSlide" Target="../notesSlides/notesSlide29.xml"/><Relationship Id="rId1" Type="http://schemas.openxmlformats.org/officeDocument/2006/relationships/slideLayout" Target="../slideLayouts/slideLayout10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4.xml"/></Relationships>
</file>

<file path=ppt/slides/_rels/slide31.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31.xml"/><Relationship Id="rId1" Type="http://schemas.openxmlformats.org/officeDocument/2006/relationships/slideLayout" Target="../slideLayouts/slideLayout104.xml"/></Relationships>
</file>

<file path=ppt/slides/_rels/slide32.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32.xml"/><Relationship Id="rId1" Type="http://schemas.openxmlformats.org/officeDocument/2006/relationships/slideLayout" Target="../slideLayouts/slideLayout141.xml"/><Relationship Id="rId4" Type="http://schemas.openxmlformats.org/officeDocument/2006/relationships/hyperlink" Target="https://go.microsoft.com/fwlink/?linkid=2348000" TargetMode="Externa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1.xml"/></Relationships>
</file>

<file path=ppt/slides/_rels/slide34.xml.rels><?xml version="1.0" encoding="UTF-8" standalone="yes"?>
<Relationships xmlns="http://schemas.openxmlformats.org/package/2006/relationships"><Relationship Id="rId3" Type="http://schemas.openxmlformats.org/officeDocument/2006/relationships/image" Target="../media/image59.svg"/><Relationship Id="rId2" Type="http://schemas.openxmlformats.org/officeDocument/2006/relationships/notesSlide" Target="../notesSlides/notesSlide34.xml"/><Relationship Id="rId1" Type="http://schemas.openxmlformats.org/officeDocument/2006/relationships/slideLayout" Target="../slideLayouts/slideLayout104.xml"/></Relationships>
</file>

<file path=ppt/slides/_rels/slide35.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notesSlide" Target="../notesSlides/notesSlide35.xml"/><Relationship Id="rId1" Type="http://schemas.openxmlformats.org/officeDocument/2006/relationships/slideLayout" Target="../slideLayouts/slideLayout10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4.xml"/></Relationships>
</file>

<file path=ppt/slides/_rels/slide37.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notesSlide" Target="../notesSlides/notesSlide37.xml"/><Relationship Id="rId1" Type="http://schemas.openxmlformats.org/officeDocument/2006/relationships/slideLayout" Target="../slideLayouts/slideLayout10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4.xml"/></Relationships>
</file>

<file path=ppt/slides/_rels/slide39.xml.rels><?xml version="1.0" encoding="UTF-8" standalone="yes"?>
<Relationships xmlns="http://schemas.openxmlformats.org/package/2006/relationships"><Relationship Id="rId3" Type="http://schemas.openxmlformats.org/officeDocument/2006/relationships/image" Target="../media/image62.svg"/><Relationship Id="rId2" Type="http://schemas.openxmlformats.org/officeDocument/2006/relationships/notesSlide" Target="../notesSlides/notesSlide39.xml"/><Relationship Id="rId1" Type="http://schemas.openxmlformats.org/officeDocument/2006/relationships/slideLayout" Target="../slideLayouts/slideLayout104.xml"/></Relationships>
</file>

<file path=ppt/slides/_rels/slide40.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40.xml"/><Relationship Id="rId1" Type="http://schemas.openxmlformats.org/officeDocument/2006/relationships/slideLayout" Target="../slideLayouts/slideLayout141.xml"/><Relationship Id="rId4" Type="http://schemas.openxmlformats.org/officeDocument/2006/relationships/hyperlink" Target="https://go.microsoft.com/fwlink/?linkid=2348400" TargetMode="Externa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01.xml"/></Relationships>
</file>

<file path=ppt/slides/_rels/slide42.xml.rels><?xml version="1.0" encoding="UTF-8" standalone="yes"?>
<Relationships xmlns="http://schemas.openxmlformats.org/package/2006/relationships"><Relationship Id="rId3" Type="http://schemas.openxmlformats.org/officeDocument/2006/relationships/image" Target="../media/image63.svg"/><Relationship Id="rId2" Type="http://schemas.openxmlformats.org/officeDocument/2006/relationships/notesSlide" Target="../notesSlides/notesSlide42.xml"/><Relationship Id="rId1" Type="http://schemas.openxmlformats.org/officeDocument/2006/relationships/slideLayout" Target="../slideLayouts/slideLayout104.xml"/></Relationships>
</file>

<file path=ppt/slides/_rels/slide43.xml.rels><?xml version="1.0" encoding="UTF-8" standalone="yes"?>
<Relationships xmlns="http://schemas.openxmlformats.org/package/2006/relationships"><Relationship Id="rId3" Type="http://schemas.openxmlformats.org/officeDocument/2006/relationships/image" Target="../media/image64.svg"/><Relationship Id="rId2" Type="http://schemas.openxmlformats.org/officeDocument/2006/relationships/notesSlide" Target="../notesSlides/notesSlide43.xml"/><Relationship Id="rId1" Type="http://schemas.openxmlformats.org/officeDocument/2006/relationships/slideLayout" Target="../slideLayouts/slideLayout10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04.xml"/></Relationships>
</file>

<file path=ppt/slides/_rels/slide45.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notesSlide" Target="../notesSlides/notesSlide45.xml"/><Relationship Id="rId1" Type="http://schemas.openxmlformats.org/officeDocument/2006/relationships/slideLayout" Target="../slideLayouts/slideLayout104.xml"/></Relationships>
</file>

<file path=ppt/slides/_rels/slide46.xml.rels><?xml version="1.0" encoding="UTF-8" standalone="yes"?>
<Relationships xmlns="http://schemas.openxmlformats.org/package/2006/relationships"><Relationship Id="rId3" Type="http://schemas.openxmlformats.org/officeDocument/2006/relationships/image" Target="../media/image66.svg"/><Relationship Id="rId2" Type="http://schemas.openxmlformats.org/officeDocument/2006/relationships/notesSlide" Target="../notesSlides/notesSlide46.xml"/><Relationship Id="rId1" Type="http://schemas.openxmlformats.org/officeDocument/2006/relationships/slideLayout" Target="../slideLayouts/slideLayout104.xml"/></Relationships>
</file>

<file path=ppt/slides/_rels/slide47.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47.xml"/><Relationship Id="rId1" Type="http://schemas.openxmlformats.org/officeDocument/2006/relationships/slideLayout" Target="../slideLayouts/slideLayout141.xml"/><Relationship Id="rId4" Type="http://schemas.openxmlformats.org/officeDocument/2006/relationships/hyperlink" Target="https://go.microsoft.com/fwlink/?linkid=2348401" TargetMode="Externa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6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6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67.xml"/></Relationships>
</file>

<file path=ppt/slides/_rels/slide51.xml.rels><?xml version="1.0" encoding="UTF-8" standalone="yes"?>
<Relationships xmlns="http://schemas.openxmlformats.org/package/2006/relationships"><Relationship Id="rId3" Type="http://schemas.openxmlformats.org/officeDocument/2006/relationships/image" Target="../media/image67.svg"/><Relationship Id="rId2" Type="http://schemas.openxmlformats.org/officeDocument/2006/relationships/notesSlide" Target="../notesSlides/notesSlide51.xml"/><Relationship Id="rId1" Type="http://schemas.openxmlformats.org/officeDocument/2006/relationships/slideLayout" Target="../slideLayouts/slideLayout16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67.xml"/></Relationships>
</file>

<file path=ppt/slides/_rels/slide53.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53.xml"/><Relationship Id="rId1" Type="http://schemas.openxmlformats.org/officeDocument/2006/relationships/slideLayout" Target="../slideLayouts/slideLayout204.xml"/><Relationship Id="rId4" Type="http://schemas.openxmlformats.org/officeDocument/2006/relationships/hyperlink" Target="https://go.microsoft.com/fwlink/?linkid=2345722" TargetMode="Externa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6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67.xml"/></Relationships>
</file>

<file path=ppt/slides/_rels/slide56.xml.rels><?xml version="1.0" encoding="UTF-8" standalone="yes"?>
<Relationships xmlns="http://schemas.openxmlformats.org/package/2006/relationships"><Relationship Id="rId3" Type="http://schemas.openxmlformats.org/officeDocument/2006/relationships/image" Target="../media/image68.svg"/><Relationship Id="rId2" Type="http://schemas.openxmlformats.org/officeDocument/2006/relationships/notesSlide" Target="../notesSlides/notesSlide56.xml"/><Relationship Id="rId1" Type="http://schemas.openxmlformats.org/officeDocument/2006/relationships/slideLayout" Target="../slideLayouts/slideLayout167.xml"/></Relationships>
</file>

<file path=ppt/slides/_rels/slide57.xml.rels><?xml version="1.0" encoding="UTF-8" standalone="yes"?>
<Relationships xmlns="http://schemas.openxmlformats.org/package/2006/relationships"><Relationship Id="rId3" Type="http://schemas.openxmlformats.org/officeDocument/2006/relationships/image" Target="../media/image69.svg"/><Relationship Id="rId2" Type="http://schemas.openxmlformats.org/officeDocument/2006/relationships/notesSlide" Target="../notesSlides/notesSlide57.xml"/><Relationship Id="rId1" Type="http://schemas.openxmlformats.org/officeDocument/2006/relationships/slideLayout" Target="../slideLayouts/slideLayout167.xml"/></Relationships>
</file>

<file path=ppt/slides/_rels/slide58.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58.xml"/><Relationship Id="rId1" Type="http://schemas.openxmlformats.org/officeDocument/2006/relationships/slideLayout" Target="../slideLayouts/slideLayout204.xml"/><Relationship Id="rId4" Type="http://schemas.openxmlformats.org/officeDocument/2006/relationships/hyperlink" Target="https://go.microsoft.com/fwlink/?linkid=2346339" TargetMode="Externa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6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67.xml"/></Relationships>
</file>

<file path=ppt/slides/_rels/slide61.xml.rels><?xml version="1.0" encoding="UTF-8" standalone="yes"?>
<Relationships xmlns="http://schemas.openxmlformats.org/package/2006/relationships"><Relationship Id="rId3" Type="http://schemas.openxmlformats.org/officeDocument/2006/relationships/image" Target="../media/image70.svg"/><Relationship Id="rId2" Type="http://schemas.openxmlformats.org/officeDocument/2006/relationships/notesSlide" Target="../notesSlides/notesSlide61.xml"/><Relationship Id="rId1" Type="http://schemas.openxmlformats.org/officeDocument/2006/relationships/slideLayout" Target="../slideLayouts/slideLayout167.xml"/></Relationships>
</file>

<file path=ppt/slides/_rels/slide62.xml.rels><?xml version="1.0" encoding="UTF-8" standalone="yes"?>
<Relationships xmlns="http://schemas.openxmlformats.org/package/2006/relationships"><Relationship Id="rId3" Type="http://schemas.openxmlformats.org/officeDocument/2006/relationships/image" Target="../media/image71.svg"/><Relationship Id="rId2" Type="http://schemas.openxmlformats.org/officeDocument/2006/relationships/notesSlide" Target="../notesSlides/notesSlide62.xml"/><Relationship Id="rId1" Type="http://schemas.openxmlformats.org/officeDocument/2006/relationships/slideLayout" Target="../slideLayouts/slideLayout167.xml"/></Relationships>
</file>

<file path=ppt/slides/_rels/slide63.xml.rels><?xml version="1.0" encoding="UTF-8" standalone="yes"?>
<Relationships xmlns="http://schemas.openxmlformats.org/package/2006/relationships"><Relationship Id="rId3" Type="http://schemas.openxmlformats.org/officeDocument/2006/relationships/hyperlink" Target="https://go.microsoft.com/fwlink/?linkid=2346293" TargetMode="External"/><Relationship Id="rId2" Type="http://schemas.openxmlformats.org/officeDocument/2006/relationships/notesSlide" Target="../notesSlides/notesSlide63.xml"/><Relationship Id="rId1" Type="http://schemas.openxmlformats.org/officeDocument/2006/relationships/slideLayout" Target="../slideLayouts/slideLayout204.xml"/><Relationship Id="rId4" Type="http://schemas.openxmlformats.org/officeDocument/2006/relationships/image" Target="../media/image49.jp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2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26.xml"/></Relationships>
</file>

<file path=ppt/slides/_rels/slide66.xml.rels><?xml version="1.0" encoding="UTF-8" standalone="yes"?>
<Relationships xmlns="http://schemas.openxmlformats.org/package/2006/relationships"><Relationship Id="rId3" Type="http://schemas.openxmlformats.org/officeDocument/2006/relationships/image" Target="../media/image72.svg"/><Relationship Id="rId2" Type="http://schemas.openxmlformats.org/officeDocument/2006/relationships/notesSlide" Target="../notesSlides/notesSlide66.xml"/><Relationship Id="rId1" Type="http://schemas.openxmlformats.org/officeDocument/2006/relationships/slideLayout" Target="../slideLayouts/slideLayout230.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30.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30.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30.xml"/></Relationships>
</file>

<file path=ppt/slides/_rels/slide70.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70.xml"/><Relationship Id="rId1" Type="http://schemas.openxmlformats.org/officeDocument/2006/relationships/slideLayout" Target="../slideLayouts/slideLayout267.xml"/><Relationship Id="rId4" Type="http://schemas.openxmlformats.org/officeDocument/2006/relationships/hyperlink" Target="https://go.microsoft.com/fwlink/?linkid=2350700" TargetMode="Externa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2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30.xml"/></Relationships>
</file>

<file path=ppt/slides/_rels/slide73.xml.rels><?xml version="1.0" encoding="UTF-8" standalone="yes"?>
<Relationships xmlns="http://schemas.openxmlformats.org/package/2006/relationships"><Relationship Id="rId3" Type="http://schemas.openxmlformats.org/officeDocument/2006/relationships/image" Target="../media/image73.svg"/><Relationship Id="rId2" Type="http://schemas.openxmlformats.org/officeDocument/2006/relationships/notesSlide" Target="../notesSlides/notesSlide73.xml"/><Relationship Id="rId1" Type="http://schemas.openxmlformats.org/officeDocument/2006/relationships/slideLayout" Target="../slideLayouts/slideLayout230.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30.xml"/></Relationships>
</file>

<file path=ppt/slides/_rels/slide75.xml.rels><?xml version="1.0" encoding="UTF-8" standalone="yes"?>
<Relationships xmlns="http://schemas.openxmlformats.org/package/2006/relationships"><Relationship Id="rId3" Type="http://schemas.openxmlformats.org/officeDocument/2006/relationships/image" Target="../media/image74.svg"/><Relationship Id="rId2" Type="http://schemas.openxmlformats.org/officeDocument/2006/relationships/notesSlide" Target="../notesSlides/notesSlide75.xml"/><Relationship Id="rId1" Type="http://schemas.openxmlformats.org/officeDocument/2006/relationships/slideLayout" Target="../slideLayouts/slideLayout230.xml"/></Relationships>
</file>

<file path=ppt/slides/_rels/slide76.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76.xml"/><Relationship Id="rId1" Type="http://schemas.openxmlformats.org/officeDocument/2006/relationships/slideLayout" Target="../slideLayouts/slideLayout267.xml"/><Relationship Id="rId4" Type="http://schemas.openxmlformats.org/officeDocument/2006/relationships/hyperlink" Target="https://go.microsoft.com/fwlink/?linkid=2350601" TargetMode="Externa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2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30.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30.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30.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30.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30.xml"/></Relationships>
</file>

<file path=ppt/slides/_rels/slide83.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83.xml"/><Relationship Id="rId1" Type="http://schemas.openxmlformats.org/officeDocument/2006/relationships/slideLayout" Target="../slideLayouts/slideLayout267.xml"/><Relationship Id="rId4" Type="http://schemas.openxmlformats.org/officeDocument/2006/relationships/hyperlink" Target="https://go.microsoft.com/fwlink/?linkid=2350800" TargetMode="Externa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88.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89.xml"/></Relationships>
</file>

<file path=ppt/slides/_rels/slide86.xml.rels><?xml version="1.0" encoding="UTF-8" standalone="yes"?>
<Relationships xmlns="http://schemas.openxmlformats.org/package/2006/relationships"><Relationship Id="rId3" Type="http://schemas.openxmlformats.org/officeDocument/2006/relationships/image" Target="../media/image75.svg"/><Relationship Id="rId2" Type="http://schemas.openxmlformats.org/officeDocument/2006/relationships/notesSlide" Target="../notesSlides/notesSlide86.xml"/><Relationship Id="rId1" Type="http://schemas.openxmlformats.org/officeDocument/2006/relationships/slideLayout" Target="../slideLayouts/slideLayout293.xml"/></Relationships>
</file>

<file path=ppt/slides/_rels/slide87.xml.rels><?xml version="1.0" encoding="UTF-8" standalone="yes"?>
<Relationships xmlns="http://schemas.openxmlformats.org/package/2006/relationships"><Relationship Id="rId3" Type="http://schemas.openxmlformats.org/officeDocument/2006/relationships/image" Target="../media/image76.svg"/><Relationship Id="rId2" Type="http://schemas.openxmlformats.org/officeDocument/2006/relationships/notesSlide" Target="../notesSlides/notesSlide87.xml"/><Relationship Id="rId1" Type="http://schemas.openxmlformats.org/officeDocument/2006/relationships/slideLayout" Target="../slideLayouts/slideLayout29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9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93.xml"/></Relationships>
</file>

<file path=ppt/slides/_rels/slide90.xml.rels><?xml version="1.0" encoding="UTF-8" standalone="yes"?>
<Relationships xmlns="http://schemas.openxmlformats.org/package/2006/relationships"><Relationship Id="rId3" Type="http://schemas.openxmlformats.org/officeDocument/2006/relationships/image" Target="../media/image77.svg"/><Relationship Id="rId2" Type="http://schemas.openxmlformats.org/officeDocument/2006/relationships/notesSlide" Target="../notesSlides/notesSlide90.xml"/><Relationship Id="rId1" Type="http://schemas.openxmlformats.org/officeDocument/2006/relationships/slideLayout" Target="../slideLayouts/slideLayout293.xml"/></Relationships>
</file>

<file path=ppt/slides/_rels/slide91.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91.xml"/><Relationship Id="rId1" Type="http://schemas.openxmlformats.org/officeDocument/2006/relationships/slideLayout" Target="../slideLayouts/slideLayout330.xml"/><Relationship Id="rId4" Type="http://schemas.openxmlformats.org/officeDocument/2006/relationships/hyperlink" Target="https://go.microsoft.com/fwlink/?linkid=2349114" TargetMode="Externa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89.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9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93.xml"/></Relationships>
</file>

<file path=ppt/slides/_rels/slide95.xml.rels><?xml version="1.0" encoding="UTF-8" standalone="yes"?>
<Relationships xmlns="http://schemas.openxmlformats.org/package/2006/relationships"><Relationship Id="rId3" Type="http://schemas.openxmlformats.org/officeDocument/2006/relationships/image" Target="../media/image78.svg"/><Relationship Id="rId2" Type="http://schemas.openxmlformats.org/officeDocument/2006/relationships/notesSlide" Target="../notesSlides/notesSlide95.xml"/><Relationship Id="rId1" Type="http://schemas.openxmlformats.org/officeDocument/2006/relationships/slideLayout" Target="../slideLayouts/slideLayout293.xml"/></Relationships>
</file>

<file path=ppt/slides/_rels/slide96.xml.rels><?xml version="1.0" encoding="UTF-8" standalone="yes"?>
<Relationships xmlns="http://schemas.openxmlformats.org/package/2006/relationships"><Relationship Id="rId3" Type="http://schemas.openxmlformats.org/officeDocument/2006/relationships/image" Target="../media/image79.svg"/><Relationship Id="rId2" Type="http://schemas.openxmlformats.org/officeDocument/2006/relationships/notesSlide" Target="../notesSlides/notesSlide96.xml"/><Relationship Id="rId1" Type="http://schemas.openxmlformats.org/officeDocument/2006/relationships/slideLayout" Target="../slideLayouts/slideLayout29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93.xml"/></Relationships>
</file>

<file path=ppt/slides/_rels/slide98.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98.xml"/><Relationship Id="rId1" Type="http://schemas.openxmlformats.org/officeDocument/2006/relationships/slideLayout" Target="../slideLayouts/slideLayout330.xml"/><Relationship Id="rId4" Type="http://schemas.openxmlformats.org/officeDocument/2006/relationships/hyperlink" Target="https://go.microsoft.com/fwlink/?linkid=2348708" TargetMode="Externa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89.xml"/></Relationships>
</file>

<file path=ppt/slides/_rels/slide100.xml.rels><?xml version="1.0" encoding="UTF-8" standalone="yes"?>
<Relationships xmlns="http://schemas.openxmlformats.org/package/2006/relationships"><Relationship Id="rId3" Type="http://schemas.openxmlformats.org/officeDocument/2006/relationships/image" Target="../media/image80.svg"/><Relationship Id="rId2" Type="http://schemas.openxmlformats.org/officeDocument/2006/relationships/notesSlide" Target="../notesSlides/notesSlide100.xml"/><Relationship Id="rId1" Type="http://schemas.openxmlformats.org/officeDocument/2006/relationships/slideLayout" Target="../slideLayouts/slideLayout293.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93.xml"/></Relationships>
</file>

<file path=ppt/slides/_rels/slide102.xml.rels><?xml version="1.0" encoding="UTF-8" standalone="yes"?>
<Relationships xmlns="http://schemas.openxmlformats.org/package/2006/relationships"><Relationship Id="rId3" Type="http://schemas.openxmlformats.org/officeDocument/2006/relationships/image" Target="../media/image81.svg"/><Relationship Id="rId2" Type="http://schemas.openxmlformats.org/officeDocument/2006/relationships/notesSlide" Target="../notesSlides/notesSlide102.xml"/><Relationship Id="rId1" Type="http://schemas.openxmlformats.org/officeDocument/2006/relationships/slideLayout" Target="../slideLayouts/slideLayout293.xml"/></Relationships>
</file>

<file path=ppt/slides/_rels/slide103.xml.rels><?xml version="1.0" encoding="UTF-8" standalone="yes"?>
<Relationships xmlns="http://schemas.openxmlformats.org/package/2006/relationships"><Relationship Id="rId3" Type="http://schemas.openxmlformats.org/officeDocument/2006/relationships/image" Target="../media/image82.svg"/><Relationship Id="rId2" Type="http://schemas.openxmlformats.org/officeDocument/2006/relationships/notesSlide" Target="../notesSlides/notesSlide103.xml"/><Relationship Id="rId1" Type="http://schemas.openxmlformats.org/officeDocument/2006/relationships/slideLayout" Target="../slideLayouts/slideLayout293.xml"/></Relationships>
</file>

<file path=ppt/slides/_rels/slide104.xml.rels><?xml version="1.0" encoding="UTF-8" standalone="yes"?>
<Relationships xmlns="http://schemas.openxmlformats.org/package/2006/relationships"><Relationship Id="rId3" Type="http://schemas.openxmlformats.org/officeDocument/2006/relationships/image" Target="../media/image83.svg"/><Relationship Id="rId2" Type="http://schemas.openxmlformats.org/officeDocument/2006/relationships/notesSlide" Target="../notesSlides/notesSlide104.xml"/><Relationship Id="rId1" Type="http://schemas.openxmlformats.org/officeDocument/2006/relationships/slideLayout" Target="../slideLayouts/slideLayout293.xml"/></Relationships>
</file>

<file path=ppt/slides/_rels/slide105.xml.rels><?xml version="1.0" encoding="UTF-8" standalone="yes"?>
<Relationships xmlns="http://schemas.openxmlformats.org/package/2006/relationships"><Relationship Id="rId3" Type="http://schemas.openxmlformats.org/officeDocument/2006/relationships/image" Target="../media/image84.svg"/><Relationship Id="rId2" Type="http://schemas.openxmlformats.org/officeDocument/2006/relationships/notesSlide" Target="../notesSlides/notesSlide105.xml"/><Relationship Id="rId1" Type="http://schemas.openxmlformats.org/officeDocument/2006/relationships/slideLayout" Target="../slideLayouts/slideLayout293.xml"/></Relationships>
</file>

<file path=ppt/slides/_rels/slide106.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106.xml"/><Relationship Id="rId1" Type="http://schemas.openxmlformats.org/officeDocument/2006/relationships/slideLayout" Target="../slideLayouts/slideLayout330.xml"/><Relationship Id="rId4" Type="http://schemas.openxmlformats.org/officeDocument/2006/relationships/hyperlink" Target="https://go.microsoft.com/fwlink/?linkid=2348919" TargetMode="Externa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35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35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356.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356.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356.xml"/></Relationships>
</file>

<file path=ppt/slides/_rels/slide112.xml.rels><?xml version="1.0" encoding="UTF-8" standalone="yes"?>
<Relationships xmlns="http://schemas.openxmlformats.org/package/2006/relationships"><Relationship Id="rId3" Type="http://schemas.openxmlformats.org/officeDocument/2006/relationships/image" Target="../media/image85.svg"/><Relationship Id="rId2" Type="http://schemas.openxmlformats.org/officeDocument/2006/relationships/notesSlide" Target="../notesSlides/notesSlide112.xml"/><Relationship Id="rId1" Type="http://schemas.openxmlformats.org/officeDocument/2006/relationships/slideLayout" Target="../slideLayouts/slideLayout356.xml"/></Relationships>
</file>

<file path=ppt/slides/_rels/slide113.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113.xml"/><Relationship Id="rId1" Type="http://schemas.openxmlformats.org/officeDocument/2006/relationships/slideLayout" Target="../slideLayouts/slideLayout393.xml"/><Relationship Id="rId4" Type="http://schemas.openxmlformats.org/officeDocument/2006/relationships/hyperlink" Target="https://go.microsoft.com/fwlink/?linkid=2344201" TargetMode="Externa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352.xml"/></Relationships>
</file>

<file path=ppt/slides/_rels/slide115.xml.rels><?xml version="1.0" encoding="UTF-8" standalone="yes"?>
<Relationships xmlns="http://schemas.openxmlformats.org/package/2006/relationships"><Relationship Id="rId3" Type="http://schemas.openxmlformats.org/officeDocument/2006/relationships/image" Target="../media/image86.svg"/><Relationship Id="rId2" Type="http://schemas.openxmlformats.org/officeDocument/2006/relationships/notesSlide" Target="../notesSlides/notesSlide115.xml"/><Relationship Id="rId1" Type="http://schemas.openxmlformats.org/officeDocument/2006/relationships/slideLayout" Target="../slideLayouts/slideLayout356.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356.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356.xml"/></Relationships>
</file>

<file path=ppt/slides/_rels/slide118.xml.rels><?xml version="1.0" encoding="UTF-8" standalone="yes"?>
<Relationships xmlns="http://schemas.openxmlformats.org/package/2006/relationships"><Relationship Id="rId3" Type="http://schemas.openxmlformats.org/officeDocument/2006/relationships/image" Target="../media/image87.svg"/><Relationship Id="rId2" Type="http://schemas.openxmlformats.org/officeDocument/2006/relationships/notesSlide" Target="../notesSlides/notesSlide118.xml"/><Relationship Id="rId1" Type="http://schemas.openxmlformats.org/officeDocument/2006/relationships/slideLayout" Target="../slideLayouts/slideLayout356.xml"/></Relationships>
</file>

<file path=ppt/slides/_rels/slide119.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119.xml"/><Relationship Id="rId1" Type="http://schemas.openxmlformats.org/officeDocument/2006/relationships/slideLayout" Target="../slideLayouts/slideLayout393.xml"/><Relationship Id="rId4" Type="http://schemas.openxmlformats.org/officeDocument/2006/relationships/hyperlink" Target="https://go.microsoft.com/fwlink/?linkid=2344003" TargetMode="Externa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35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356.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356.xml"/></Relationships>
</file>

<file path=ppt/slides/_rels/slide123.xml.rels><?xml version="1.0" encoding="UTF-8" standalone="yes"?>
<Relationships xmlns="http://schemas.openxmlformats.org/package/2006/relationships"><Relationship Id="rId3" Type="http://schemas.openxmlformats.org/officeDocument/2006/relationships/image" Target="../media/image88.svg"/><Relationship Id="rId2" Type="http://schemas.openxmlformats.org/officeDocument/2006/relationships/notesSlide" Target="../notesSlides/notesSlide123.xml"/><Relationship Id="rId1" Type="http://schemas.openxmlformats.org/officeDocument/2006/relationships/slideLayout" Target="../slideLayouts/slideLayout356.xml"/></Relationships>
</file>

<file path=ppt/slides/_rels/slide124.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124.xml"/><Relationship Id="rId1" Type="http://schemas.openxmlformats.org/officeDocument/2006/relationships/slideLayout" Target="../slideLayouts/slideLayout393.xml"/><Relationship Id="rId4" Type="http://schemas.openxmlformats.org/officeDocument/2006/relationships/hyperlink" Target="https://go.microsoft.com/fwlink/?linkid=2344301" TargetMode="Externa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414.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416.xml"/></Relationships>
</file>

<file path=ppt/slides/_rels/slide127.xml.rels><?xml version="1.0" encoding="UTF-8" standalone="yes"?>
<Relationships xmlns="http://schemas.openxmlformats.org/package/2006/relationships"><Relationship Id="rId3" Type="http://schemas.openxmlformats.org/officeDocument/2006/relationships/image" Target="../media/image89.svg"/><Relationship Id="rId2" Type="http://schemas.openxmlformats.org/officeDocument/2006/relationships/notesSlide" Target="../notesSlides/notesSlide127.xml"/><Relationship Id="rId1" Type="http://schemas.openxmlformats.org/officeDocument/2006/relationships/slideLayout" Target="../slideLayouts/slideLayout419.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419.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419.xml"/></Relationships>
</file>

<file path=ppt/slides/_rels/slide130.xml.rels><?xml version="1.0" encoding="UTF-8" standalone="yes"?>
<Relationships xmlns="http://schemas.openxmlformats.org/package/2006/relationships"><Relationship Id="rId3" Type="http://schemas.openxmlformats.org/officeDocument/2006/relationships/image" Target="../media/image90.svg"/><Relationship Id="rId2" Type="http://schemas.openxmlformats.org/officeDocument/2006/relationships/notesSlide" Target="../notesSlides/notesSlide130.xml"/><Relationship Id="rId1" Type="http://schemas.openxmlformats.org/officeDocument/2006/relationships/slideLayout" Target="../slideLayouts/slideLayout419.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419.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419.xml"/></Relationships>
</file>

<file path=ppt/slides/_rels/slide133.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133.xml"/><Relationship Id="rId1" Type="http://schemas.openxmlformats.org/officeDocument/2006/relationships/slideLayout" Target="../slideLayouts/slideLayout456.xml"/><Relationship Id="rId4" Type="http://schemas.openxmlformats.org/officeDocument/2006/relationships/hyperlink" Target="https://go.microsoft.com/fwlink/?linkid=2352823" TargetMode="Externa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416.xml"/></Relationships>
</file>

<file path=ppt/slides/_rels/slide135.xml.rels><?xml version="1.0" encoding="UTF-8" standalone="yes"?>
<Relationships xmlns="http://schemas.openxmlformats.org/package/2006/relationships"><Relationship Id="rId3" Type="http://schemas.openxmlformats.org/officeDocument/2006/relationships/image" Target="../media/image91.svg"/><Relationship Id="rId2" Type="http://schemas.openxmlformats.org/officeDocument/2006/relationships/notesSlide" Target="../notesSlides/notesSlide135.xml"/><Relationship Id="rId1" Type="http://schemas.openxmlformats.org/officeDocument/2006/relationships/slideLayout" Target="../slideLayouts/slideLayout419.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419.xml"/></Relationships>
</file>

<file path=ppt/slides/_rels/slide137.xml.rels><?xml version="1.0" encoding="UTF-8" standalone="yes"?>
<Relationships xmlns="http://schemas.openxmlformats.org/package/2006/relationships"><Relationship Id="rId3" Type="http://schemas.openxmlformats.org/officeDocument/2006/relationships/image" Target="../media/image92.svg"/><Relationship Id="rId2" Type="http://schemas.openxmlformats.org/officeDocument/2006/relationships/notesSlide" Target="../notesSlides/notesSlide137.xml"/><Relationship Id="rId1" Type="http://schemas.openxmlformats.org/officeDocument/2006/relationships/slideLayout" Target="../slideLayouts/slideLayout419.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419.xml"/></Relationships>
</file>

<file path=ppt/slides/_rels/slide139.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139.xml"/><Relationship Id="rId1" Type="http://schemas.openxmlformats.org/officeDocument/2006/relationships/slideLayout" Target="../slideLayouts/slideLayout456.xml"/><Relationship Id="rId4" Type="http://schemas.openxmlformats.org/officeDocument/2006/relationships/hyperlink" Target="https://go.microsoft.com/fwlink/?linkid=2352234" TargetMode="Externa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416.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419.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419.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419.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419.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419.xml"/></Relationships>
</file>

<file path=ppt/slides/_rels/slide146.xml.rels><?xml version="1.0" encoding="UTF-8" standalone="yes"?>
<Relationships xmlns="http://schemas.openxmlformats.org/package/2006/relationships"><Relationship Id="rId3" Type="http://schemas.openxmlformats.org/officeDocument/2006/relationships/image" Target="../media/image93.svg"/><Relationship Id="rId2" Type="http://schemas.openxmlformats.org/officeDocument/2006/relationships/notesSlide" Target="../notesSlides/notesSlide146.xml"/><Relationship Id="rId1" Type="http://schemas.openxmlformats.org/officeDocument/2006/relationships/slideLayout" Target="../slideLayouts/slideLayout419.xml"/></Relationships>
</file>

<file path=ppt/slides/_rels/slide147.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147.xml"/><Relationship Id="rId1" Type="http://schemas.openxmlformats.org/officeDocument/2006/relationships/slideLayout" Target="../slideLayouts/slideLayout456.xml"/><Relationship Id="rId4" Type="http://schemas.openxmlformats.org/officeDocument/2006/relationships/hyperlink" Target="https://go.microsoft.com/fwlink/?linkid=2352235" TargetMode="Externa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47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478.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48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48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48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482.xml"/></Relationships>
</file>

<file path=ppt/slides/_rels/slide154.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154.xml"/><Relationship Id="rId1" Type="http://schemas.openxmlformats.org/officeDocument/2006/relationships/slideLayout" Target="../slideLayouts/slideLayout519.xml"/><Relationship Id="rId4" Type="http://schemas.openxmlformats.org/officeDocument/2006/relationships/hyperlink" Target="https://go.microsoft.com/fwlink/?linkid=2352903" TargetMode="Externa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478.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48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482.xml"/></Relationships>
</file>

<file path=ppt/slides/_rels/slide158.xml.rels><?xml version="1.0" encoding="UTF-8" standalone="yes"?>
<Relationships xmlns="http://schemas.openxmlformats.org/package/2006/relationships"><Relationship Id="rId3" Type="http://schemas.openxmlformats.org/officeDocument/2006/relationships/image" Target="../media/image94.svg"/><Relationship Id="rId2" Type="http://schemas.openxmlformats.org/officeDocument/2006/relationships/notesSlide" Target="../notesSlides/notesSlide158.xml"/><Relationship Id="rId1" Type="http://schemas.openxmlformats.org/officeDocument/2006/relationships/slideLayout" Target="../slideLayouts/slideLayout482.xml"/></Relationships>
</file>

<file path=ppt/slides/_rels/slide159.xml.rels><?xml version="1.0" encoding="UTF-8" standalone="yes"?>
<Relationships xmlns="http://schemas.openxmlformats.org/package/2006/relationships"><Relationship Id="rId3" Type="http://schemas.openxmlformats.org/officeDocument/2006/relationships/image" Target="../media/image95.svg"/><Relationship Id="rId2" Type="http://schemas.openxmlformats.org/officeDocument/2006/relationships/notesSlide" Target="../notesSlides/notesSlide159.xml"/><Relationship Id="rId1" Type="http://schemas.openxmlformats.org/officeDocument/2006/relationships/slideLayout" Target="../slideLayouts/slideLayout482.xml"/></Relationships>
</file>

<file path=ppt/slides/_rels/slide160.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160.xml"/><Relationship Id="rId1" Type="http://schemas.openxmlformats.org/officeDocument/2006/relationships/slideLayout" Target="../slideLayouts/slideLayout519.xml"/><Relationship Id="rId4" Type="http://schemas.openxmlformats.org/officeDocument/2006/relationships/hyperlink" Target="https://go.microsoft.com/fwlink/?linkid=2352904" TargetMode="Externa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540.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542.xml"/></Relationships>
</file>

<file path=ppt/slides/_rels/slide163.xml.rels><?xml version="1.0" encoding="UTF-8" standalone="yes"?>
<Relationships xmlns="http://schemas.openxmlformats.org/package/2006/relationships"><Relationship Id="rId3" Type="http://schemas.openxmlformats.org/officeDocument/2006/relationships/image" Target="../media/image96.svg"/><Relationship Id="rId2" Type="http://schemas.openxmlformats.org/officeDocument/2006/relationships/notesSlide" Target="../notesSlides/notesSlide163.xml"/><Relationship Id="rId1" Type="http://schemas.openxmlformats.org/officeDocument/2006/relationships/slideLayout" Target="../slideLayouts/slideLayout545.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545.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545.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545.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545.xml"/></Relationships>
</file>

<file path=ppt/slides/_rels/slide168.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168.xml"/><Relationship Id="rId1" Type="http://schemas.openxmlformats.org/officeDocument/2006/relationships/slideLayout" Target="../slideLayouts/slideLayout582.xml"/><Relationship Id="rId4" Type="http://schemas.openxmlformats.org/officeDocument/2006/relationships/hyperlink" Target="https://go.microsoft.com/fwlink/?linkid=2353616" TargetMode="Externa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54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545.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545.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545.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545.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545.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545.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545.xml"/></Relationships>
</file>

<file path=ppt/slides/_rels/slide177.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177.xml"/><Relationship Id="rId1" Type="http://schemas.openxmlformats.org/officeDocument/2006/relationships/slideLayout" Target="../slideLayouts/slideLayout582.xml"/><Relationship Id="rId4" Type="http://schemas.openxmlformats.org/officeDocument/2006/relationships/hyperlink" Target="https://go.microsoft.com/fwlink/?linkid=2353415" TargetMode="External"/></Relationships>
</file>

<file path=ppt/slides/_rels/slide178.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178.xml"/><Relationship Id="rId1" Type="http://schemas.openxmlformats.org/officeDocument/2006/relationships/slideLayout" Target="../slideLayouts/slideLayout603.xml"/><Relationship Id="rId6" Type="http://schemas.openxmlformats.org/officeDocument/2006/relationships/image" Target="../media/image37.png"/><Relationship Id="rId5" Type="http://schemas.openxmlformats.org/officeDocument/2006/relationships/image" Target="../media/image98.png"/><Relationship Id="rId4" Type="http://schemas.openxmlformats.org/officeDocument/2006/relationships/image" Target="../media/image44.png"/></Relationships>
</file>

<file path=ppt/slides/_rels/slide179.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179.xml"/><Relationship Id="rId1" Type="http://schemas.openxmlformats.org/officeDocument/2006/relationships/slideLayout" Target="../slideLayouts/slideLayout603.xml"/><Relationship Id="rId4" Type="http://schemas.openxmlformats.org/officeDocument/2006/relationships/hyperlink" Target="file:///\\home\jeffko\Desktop\learn.microsoft.com\training\courses\browse" TargetMode="Externa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541.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65080132" name="PlaceHolder 1"/>
          <p:cNvSpPr>
            <a:spLocks noGrp="1"/>
          </p:cNvSpPr>
          <p:nvPr>
            <p:ph type="title" hasCustomPrompt="1"/>
          </p:nvPr>
        </p:nvSpPr>
        <p:spPr bwMode="auto">
          <a:xfrm>
            <a:off x="569880" y="2769120"/>
            <a:ext cx="8293226" cy="1230840"/>
          </a:xfrm>
          <a:prstGeom prst="rect">
            <a:avLst/>
          </a:prstGeom>
          <a:noFill/>
          <a:ln w="0">
            <a:noFill/>
          </a:ln>
        </p:spPr>
        <p:txBody>
          <a:bodyPr lIns="0" tIns="0" rIns="0" bIns="0" anchor="b">
            <a:noAutofit/>
          </a:bodyPr>
          <a:lstStyle/>
          <a:p>
            <a:pPr>
              <a:defRPr/>
            </a:pPr>
            <a:r>
              <a:rPr lang="en-US" sz="4000" b="0" i="0" u="none" strike="noStrike" cap="none" spc="-50" dirty="0">
                <a:solidFill>
                  <a:schemeClr val="dk1"/>
                </a:solidFill>
                <a:latin typeface="Segoe UI Semibold"/>
                <a:ea typeface="Segoe UI Semibold"/>
                <a:cs typeface="Segoe UI Semibold"/>
              </a:rPr>
              <a:t>Develop AI cloud solutions on Azure</a:t>
            </a:r>
            <a:r>
              <a:rPr lang="en-US" spc="-50" dirty="0">
                <a:latin typeface="Segoe UI Semibold"/>
                <a:ea typeface="Segoe UI Semibold"/>
                <a:cs typeface="Segoe UI Semibold"/>
              </a:rPr>
              <a:t> [AI-200]</a:t>
            </a:r>
            <a:endParaRPr lang="en-US" sz="4000" b="0" u="none" strike="noStrike" spc="-51" dirty="0">
              <a:solidFill>
                <a:schemeClr val="dk1"/>
              </a:solidFill>
              <a:latin typeface="Segoe U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76208192" name="Rectangle: Rounded Corners 36"/>
          <p:cNvSpPr/>
          <p:nvPr/>
        </p:nvSpPr>
        <p:spPr bwMode="auto">
          <a:xfrm>
            <a:off x="584280" y="2577960"/>
            <a:ext cx="5413680" cy="3695400"/>
          </a:xfrm>
          <a:prstGeom prst="roundRect">
            <a:avLst>
              <a:gd name="adj" fmla="val 4264"/>
            </a:avLst>
          </a:prstGeom>
          <a:solidFill>
            <a:schemeClr val="bg1"/>
          </a:solidFill>
          <a:ln w="19050">
            <a:solidFill>
              <a:schemeClr val="tx1">
                <a:lumMod val="65000"/>
                <a:lumOff val="35000"/>
              </a:schemeClr>
            </a:solidFill>
            <a:round/>
          </a:ln>
        </p:spPr>
        <p:style>
          <a:lnRef idx="1">
            <a:schemeClr val="accent2"/>
          </a:lnRef>
          <a:fillRef idx="3">
            <a:schemeClr val="accent2"/>
          </a:fillRef>
          <a:effectRef idx="2">
            <a:schemeClr val="accent2"/>
          </a:effectRef>
          <a:fontRef idx="minor"/>
        </p:style>
        <p:txBody>
          <a:bodyPr horzOverflow="overflow" lIns="182880" tIns="146160" rIns="182880" bIns="146160" numCol="1" spcCol="0" anchor="t">
            <a:noAutofit/>
          </a:bodyPr>
          <a:lstStyle/>
          <a:p>
            <a:pPr>
              <a:defRPr/>
            </a:pPr>
            <a:endParaRPr lang="en-IN" sz="2400" b="0" u="none" strike="noStrike">
              <a:solidFill>
                <a:srgbClr val="FFFFFF"/>
              </a:solidFill>
              <a:latin typeface="Segoe UI"/>
            </a:endParaRPr>
          </a:p>
        </p:txBody>
      </p:sp>
      <p:sp>
        <p:nvSpPr>
          <p:cNvPr id="720898444" name="Rectangle: Rounded Corners 37"/>
          <p:cNvSpPr/>
          <p:nvPr/>
        </p:nvSpPr>
        <p:spPr bwMode="auto">
          <a:xfrm>
            <a:off x="6181200" y="2577960"/>
            <a:ext cx="5413680" cy="3695400"/>
          </a:xfrm>
          <a:prstGeom prst="roundRect">
            <a:avLst>
              <a:gd name="adj" fmla="val 4264"/>
            </a:avLst>
          </a:prstGeom>
          <a:solidFill>
            <a:schemeClr val="bg1"/>
          </a:solidFill>
          <a:ln w="19050">
            <a:solidFill>
              <a:schemeClr val="tx1">
                <a:lumMod val="65000"/>
                <a:lumOff val="35000"/>
              </a:schemeClr>
            </a:solidFill>
            <a:round/>
          </a:ln>
        </p:spPr>
        <p:style>
          <a:lnRef idx="1">
            <a:schemeClr val="accent2"/>
          </a:lnRef>
          <a:fillRef idx="3">
            <a:schemeClr val="accent2"/>
          </a:fillRef>
          <a:effectRef idx="2">
            <a:schemeClr val="accent2"/>
          </a:effectRef>
          <a:fontRef idx="minor"/>
        </p:style>
        <p:txBody>
          <a:bodyPr horzOverflow="overflow" lIns="182880" tIns="146160" rIns="182880" bIns="146160" numCol="1" spcCol="0" anchor="t">
            <a:noAutofit/>
          </a:bodyPr>
          <a:lstStyle/>
          <a:p>
            <a:pPr>
              <a:defRPr/>
            </a:pPr>
            <a:endParaRPr lang="en-IN" sz="2400" b="0" u="none" strike="noStrike">
              <a:solidFill>
                <a:srgbClr val="FFFFFF"/>
              </a:solidFill>
              <a:latin typeface="Segoe UI"/>
            </a:endParaRPr>
          </a:p>
        </p:txBody>
      </p:sp>
      <p:pic>
        <p:nvPicPr>
          <p:cNvPr id="541711277" name="Picture 31">
            <a:extLst>
              <a:ext uri="{C183D7F6-B498-43B3-948B-1728B52AA6E4}">
                <adec:decorative xmlns:adec="http://schemas.microsoft.com/office/drawing/2017/decorative" val="1"/>
              </a:ext>
            </a:extLst>
          </p:cNvPr>
          <p:cNvPicPr/>
          <p:nvPr/>
        </p:nvPicPr>
        <p:blipFill rotWithShape="1">
          <a:blip r:embed="rId3"/>
          <a:stretch/>
        </p:blipFill>
        <p:spPr bwMode="auto">
          <a:xfrm>
            <a:off x="3006000" y="1778040"/>
            <a:ext cx="570240" cy="570240"/>
          </a:xfrm>
          <a:prstGeom prst="rect">
            <a:avLst/>
          </a:prstGeom>
          <a:noFill/>
          <a:ln w="0">
            <a:noFill/>
          </a:ln>
        </p:spPr>
      </p:pic>
      <p:pic>
        <p:nvPicPr>
          <p:cNvPr id="1502834084" name="Picture 7">
            <a:extLst>
              <a:ext uri="{C183D7F6-B498-43B3-948B-1728B52AA6E4}">
                <adec:decorative xmlns:adec="http://schemas.microsoft.com/office/drawing/2017/decorative" val="1"/>
              </a:ext>
            </a:extLst>
          </p:cNvPr>
          <p:cNvPicPr/>
          <p:nvPr/>
        </p:nvPicPr>
        <p:blipFill rotWithShape="1">
          <a:blip r:embed="rId4"/>
          <a:stretch/>
        </p:blipFill>
        <p:spPr bwMode="auto">
          <a:xfrm>
            <a:off x="8602920" y="1778040"/>
            <a:ext cx="570240" cy="570240"/>
          </a:xfrm>
          <a:prstGeom prst="rect">
            <a:avLst/>
          </a:prstGeom>
          <a:noFill/>
          <a:ln w="0">
            <a:noFill/>
          </a:ln>
        </p:spPr>
      </p:pic>
      <p:sp>
        <p:nvSpPr>
          <p:cNvPr id="1361157458" name="PlaceHolder 1"/>
          <p:cNvSpPr>
            <a:spLocks noGrp="1"/>
          </p:cNvSpPr>
          <p:nvPr>
            <p:ph type="title"/>
          </p:nvPr>
        </p:nvSpPr>
        <p:spPr bwMode="auto">
          <a:xfrm>
            <a:off x="588240" y="585360"/>
            <a:ext cx="11011320" cy="430560"/>
          </a:xfrm>
          <a:prstGeom prst="rect">
            <a:avLst/>
          </a:prstGeom>
          <a:noFill/>
          <a:ln w="0">
            <a:noFill/>
          </a:ln>
        </p:spPr>
        <p:txBody>
          <a:bodyPr lIns="0" tIns="0" rIns="0" bIns="0" anchor="t">
            <a:noAutofit/>
          </a:bodyPr>
          <a:lstStyle/>
          <a:p>
            <a:pPr indent="0" algn="l" defTabSz="932760">
              <a:lnSpc>
                <a:spcPct val="100000"/>
              </a:lnSpc>
              <a:buNone/>
              <a:defRPr/>
            </a:pPr>
            <a:r>
              <a:rPr lang="en-US" sz="2800" b="0" u="none" strike="noStrike">
                <a:solidFill>
                  <a:schemeClr val="dk1"/>
                </a:solidFill>
                <a:latin typeface="Segoe UI Semibold"/>
              </a:rPr>
              <a:t>Let’s have a great time together-</a:t>
            </a:r>
          </a:p>
        </p:txBody>
      </p:sp>
      <p:sp>
        <p:nvSpPr>
          <p:cNvPr id="174672342" name="TextBox 17"/>
          <p:cNvSpPr/>
          <p:nvPr/>
        </p:nvSpPr>
        <p:spPr bwMode="auto">
          <a:xfrm>
            <a:off x="806400" y="2712240"/>
            <a:ext cx="4969440" cy="274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32760">
              <a:lnSpc>
                <a:spcPct val="100000"/>
              </a:lnSpc>
              <a:spcAft>
                <a:spcPts val="601"/>
              </a:spcAft>
              <a:tabLst>
                <a:tab pos="0" algn="l"/>
              </a:tabLst>
              <a:defRPr/>
            </a:pPr>
            <a:r>
              <a:rPr lang="en-US" sz="1800" b="0" u="none" strike="noStrike">
                <a:solidFill>
                  <a:schemeClr val="accent3"/>
                </a:solidFill>
                <a:latin typeface="Segoe UI Semibold"/>
              </a:rPr>
              <a:t>We all contribute to a great class</a:t>
            </a:r>
            <a:endParaRPr lang="en-US" sz="1800" b="0" u="none" strike="noStrike">
              <a:solidFill>
                <a:srgbClr val="000000"/>
              </a:solidFill>
              <a:latin typeface="Arial"/>
            </a:endParaRPr>
          </a:p>
        </p:txBody>
      </p:sp>
      <p:sp>
        <p:nvSpPr>
          <p:cNvPr id="863828400" name="Rectangle: Rounded Corners 18"/>
          <p:cNvSpPr/>
          <p:nvPr/>
        </p:nvSpPr>
        <p:spPr bwMode="auto">
          <a:xfrm>
            <a:off x="676080" y="3191040"/>
            <a:ext cx="5230080" cy="2990519"/>
          </a:xfrm>
          <a:prstGeom prst="roundRect">
            <a:avLst>
              <a:gd name="adj" fmla="val 3131"/>
            </a:avLst>
          </a:prstGeom>
          <a:solidFill>
            <a:schemeClr val="accent3">
              <a:lumMod val="20000"/>
              <a:lumOff val="80000"/>
              <a:alpha val="40000"/>
            </a:schemeClr>
          </a:solidFill>
          <a:ln>
            <a:noFill/>
          </a:ln>
        </p:spPr>
        <p:style>
          <a:lnRef idx="1">
            <a:schemeClr val="accent2"/>
          </a:lnRef>
          <a:fillRef idx="3">
            <a:schemeClr val="accent2"/>
          </a:fillRef>
          <a:effectRef idx="2">
            <a:schemeClr val="accent2"/>
          </a:effectRef>
          <a:fontRef idx="minor"/>
        </p:style>
        <p:txBody>
          <a:bodyPr horzOverflow="overflow" numCol="1" spcCol="0" anchor="t">
            <a:noAutofit/>
          </a:bodyPr>
          <a:lstStyle/>
          <a:p>
            <a:pPr marL="274680" lvl="1" indent="-274680" defTabSz="914400">
              <a:lnSpc>
                <a:spcPct val="100000"/>
              </a:lnSpc>
              <a:spcBef>
                <a:spcPts val="799"/>
              </a:spcBef>
              <a:buSzPct val="100051"/>
              <a:buBlip>
                <a:blip r:embed="rId5"/>
              </a:buBlip>
              <a:tabLst>
                <a:tab pos="457200" algn="l"/>
              </a:tabLst>
              <a:defRPr/>
            </a:pPr>
            <a:r>
              <a:rPr lang="en-US" sz="1600" b="0" u="none" strike="noStrike">
                <a:solidFill>
                  <a:schemeClr val="dk1"/>
                </a:solidFill>
                <a:latin typeface="Segoe UI"/>
              </a:rPr>
              <a:t>This placeholder is designed with bulleted text</a:t>
            </a:r>
            <a:endParaRPr lang="en-US" sz="1600" b="0" u="none" strike="noStrike">
              <a:solidFill>
                <a:srgbClr val="000000"/>
              </a:solidFill>
              <a:latin typeface="Arial"/>
            </a:endParaRPr>
          </a:p>
          <a:p>
            <a:pPr marL="274680" lvl="1" indent="-274680" defTabSz="914400">
              <a:lnSpc>
                <a:spcPct val="100000"/>
              </a:lnSpc>
              <a:spcBef>
                <a:spcPts val="799"/>
              </a:spcBef>
              <a:buSzPct val="100051"/>
              <a:buBlip>
                <a:blip r:embed="rId5"/>
              </a:buBlip>
              <a:tabLst>
                <a:tab pos="457200" algn="l"/>
              </a:tabLst>
              <a:defRPr/>
            </a:pPr>
            <a:r>
              <a:rPr lang="en-US" sz="1600" b="0" u="none" strike="noStrike">
                <a:solidFill>
                  <a:schemeClr val="dk1"/>
                </a:solidFill>
                <a:latin typeface="Segoe UI"/>
              </a:rPr>
              <a:t>It’s easy to remove or add bullets </a:t>
            </a:r>
            <a:endParaRPr lang="en-US" sz="1600" b="0" u="none" strike="noStrike">
              <a:solidFill>
                <a:srgbClr val="000000"/>
              </a:solidFill>
              <a:latin typeface="Arial"/>
            </a:endParaRPr>
          </a:p>
          <a:p>
            <a:pPr marL="274680" lvl="1" indent="-274680" defTabSz="914400">
              <a:lnSpc>
                <a:spcPct val="100000"/>
              </a:lnSpc>
              <a:spcBef>
                <a:spcPts val="799"/>
              </a:spcBef>
              <a:buSzPct val="100051"/>
              <a:buBlip>
                <a:blip r:embed="rId5"/>
              </a:buBlip>
              <a:tabLst>
                <a:tab pos="457200" algn="l"/>
              </a:tabLst>
              <a:defRPr/>
            </a:pPr>
            <a:r>
              <a:rPr lang="en-US" sz="1600" b="0" u="none" strike="noStrike">
                <a:solidFill>
                  <a:schemeClr val="dk1"/>
                </a:solidFill>
                <a:latin typeface="Segoe UI"/>
              </a:rPr>
              <a:t>Be on time (class hours)</a:t>
            </a:r>
            <a:endParaRPr lang="en-US" sz="1600" b="0" u="none" strike="noStrike">
              <a:solidFill>
                <a:srgbClr val="000000"/>
              </a:solidFill>
              <a:latin typeface="Arial"/>
            </a:endParaRPr>
          </a:p>
          <a:p>
            <a:pPr marL="274680" lvl="1" indent="-274680" defTabSz="914400">
              <a:lnSpc>
                <a:spcPct val="100000"/>
              </a:lnSpc>
              <a:spcBef>
                <a:spcPts val="799"/>
              </a:spcBef>
              <a:buSzPct val="100051"/>
              <a:buBlip>
                <a:blip r:embed="rId5"/>
              </a:buBlip>
              <a:tabLst>
                <a:tab pos="457200" algn="l"/>
              </a:tabLst>
              <a:defRPr/>
            </a:pPr>
            <a:r>
              <a:rPr lang="en-US" sz="1600" b="0" u="none" strike="noStrike">
                <a:solidFill>
                  <a:schemeClr val="dk1"/>
                </a:solidFill>
                <a:latin typeface="Segoe UI"/>
              </a:rPr>
              <a:t>Be present (avoid mail, calls, side meetings)</a:t>
            </a:r>
            <a:endParaRPr lang="en-US" sz="1600" b="0" u="none" strike="noStrike">
              <a:solidFill>
                <a:srgbClr val="000000"/>
              </a:solidFill>
              <a:latin typeface="Arial"/>
            </a:endParaRPr>
          </a:p>
        </p:txBody>
      </p:sp>
      <p:sp>
        <p:nvSpPr>
          <p:cNvPr id="801241280" name="TextBox 38"/>
          <p:cNvSpPr/>
          <p:nvPr/>
        </p:nvSpPr>
        <p:spPr bwMode="auto">
          <a:xfrm>
            <a:off x="6403320" y="2712240"/>
            <a:ext cx="4969440" cy="274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32760">
              <a:lnSpc>
                <a:spcPct val="100000"/>
              </a:lnSpc>
              <a:spcAft>
                <a:spcPts val="601"/>
              </a:spcAft>
              <a:tabLst>
                <a:tab pos="0" algn="l"/>
              </a:tabLst>
              <a:defRPr/>
            </a:pPr>
            <a:r>
              <a:rPr lang="en-US" sz="1800" b="0" u="none" strike="noStrike">
                <a:solidFill>
                  <a:schemeClr val="accent3"/>
                </a:solidFill>
                <a:latin typeface="Segoe UI Semibold"/>
              </a:rPr>
              <a:t>What you should know about our facilities</a:t>
            </a:r>
            <a:endParaRPr lang="en-US" sz="1800" b="0" u="none" strike="noStrike">
              <a:solidFill>
                <a:srgbClr val="000000"/>
              </a:solidFill>
              <a:latin typeface="Arial"/>
            </a:endParaRPr>
          </a:p>
        </p:txBody>
      </p:sp>
      <p:sp>
        <p:nvSpPr>
          <p:cNvPr id="1563153175" name="Rectangle: Rounded Corners 39"/>
          <p:cNvSpPr/>
          <p:nvPr/>
        </p:nvSpPr>
        <p:spPr bwMode="auto">
          <a:xfrm>
            <a:off x="6273000" y="3191040"/>
            <a:ext cx="5230080" cy="2990519"/>
          </a:xfrm>
          <a:prstGeom prst="roundRect">
            <a:avLst>
              <a:gd name="adj" fmla="val 3131"/>
            </a:avLst>
          </a:prstGeom>
          <a:solidFill>
            <a:schemeClr val="accent3">
              <a:lumMod val="20000"/>
              <a:lumOff val="80000"/>
              <a:alpha val="40000"/>
            </a:schemeClr>
          </a:solidFill>
          <a:ln>
            <a:noFill/>
          </a:ln>
        </p:spPr>
        <p:style>
          <a:lnRef idx="1">
            <a:schemeClr val="accent2"/>
          </a:lnRef>
          <a:fillRef idx="3">
            <a:schemeClr val="accent2"/>
          </a:fillRef>
          <a:effectRef idx="2">
            <a:schemeClr val="accent2"/>
          </a:effectRef>
          <a:fontRef idx="minor"/>
        </p:style>
        <p:txBody>
          <a:bodyPr horzOverflow="overflow" numCol="1" spcCol="0" anchor="t">
            <a:noAutofit/>
          </a:bodyPr>
          <a:lstStyle/>
          <a:p>
            <a:pPr marL="274680" lvl="1" indent="-274680" defTabSz="914400">
              <a:lnSpc>
                <a:spcPct val="100000"/>
              </a:lnSpc>
              <a:spcBef>
                <a:spcPts val="799"/>
              </a:spcBef>
              <a:buSzPct val="100051"/>
              <a:buBlip>
                <a:blip r:embed="rId5"/>
              </a:buBlip>
              <a:tabLst>
                <a:tab pos="457200" algn="l"/>
              </a:tabLst>
              <a:defRPr/>
            </a:pPr>
            <a:r>
              <a:rPr lang="en-US" sz="1600" b="0" u="none" strike="noStrike">
                <a:solidFill>
                  <a:schemeClr val="dk1"/>
                </a:solidFill>
                <a:latin typeface="Segoe UI"/>
              </a:rPr>
              <a:t>This placeholder is designed with bulleted text</a:t>
            </a:r>
            <a:endParaRPr lang="en-US" sz="1600" b="0" u="none" strike="noStrike">
              <a:solidFill>
                <a:srgbClr val="000000"/>
              </a:solidFill>
              <a:latin typeface="Arial"/>
            </a:endParaRPr>
          </a:p>
          <a:p>
            <a:pPr marL="274680" lvl="1" indent="-274680" defTabSz="914400">
              <a:lnSpc>
                <a:spcPct val="100000"/>
              </a:lnSpc>
              <a:spcBef>
                <a:spcPts val="799"/>
              </a:spcBef>
              <a:buSzPct val="100051"/>
              <a:buBlip>
                <a:blip r:embed="rId5"/>
              </a:buBlip>
              <a:tabLst>
                <a:tab pos="457200" algn="l"/>
              </a:tabLst>
              <a:defRPr/>
            </a:pPr>
            <a:r>
              <a:rPr lang="en-US" sz="1600" b="0" u="none" strike="noStrike">
                <a:solidFill>
                  <a:schemeClr val="dk1"/>
                </a:solidFill>
                <a:latin typeface="Segoe UI"/>
              </a:rPr>
              <a:t>This section can be removed if the class is online</a:t>
            </a:r>
            <a:endParaRPr lang="en-US" sz="1600" b="0" u="none" strike="noStrike">
              <a:solidFill>
                <a:srgbClr val="000000"/>
              </a:solidFill>
              <a:latin typeface="Arial"/>
            </a:endParaRPr>
          </a:p>
          <a:p>
            <a:pPr marL="274680" lvl="1" indent="-274680" defTabSz="914400">
              <a:lnSpc>
                <a:spcPct val="100000"/>
              </a:lnSpc>
              <a:spcBef>
                <a:spcPts val="799"/>
              </a:spcBef>
              <a:buSzPct val="100051"/>
              <a:buBlip>
                <a:blip r:embed="rId5"/>
              </a:buBlip>
              <a:tabLst>
                <a:tab pos="457200" algn="l"/>
              </a:tabLst>
              <a:defRPr/>
            </a:pPr>
            <a:r>
              <a:rPr lang="en-US" sz="1600" b="0" u="none" strike="noStrike">
                <a:solidFill>
                  <a:schemeClr val="dk1"/>
                </a:solidFill>
                <a:latin typeface="Segoe UI"/>
              </a:rPr>
              <a:t>Accommodations </a:t>
            </a:r>
            <a:endParaRPr lang="en-US" sz="1600" b="0" u="none" strike="noStrike">
              <a:solidFill>
                <a:srgbClr val="000000"/>
              </a:solidFill>
              <a:latin typeface="Arial"/>
            </a:endParaRPr>
          </a:p>
          <a:p>
            <a:pPr marL="274680" lvl="1" indent="-274680" defTabSz="914400">
              <a:lnSpc>
                <a:spcPct val="100000"/>
              </a:lnSpc>
              <a:spcBef>
                <a:spcPts val="799"/>
              </a:spcBef>
              <a:buSzPct val="100051"/>
              <a:buBlip>
                <a:blip r:embed="rId5"/>
              </a:buBlip>
              <a:tabLst>
                <a:tab pos="457200" algn="l"/>
              </a:tabLst>
              <a:defRPr/>
            </a:pPr>
            <a:r>
              <a:rPr lang="en-US" sz="1600" b="0" u="none" strike="noStrike">
                <a:solidFill>
                  <a:schemeClr val="dk1"/>
                </a:solidFill>
                <a:latin typeface="Segoe UI"/>
              </a:rPr>
              <a:t>Internet access</a:t>
            </a:r>
            <a:endParaRPr lang="en-US" sz="1600" b="0" u="none" strike="noStrike">
              <a:solidFill>
                <a:srgbClr val="000000"/>
              </a:solidFill>
              <a:latin typeface="Arial"/>
            </a:endParaRPr>
          </a:p>
          <a:p>
            <a:pPr marL="274680" lvl="1" indent="-274680" defTabSz="914400">
              <a:lnSpc>
                <a:spcPct val="100000"/>
              </a:lnSpc>
              <a:spcBef>
                <a:spcPts val="799"/>
              </a:spcBef>
              <a:buSzPct val="100051"/>
              <a:buBlip>
                <a:blip r:embed="rId5"/>
              </a:buBlip>
              <a:tabLst>
                <a:tab pos="457200" algn="l"/>
              </a:tabLst>
              <a:defRPr/>
            </a:pPr>
            <a:r>
              <a:rPr lang="en-US" sz="1600" b="0" u="none" strike="noStrike">
                <a:solidFill>
                  <a:schemeClr val="dk1"/>
                </a:solidFill>
                <a:latin typeface="Segoe UI"/>
              </a:rPr>
              <a:t>Parking</a:t>
            </a:r>
            <a:endParaRPr lang="en-US" sz="1600" b="0" u="none" strike="noStrike">
              <a:solidFill>
                <a:srgbClr val="000000"/>
              </a:solidFill>
              <a:latin typeface="Arial"/>
            </a:endParaRPr>
          </a:p>
          <a:p>
            <a:pPr marL="274680" lvl="1" indent="-274680" defTabSz="914400">
              <a:lnSpc>
                <a:spcPct val="100000"/>
              </a:lnSpc>
              <a:spcBef>
                <a:spcPts val="799"/>
              </a:spcBef>
              <a:buSzPct val="100051"/>
              <a:buBlip>
                <a:blip r:embed="rId5"/>
              </a:buBlip>
              <a:tabLst>
                <a:tab pos="457200" algn="l"/>
              </a:tabLst>
              <a:defRPr/>
            </a:pPr>
            <a:r>
              <a:rPr lang="en-US" sz="1600" b="0" u="none" strike="noStrike">
                <a:solidFill>
                  <a:schemeClr val="dk1"/>
                </a:solidFill>
                <a:latin typeface="Segoe UI"/>
              </a:rPr>
              <a:t>Restrooms</a:t>
            </a:r>
            <a:endParaRPr lang="en-US" sz="1600" b="0" u="none" strike="noStrike">
              <a:solidFill>
                <a:srgbClr val="000000"/>
              </a:solidFill>
              <a:latin typeface="Arial"/>
            </a:endParaRPr>
          </a:p>
          <a:p>
            <a:pPr marL="274680" lvl="1" indent="-274680" defTabSz="914400">
              <a:lnSpc>
                <a:spcPct val="100000"/>
              </a:lnSpc>
              <a:spcBef>
                <a:spcPts val="799"/>
              </a:spcBef>
              <a:buSzPct val="100051"/>
              <a:buBlip>
                <a:blip r:embed="rId5"/>
              </a:buBlip>
              <a:tabLst>
                <a:tab pos="457200" algn="l"/>
              </a:tabLst>
              <a:defRPr/>
            </a:pPr>
            <a:r>
              <a:rPr lang="en-US" sz="1600" b="0" u="none" strike="noStrike">
                <a:solidFill>
                  <a:schemeClr val="dk1"/>
                </a:solidFill>
                <a:latin typeface="Segoe UI"/>
              </a:rPr>
              <a:t>Emergency</a:t>
            </a:r>
            <a:endParaRPr lang="en-US" sz="1600" b="0" u="none" strike="noStrike">
              <a:solidFill>
                <a:srgbClr val="000000"/>
              </a:solidFill>
              <a:latin typeface="Arial"/>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42584433" name="Rectangle: Rounded Corners 37"/>
          <p:cNvSpPr/>
          <p:nvPr/>
        </p:nvSpPr>
        <p:spPr bwMode="auto">
          <a:xfrm>
            <a:off x="584280" y="1295280"/>
            <a:ext cx="11010600" cy="2420280"/>
          </a:xfrm>
          <a:prstGeom prst="roundRect">
            <a:avLst>
              <a:gd name="adj" fmla="val 7097"/>
            </a:avLst>
          </a:prstGeom>
          <a:solidFill>
            <a:schemeClr val="bg1"/>
          </a:solidFill>
          <a:ln w="12700">
            <a:solidFill>
              <a:schemeClr val="tx1">
                <a:lumMod val="75000"/>
                <a:lumOff val="25000"/>
              </a:schemeClr>
            </a:solidFill>
            <a:round/>
          </a:ln>
        </p:spPr>
        <p:style>
          <a:lnRef idx="1">
            <a:schemeClr val="accent2"/>
          </a:lnRef>
          <a:fillRef idx="3">
            <a:schemeClr val="accent2"/>
          </a:fillRef>
          <a:effectRef idx="2">
            <a:schemeClr val="accent2"/>
          </a:effectRef>
          <a:fontRef idx="minor"/>
        </p:style>
        <p:txBody>
          <a:bodyPr horzOverflow="overflow" lIns="182880" tIns="146160" rIns="182880" bIns="146160" numCol="1" spcCol="0" anchor="t">
            <a:noAutofit/>
          </a:bodyPr>
          <a:lstStyle/>
          <a:p>
            <a:pPr>
              <a:defRPr/>
            </a:pPr>
            <a:endParaRPr lang="en-IN" sz="2400" b="0" u="none" strike="noStrike">
              <a:solidFill>
                <a:srgbClr val="FFFFFF"/>
              </a:solidFill>
              <a:latin typeface="Segoe UI"/>
            </a:endParaRPr>
          </a:p>
        </p:txBody>
      </p:sp>
      <p:sp>
        <p:nvSpPr>
          <p:cNvPr id="1645855568" name="Rectangle: Rounded Corners 38"/>
          <p:cNvSpPr/>
          <p:nvPr/>
        </p:nvSpPr>
        <p:spPr bwMode="auto">
          <a:xfrm>
            <a:off x="584280" y="3853080"/>
            <a:ext cx="11010600" cy="2420280"/>
          </a:xfrm>
          <a:prstGeom prst="roundRect">
            <a:avLst>
              <a:gd name="adj" fmla="val 7097"/>
            </a:avLst>
          </a:prstGeom>
          <a:solidFill>
            <a:schemeClr val="bg1"/>
          </a:solidFill>
          <a:ln w="12700">
            <a:solidFill>
              <a:schemeClr val="tx1">
                <a:lumMod val="75000"/>
                <a:lumOff val="25000"/>
              </a:schemeClr>
            </a:solidFill>
            <a:round/>
          </a:ln>
        </p:spPr>
        <p:style>
          <a:lnRef idx="1">
            <a:schemeClr val="accent2"/>
          </a:lnRef>
          <a:fillRef idx="3">
            <a:schemeClr val="accent2"/>
          </a:fillRef>
          <a:effectRef idx="2">
            <a:schemeClr val="accent2"/>
          </a:effectRef>
          <a:fontRef idx="minor"/>
        </p:style>
        <p:txBody>
          <a:bodyPr horzOverflow="overflow" lIns="182880" tIns="146160" rIns="182880" bIns="146160" numCol="1" spcCol="0" anchor="t">
            <a:noAutofit/>
          </a:bodyPr>
          <a:lstStyle/>
          <a:p>
            <a:pPr>
              <a:defRPr/>
            </a:pPr>
            <a:endParaRPr lang="en-IN" sz="2400" b="0" u="none" strike="noStrike">
              <a:solidFill>
                <a:srgbClr val="FFFFFF"/>
              </a:solidFill>
              <a:latin typeface="Segoe UI"/>
            </a:endParaRPr>
          </a:p>
        </p:txBody>
      </p:sp>
      <p:sp>
        <p:nvSpPr>
          <p:cNvPr id="112136342" name="PlaceHolder 1"/>
          <p:cNvSpPr>
            <a:spLocks noGrp="1"/>
          </p:cNvSpPr>
          <p:nvPr>
            <p:ph type="title"/>
          </p:nvPr>
        </p:nvSpPr>
        <p:spPr bwMode="auto">
          <a:xfrm>
            <a:off x="588240" y="585360"/>
            <a:ext cx="11011320" cy="430560"/>
          </a:xfrm>
          <a:prstGeom prst="rect">
            <a:avLst/>
          </a:prstGeom>
          <a:noFill/>
          <a:ln w="0">
            <a:noFill/>
          </a:ln>
        </p:spPr>
        <p:txBody>
          <a:bodyPr lIns="0" tIns="0" rIns="0" bIns="0" anchor="t">
            <a:noAutofit/>
          </a:bodyPr>
          <a:lstStyle/>
          <a:p>
            <a:pPr indent="0" algn="l" defTabSz="932760">
              <a:lnSpc>
                <a:spcPct val="100000"/>
              </a:lnSpc>
              <a:buNone/>
              <a:defRPr/>
            </a:pPr>
            <a:r>
              <a:rPr lang="en-US" sz="2800" b="0" u="none" strike="noStrike">
                <a:solidFill>
                  <a:schemeClr val="dk1"/>
                </a:solidFill>
                <a:latin typeface="Segoe UI Semibold"/>
              </a:rPr>
              <a:t>About this course</a:t>
            </a:r>
          </a:p>
        </p:txBody>
      </p:sp>
      <p:sp>
        <p:nvSpPr>
          <p:cNvPr id="539222612" name="Rectangle: Rounded Corners 41"/>
          <p:cNvSpPr/>
          <p:nvPr/>
        </p:nvSpPr>
        <p:spPr bwMode="auto">
          <a:xfrm>
            <a:off x="722160" y="1431360"/>
            <a:ext cx="10734840" cy="387720"/>
          </a:xfrm>
          <a:prstGeom prst="roundRect">
            <a:avLst>
              <a:gd name="adj" fmla="val 16667"/>
            </a:avLst>
          </a:prstGeom>
          <a:solidFill>
            <a:schemeClr val="accent3"/>
          </a:solidFill>
          <a:ln>
            <a:noFill/>
          </a:ln>
        </p:spPr>
        <p:style>
          <a:lnRef idx="1">
            <a:schemeClr val="accent2"/>
          </a:lnRef>
          <a:fillRef idx="3">
            <a:schemeClr val="accent2"/>
          </a:fillRef>
          <a:effectRef idx="2">
            <a:schemeClr val="accent2"/>
          </a:effectRef>
          <a:fontRef idx="minor"/>
        </p:style>
        <p:txBody>
          <a:bodyPr horzOverflow="overflow" numCol="1" spcCol="0" anchor="ctr">
            <a:noAutofit/>
          </a:bodyPr>
          <a:lstStyle/>
          <a:p>
            <a:pPr defTabSz="932760">
              <a:lnSpc>
                <a:spcPct val="100000"/>
              </a:lnSpc>
              <a:defRPr/>
            </a:pPr>
            <a:r>
              <a:rPr lang="en-US" sz="1800" b="0" i="0" u="none" strike="noStrike" cap="none" spc="0">
                <a:solidFill>
                  <a:schemeClr val="lt1"/>
                </a:solidFill>
                <a:latin typeface="Segoe UI Semibold"/>
                <a:ea typeface="Segoe UI Semibold"/>
                <a:cs typeface="Segoe UI Semibold"/>
              </a:rPr>
              <a:t>Cloud developer role</a:t>
            </a:r>
            <a:endParaRPr lang="en-US" sz="1800" b="0" u="none" strike="noStrike">
              <a:solidFill>
                <a:srgbClr val="FFFFFF"/>
              </a:solidFill>
              <a:latin typeface="Arial"/>
            </a:endParaRPr>
          </a:p>
        </p:txBody>
      </p:sp>
      <p:sp>
        <p:nvSpPr>
          <p:cNvPr id="894922787" name="Text Placeholder 2"/>
          <p:cNvSpPr/>
          <p:nvPr/>
        </p:nvSpPr>
        <p:spPr bwMode="auto">
          <a:xfrm>
            <a:off x="722160" y="1917720"/>
            <a:ext cx="10735559" cy="109763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32760">
              <a:lnSpc>
                <a:spcPct val="100000"/>
              </a:lnSpc>
              <a:spcBef>
                <a:spcPts val="601"/>
              </a:spcBef>
              <a:defRPr/>
            </a:pPr>
            <a:r>
              <a:rPr lang="en-US" sz="1800" b="0" i="0" u="none" strike="noStrike" cap="none" spc="0" dirty="0">
                <a:solidFill>
                  <a:srgbClr val="000000"/>
                </a:solidFill>
                <a:latin typeface="+mn-lt"/>
                <a:ea typeface="+mn-ea"/>
                <a:cs typeface="+mn-cs"/>
              </a:rPr>
              <a:t>Azure AI Cloud Developers contribute </a:t>
            </a:r>
            <a:r>
              <a:rPr lang="en-US" sz="1800" b="0" i="0" u="none" strike="noStrike" cap="none" spc="0" dirty="0">
                <a:solidFill>
                  <a:schemeClr val="tx1"/>
                </a:solidFill>
                <a:latin typeface="Segoe UI"/>
                <a:ea typeface="Segoe UI"/>
                <a:cs typeface="Segoe UI"/>
              </a:rPr>
              <a:t> to all phases of implementing AI solutions on Azure, with an emphasis on back-end services and components. </a:t>
            </a:r>
            <a:r>
              <a:rPr lang="en-US" sz="1800" b="0" i="0" u="none" strike="noStrike" cap="none" spc="0" dirty="0">
                <a:solidFill>
                  <a:srgbClr val="000000"/>
                </a:solidFill>
                <a:latin typeface="+mn-lt"/>
                <a:ea typeface="+mn-ea"/>
                <a:cs typeface="+mn-cs"/>
              </a:rPr>
              <a:t>They are </a:t>
            </a:r>
            <a:r>
              <a:rPr lang="en-US" sz="1800" b="0" i="0" u="none" strike="noStrike" cap="none" spc="0" dirty="0">
                <a:solidFill>
                  <a:schemeClr val="tx1"/>
                </a:solidFill>
                <a:latin typeface="Segoe UI"/>
                <a:ea typeface="Segoe UI"/>
                <a:cs typeface="Segoe UI"/>
              </a:rPr>
              <a:t>responsible for supporting all phases of the development lifecycle, including requirements gathering, design, development, deployment, security, and monitoring.</a:t>
            </a:r>
            <a:endParaRPr lang="en-US" sz="1800" b="0" u="none" strike="noStrike" dirty="0">
              <a:solidFill>
                <a:srgbClr val="000000"/>
              </a:solidFill>
              <a:latin typeface="Arial"/>
            </a:endParaRPr>
          </a:p>
        </p:txBody>
      </p:sp>
      <p:sp>
        <p:nvSpPr>
          <p:cNvPr id="104487473" name="Rectangle: Rounded Corners 42"/>
          <p:cNvSpPr/>
          <p:nvPr/>
        </p:nvSpPr>
        <p:spPr bwMode="auto">
          <a:xfrm>
            <a:off x="722160" y="3989160"/>
            <a:ext cx="10734840" cy="387720"/>
          </a:xfrm>
          <a:prstGeom prst="roundRect">
            <a:avLst>
              <a:gd name="adj" fmla="val 16667"/>
            </a:avLst>
          </a:prstGeom>
          <a:solidFill>
            <a:schemeClr val="accent3"/>
          </a:solidFill>
          <a:ln>
            <a:noFill/>
          </a:ln>
        </p:spPr>
        <p:style>
          <a:lnRef idx="1">
            <a:schemeClr val="accent2"/>
          </a:lnRef>
          <a:fillRef idx="3">
            <a:schemeClr val="accent2"/>
          </a:fillRef>
          <a:effectRef idx="2">
            <a:schemeClr val="accent2"/>
          </a:effectRef>
          <a:fontRef idx="minor"/>
        </p:style>
        <p:txBody>
          <a:bodyPr horzOverflow="overflow" numCol="1" spcCol="0" anchor="ctr">
            <a:noAutofit/>
          </a:bodyPr>
          <a:lstStyle/>
          <a:p>
            <a:pPr defTabSz="932760">
              <a:lnSpc>
                <a:spcPct val="100000"/>
              </a:lnSpc>
              <a:defRPr/>
            </a:pPr>
            <a:r>
              <a:rPr lang="en-US" sz="1800" b="0" i="0" u="none" strike="noStrike" cap="none" spc="0">
                <a:solidFill>
                  <a:schemeClr val="lt1"/>
                </a:solidFill>
                <a:latin typeface="Segoe UI Semibold"/>
                <a:ea typeface="Segoe UI Semibold"/>
                <a:cs typeface="Segoe UI Semibold"/>
              </a:rPr>
              <a:t>Prerequisites</a:t>
            </a:r>
            <a:endParaRPr lang="en-US" sz="1800" b="0" u="none" strike="noStrike">
              <a:solidFill>
                <a:srgbClr val="FFFFFF"/>
              </a:solidFill>
              <a:latin typeface="Arial"/>
            </a:endParaRPr>
          </a:p>
        </p:txBody>
      </p:sp>
      <p:sp>
        <p:nvSpPr>
          <p:cNvPr id="1642599171" name="Text Placeholder 2"/>
          <p:cNvSpPr/>
          <p:nvPr/>
        </p:nvSpPr>
        <p:spPr bwMode="auto">
          <a:xfrm>
            <a:off x="722159" y="4475520"/>
            <a:ext cx="5159159" cy="73187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61850" indent="-261850">
              <a:buFont typeface="Arial"/>
              <a:buChar char="•"/>
              <a:defRPr/>
            </a:pPr>
            <a:r>
              <a:rPr lang="en-US" sz="1600" b="0" i="0" u="none" strike="noStrike" cap="none" spc="0">
                <a:solidFill>
                  <a:schemeClr val="dk1"/>
                </a:solidFill>
                <a:latin typeface="Segoe UI"/>
                <a:ea typeface="Segoe UI"/>
                <a:cs typeface="Segoe UI"/>
              </a:rPr>
              <a:t>Fundamental proficiency in app containerization.</a:t>
            </a:r>
            <a:endParaRPr lang="en-US" sz="1600" b="0" i="0" u="none" strike="noStrike" cap="none" spc="0">
              <a:solidFill>
                <a:schemeClr val="dk1"/>
              </a:solidFill>
              <a:latin typeface="Segoe UI"/>
              <a:cs typeface="Segoe UI"/>
            </a:endParaRPr>
          </a:p>
          <a:p>
            <a:pPr marL="261850" indent="-261850">
              <a:buFont typeface="Arial"/>
              <a:buChar char="•"/>
              <a:defRPr/>
            </a:pPr>
            <a:r>
              <a:rPr lang="en-US" sz="1600" b="0" i="0" u="none" strike="noStrike" cap="none" spc="0">
                <a:solidFill>
                  <a:schemeClr val="dk1"/>
                </a:solidFill>
                <a:latin typeface="Segoe UI"/>
                <a:ea typeface="Segoe UI"/>
                <a:cs typeface="Segoe UI"/>
              </a:rPr>
              <a:t>Fundamental proficiency in Azure data services.</a:t>
            </a:r>
          </a:p>
          <a:p>
            <a:pPr marL="261850" indent="-261850">
              <a:buFont typeface="Arial"/>
              <a:buChar char="•"/>
              <a:defRPr/>
            </a:pPr>
            <a:r>
              <a:rPr lang="en-US" sz="1600" b="0" i="0" u="none" strike="noStrike" cap="none" spc="0">
                <a:solidFill>
                  <a:schemeClr val="dk1"/>
                </a:solidFill>
                <a:latin typeface="Segoe UI"/>
                <a:ea typeface="Segoe UI"/>
                <a:cs typeface="Segoe UI"/>
              </a:rPr>
              <a:t>Fundamental proficiency in AI agents and models.</a:t>
            </a:r>
            <a:endParaRPr lang="en-US" sz="1600" b="0" i="0" u="none" strike="noStrike" cap="none" spc="0">
              <a:solidFill>
                <a:schemeClr val="dk1"/>
              </a:solidFill>
              <a:latin typeface="Segoe UI"/>
              <a:cs typeface="Segoe UI"/>
            </a:endParaRPr>
          </a:p>
        </p:txBody>
      </p:sp>
      <p:sp>
        <p:nvSpPr>
          <p:cNvPr id="474378875" name="Text Placeholder 3"/>
          <p:cNvSpPr/>
          <p:nvPr/>
        </p:nvSpPr>
        <p:spPr bwMode="auto">
          <a:xfrm>
            <a:off x="6329160" y="4475520"/>
            <a:ext cx="5128919" cy="48803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61850" indent="-261850">
              <a:buFont typeface="Arial"/>
              <a:buChar char="•"/>
              <a:defRPr/>
            </a:pPr>
            <a:r>
              <a:rPr lang="en-US" sz="1600" b="0" i="0" u="none" strike="noStrike" cap="none" spc="0">
                <a:solidFill>
                  <a:schemeClr val="tx1"/>
                </a:solidFill>
                <a:latin typeface="Segoe UI"/>
                <a:ea typeface="Segoe UI"/>
                <a:cs typeface="Segoe UI"/>
              </a:rPr>
              <a:t>At least two years of experience in Python</a:t>
            </a:r>
            <a:endParaRPr sz="1600"/>
          </a:p>
          <a:p>
            <a:pPr marL="261850" indent="-261850">
              <a:buFont typeface="Arial"/>
              <a:buChar char="•"/>
              <a:defRPr/>
            </a:pPr>
            <a:r>
              <a:rPr lang="en-US" sz="1600" b="0" i="0" u="none" strike="noStrike" cap="none" spc="0">
                <a:solidFill>
                  <a:srgbClr val="000000"/>
                </a:solidFill>
                <a:latin typeface="+mn-lt"/>
                <a:ea typeface="+mn-ea"/>
                <a:cs typeface="+mn-cs"/>
              </a:rPr>
              <a:t>Are familiar with Azure CLI.</a:t>
            </a:r>
            <a:endParaRPr sz="160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53074191" name="PlaceHolder 1"/>
          <p:cNvSpPr>
            <a:spLocks noGrp="1"/>
          </p:cNvSpPr>
          <p:nvPr>
            <p:ph type="title"/>
          </p:nvPr>
        </p:nvSpPr>
        <p:spPr bwMode="auto">
          <a:xfrm>
            <a:off x="588240" y="585360"/>
            <a:ext cx="11011320" cy="430560"/>
          </a:xfrm>
          <a:prstGeom prst="rect">
            <a:avLst/>
          </a:prstGeom>
          <a:noFill/>
          <a:ln w="0">
            <a:noFill/>
          </a:ln>
        </p:spPr>
        <p:txBody>
          <a:bodyPr lIns="0" tIns="0" rIns="0" bIns="0" anchor="t">
            <a:noAutofit/>
          </a:bodyPr>
          <a:lstStyle/>
          <a:p>
            <a:pPr indent="0" algn="l" defTabSz="932760">
              <a:lnSpc>
                <a:spcPct val="100000"/>
              </a:lnSpc>
              <a:buNone/>
              <a:defRPr/>
            </a:pPr>
            <a:r>
              <a:rPr lang="en-US" sz="2800" b="0" u="none" strike="noStrike">
                <a:solidFill>
                  <a:schemeClr val="dk1"/>
                </a:solidFill>
                <a:latin typeface="Segoe UI Semibold"/>
              </a:rPr>
              <a:t>Course schedule</a:t>
            </a:r>
          </a:p>
        </p:txBody>
      </p:sp>
      <p:graphicFrame>
        <p:nvGraphicFramePr>
          <p:cNvPr id="989649745" name="Table 14"/>
          <p:cNvGraphicFramePr>
            <a:graphicFrameLocks/>
          </p:cNvGraphicFramePr>
          <p:nvPr>
            <p:extLst>
              <p:ext uri="{D42A27DB-BD31-4B8C-83A1-F6EECF244321}">
                <p14:modId xmlns:p14="http://schemas.microsoft.com/office/powerpoint/2010/main" val="2713945094"/>
              </p:ext>
            </p:extLst>
          </p:nvPr>
        </p:nvGraphicFramePr>
        <p:xfrm>
          <a:off x="584280" y="1590840"/>
          <a:ext cx="11020317" cy="3322320"/>
        </p:xfrm>
        <a:graphic>
          <a:graphicData uri="http://schemas.openxmlformats.org/drawingml/2006/table">
            <a:tbl>
              <a:tblPr/>
              <a:tblGrid>
                <a:gridCol w="1310302">
                  <a:extLst>
                    <a:ext uri="{9D8B030D-6E8A-4147-A177-3AD203B41FA5}">
                      <a16:colId xmlns:a16="http://schemas.microsoft.com/office/drawing/2014/main" val="20000"/>
                    </a:ext>
                  </a:extLst>
                </a:gridCol>
                <a:gridCol w="1942003">
                  <a:extLst>
                    <a:ext uri="{9D8B030D-6E8A-4147-A177-3AD203B41FA5}">
                      <a16:colId xmlns:a16="http://schemas.microsoft.com/office/drawing/2014/main" val="20001"/>
                    </a:ext>
                  </a:extLst>
                </a:gridCol>
                <a:gridCol w="1942003">
                  <a:extLst>
                    <a:ext uri="{9D8B030D-6E8A-4147-A177-3AD203B41FA5}">
                      <a16:colId xmlns:a16="http://schemas.microsoft.com/office/drawing/2014/main" val="20002"/>
                    </a:ext>
                  </a:extLst>
                </a:gridCol>
                <a:gridCol w="1942003">
                  <a:extLst>
                    <a:ext uri="{9D8B030D-6E8A-4147-A177-3AD203B41FA5}">
                      <a16:colId xmlns:a16="http://schemas.microsoft.com/office/drawing/2014/main" val="20003"/>
                    </a:ext>
                  </a:extLst>
                </a:gridCol>
                <a:gridCol w="1942003">
                  <a:extLst>
                    <a:ext uri="{9D8B030D-6E8A-4147-A177-3AD203B41FA5}">
                      <a16:colId xmlns:a16="http://schemas.microsoft.com/office/drawing/2014/main" val="20004"/>
                    </a:ext>
                  </a:extLst>
                </a:gridCol>
                <a:gridCol w="1942003">
                  <a:extLst>
                    <a:ext uri="{9D8B030D-6E8A-4147-A177-3AD203B41FA5}">
                      <a16:colId xmlns:a16="http://schemas.microsoft.com/office/drawing/2014/main" val="20005"/>
                    </a:ext>
                  </a:extLst>
                </a:gridCol>
              </a:tblGrid>
              <a:tr h="426720">
                <a:tc>
                  <a:txBody>
                    <a:bodyPr/>
                    <a:lstStyle/>
                    <a:p>
                      <a:pPr>
                        <a:defRPr/>
                      </a:pPr>
                      <a:endParaRPr lang="en-US" sz="1600" b="0" u="none" strike="noStrike">
                        <a:solidFill>
                          <a:schemeClr val="lt1"/>
                        </a:solidFill>
                        <a:latin typeface="Segoe UI Semibold"/>
                      </a:endParaRPr>
                    </a:p>
                  </a:txBody>
                  <a:tcPr marT="91440" marB="91440" anchor="ctr">
                    <a:lnL w="6480" algn="ctr">
                      <a:solidFill>
                        <a:srgbClr val="0078D4"/>
                      </a:solidFill>
                    </a:lnL>
                    <a:lnR w="6480" algn="ctr">
                      <a:noFill/>
                    </a:lnR>
                    <a:lnT w="6480" algn="ctr">
                      <a:noFill/>
                    </a:lnT>
                    <a:lnB w="6480" algn="ctr">
                      <a:noFill/>
                    </a:lnB>
                    <a:solidFill>
                      <a:schemeClr val="accent3"/>
                    </a:solidFill>
                  </a:tcPr>
                </a:tc>
                <a:tc>
                  <a:txBody>
                    <a:bodyPr/>
                    <a:lstStyle/>
                    <a:p>
                      <a:pPr defTabSz="932760">
                        <a:lnSpc>
                          <a:spcPct val="100000"/>
                        </a:lnSpc>
                        <a:defRPr/>
                      </a:pPr>
                      <a:r>
                        <a:rPr lang="en-US" sz="1600" b="0" u="none" strike="noStrike">
                          <a:solidFill>
                            <a:schemeClr val="lt1"/>
                          </a:solidFill>
                          <a:latin typeface="Segoe UI Semibold"/>
                        </a:rPr>
                        <a:t>Day 1</a:t>
                      </a:r>
                      <a:endParaRPr lang="en-US" sz="1600" b="0" u="none" strike="noStrike">
                        <a:solidFill>
                          <a:srgbClr val="FFFFFF"/>
                        </a:solidFill>
                        <a:latin typeface="Arial"/>
                      </a:endParaRPr>
                    </a:p>
                  </a:txBody>
                  <a:tcPr marT="91440" marB="91440" anchor="ctr">
                    <a:lnL w="6480" algn="ctr">
                      <a:noFill/>
                    </a:lnL>
                    <a:lnR w="6480" algn="ctr">
                      <a:solidFill>
                        <a:srgbClr val="FFFFFF"/>
                      </a:solidFill>
                    </a:lnR>
                    <a:lnT w="6480" algn="ctr">
                      <a:noFill/>
                    </a:lnT>
                    <a:lnB w="6480" algn="ctr">
                      <a:noFill/>
                    </a:lnB>
                    <a:solidFill>
                      <a:schemeClr val="accent3"/>
                    </a:solidFill>
                  </a:tcPr>
                </a:tc>
                <a:tc>
                  <a:txBody>
                    <a:bodyPr/>
                    <a:lstStyle/>
                    <a:p>
                      <a:pPr defTabSz="932760">
                        <a:lnSpc>
                          <a:spcPct val="100000"/>
                        </a:lnSpc>
                        <a:defRPr/>
                      </a:pPr>
                      <a:r>
                        <a:rPr lang="en-US" sz="1600" b="0" u="none" strike="noStrike">
                          <a:solidFill>
                            <a:schemeClr val="lt1"/>
                          </a:solidFill>
                          <a:latin typeface="Segoe UI Semibold"/>
                        </a:rPr>
                        <a:t>Day 2</a:t>
                      </a:r>
                      <a:endParaRPr lang="en-US" sz="1600" b="0" u="none" strike="noStrike">
                        <a:solidFill>
                          <a:srgbClr val="FFFFFF"/>
                        </a:solidFill>
                        <a:latin typeface="Arial"/>
                      </a:endParaRPr>
                    </a:p>
                  </a:txBody>
                  <a:tcPr marT="91440" marB="91440" anchor="ctr">
                    <a:lnL w="6480" algn="ctr">
                      <a:solidFill>
                        <a:srgbClr val="FFFFFF"/>
                      </a:solidFill>
                    </a:lnL>
                    <a:lnR w="6480" algn="ctr">
                      <a:solidFill>
                        <a:srgbClr val="FFFFFF"/>
                      </a:solidFill>
                    </a:lnR>
                    <a:lnT w="6480" algn="ctr">
                      <a:noFill/>
                    </a:lnT>
                    <a:lnB w="6480" algn="ctr">
                      <a:noFill/>
                    </a:lnB>
                    <a:solidFill>
                      <a:schemeClr val="accent3"/>
                    </a:solidFill>
                  </a:tcPr>
                </a:tc>
                <a:tc>
                  <a:txBody>
                    <a:bodyPr/>
                    <a:lstStyle/>
                    <a:p>
                      <a:pPr defTabSz="932760">
                        <a:lnSpc>
                          <a:spcPct val="100000"/>
                        </a:lnSpc>
                        <a:defRPr/>
                      </a:pPr>
                      <a:r>
                        <a:rPr lang="en-US" sz="1600" b="0" u="none" strike="noStrike">
                          <a:solidFill>
                            <a:schemeClr val="lt1"/>
                          </a:solidFill>
                          <a:latin typeface="Segoe UI Semibold"/>
                        </a:rPr>
                        <a:t>Day 3</a:t>
                      </a:r>
                      <a:endParaRPr lang="en-US" sz="1600" b="0" u="none" strike="noStrike">
                        <a:solidFill>
                          <a:srgbClr val="FFFFFF"/>
                        </a:solidFill>
                        <a:latin typeface="Arial"/>
                      </a:endParaRPr>
                    </a:p>
                  </a:txBody>
                  <a:tcPr marT="91440" marB="91440" anchor="ctr">
                    <a:lnL w="6480" algn="ctr">
                      <a:solidFill>
                        <a:srgbClr val="FFFFFF"/>
                      </a:solidFill>
                    </a:lnL>
                    <a:lnR w="6480" algn="ctr">
                      <a:solidFill>
                        <a:srgbClr val="FFFFFF"/>
                      </a:solidFill>
                    </a:lnR>
                    <a:lnT w="6480" algn="ctr">
                      <a:noFill/>
                    </a:lnT>
                    <a:lnB w="6480" algn="ctr">
                      <a:noFill/>
                    </a:lnB>
                    <a:solidFill>
                      <a:schemeClr val="accent3"/>
                    </a:solidFill>
                  </a:tcPr>
                </a:tc>
                <a:tc>
                  <a:txBody>
                    <a:bodyPr/>
                    <a:lstStyle/>
                    <a:p>
                      <a:pPr defTabSz="932760">
                        <a:lnSpc>
                          <a:spcPct val="100000"/>
                        </a:lnSpc>
                        <a:defRPr/>
                      </a:pPr>
                      <a:r>
                        <a:rPr lang="en-US" sz="1600" b="0" u="none" strike="noStrike">
                          <a:solidFill>
                            <a:schemeClr val="lt1"/>
                          </a:solidFill>
                          <a:latin typeface="Segoe UI Semibold"/>
                        </a:rPr>
                        <a:t>Day 4</a:t>
                      </a:r>
                      <a:endParaRPr lang="en-US" sz="1600" b="0" u="none" strike="noStrike">
                        <a:solidFill>
                          <a:srgbClr val="FFFFFF"/>
                        </a:solidFill>
                        <a:latin typeface="Arial"/>
                      </a:endParaRPr>
                    </a:p>
                  </a:txBody>
                  <a:tcPr marT="91440" marB="91440" anchor="ctr">
                    <a:lnL w="6480" algn="ctr">
                      <a:solidFill>
                        <a:srgbClr val="FFFFFF"/>
                      </a:solidFill>
                    </a:lnL>
                    <a:lnR w="6480" algn="ctr">
                      <a:solidFill>
                        <a:srgbClr val="0078D4"/>
                      </a:solidFill>
                    </a:lnR>
                    <a:lnT w="6480" algn="ctr">
                      <a:noFill/>
                    </a:lnT>
                    <a:lnB w="6480" algn="ctr">
                      <a:noFill/>
                    </a:lnB>
                    <a:solidFill>
                      <a:schemeClr val="accent3"/>
                    </a:solidFill>
                  </a:tcPr>
                </a:tc>
                <a:tc>
                  <a:txBody>
                    <a:bodyPr/>
                    <a:lstStyle/>
                    <a:p>
                      <a:pPr>
                        <a:defRPr/>
                      </a:pPr>
                      <a:r>
                        <a:rPr lang="en-US" sz="1600" b="0" u="none" strike="noStrike">
                          <a:solidFill>
                            <a:schemeClr val="lt1"/>
                          </a:solidFill>
                          <a:latin typeface="Segoe UI Semibold"/>
                        </a:rPr>
                        <a:t>Day 5</a:t>
                      </a:r>
                    </a:p>
                  </a:txBody>
                  <a:tcPr marT="91440" marB="91440" anchor="ctr">
                    <a:lnL w="6480" cap="flat" cmpd="sng" algn="ctr">
                      <a:solidFill>
                        <a:srgbClr val="0078D4"/>
                      </a:solidFill>
                      <a:prstDash val="solid"/>
                      <a:round/>
                      <a:headEnd type="none" w="med" len="med"/>
                      <a:tailEnd type="none" w="med" len="med"/>
                    </a:lnL>
                    <a:lnR w="6480" algn="ctr">
                      <a:solidFill>
                        <a:srgbClr val="0078D4"/>
                      </a:solidFill>
                    </a:lnR>
                    <a:lnT w="6480" algn="ctr">
                      <a:noFill/>
                    </a:lnT>
                    <a:lnB w="6480" algn="ctr">
                      <a:noFill/>
                    </a:lnB>
                    <a:solidFill>
                      <a:schemeClr val="accent3"/>
                    </a:solidFill>
                  </a:tcPr>
                </a:tc>
                <a:extLst>
                  <a:ext uri="{0D108BD9-81ED-4DB2-BD59-A6C34878D82A}">
                    <a16:rowId xmlns:a16="http://schemas.microsoft.com/office/drawing/2014/main" val="10000"/>
                  </a:ext>
                </a:extLst>
              </a:tr>
              <a:tr h="1249680">
                <a:tc>
                  <a:txBody>
                    <a:bodyPr/>
                    <a:lstStyle/>
                    <a:p>
                      <a:pPr defTabSz="914400">
                        <a:lnSpc>
                          <a:spcPct val="100000"/>
                        </a:lnSpc>
                        <a:tabLst>
                          <a:tab pos="0" algn="l"/>
                        </a:tabLst>
                        <a:defRPr/>
                      </a:pPr>
                      <a:r>
                        <a:rPr lang="en-US" sz="1400" b="0" u="none" strike="noStrike" dirty="0">
                          <a:solidFill>
                            <a:schemeClr val="tx1"/>
                          </a:solidFill>
                          <a:latin typeface="Segoe UI Semibold"/>
                        </a:rPr>
                        <a:t>Morning</a:t>
                      </a:r>
                      <a:endParaRPr lang="en-US" sz="1400" b="0" u="none" strike="noStrike" dirty="0">
                        <a:solidFill>
                          <a:schemeClr val="tx1"/>
                        </a:solidFill>
                        <a:latin typeface="Arial"/>
                      </a:endParaRPr>
                    </a:p>
                  </a:txBody>
                  <a:tcPr marT="91440" marB="91440" anchor="ctr">
                    <a:lnL w="6480" algn="ctr">
                      <a:solidFill>
                        <a:srgbClr val="D9D9D9"/>
                      </a:solidFill>
                    </a:lnL>
                    <a:lnR w="6480" algn="ctr">
                      <a:solidFill>
                        <a:srgbClr val="D9D9D9"/>
                      </a:solidFill>
                    </a:lnR>
                    <a:lnT w="6480" algn="ctr">
                      <a:noFill/>
                    </a:lnT>
                    <a:lnB w="6480" algn="ctr">
                      <a:noFill/>
                    </a:lnB>
                    <a:noFill/>
                  </a:tcPr>
                </a:tc>
                <a:tc>
                  <a:txBody>
                    <a:bodyPr/>
                    <a:lstStyle/>
                    <a:p>
                      <a:pPr marL="0" marR="0" lvl="0" indent="0" algn="l" defTabSz="932742" rtl="0">
                        <a:lnSpc>
                          <a:spcPct val="100000"/>
                        </a:lnSpc>
                        <a:spcBef>
                          <a:spcPts val="0"/>
                        </a:spcBef>
                        <a:spcAft>
                          <a:spcPts val="0"/>
                        </a:spcAft>
                        <a:buClrTx/>
                        <a:buSzTx/>
                        <a:buFont typeface="Arial"/>
                        <a:buNone/>
                        <a:defRPr/>
                      </a:pPr>
                      <a:r>
                        <a:rPr lang="en-US" sz="1400" b="0" i="0" u="none" strike="noStrike" cap="none" spc="0" dirty="0">
                          <a:ln>
                            <a:noFill/>
                          </a:ln>
                          <a:solidFill>
                            <a:schemeClr val="tx1"/>
                          </a:solidFill>
                          <a:latin typeface="Segoe UI"/>
                          <a:ea typeface="Arial"/>
                          <a:cs typeface="Segoe UI"/>
                        </a:rPr>
                        <a:t>Learning path 01: </a:t>
                      </a:r>
                      <a:r>
                        <a:rPr lang="en-US" sz="1400" b="0" i="0" u="none" strike="noStrike" cap="none" spc="0" dirty="0">
                          <a:ln>
                            <a:noFill/>
                          </a:ln>
                          <a:solidFill>
                            <a:schemeClr val="tx1"/>
                          </a:solidFill>
                          <a:latin typeface="Segoe UI"/>
                          <a:ea typeface="Segoe UI"/>
                          <a:cs typeface="Segoe UI"/>
                        </a:rPr>
                        <a:t>Implement container application hosting on Azure</a:t>
                      </a:r>
                      <a:endParaRPr sz="1400" dirty="0">
                        <a:solidFill>
                          <a:schemeClr val="tx1"/>
                        </a:solidFill>
                      </a:endParaRPr>
                    </a:p>
                  </a:txBody>
                  <a:tcPr marT="91440" marB="91440">
                    <a:lnL w="6480" algn="ctr">
                      <a:solidFill>
                        <a:srgbClr val="D9D9D9"/>
                      </a:solidFill>
                    </a:lnL>
                    <a:lnR w="6480" algn="ctr">
                      <a:solidFill>
                        <a:srgbClr val="D9D9D9"/>
                      </a:solidFill>
                    </a:lnR>
                    <a:lnT w="6480" algn="ctr">
                      <a:noFill/>
                    </a:lnT>
                    <a:lnB w="6480" algn="ctr">
                      <a:no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cap="none" spc="0" dirty="0">
                          <a:ln>
                            <a:noFill/>
                          </a:ln>
                          <a:solidFill>
                            <a:schemeClr val="tx1"/>
                          </a:solidFill>
                          <a:latin typeface="+mn-lt"/>
                          <a:ea typeface="+mn-ea"/>
                          <a:cs typeface="Segoe UI"/>
                        </a:rPr>
                        <a:t>Learning path 02: </a:t>
                      </a:r>
                      <a:r>
                        <a:rPr lang="en-US" sz="1400" b="0" i="0" u="none" strike="noStrike" cap="none" spc="0" dirty="0">
                          <a:ln>
                            <a:noFill/>
                          </a:ln>
                          <a:solidFill>
                            <a:schemeClr val="tx1"/>
                          </a:solidFill>
                          <a:latin typeface="+mn-lt"/>
                          <a:ea typeface="Segoe UI"/>
                          <a:cs typeface="Segoe UI"/>
                        </a:rPr>
                        <a:t>Deploy and manage apps on Azure Container Apps</a:t>
                      </a:r>
                      <a:endParaRPr lang="en-US" sz="1400" dirty="0">
                        <a:solidFill>
                          <a:schemeClr val="tx1"/>
                        </a:solidFill>
                      </a:endParaRPr>
                    </a:p>
                    <a:p>
                      <a:pPr>
                        <a:defRPr/>
                      </a:pPr>
                      <a:r>
                        <a:rPr lang="en-US" sz="1400" dirty="0">
                          <a:solidFill>
                            <a:schemeClr val="tx1"/>
                          </a:solidFill>
                        </a:rPr>
                        <a:t>(Cont.)</a:t>
                      </a:r>
                      <a:endParaRPr sz="1400" dirty="0">
                        <a:solidFill>
                          <a:schemeClr val="tx1"/>
                        </a:solidFill>
                      </a:endParaRPr>
                    </a:p>
                  </a:txBody>
                  <a:tcPr marT="91440" marB="91440">
                    <a:lnL w="6480" algn="ctr">
                      <a:solidFill>
                        <a:srgbClr val="D9D9D9"/>
                      </a:solidFill>
                    </a:lnL>
                    <a:lnR w="6480" algn="ctr">
                      <a:solidFill>
                        <a:srgbClr val="D9D9D9"/>
                      </a:solidFill>
                    </a:lnR>
                    <a:lnT w="6480" algn="ctr">
                      <a:noFill/>
                    </a:lnT>
                    <a:lnB w="6480" algn="ctr">
                      <a:noFill/>
                    </a:lnB>
                    <a:noFill/>
                  </a:tcPr>
                </a:tc>
                <a:tc>
                  <a:txBody>
                    <a:bodyPr/>
                    <a:lstStyle/>
                    <a:p>
                      <a:pPr marL="0" marR="0" lvl="0" indent="0" algn="l" defTabSz="932742" rtl="0">
                        <a:lnSpc>
                          <a:spcPct val="100000"/>
                        </a:lnSpc>
                        <a:spcBef>
                          <a:spcPts val="0"/>
                        </a:spcBef>
                        <a:spcAft>
                          <a:spcPts val="0"/>
                        </a:spcAft>
                        <a:buClrTx/>
                        <a:buSzTx/>
                        <a:buFont typeface="Arial"/>
                        <a:buNone/>
                        <a:defRPr/>
                      </a:pPr>
                      <a:r>
                        <a:rPr lang="en-US" sz="1400" b="0" i="0" u="none" strike="noStrike" cap="none" spc="0" dirty="0">
                          <a:ln>
                            <a:noFill/>
                          </a:ln>
                          <a:solidFill>
                            <a:schemeClr val="tx1"/>
                          </a:solidFill>
                          <a:latin typeface="+mn-lt"/>
                          <a:ea typeface="+mn-ea"/>
                          <a:cs typeface="Segoe UI"/>
                        </a:rPr>
                        <a:t>Learning path 04: </a:t>
                      </a:r>
                      <a:r>
                        <a:rPr lang="en-US" sz="1400" b="0" i="0" u="none" strike="noStrike" cap="none" spc="0" dirty="0">
                          <a:ln>
                            <a:noFill/>
                          </a:ln>
                          <a:solidFill>
                            <a:schemeClr val="tx1"/>
                          </a:solidFill>
                          <a:latin typeface="+mn-lt"/>
                          <a:ea typeface="Segoe UI"/>
                          <a:cs typeface="Segoe UI"/>
                        </a:rPr>
                        <a:t>Develop AI solutions with Azure Cosmos DB for NoSQL</a:t>
                      </a:r>
                      <a:endParaRPr sz="1400" dirty="0">
                        <a:solidFill>
                          <a:schemeClr val="tx1"/>
                        </a:solidFill>
                      </a:endParaRPr>
                    </a:p>
                  </a:txBody>
                  <a:tcPr marT="91440" marB="91440">
                    <a:lnL w="6480" algn="ctr">
                      <a:solidFill>
                        <a:srgbClr val="D9D9D9"/>
                      </a:solidFill>
                    </a:lnL>
                    <a:lnR w="6480" algn="ctr">
                      <a:solidFill>
                        <a:srgbClr val="D9D9D9"/>
                      </a:solidFill>
                    </a:lnR>
                    <a:lnT w="6480" algn="ctr">
                      <a:noFill/>
                    </a:lnT>
                    <a:lnB w="6480" algn="ctr">
                      <a:noFill/>
                    </a:lnB>
                    <a:noFill/>
                  </a:tcPr>
                </a:tc>
                <a:tc>
                  <a:txBody>
                    <a:bodyPr/>
                    <a:lstStyle/>
                    <a:p>
                      <a:pPr marL="0" marR="0" lvl="0" indent="0" algn="l" defTabSz="932742" rtl="0" eaLnBrk="1" fontAlgn="auto" latinLnBrk="0" hangingPunct="1">
                        <a:lnSpc>
                          <a:spcPct val="100000"/>
                        </a:lnSpc>
                        <a:spcBef>
                          <a:spcPts val="0"/>
                        </a:spcBef>
                        <a:spcAft>
                          <a:spcPts val="0"/>
                        </a:spcAft>
                        <a:buClrTx/>
                        <a:buSzTx/>
                        <a:buFont typeface="Arial"/>
                        <a:buNone/>
                        <a:tabLst/>
                        <a:defRPr/>
                      </a:pPr>
                      <a:r>
                        <a:rPr lang="en-US" sz="1400" b="0" i="0" u="none" strike="noStrike" cap="none" spc="0" dirty="0">
                          <a:ln>
                            <a:noFill/>
                          </a:ln>
                          <a:solidFill>
                            <a:schemeClr val="tx1"/>
                          </a:solidFill>
                          <a:latin typeface="+mn-lt"/>
                          <a:ea typeface="+mn-ea"/>
                          <a:cs typeface="Segoe UI"/>
                        </a:rPr>
                        <a:t>Learning path 06: </a:t>
                      </a:r>
                      <a:r>
                        <a:rPr lang="en-US" sz="1400" b="0" i="0" u="none" strike="noStrike" cap="none" spc="0" dirty="0">
                          <a:ln>
                            <a:noFill/>
                          </a:ln>
                          <a:solidFill>
                            <a:schemeClr val="tx1"/>
                          </a:solidFill>
                          <a:latin typeface="+mn-lt"/>
                          <a:ea typeface="Segoe UI"/>
                          <a:cs typeface="Segoe UI"/>
                        </a:rPr>
                        <a:t>Enhance AI solutions with Azure Managed Redis</a:t>
                      </a:r>
                      <a:endParaRPr lang="en-US" sz="1400" dirty="0">
                        <a:solidFill>
                          <a:schemeClr val="tx1"/>
                        </a:solidFill>
                      </a:endParaRPr>
                    </a:p>
                    <a:p>
                      <a:pPr marL="0" marR="0" lvl="0" indent="0" algn="l" defTabSz="932742" rtl="0">
                        <a:lnSpc>
                          <a:spcPct val="100000"/>
                        </a:lnSpc>
                        <a:spcBef>
                          <a:spcPts val="0"/>
                        </a:spcBef>
                        <a:spcAft>
                          <a:spcPts val="0"/>
                        </a:spcAft>
                        <a:buClrTx/>
                        <a:buSzTx/>
                        <a:buFont typeface="Arial"/>
                        <a:buNone/>
                        <a:defRPr/>
                      </a:pPr>
                      <a:endParaRPr sz="1400" b="0" i="0" u="none" strike="noStrike" cap="none" spc="0" dirty="0">
                        <a:ln>
                          <a:noFill/>
                        </a:ln>
                        <a:solidFill>
                          <a:schemeClr val="tx1"/>
                        </a:solidFill>
                        <a:latin typeface="Segoe UI"/>
                        <a:ea typeface="Arial"/>
                        <a:cs typeface="Segoe UI"/>
                      </a:endParaRPr>
                    </a:p>
                  </a:txBody>
                  <a:tcPr marT="91440" marB="91440">
                    <a:lnL w="6480" algn="ctr">
                      <a:solidFill>
                        <a:srgbClr val="D9D9D9"/>
                      </a:solidFill>
                    </a:lnL>
                    <a:lnR w="6480" algn="ctr">
                      <a:solidFill>
                        <a:srgbClr val="D9D9D9"/>
                      </a:solidFill>
                    </a:lnR>
                    <a:lnT w="6480" algn="ctr">
                      <a:noFill/>
                    </a:lnT>
                    <a:lnB w="6480" algn="ctr">
                      <a:noFill/>
                    </a:lnB>
                    <a:noFill/>
                  </a:tcPr>
                </a:tc>
                <a:tc>
                  <a:txBody>
                    <a:bodyPr/>
                    <a:lstStyle/>
                    <a:p>
                      <a:pPr marL="0" marR="0" lvl="0" indent="0" algn="l" defTabSz="932742" rtl="0" eaLnBrk="1" fontAlgn="auto" latinLnBrk="0" hangingPunct="1">
                        <a:lnSpc>
                          <a:spcPct val="100000"/>
                        </a:lnSpc>
                        <a:spcBef>
                          <a:spcPts val="0"/>
                        </a:spcBef>
                        <a:spcAft>
                          <a:spcPts val="0"/>
                        </a:spcAft>
                        <a:buClrTx/>
                        <a:buSzTx/>
                        <a:buFont typeface="Arial"/>
                        <a:buNone/>
                        <a:tabLst/>
                        <a:defRPr/>
                      </a:pPr>
                      <a:r>
                        <a:rPr lang="en-US" sz="1400" b="0" i="0" u="none" strike="noStrike" cap="none" spc="0" dirty="0">
                          <a:ln>
                            <a:noFill/>
                          </a:ln>
                          <a:solidFill>
                            <a:schemeClr val="accent2"/>
                          </a:solidFill>
                          <a:latin typeface="+mn-lt"/>
                          <a:ea typeface="+mn-ea"/>
                          <a:cs typeface="Segoe UI"/>
                        </a:rPr>
                        <a:t>Learning path 08: </a:t>
                      </a:r>
                      <a:r>
                        <a:rPr lang="en-US" sz="1400" b="0" i="0" u="none" strike="noStrike" cap="none" spc="0" dirty="0">
                          <a:ln>
                            <a:noFill/>
                          </a:ln>
                          <a:solidFill>
                            <a:schemeClr val="accent2"/>
                          </a:solidFill>
                          <a:latin typeface="+mn-lt"/>
                          <a:ea typeface="Segoe UI"/>
                          <a:cs typeface="Segoe UI"/>
                        </a:rPr>
                        <a:t>Manage application secrets and configuration for AI solutions</a:t>
                      </a:r>
                      <a:endParaRPr sz="1400" b="0" i="0" u="none" strike="noStrike" cap="none" spc="0" dirty="0">
                        <a:ln>
                          <a:noFill/>
                        </a:ln>
                        <a:solidFill>
                          <a:schemeClr val="accent2"/>
                        </a:solidFill>
                        <a:latin typeface="Segoe UI"/>
                        <a:ea typeface="Arial"/>
                        <a:cs typeface="Segoe UI"/>
                      </a:endParaRPr>
                    </a:p>
                  </a:txBody>
                  <a:tcPr marT="91440" marB="91440">
                    <a:lnL w="6480" algn="ctr">
                      <a:solidFill>
                        <a:srgbClr val="D9D9D9"/>
                      </a:solidFill>
                    </a:lnL>
                    <a:lnR w="6480" algn="ctr">
                      <a:solidFill>
                        <a:srgbClr val="D9D9D9"/>
                      </a:solidFill>
                    </a:lnR>
                    <a:lnT w="6480" algn="ctr">
                      <a:noFill/>
                    </a:lnT>
                    <a:lnB w="6480" algn="ctr">
                      <a:noFill/>
                    </a:lnB>
                    <a:noFill/>
                  </a:tcPr>
                </a:tc>
                <a:extLst>
                  <a:ext uri="{0D108BD9-81ED-4DB2-BD59-A6C34878D82A}">
                    <a16:rowId xmlns:a16="http://schemas.microsoft.com/office/drawing/2014/main" val="10001"/>
                  </a:ext>
                </a:extLst>
              </a:tr>
              <a:tr h="396240">
                <a:tc>
                  <a:txBody>
                    <a:bodyPr/>
                    <a:lstStyle/>
                    <a:p>
                      <a:pPr defTabSz="914400">
                        <a:lnSpc>
                          <a:spcPct val="100000"/>
                        </a:lnSpc>
                        <a:tabLst>
                          <a:tab pos="0" algn="l"/>
                        </a:tabLst>
                        <a:defRPr/>
                      </a:pPr>
                      <a:r>
                        <a:rPr lang="en-US" sz="1400" b="0" u="none" strike="noStrike" dirty="0">
                          <a:solidFill>
                            <a:schemeClr val="tx1"/>
                          </a:solidFill>
                          <a:latin typeface="Segoe UI Semibold"/>
                        </a:rPr>
                        <a:t>Lunch</a:t>
                      </a:r>
                      <a:endParaRPr lang="en-US" sz="1400" b="0" u="none" strike="noStrike" dirty="0">
                        <a:solidFill>
                          <a:schemeClr val="tx1"/>
                        </a:solidFill>
                        <a:latin typeface="Arial"/>
                      </a:endParaRPr>
                    </a:p>
                  </a:txBody>
                  <a:tcPr marT="91440" marB="91440" anchor="ctr">
                    <a:lnL w="6480" algn="ctr">
                      <a:solidFill>
                        <a:srgbClr val="D9D9D9"/>
                      </a:solidFill>
                    </a:lnL>
                    <a:lnR w="6480" algn="ctr">
                      <a:noFill/>
                    </a:lnR>
                    <a:lnT w="6480" algn="ctr">
                      <a:noFill/>
                    </a:lnT>
                    <a:lnB w="6480" algn="ctr">
                      <a:noFill/>
                    </a:lnB>
                    <a:solidFill>
                      <a:schemeClr val="accent3">
                        <a:lumMod val="20000"/>
                        <a:lumOff val="80000"/>
                        <a:alpha val="40000"/>
                      </a:schemeClr>
                    </a:solidFill>
                  </a:tcPr>
                </a:tc>
                <a:tc>
                  <a:txBody>
                    <a:bodyPr/>
                    <a:lstStyle/>
                    <a:p>
                      <a:pPr>
                        <a:defRPr/>
                      </a:pPr>
                      <a:endParaRPr lang="en-US" sz="1200" b="0" u="none" strike="noStrike" dirty="0">
                        <a:solidFill>
                          <a:schemeClr val="accent6">
                            <a:lumMod val="75000"/>
                          </a:schemeClr>
                        </a:solidFill>
                        <a:latin typeface="Segoe UI"/>
                      </a:endParaRPr>
                    </a:p>
                  </a:txBody>
                  <a:tcPr marT="91440" marB="91440" anchor="ctr">
                    <a:lnL w="6480" algn="ctr">
                      <a:noFill/>
                    </a:lnL>
                    <a:lnR w="6480" algn="ctr">
                      <a:noFill/>
                    </a:lnR>
                    <a:lnT w="6480" algn="ctr">
                      <a:noFill/>
                    </a:lnT>
                    <a:lnB w="6480" algn="ctr">
                      <a:noFill/>
                    </a:lnB>
                    <a:solidFill>
                      <a:schemeClr val="accent3">
                        <a:lumMod val="20000"/>
                        <a:lumOff val="80000"/>
                        <a:alpha val="40000"/>
                      </a:schemeClr>
                    </a:solidFill>
                  </a:tcPr>
                </a:tc>
                <a:tc>
                  <a:txBody>
                    <a:bodyPr/>
                    <a:lstStyle/>
                    <a:p>
                      <a:pPr>
                        <a:defRPr/>
                      </a:pPr>
                      <a:endParaRPr lang="en-US" sz="1050" b="0" u="none" strike="noStrike">
                        <a:solidFill>
                          <a:schemeClr val="accent6">
                            <a:lumMod val="75000"/>
                          </a:schemeClr>
                        </a:solidFill>
                        <a:latin typeface="Segoe UI"/>
                      </a:endParaRPr>
                    </a:p>
                  </a:txBody>
                  <a:tcPr marT="91440" marB="91440" anchor="ctr">
                    <a:lnL w="6480" algn="ctr">
                      <a:noFill/>
                    </a:lnL>
                    <a:lnR w="6480" algn="ctr">
                      <a:noFill/>
                    </a:lnR>
                    <a:lnT w="6480" algn="ctr">
                      <a:noFill/>
                    </a:lnT>
                    <a:lnB w="6480" algn="ctr">
                      <a:noFill/>
                    </a:lnB>
                    <a:solidFill>
                      <a:schemeClr val="accent3">
                        <a:lumMod val="20000"/>
                        <a:lumOff val="80000"/>
                        <a:alpha val="40000"/>
                      </a:schemeClr>
                    </a:solidFill>
                  </a:tcPr>
                </a:tc>
                <a:tc>
                  <a:txBody>
                    <a:bodyPr/>
                    <a:lstStyle/>
                    <a:p>
                      <a:pPr>
                        <a:defRPr/>
                      </a:pPr>
                      <a:endParaRPr lang="en-US" sz="1050" b="0" u="none" strike="noStrike" dirty="0">
                        <a:solidFill>
                          <a:schemeClr val="accent6">
                            <a:lumMod val="75000"/>
                          </a:schemeClr>
                        </a:solidFill>
                        <a:latin typeface="Segoe UI"/>
                      </a:endParaRPr>
                    </a:p>
                  </a:txBody>
                  <a:tcPr marT="91440" marB="91440" anchor="ctr">
                    <a:lnL w="6480" algn="ctr">
                      <a:noFill/>
                    </a:lnL>
                    <a:lnR w="6480" algn="ctr">
                      <a:noFill/>
                    </a:lnR>
                    <a:lnT w="6480" algn="ctr">
                      <a:noFill/>
                    </a:lnT>
                    <a:lnB w="6480" algn="ctr">
                      <a:noFill/>
                    </a:lnB>
                    <a:solidFill>
                      <a:schemeClr val="accent3">
                        <a:lumMod val="20000"/>
                        <a:lumOff val="80000"/>
                        <a:alpha val="40000"/>
                      </a:schemeClr>
                    </a:solidFill>
                  </a:tcPr>
                </a:tc>
                <a:tc>
                  <a:txBody>
                    <a:bodyPr/>
                    <a:lstStyle/>
                    <a:p>
                      <a:pPr>
                        <a:defRPr/>
                      </a:pPr>
                      <a:endParaRPr lang="en-US" sz="1050" b="0" u="none" strike="noStrike" dirty="0">
                        <a:solidFill>
                          <a:schemeClr val="tx1"/>
                        </a:solidFill>
                        <a:latin typeface="Segoe UI"/>
                      </a:endParaRPr>
                    </a:p>
                  </a:txBody>
                  <a:tcPr marT="91440" marB="91440" anchor="ctr">
                    <a:lnL w="6480" algn="ctr">
                      <a:noFill/>
                    </a:lnL>
                    <a:lnR w="6480" algn="ctr">
                      <a:solidFill>
                        <a:srgbClr val="D9D9D9"/>
                      </a:solidFill>
                    </a:lnR>
                    <a:lnT w="6480" algn="ctr">
                      <a:noFill/>
                    </a:lnT>
                    <a:lnB w="6480" algn="ctr">
                      <a:noFill/>
                    </a:lnB>
                    <a:solidFill>
                      <a:schemeClr val="accent3">
                        <a:lumMod val="20000"/>
                        <a:lumOff val="80000"/>
                        <a:alpha val="40000"/>
                      </a:schemeClr>
                    </a:solidFill>
                  </a:tcPr>
                </a:tc>
                <a:tc>
                  <a:txBody>
                    <a:bodyPr/>
                    <a:lstStyle/>
                    <a:p>
                      <a:pPr>
                        <a:defRPr/>
                      </a:pPr>
                      <a:endParaRPr lang="en-US" sz="1050" b="0" u="none" strike="noStrike" dirty="0">
                        <a:solidFill>
                          <a:schemeClr val="accent6">
                            <a:lumMod val="75000"/>
                          </a:schemeClr>
                        </a:solidFill>
                        <a:latin typeface="Segoe UI"/>
                      </a:endParaRPr>
                    </a:p>
                  </a:txBody>
                  <a:tcPr marT="91440" marB="91440" anchor="ctr">
                    <a:lnL w="6480" cap="flat" cmpd="sng" algn="ctr">
                      <a:solidFill>
                        <a:srgbClr val="D9D9D9"/>
                      </a:solidFill>
                      <a:prstDash val="solid"/>
                      <a:round/>
                      <a:headEnd type="none" w="med" len="med"/>
                      <a:tailEnd type="none" w="med" len="med"/>
                    </a:lnL>
                    <a:lnR w="6480" algn="ctr">
                      <a:solidFill>
                        <a:srgbClr val="D9D9D9"/>
                      </a:solidFill>
                    </a:lnR>
                    <a:lnT w="6480" algn="ctr">
                      <a:noFill/>
                    </a:lnT>
                    <a:lnB w="6480" algn="ctr">
                      <a:noFill/>
                    </a:lnB>
                    <a:solidFill>
                      <a:schemeClr val="accent3">
                        <a:lumMod val="20000"/>
                        <a:lumOff val="80000"/>
                        <a:alpha val="40000"/>
                      </a:schemeClr>
                    </a:solidFill>
                  </a:tcPr>
                </a:tc>
                <a:extLst>
                  <a:ext uri="{0D108BD9-81ED-4DB2-BD59-A6C34878D82A}">
                    <a16:rowId xmlns:a16="http://schemas.microsoft.com/office/drawing/2014/main" val="10002"/>
                  </a:ext>
                </a:extLst>
              </a:tr>
              <a:tr h="1249680">
                <a:tc>
                  <a:txBody>
                    <a:bodyPr/>
                    <a:lstStyle/>
                    <a:p>
                      <a:pPr defTabSz="914400">
                        <a:lnSpc>
                          <a:spcPct val="100000"/>
                        </a:lnSpc>
                        <a:tabLst>
                          <a:tab pos="0" algn="l"/>
                        </a:tabLst>
                        <a:defRPr/>
                      </a:pPr>
                      <a:r>
                        <a:rPr lang="en-US" sz="1400" b="0" u="none" strike="noStrike" dirty="0">
                          <a:solidFill>
                            <a:schemeClr val="tx1"/>
                          </a:solidFill>
                          <a:latin typeface="Segoe UI Semibold"/>
                        </a:rPr>
                        <a:t>Late afternoon</a:t>
                      </a:r>
                      <a:endParaRPr lang="en-US" sz="1400" b="0" u="none" strike="noStrike" dirty="0">
                        <a:solidFill>
                          <a:schemeClr val="tx1"/>
                        </a:solidFill>
                        <a:latin typeface="Arial"/>
                      </a:endParaRPr>
                    </a:p>
                  </a:txBody>
                  <a:tcPr marT="91440" marB="91440" anchor="ctr">
                    <a:lnL w="6480" algn="ctr">
                      <a:solidFill>
                        <a:srgbClr val="D9D9D9"/>
                      </a:solidFill>
                    </a:lnL>
                    <a:lnR w="6480" algn="ctr">
                      <a:solidFill>
                        <a:srgbClr val="D9D9D9"/>
                      </a:solidFill>
                    </a:lnR>
                    <a:lnT w="6480" algn="ctr">
                      <a:noFill/>
                    </a:lnT>
                    <a:lnB w="6480" algn="ctr">
                      <a:solidFill>
                        <a:srgbClr val="D9D9D9"/>
                      </a:solidFill>
                    </a:lnB>
                    <a:noFill/>
                  </a:tcPr>
                </a:tc>
                <a:tc>
                  <a:txBody>
                    <a:bodyPr/>
                    <a:lstStyle/>
                    <a:p>
                      <a:pPr marL="0" marR="0" lvl="0" indent="0" algn="l" defTabSz="932742" rtl="0">
                        <a:lnSpc>
                          <a:spcPct val="100000"/>
                        </a:lnSpc>
                        <a:spcBef>
                          <a:spcPts val="0"/>
                        </a:spcBef>
                        <a:spcAft>
                          <a:spcPts val="0"/>
                        </a:spcAft>
                        <a:buClrTx/>
                        <a:buSzTx/>
                        <a:buFont typeface="Arial"/>
                        <a:buNone/>
                        <a:defRPr/>
                      </a:pPr>
                      <a:r>
                        <a:rPr lang="en-US" sz="1400" b="0" i="0" u="none" strike="noStrike" cap="none" spc="0" dirty="0">
                          <a:ln>
                            <a:noFill/>
                          </a:ln>
                          <a:solidFill>
                            <a:schemeClr val="tx1"/>
                          </a:solidFill>
                          <a:latin typeface="Segoe UI"/>
                          <a:ea typeface="Arial"/>
                          <a:cs typeface="Segoe UI"/>
                        </a:rPr>
                        <a:t>Learning path 02: </a:t>
                      </a:r>
                      <a:r>
                        <a:rPr lang="en-US" sz="1400" b="0" i="0" u="none" strike="noStrike" cap="none" spc="0" dirty="0">
                          <a:ln>
                            <a:noFill/>
                          </a:ln>
                          <a:solidFill>
                            <a:schemeClr val="tx1"/>
                          </a:solidFill>
                          <a:latin typeface="Segoe UI"/>
                          <a:ea typeface="Segoe UI"/>
                          <a:cs typeface="Segoe UI"/>
                        </a:rPr>
                        <a:t>Deploy and manage apps on Azure Container Apps</a:t>
                      </a:r>
                      <a:endParaRPr sz="1400" dirty="0">
                        <a:solidFill>
                          <a:schemeClr val="tx1"/>
                        </a:solidFill>
                      </a:endParaRPr>
                    </a:p>
                    <a:p>
                      <a:pPr>
                        <a:defRPr/>
                      </a:pPr>
                      <a:endParaRPr sz="1400" dirty="0">
                        <a:solidFill>
                          <a:schemeClr val="tx1"/>
                        </a:solidFill>
                      </a:endParaRPr>
                    </a:p>
                  </a:txBody>
                  <a:tcPr marT="91440" marB="91440">
                    <a:lnL w="6480" algn="ctr">
                      <a:solidFill>
                        <a:srgbClr val="D9D9D9"/>
                      </a:solidFill>
                    </a:lnL>
                    <a:lnR w="6480" algn="ctr">
                      <a:solidFill>
                        <a:srgbClr val="D9D9D9"/>
                      </a:solidFill>
                    </a:lnR>
                    <a:lnT w="6480" algn="ctr">
                      <a:noFill/>
                    </a:lnT>
                    <a:lnB w="6480" algn="ctr">
                      <a:solidFill>
                        <a:srgbClr val="D9D9D9"/>
                      </a:solid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cap="none" spc="0" dirty="0">
                          <a:ln>
                            <a:noFill/>
                          </a:ln>
                          <a:solidFill>
                            <a:schemeClr val="tx1"/>
                          </a:solidFill>
                          <a:latin typeface="+mn-lt"/>
                          <a:ea typeface="+mn-ea"/>
                          <a:cs typeface="Segoe UI"/>
                        </a:rPr>
                        <a:t>Learning path 03: </a:t>
                      </a:r>
                      <a:r>
                        <a:rPr lang="en-US" sz="1400" b="0" i="0" u="none" strike="noStrike" cap="none" spc="0" dirty="0">
                          <a:ln>
                            <a:noFill/>
                          </a:ln>
                          <a:solidFill>
                            <a:schemeClr val="tx1"/>
                          </a:solidFill>
                          <a:latin typeface="+mn-lt"/>
                          <a:ea typeface="Segoe UI"/>
                          <a:cs typeface="Segoe UI"/>
                        </a:rPr>
                        <a:t>Deploy and monitor applications on Azure Kubernetes Service</a:t>
                      </a:r>
                      <a:endParaRPr lang="en-US" sz="1400" dirty="0">
                        <a:solidFill>
                          <a:schemeClr val="tx1"/>
                        </a:solidFill>
                      </a:endParaRPr>
                    </a:p>
                    <a:p>
                      <a:pPr>
                        <a:defRPr/>
                      </a:pPr>
                      <a:endParaRPr sz="1400" dirty="0">
                        <a:solidFill>
                          <a:schemeClr val="tx1"/>
                        </a:solidFill>
                      </a:endParaRPr>
                    </a:p>
                  </a:txBody>
                  <a:tcPr marT="91440" marB="91440">
                    <a:lnL w="6480" algn="ctr">
                      <a:solidFill>
                        <a:srgbClr val="D9D9D9"/>
                      </a:solidFill>
                    </a:lnL>
                    <a:lnR w="6480" algn="ctr">
                      <a:solidFill>
                        <a:srgbClr val="D9D9D9"/>
                      </a:solidFill>
                    </a:lnR>
                    <a:lnT w="6480" algn="ctr">
                      <a:noFill/>
                    </a:lnT>
                    <a:lnB w="6480" algn="ctr">
                      <a:solidFill>
                        <a:srgbClr val="D9D9D9"/>
                      </a:solidFill>
                    </a:lnB>
                    <a:noFill/>
                  </a:tcPr>
                </a:tc>
                <a:tc>
                  <a:txBody>
                    <a:bodyPr/>
                    <a:lstStyle/>
                    <a:p>
                      <a:pPr marL="0" marR="0" lvl="0" indent="0" algn="l" defTabSz="932742" rtl="0" eaLnBrk="1" fontAlgn="auto" latinLnBrk="0" hangingPunct="1">
                        <a:lnSpc>
                          <a:spcPct val="100000"/>
                        </a:lnSpc>
                        <a:spcBef>
                          <a:spcPts val="0"/>
                        </a:spcBef>
                        <a:spcAft>
                          <a:spcPts val="0"/>
                        </a:spcAft>
                        <a:buClrTx/>
                        <a:buSzTx/>
                        <a:buFont typeface="Arial"/>
                        <a:buNone/>
                        <a:tabLst/>
                        <a:defRPr/>
                      </a:pPr>
                      <a:r>
                        <a:rPr lang="en-US" sz="1400" b="0" i="0" u="none" strike="noStrike" cap="none" spc="0" dirty="0">
                          <a:ln>
                            <a:noFill/>
                          </a:ln>
                          <a:solidFill>
                            <a:schemeClr val="tx1"/>
                          </a:solidFill>
                          <a:latin typeface="+mn-lt"/>
                          <a:ea typeface="+mn-ea"/>
                          <a:cs typeface="Segoe UI"/>
                        </a:rPr>
                        <a:t>Learning path 05: </a:t>
                      </a:r>
                      <a:r>
                        <a:rPr lang="en-US" sz="1400" b="0" i="0" u="none" strike="noStrike" cap="none" spc="0" dirty="0">
                          <a:ln>
                            <a:noFill/>
                          </a:ln>
                          <a:solidFill>
                            <a:schemeClr val="tx1"/>
                          </a:solidFill>
                          <a:latin typeface="+mn-lt"/>
                          <a:ea typeface="Segoe UI"/>
                          <a:cs typeface="Segoe UI"/>
                        </a:rPr>
                        <a:t>Develop AI solutions with Azure Database for PostgreSQL</a:t>
                      </a:r>
                      <a:endParaRPr lang="en-US" sz="1400" dirty="0">
                        <a:solidFill>
                          <a:schemeClr val="tx1"/>
                        </a:solidFill>
                      </a:endParaRPr>
                    </a:p>
                    <a:p>
                      <a:pPr marL="0" marR="0" lvl="0" indent="0" algn="l" defTabSz="932742" rtl="0">
                        <a:lnSpc>
                          <a:spcPct val="100000"/>
                        </a:lnSpc>
                        <a:spcBef>
                          <a:spcPts val="0"/>
                        </a:spcBef>
                        <a:spcAft>
                          <a:spcPts val="0"/>
                        </a:spcAft>
                        <a:buClrTx/>
                        <a:buSzTx/>
                        <a:buFont typeface="Arial"/>
                        <a:buNone/>
                        <a:defRPr/>
                      </a:pPr>
                      <a:endParaRPr sz="1400" dirty="0">
                        <a:solidFill>
                          <a:schemeClr val="accent6">
                            <a:lumMod val="75000"/>
                          </a:schemeClr>
                        </a:solidFill>
                      </a:endParaRPr>
                    </a:p>
                  </a:txBody>
                  <a:tcPr marT="91440" marB="91440">
                    <a:lnL w="6480" algn="ctr">
                      <a:solidFill>
                        <a:srgbClr val="D9D9D9"/>
                      </a:solidFill>
                    </a:lnL>
                    <a:lnR w="6480" algn="ctr">
                      <a:solidFill>
                        <a:srgbClr val="D9D9D9"/>
                      </a:solidFill>
                    </a:lnR>
                    <a:lnT w="6480" algn="ctr">
                      <a:noFill/>
                    </a:lnT>
                    <a:lnB w="6480" algn="ctr">
                      <a:solidFill>
                        <a:srgbClr val="D9D9D9"/>
                      </a:solidFill>
                    </a:lnB>
                    <a:noFill/>
                  </a:tcPr>
                </a:tc>
                <a:tc>
                  <a:txBody>
                    <a:bodyPr/>
                    <a:lstStyle/>
                    <a:p>
                      <a:pPr marL="0" marR="0" lvl="0" indent="0" algn="l" defTabSz="932742" rtl="0" eaLnBrk="1" fontAlgn="auto" latinLnBrk="0" hangingPunct="1">
                        <a:lnSpc>
                          <a:spcPct val="100000"/>
                        </a:lnSpc>
                        <a:spcBef>
                          <a:spcPts val="0"/>
                        </a:spcBef>
                        <a:spcAft>
                          <a:spcPts val="0"/>
                        </a:spcAft>
                        <a:buClrTx/>
                        <a:buSzTx/>
                        <a:buFont typeface="Arial"/>
                        <a:buNone/>
                        <a:tabLst/>
                        <a:defRPr/>
                      </a:pPr>
                      <a:r>
                        <a:rPr lang="en-US" sz="1400" b="0" i="0" u="none" strike="noStrike" cap="none" spc="0" dirty="0">
                          <a:ln>
                            <a:noFill/>
                          </a:ln>
                          <a:solidFill>
                            <a:schemeClr val="tx1"/>
                          </a:solidFill>
                          <a:latin typeface="+mn-lt"/>
                          <a:ea typeface="Segoe UI"/>
                          <a:cs typeface="Segoe UI"/>
                        </a:rPr>
                        <a:t>Learning path 07: Integrate backend services for AI solutions</a:t>
                      </a:r>
                      <a:endParaRPr lang="en-US" sz="1400" b="0" i="0" u="none" strike="noStrike" cap="none" spc="0" dirty="0">
                        <a:ln>
                          <a:noFill/>
                        </a:ln>
                        <a:solidFill>
                          <a:schemeClr val="tx1"/>
                        </a:solidFill>
                        <a:latin typeface="+mn-lt"/>
                        <a:ea typeface="+mn-ea"/>
                        <a:cs typeface="Segoe UI"/>
                      </a:endParaRPr>
                    </a:p>
                    <a:p>
                      <a:pPr marL="0" marR="0" lvl="0" indent="0" algn="l" defTabSz="932742" rtl="0">
                        <a:lnSpc>
                          <a:spcPct val="100000"/>
                        </a:lnSpc>
                        <a:spcBef>
                          <a:spcPts val="0"/>
                        </a:spcBef>
                        <a:spcAft>
                          <a:spcPts val="0"/>
                        </a:spcAft>
                        <a:buClrTx/>
                        <a:buSzTx/>
                        <a:buFont typeface="Arial"/>
                        <a:buNone/>
                        <a:defRPr/>
                      </a:pPr>
                      <a:endParaRPr sz="1400" dirty="0">
                        <a:solidFill>
                          <a:schemeClr val="tx1"/>
                        </a:solidFill>
                      </a:endParaRPr>
                    </a:p>
                  </a:txBody>
                  <a:tcPr marT="91440" marB="91440">
                    <a:lnL w="6480" algn="ctr">
                      <a:solidFill>
                        <a:srgbClr val="D9D9D9"/>
                      </a:solidFill>
                    </a:lnL>
                    <a:lnR w="6480" algn="ctr">
                      <a:solidFill>
                        <a:srgbClr val="D9D9D9"/>
                      </a:solidFill>
                    </a:lnR>
                    <a:lnT w="6480" algn="ctr">
                      <a:noFill/>
                    </a:lnT>
                    <a:lnB w="6480" algn="ctr">
                      <a:solidFill>
                        <a:srgbClr val="D9D9D9"/>
                      </a:solidFill>
                    </a:lnB>
                    <a:noFill/>
                  </a:tcPr>
                </a:tc>
                <a:tc>
                  <a:txBody>
                    <a:bodyPr/>
                    <a:lstStyle/>
                    <a:p>
                      <a:pPr marL="0" marR="0" lvl="0" indent="0" algn="l" defTabSz="932742" rtl="0" eaLnBrk="1" fontAlgn="auto" latinLnBrk="0" hangingPunct="1">
                        <a:lnSpc>
                          <a:spcPct val="100000"/>
                        </a:lnSpc>
                        <a:spcBef>
                          <a:spcPts val="0"/>
                        </a:spcBef>
                        <a:spcAft>
                          <a:spcPts val="1199"/>
                        </a:spcAft>
                        <a:buClrTx/>
                        <a:buSzTx/>
                        <a:buFont typeface="Arial"/>
                        <a:buNone/>
                        <a:tabLst/>
                        <a:defRPr/>
                      </a:pPr>
                      <a:r>
                        <a:rPr lang="en-US" sz="1200" b="0" i="0" u="none" strike="noStrike" cap="none" spc="0" dirty="0">
                          <a:ln>
                            <a:noFill/>
                          </a:ln>
                          <a:solidFill>
                            <a:schemeClr val="accent2"/>
                          </a:solidFill>
                          <a:latin typeface="+mn-lt"/>
                          <a:ea typeface="Segoe UI"/>
                          <a:cs typeface="Segoe UI"/>
                        </a:rPr>
                        <a:t>Learning path 09: Observe and troubleshoot apps on Azure</a:t>
                      </a:r>
                      <a:endParaRPr lang="en-US" sz="1200" b="0" i="0" u="none" strike="noStrike" cap="none" spc="0" dirty="0">
                        <a:ln>
                          <a:noFill/>
                        </a:ln>
                        <a:solidFill>
                          <a:schemeClr val="accent2"/>
                        </a:solidFill>
                        <a:latin typeface="+mn-lt"/>
                        <a:ea typeface="+mn-ea"/>
                        <a:cs typeface="Segoe UI"/>
                      </a:endParaRPr>
                    </a:p>
                    <a:p>
                      <a:pPr marL="0" marR="0" lvl="0" indent="0" algn="l" defTabSz="932742" rtl="0">
                        <a:lnSpc>
                          <a:spcPct val="100000"/>
                        </a:lnSpc>
                        <a:spcBef>
                          <a:spcPts val="0"/>
                        </a:spcBef>
                        <a:spcAft>
                          <a:spcPts val="1199"/>
                        </a:spcAft>
                        <a:buClrTx/>
                        <a:buSzTx/>
                        <a:buFont typeface="Arial"/>
                        <a:buNone/>
                        <a:defRPr/>
                      </a:pPr>
                      <a:endParaRPr sz="1200" b="0" i="0" u="none" strike="noStrike" cap="none" spc="0" dirty="0">
                        <a:ln>
                          <a:noFill/>
                        </a:ln>
                        <a:solidFill>
                          <a:schemeClr val="accent6">
                            <a:lumMod val="75000"/>
                          </a:schemeClr>
                        </a:solidFill>
                        <a:latin typeface="Segoe UI"/>
                        <a:ea typeface="Arial"/>
                        <a:cs typeface="Segoe UI"/>
                      </a:endParaRPr>
                    </a:p>
                  </a:txBody>
                  <a:tcPr marT="91440" marB="91440">
                    <a:lnL w="6480" algn="ctr">
                      <a:solidFill>
                        <a:srgbClr val="D9D9D9"/>
                      </a:solidFill>
                    </a:lnL>
                    <a:lnR w="6480" algn="ctr">
                      <a:solidFill>
                        <a:srgbClr val="D9D9D9"/>
                      </a:solidFill>
                    </a:lnR>
                    <a:lnT w="6480" algn="ctr">
                      <a:noFill/>
                    </a:lnT>
                    <a:lnB w="6480" algn="ctr">
                      <a:solidFill>
                        <a:srgbClr val="D9D9D9"/>
                      </a:solidFill>
                    </a:lnB>
                    <a:noFill/>
                  </a:tcPr>
                </a:tc>
                <a:extLst>
                  <a:ext uri="{0D108BD9-81ED-4DB2-BD59-A6C34878D82A}">
                    <a16:rowId xmlns:a16="http://schemas.microsoft.com/office/drawing/2014/main" val="10003"/>
                  </a:ext>
                </a:extLst>
              </a:tr>
            </a:tbl>
          </a:graphicData>
        </a:graphic>
      </p:graphicFrame>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80619435" name="Freeform: Shape 22"/>
          <p:cNvSpPr/>
          <p:nvPr/>
        </p:nvSpPr>
        <p:spPr bwMode="auto">
          <a:xfrm>
            <a:off x="6248520" y="0"/>
            <a:ext cx="5943240" cy="6857640"/>
          </a:xfrm>
          <a:custGeom>
            <a:avLst/>
            <a:gdLst>
              <a:gd name="textAreaLeft" fmla="*/ 0 w 5943240"/>
              <a:gd name="textAreaRight" fmla="*/ 5943600 w 5943240"/>
              <a:gd name="textAreaTop" fmla="*/ 0 h 6857640"/>
              <a:gd name="textAreaBottom" fmla="*/ 6858000 h 6857640"/>
              <a:gd name="GluePoint1X" fmla="*/ 0 w 5734049"/>
              <a:gd name="GluePoint1Y" fmla="*/ 0 h 6858000"/>
              <a:gd name="GluePoint2X" fmla="*/ 5734049 w 5734049"/>
              <a:gd name="GluePoint2Y" fmla="*/ 0 h 6858000"/>
              <a:gd name="GluePoint3X" fmla="*/ 5734049 w 5734049"/>
              <a:gd name="GluePoint3Y" fmla="*/ 6858000 h 6858000"/>
              <a:gd name="GluePoint4X" fmla="*/ 0 w 5734049"/>
              <a:gd name="GluePoint4Y" fmla="*/ 6858000 h 68580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5734049" h="6858000" extrusionOk="0">
                <a:moveTo>
                  <a:pt x="0" y="0"/>
                </a:moveTo>
                <a:lnTo>
                  <a:pt x="5734049" y="0"/>
                </a:lnTo>
                <a:lnTo>
                  <a:pt x="5734049" y="6858000"/>
                </a:lnTo>
                <a:lnTo>
                  <a:pt x="0" y="6858000"/>
                </a:lnTo>
                <a:close/>
              </a:path>
            </a:pathLst>
          </a:custGeom>
          <a:solidFill>
            <a:schemeClr val="lt1">
              <a:alpha val="50000"/>
            </a:schemeClr>
          </a:solidFill>
          <a:ln>
            <a:noFill/>
          </a:ln>
        </p:spPr>
        <p:style>
          <a:lnRef idx="1">
            <a:schemeClr val="accent2"/>
          </a:lnRef>
          <a:fillRef idx="3">
            <a:schemeClr val="accent2"/>
          </a:fillRef>
          <a:effectRef idx="2">
            <a:schemeClr val="accent2"/>
          </a:effectRef>
          <a:fontRef idx="minor"/>
        </p:style>
        <p:txBody>
          <a:bodyPr horzOverflow="overflow" lIns="182880" tIns="146160" rIns="182880" bIns="146160" numCol="1" spcCol="0" anchor="t">
            <a:noAutofit/>
          </a:bodyPr>
          <a:lstStyle/>
          <a:p>
            <a:pPr>
              <a:defRPr/>
            </a:pPr>
            <a:endParaRPr lang="en-IN" sz="2400" b="0" u="none" strike="noStrike">
              <a:solidFill>
                <a:srgbClr val="FFFFFF"/>
              </a:solidFill>
              <a:latin typeface="Segoe UI"/>
            </a:endParaRPr>
          </a:p>
        </p:txBody>
      </p:sp>
      <p:sp>
        <p:nvSpPr>
          <p:cNvPr id="518943632" name="Rectangle: Rounded Corners 5"/>
          <p:cNvSpPr/>
          <p:nvPr/>
        </p:nvSpPr>
        <p:spPr bwMode="auto">
          <a:xfrm>
            <a:off x="6461640" y="2309400"/>
            <a:ext cx="5132880" cy="3963960"/>
          </a:xfrm>
          <a:prstGeom prst="roundRect">
            <a:avLst>
              <a:gd name="adj" fmla="val 3259"/>
            </a:avLst>
          </a:prstGeom>
          <a:gradFill rotWithShape="0">
            <a:gsLst>
              <a:gs pos="0">
                <a:srgbClr val="389A91"/>
              </a:gs>
              <a:gs pos="100000">
                <a:srgbClr val="0078D4"/>
              </a:gs>
            </a:gsLst>
            <a:lin ang="0" scaled="1"/>
          </a:gradFill>
          <a:ln w="4714">
            <a:noFill/>
          </a:ln>
        </p:spPr>
        <p:style>
          <a:lnRef idx="0">
            <a:scrgbClr r="0" g="0" b="0"/>
          </a:lnRef>
          <a:fillRef idx="0">
            <a:scrgbClr r="0" g="0" b="0"/>
          </a:fillRef>
          <a:effectRef idx="0">
            <a:scrgbClr r="0" g="0" b="0"/>
          </a:effectRef>
          <a:fontRef idx="minor"/>
        </p:style>
        <p:txBody>
          <a:bodyPr numCol="1" spcCol="0" anchor="ctr">
            <a:noAutofit/>
          </a:bodyPr>
          <a:lstStyle/>
          <a:p>
            <a:pPr>
              <a:defRPr/>
            </a:pPr>
            <a:endParaRPr lang="en-US" sz="1750" b="0" u="none" strike="noStrike">
              <a:solidFill>
                <a:srgbClr val="000000"/>
              </a:solidFill>
              <a:latin typeface="Segoe UI"/>
            </a:endParaRPr>
          </a:p>
        </p:txBody>
      </p:sp>
      <p:sp>
        <p:nvSpPr>
          <p:cNvPr id="1185240550" name="PlaceHolder 1"/>
          <p:cNvSpPr>
            <a:spLocks noGrp="1"/>
          </p:cNvSpPr>
          <p:nvPr>
            <p:ph type="title"/>
          </p:nvPr>
        </p:nvSpPr>
        <p:spPr bwMode="auto">
          <a:xfrm>
            <a:off x="588240" y="585360"/>
            <a:ext cx="5291640" cy="861480"/>
          </a:xfrm>
          <a:prstGeom prst="rect">
            <a:avLst/>
          </a:prstGeom>
          <a:noFill/>
          <a:ln w="0">
            <a:noFill/>
          </a:ln>
        </p:spPr>
        <p:txBody>
          <a:bodyPr lIns="0" tIns="0" rIns="0" bIns="0" anchor="t">
            <a:noAutofit/>
          </a:bodyPr>
          <a:lstStyle/>
          <a:p>
            <a:pPr indent="0" algn="l" defTabSz="932760">
              <a:lnSpc>
                <a:spcPct val="100000"/>
              </a:lnSpc>
              <a:buNone/>
              <a:defRPr/>
            </a:pPr>
            <a:r>
              <a:rPr lang="en-US" sz="2800" b="0" u="none" strike="noStrike">
                <a:solidFill>
                  <a:schemeClr val="dk1"/>
                </a:solidFill>
                <a:latin typeface="Segoe UI Semibold"/>
              </a:rPr>
              <a:t>Get the most out of your </a:t>
            </a:r>
            <a:br>
              <a:rPr sz="2800"/>
            </a:br>
            <a:r>
              <a:rPr lang="en-US" sz="2800" b="0" u="none" strike="noStrike">
                <a:solidFill>
                  <a:schemeClr val="dk1"/>
                </a:solidFill>
                <a:latin typeface="Segoe UI Semibold"/>
              </a:rPr>
              <a:t>Microsoft Learn profile</a:t>
            </a:r>
          </a:p>
        </p:txBody>
      </p:sp>
      <p:sp>
        <p:nvSpPr>
          <p:cNvPr id="303550069" name="TextBox 12"/>
          <p:cNvSpPr/>
          <p:nvPr/>
        </p:nvSpPr>
        <p:spPr bwMode="auto">
          <a:xfrm>
            <a:off x="584280" y="1598400"/>
            <a:ext cx="5295600" cy="48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32760">
              <a:lnSpc>
                <a:spcPct val="100000"/>
              </a:lnSpc>
              <a:spcBef>
                <a:spcPts val="320"/>
              </a:spcBef>
              <a:tabLst>
                <a:tab pos="0" algn="l"/>
              </a:tabLst>
              <a:defRPr/>
            </a:pPr>
            <a:r>
              <a:rPr lang="en-US" sz="1600" b="0" u="none" strike="noStrike">
                <a:solidFill>
                  <a:srgbClr val="000000"/>
                </a:solidFill>
                <a:latin typeface="Segoe UI"/>
              </a:rPr>
              <a:t>Verify, track, and share your training and certification progress and accomplishments—</a:t>
            </a:r>
            <a:r>
              <a:rPr lang="en-US" sz="1600" b="0" i="1" u="none" strike="noStrike">
                <a:solidFill>
                  <a:srgbClr val="000000"/>
                </a:solidFill>
                <a:latin typeface="Segoe UI"/>
              </a:rPr>
              <a:t>all on one platform.</a:t>
            </a:r>
            <a:endParaRPr lang="en-US" sz="1600" b="0" u="none" strike="noStrike">
              <a:solidFill>
                <a:srgbClr val="000000"/>
              </a:solidFill>
              <a:latin typeface="Arial"/>
            </a:endParaRPr>
          </a:p>
        </p:txBody>
      </p:sp>
      <p:sp>
        <p:nvSpPr>
          <p:cNvPr id="182827522" name="TextBox 15"/>
          <p:cNvSpPr/>
          <p:nvPr/>
        </p:nvSpPr>
        <p:spPr bwMode="auto">
          <a:xfrm>
            <a:off x="584280" y="2506320"/>
            <a:ext cx="5295600" cy="259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74680" lvl="1" indent="-274680" defTabSz="914400">
              <a:lnSpc>
                <a:spcPct val="100000"/>
              </a:lnSpc>
              <a:spcBef>
                <a:spcPts val="799"/>
              </a:spcBef>
              <a:buSzPct val="100051"/>
              <a:buBlip>
                <a:blip r:embed="rId3"/>
              </a:buBlip>
              <a:tabLst>
                <a:tab pos="457200" algn="l"/>
              </a:tabLst>
              <a:defRPr/>
            </a:pPr>
            <a:r>
              <a:rPr lang="en-US" sz="1600" b="0" u="none" strike="noStrike">
                <a:solidFill>
                  <a:schemeClr val="dk1"/>
                </a:solidFill>
                <a:latin typeface="Segoe UI"/>
              </a:rPr>
              <a:t>Claim your achievement code for this course and share you have completed it.</a:t>
            </a:r>
            <a:endParaRPr lang="en-US" sz="1600" b="0" u="none" strike="noStrike">
              <a:solidFill>
                <a:srgbClr val="000000"/>
              </a:solidFill>
              <a:latin typeface="Arial"/>
            </a:endParaRPr>
          </a:p>
          <a:p>
            <a:pPr marL="274680" lvl="1" indent="-274680" defTabSz="914400">
              <a:lnSpc>
                <a:spcPct val="100000"/>
              </a:lnSpc>
              <a:spcBef>
                <a:spcPts val="799"/>
              </a:spcBef>
              <a:buSzPct val="100051"/>
              <a:buBlip>
                <a:blip r:embed="rId3"/>
              </a:buBlip>
              <a:tabLst>
                <a:tab pos="457200" algn="l"/>
              </a:tabLst>
              <a:defRPr/>
            </a:pPr>
            <a:r>
              <a:rPr lang="en-US" sz="1600" b="0" u="none" strike="noStrike">
                <a:solidFill>
                  <a:schemeClr val="dk1"/>
                </a:solidFill>
                <a:latin typeface="Segoe UI"/>
              </a:rPr>
              <a:t>Access your course material and track progress on your learning activities.</a:t>
            </a:r>
            <a:endParaRPr lang="en-US" sz="1600" b="0" u="none" strike="noStrike">
              <a:solidFill>
                <a:srgbClr val="000000"/>
              </a:solidFill>
              <a:latin typeface="Arial"/>
            </a:endParaRPr>
          </a:p>
          <a:p>
            <a:pPr marL="274680" lvl="1" indent="-274680" defTabSz="914400">
              <a:lnSpc>
                <a:spcPct val="100000"/>
              </a:lnSpc>
              <a:spcBef>
                <a:spcPts val="799"/>
              </a:spcBef>
              <a:buSzPct val="100051"/>
              <a:buBlip>
                <a:blip r:embed="rId3"/>
              </a:buBlip>
              <a:tabLst>
                <a:tab pos="457200" algn="l"/>
              </a:tabLst>
              <a:defRPr/>
            </a:pPr>
            <a:r>
              <a:rPr lang="en-US" sz="1600" b="0" u="none" strike="noStrike">
                <a:solidFill>
                  <a:schemeClr val="dk1"/>
                </a:solidFill>
                <a:latin typeface="Segoe UI"/>
              </a:rPr>
              <a:t>Share and verify your Microsoft Credentials via email, on social networking platforms, and on your resume.</a:t>
            </a:r>
            <a:endParaRPr lang="en-US" sz="1600" b="0" u="none" strike="noStrike">
              <a:solidFill>
                <a:srgbClr val="000000"/>
              </a:solidFill>
              <a:latin typeface="Arial"/>
            </a:endParaRPr>
          </a:p>
          <a:p>
            <a:pPr marL="274680" lvl="1" indent="-274680" defTabSz="914400">
              <a:lnSpc>
                <a:spcPct val="100000"/>
              </a:lnSpc>
              <a:spcBef>
                <a:spcPts val="799"/>
              </a:spcBef>
              <a:buSzPct val="100051"/>
              <a:buBlip>
                <a:blip r:embed="rId3"/>
              </a:buBlip>
              <a:tabLst>
                <a:tab pos="457200" algn="l"/>
              </a:tabLst>
              <a:defRPr/>
            </a:pPr>
            <a:r>
              <a:rPr lang="en-US" sz="1600" b="0" u="none" strike="noStrike">
                <a:solidFill>
                  <a:schemeClr val="dk1"/>
                </a:solidFill>
                <a:latin typeface="Segoe UI"/>
              </a:rPr>
              <a:t>Download and print transcripts and certificates.</a:t>
            </a:r>
            <a:endParaRPr lang="en-US" sz="1600" b="0" u="none" strike="noStrike">
              <a:solidFill>
                <a:srgbClr val="000000"/>
              </a:solidFill>
              <a:latin typeface="Arial"/>
            </a:endParaRPr>
          </a:p>
          <a:p>
            <a:pPr marL="274680" lvl="1" indent="-274680" defTabSz="914400">
              <a:lnSpc>
                <a:spcPct val="100000"/>
              </a:lnSpc>
              <a:spcBef>
                <a:spcPts val="799"/>
              </a:spcBef>
              <a:buSzPct val="100051"/>
              <a:buBlip>
                <a:blip r:embed="rId3"/>
              </a:buBlip>
              <a:tabLst>
                <a:tab pos="457200" algn="l"/>
              </a:tabLst>
              <a:defRPr/>
            </a:pPr>
            <a:r>
              <a:rPr lang="en-US" sz="1600" b="0" u="none" strike="noStrike">
                <a:solidFill>
                  <a:schemeClr val="dk1"/>
                </a:solidFill>
                <a:latin typeface="Segoe UI"/>
              </a:rPr>
              <a:t>Manage your upcoming activities and credential appointments.</a:t>
            </a:r>
            <a:endParaRPr lang="en-US" sz="1600" b="0" u="none" strike="noStrike">
              <a:solidFill>
                <a:srgbClr val="000000"/>
              </a:solidFill>
              <a:latin typeface="Arial"/>
            </a:endParaRPr>
          </a:p>
        </p:txBody>
      </p:sp>
      <p:sp>
        <p:nvSpPr>
          <p:cNvPr id="609417091" name="Rectangle: Rounded Corners 26"/>
          <p:cNvSpPr/>
          <p:nvPr/>
        </p:nvSpPr>
        <p:spPr bwMode="auto">
          <a:xfrm>
            <a:off x="584279" y="5207384"/>
            <a:ext cx="4276401" cy="724509"/>
          </a:xfrm>
          <a:prstGeom prst="roundRect">
            <a:avLst>
              <a:gd name="adj" fmla="val 16667"/>
            </a:avLst>
          </a:prstGeom>
          <a:solidFill>
            <a:srgbClr val="8DC8E8">
              <a:alpha val="38000"/>
            </a:srgbClr>
          </a:solidFill>
          <a:ln w="12700">
            <a:solidFill>
              <a:schemeClr val="accent3">
                <a:alpha val="99999"/>
              </a:schemeClr>
            </a:solidFill>
            <a:prstDash val="solid"/>
          </a:ln>
        </p:spPr>
        <p:style>
          <a:lnRef idx="0">
            <a:scrgbClr r="0" g="0" b="0"/>
          </a:lnRef>
          <a:fillRef idx="0">
            <a:scrgbClr r="0" g="0" b="0"/>
          </a:fillRef>
          <a:effectRef idx="0">
            <a:scrgbClr r="0" g="0" b="0"/>
          </a:effectRef>
          <a:fontRef idx="minor"/>
        </p:style>
        <p:txBody>
          <a:bodyPr horzOverflow="overflow" numCol="1" spcCol="0" anchor="ctr">
            <a:noAutofit/>
          </a:bodyPr>
          <a:lstStyle/>
          <a:p>
            <a:pPr algn="ctr" defTabSz="914400">
              <a:lnSpc>
                <a:spcPct val="100000"/>
              </a:lnSpc>
              <a:defRPr/>
            </a:pPr>
            <a:r>
              <a:rPr lang="en-US" sz="1800" b="0" u="sng" strike="noStrike">
                <a:solidFill>
                  <a:schemeClr val="lt1"/>
                </a:solidFill>
                <a:latin typeface="Segoe UI Semibold"/>
                <a:hlinkClick r:id="rId4"/>
              </a:rPr>
              <a:t>www.aka.ms/MyMicrosoftLearnProfile</a:t>
            </a:r>
            <a:endParaRPr lang="en-US" sz="1800" b="0" u="none" strike="noStrike">
              <a:solidFill>
                <a:srgbClr val="000000"/>
              </a:solidFill>
              <a:latin typeface="Arial"/>
            </a:endParaRPr>
          </a:p>
        </p:txBody>
      </p:sp>
      <p:sp>
        <p:nvSpPr>
          <p:cNvPr id="1116780901" name="Text Placeholder 13"/>
          <p:cNvSpPr/>
          <p:nvPr/>
        </p:nvSpPr>
        <p:spPr bwMode="auto">
          <a:xfrm>
            <a:off x="6461640" y="589680"/>
            <a:ext cx="5132880" cy="448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32760">
              <a:lnSpc>
                <a:spcPct val="100000"/>
              </a:lnSpc>
              <a:tabLst>
                <a:tab pos="0" algn="l"/>
              </a:tabLst>
              <a:defRPr/>
            </a:pPr>
            <a:r>
              <a:rPr lang="en-US" sz="1400" b="0" u="none" strike="noStrike">
                <a:solidFill>
                  <a:schemeClr val="dk1"/>
                </a:solidFill>
                <a:latin typeface="Segoe UI Semibold"/>
              </a:rPr>
              <a:t>Create your Microsoft Learn profile </a:t>
            </a:r>
            <a:br>
              <a:rPr sz="1400"/>
            </a:br>
            <a:r>
              <a:rPr lang="en-US" sz="1400" b="0" u="none" strike="noStrike">
                <a:solidFill>
                  <a:schemeClr val="dk1"/>
                </a:solidFill>
                <a:latin typeface="Segoe UI Semibold"/>
              </a:rPr>
              <a:t>at </a:t>
            </a:r>
            <a:r>
              <a:rPr lang="en-US" sz="1400" b="0" u="sng" strike="noStrike">
                <a:solidFill>
                  <a:schemeClr val="accent3"/>
                </a:solidFill>
                <a:latin typeface="Segoe UI Semibold"/>
                <a:hlinkClick r:id="rId5"/>
              </a:rPr>
              <a:t>learn.microsoft.com</a:t>
            </a:r>
            <a:endParaRPr lang="en-US" sz="1400" b="0" u="none" strike="noStrike">
              <a:solidFill>
                <a:srgbClr val="000000"/>
              </a:solidFill>
              <a:latin typeface="Arial"/>
            </a:endParaRPr>
          </a:p>
        </p:txBody>
      </p:sp>
      <p:sp>
        <p:nvSpPr>
          <p:cNvPr id="636364138" name="TextBox 30"/>
          <p:cNvSpPr/>
          <p:nvPr/>
        </p:nvSpPr>
        <p:spPr bwMode="auto">
          <a:xfrm>
            <a:off x="6461640" y="1226880"/>
            <a:ext cx="4339080" cy="82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181080" lvl="1" indent="-181080" defTabSz="914400">
              <a:lnSpc>
                <a:spcPct val="100000"/>
              </a:lnSpc>
              <a:spcBef>
                <a:spcPts val="601"/>
              </a:spcBef>
              <a:buSzPct val="100147"/>
              <a:buBlip>
                <a:blip r:embed="rId3"/>
              </a:buBlip>
              <a:tabLst>
                <a:tab pos="457200" algn="l"/>
              </a:tabLst>
              <a:defRPr/>
            </a:pPr>
            <a:r>
              <a:rPr lang="en-US" sz="1100" b="0" u="none" strike="noStrike">
                <a:solidFill>
                  <a:schemeClr val="dk1"/>
                </a:solidFill>
                <a:latin typeface="Segoe UI"/>
              </a:rPr>
              <a:t>Select </a:t>
            </a:r>
            <a:r>
              <a:rPr lang="en-US" sz="1100" b="0" i="1" u="none" strike="noStrike">
                <a:solidFill>
                  <a:schemeClr val="dk1"/>
                </a:solidFill>
                <a:latin typeface="Segoe UI"/>
              </a:rPr>
              <a:t>Sign in </a:t>
            </a:r>
            <a:r>
              <a:rPr lang="en-US" sz="1100" b="0" u="none" strike="noStrike">
                <a:solidFill>
                  <a:schemeClr val="dk1"/>
                </a:solidFill>
                <a:latin typeface="Segoe UI"/>
              </a:rPr>
              <a:t>at the top, right corner of any Microsoft Learn page. </a:t>
            </a:r>
            <a:endParaRPr lang="en-US" sz="1100" b="0" u="none" strike="noStrike">
              <a:solidFill>
                <a:srgbClr val="000000"/>
              </a:solidFill>
              <a:latin typeface="Arial"/>
            </a:endParaRPr>
          </a:p>
          <a:p>
            <a:pPr marL="181080" lvl="1" indent="-181080" defTabSz="914400">
              <a:lnSpc>
                <a:spcPct val="100000"/>
              </a:lnSpc>
              <a:spcBef>
                <a:spcPts val="601"/>
              </a:spcBef>
              <a:buSzPct val="100147"/>
              <a:buBlip>
                <a:blip r:embed="rId3"/>
              </a:buBlip>
              <a:tabLst>
                <a:tab pos="457200" algn="l"/>
              </a:tabLst>
              <a:defRPr/>
            </a:pPr>
            <a:r>
              <a:rPr lang="en-US" sz="1100" b="0" u="none" strike="noStrike">
                <a:solidFill>
                  <a:schemeClr val="dk1"/>
                </a:solidFill>
                <a:latin typeface="Segoe UI"/>
              </a:rPr>
              <a:t>Follow the Microsoft account authentication process. </a:t>
            </a:r>
            <a:endParaRPr lang="en-US" sz="1100" b="0" u="none" strike="noStrike">
              <a:solidFill>
                <a:srgbClr val="000000"/>
              </a:solidFill>
              <a:latin typeface="Arial"/>
            </a:endParaRPr>
          </a:p>
          <a:p>
            <a:pPr marL="181080" lvl="1" indent="-181080" defTabSz="914400">
              <a:lnSpc>
                <a:spcPct val="100000"/>
              </a:lnSpc>
              <a:spcBef>
                <a:spcPts val="601"/>
              </a:spcBef>
              <a:buSzPct val="100147"/>
              <a:buBlip>
                <a:blip r:embed="rId3"/>
              </a:buBlip>
              <a:tabLst>
                <a:tab pos="457200" algn="l"/>
              </a:tabLst>
              <a:defRPr/>
            </a:pPr>
            <a:r>
              <a:rPr lang="en-US" sz="1100" b="0" u="none" strike="noStrike">
                <a:solidFill>
                  <a:schemeClr val="dk1"/>
                </a:solidFill>
                <a:latin typeface="Segoe UI"/>
              </a:rPr>
              <a:t>If the account that you have chosen to sign-in with doesn't already have a Microsoft Learn profile, you’ll be guided to create one. </a:t>
            </a:r>
            <a:endParaRPr lang="en-US" sz="1100" b="0" u="none" strike="noStrike">
              <a:solidFill>
                <a:srgbClr val="000000"/>
              </a:solidFill>
              <a:latin typeface="Arial"/>
            </a:endParaRPr>
          </a:p>
        </p:txBody>
      </p:sp>
      <p:grpSp>
        <p:nvGrpSpPr>
          <p:cNvPr id="841577302" name="Group 36" descr="Screenshot showing the sign in on Microsoft Learn.">
            <a:extLst>
              <a:ext uri="{C183D7F6-B498-43B3-948B-1728B52AA6E4}">
                <adec:decorative xmlns:adec="http://schemas.microsoft.com/office/drawing/2017/decorative" val="0"/>
              </a:ext>
            </a:extLst>
          </p:cNvPr>
          <p:cNvGrpSpPr/>
          <p:nvPr/>
        </p:nvGrpSpPr>
        <p:grpSpPr bwMode="auto">
          <a:xfrm>
            <a:off x="6656760" y="2506320"/>
            <a:ext cx="4742640" cy="3569760"/>
            <a:chOff x="6656760" y="2506320"/>
            <a:chExt cx="4742640" cy="3569760"/>
          </a:xfrm>
        </p:grpSpPr>
        <p:pic>
          <p:nvPicPr>
            <p:cNvPr id="1783" name="Picture 11" descr="Microsoft Learn website screenshot"/>
            <p:cNvPicPr/>
            <p:nvPr/>
          </p:nvPicPr>
          <p:blipFill rotWithShape="1">
            <a:blip r:embed="rId6"/>
            <a:srcRect t="43" b="43"/>
            <a:stretch/>
          </p:blipFill>
          <p:spPr bwMode="auto">
            <a:xfrm>
              <a:off x="6656760" y="2506320"/>
              <a:ext cx="4742640" cy="3569760"/>
            </a:xfrm>
            <a:prstGeom prst="rect">
              <a:avLst/>
            </a:prstGeom>
            <a:noFill/>
            <a:ln w="0">
              <a:noFill/>
            </a:ln>
          </p:spPr>
        </p:pic>
        <p:pic>
          <p:nvPicPr>
            <p:cNvPr id="1784" name="Picture 4" descr="Sign in pop-up"/>
            <p:cNvPicPr/>
            <p:nvPr/>
          </p:nvPicPr>
          <p:blipFill rotWithShape="1">
            <a:blip r:embed="rId7"/>
            <a:stretch/>
          </p:blipFill>
          <p:spPr bwMode="auto">
            <a:xfrm>
              <a:off x="9493920" y="3023640"/>
              <a:ext cx="1696320" cy="1299960"/>
            </a:xfrm>
            <a:prstGeom prst="rect">
              <a:avLst/>
            </a:prstGeom>
            <a:noFill/>
            <a:ln w="34925">
              <a:noFill/>
            </a:ln>
            <a:effectLst>
              <a:outerShdw blurRad="314280" dist="111256" dir="8044937" algn="ctr" rotWithShape="0">
                <a:srgbClr val="000000">
                  <a:alpha val="22000"/>
                </a:srgbClr>
              </a:outerShdw>
            </a:effectLst>
          </p:spPr>
        </p:pic>
      </p:grpSp>
      <p:cxnSp>
        <p:nvCxnSpPr>
          <p:cNvPr id="2012710044" name="Connector: Elbow 32"/>
          <p:cNvCxnSpPr/>
          <p:nvPr/>
        </p:nvCxnSpPr>
        <p:spPr bwMode="auto">
          <a:xfrm>
            <a:off x="8351279" y="950760"/>
            <a:ext cx="2839680" cy="1248103"/>
          </a:xfrm>
          <a:prstGeom prst="bentConnector3">
            <a:avLst>
              <a:gd name="adj1" fmla="val 99987"/>
            </a:avLst>
          </a:prstGeom>
          <a:ln w="12700">
            <a:solidFill>
              <a:srgbClr val="0078D4"/>
            </a:solidFill>
            <a:round/>
            <a:tailEnd type="arrow" w="lg" len="med"/>
          </a:ln>
        </p:spPr>
      </p:cxn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93784821" name="Freeform: Shape 14"/>
          <p:cNvSpPr/>
          <p:nvPr/>
        </p:nvSpPr>
        <p:spPr bwMode="auto">
          <a:xfrm>
            <a:off x="6248520" y="0"/>
            <a:ext cx="5943240" cy="6857640"/>
          </a:xfrm>
          <a:custGeom>
            <a:avLst/>
            <a:gdLst>
              <a:gd name="textAreaLeft" fmla="*/ 0 w 5943240"/>
              <a:gd name="textAreaRight" fmla="*/ 5943600 w 5943240"/>
              <a:gd name="textAreaTop" fmla="*/ 0 h 6857640"/>
              <a:gd name="textAreaBottom" fmla="*/ 6858000 h 6857640"/>
              <a:gd name="GluePoint1X" fmla="*/ 0 w 5734049"/>
              <a:gd name="GluePoint1Y" fmla="*/ 0 h 6858000"/>
              <a:gd name="GluePoint2X" fmla="*/ 5734049 w 5734049"/>
              <a:gd name="GluePoint2Y" fmla="*/ 0 h 6858000"/>
              <a:gd name="GluePoint3X" fmla="*/ 5734049 w 5734049"/>
              <a:gd name="GluePoint3Y" fmla="*/ 6858000 h 6858000"/>
              <a:gd name="GluePoint4X" fmla="*/ 0 w 5734049"/>
              <a:gd name="GluePoint4Y" fmla="*/ 6858000 h 68580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5734049" h="6858000" extrusionOk="0">
                <a:moveTo>
                  <a:pt x="0" y="0"/>
                </a:moveTo>
                <a:lnTo>
                  <a:pt x="5734049" y="0"/>
                </a:lnTo>
                <a:lnTo>
                  <a:pt x="5734049" y="6858000"/>
                </a:lnTo>
                <a:lnTo>
                  <a:pt x="0" y="6858000"/>
                </a:lnTo>
                <a:close/>
              </a:path>
            </a:pathLst>
          </a:custGeom>
          <a:solidFill>
            <a:schemeClr val="lt1">
              <a:alpha val="50000"/>
            </a:schemeClr>
          </a:solidFill>
          <a:ln>
            <a:noFill/>
          </a:ln>
        </p:spPr>
        <p:style>
          <a:lnRef idx="1">
            <a:schemeClr val="accent2"/>
          </a:lnRef>
          <a:fillRef idx="3">
            <a:schemeClr val="accent2"/>
          </a:fillRef>
          <a:effectRef idx="2">
            <a:schemeClr val="accent2"/>
          </a:effectRef>
          <a:fontRef idx="minor"/>
        </p:style>
        <p:txBody>
          <a:bodyPr horzOverflow="overflow" lIns="182880" tIns="146160" rIns="182880" bIns="146160" numCol="1" spcCol="0" anchor="t">
            <a:noAutofit/>
          </a:bodyPr>
          <a:lstStyle/>
          <a:p>
            <a:pPr>
              <a:defRPr/>
            </a:pPr>
            <a:endParaRPr lang="en-IN" sz="2400" b="0" u="none" strike="noStrike">
              <a:solidFill>
                <a:srgbClr val="FFFFFF"/>
              </a:solidFill>
              <a:latin typeface="Segoe UI"/>
            </a:endParaRPr>
          </a:p>
        </p:txBody>
      </p:sp>
      <p:sp>
        <p:nvSpPr>
          <p:cNvPr id="1405690446" name="Freeform: Shape 22"/>
          <p:cNvSpPr/>
          <p:nvPr/>
        </p:nvSpPr>
        <p:spPr bwMode="auto">
          <a:xfrm>
            <a:off x="0" y="4724400"/>
            <a:ext cx="6248160" cy="408600"/>
          </a:xfrm>
          <a:custGeom>
            <a:avLst/>
            <a:gdLst>
              <a:gd name="textAreaLeft" fmla="*/ 0 w 6248160"/>
              <a:gd name="textAreaRight" fmla="*/ 6248520 w 6248160"/>
              <a:gd name="textAreaTop" fmla="*/ 0 h 408600"/>
              <a:gd name="textAreaBottom" fmla="*/ 408960 h 408600"/>
              <a:gd name="GluePoint1X" fmla="*/ 0 w 6248400"/>
              <a:gd name="GluePoint1Y" fmla="*/ 0 h 914400"/>
              <a:gd name="GluePoint2X" fmla="*/ 6248400 w 6248400"/>
              <a:gd name="GluePoint2Y" fmla="*/ 0 h 914400"/>
              <a:gd name="GluePoint3X" fmla="*/ 6248400 w 6248400"/>
              <a:gd name="GluePoint3Y" fmla="*/ 914400 h 914400"/>
              <a:gd name="GluePoint4X" fmla="*/ 0 w 6248400"/>
              <a:gd name="GluePoint4Y" fmla="*/ 914400 h 9144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248400" h="914400" extrusionOk="0">
                <a:moveTo>
                  <a:pt x="0" y="0"/>
                </a:moveTo>
                <a:lnTo>
                  <a:pt x="6248400" y="0"/>
                </a:lnTo>
                <a:lnTo>
                  <a:pt x="6248400" y="914400"/>
                </a:lnTo>
                <a:lnTo>
                  <a:pt x="0" y="914400"/>
                </a:lnTo>
                <a:close/>
              </a:path>
            </a:pathLst>
          </a:custGeom>
          <a:solidFill>
            <a:schemeClr val="accent3">
              <a:lumMod val="20000"/>
              <a:lumOff val="80000"/>
              <a:alpha val="40000"/>
            </a:schemeClr>
          </a:solidFill>
          <a:ln>
            <a:noFill/>
          </a:ln>
        </p:spPr>
        <p:style>
          <a:lnRef idx="1">
            <a:schemeClr val="accent2"/>
          </a:lnRef>
          <a:fillRef idx="3">
            <a:schemeClr val="accent2"/>
          </a:fillRef>
          <a:effectRef idx="2">
            <a:schemeClr val="accent2"/>
          </a:effectRef>
          <a:fontRef idx="minor"/>
        </p:style>
        <p:txBody>
          <a:bodyPr horzOverflow="overflow" lIns="182880" tIns="146160" rIns="182880" bIns="146160" numCol="1" spcCol="0" anchor="t">
            <a:noAutofit/>
          </a:bodyPr>
          <a:lstStyle/>
          <a:p>
            <a:pPr>
              <a:defRPr/>
            </a:pPr>
            <a:endParaRPr lang="en-IN" sz="2400" b="0" u="none" strike="noStrike">
              <a:solidFill>
                <a:srgbClr val="FFFFFF"/>
              </a:solidFill>
              <a:latin typeface="Segoe UI"/>
            </a:endParaRPr>
          </a:p>
        </p:txBody>
      </p:sp>
      <p:sp>
        <p:nvSpPr>
          <p:cNvPr id="745513679" name="PlaceHolder 1"/>
          <p:cNvSpPr>
            <a:spLocks noGrp="1"/>
          </p:cNvSpPr>
          <p:nvPr>
            <p:ph type="title"/>
          </p:nvPr>
        </p:nvSpPr>
        <p:spPr bwMode="auto">
          <a:xfrm>
            <a:off x="588960" y="585720"/>
            <a:ext cx="5290920" cy="429840"/>
          </a:xfrm>
          <a:prstGeom prst="rect">
            <a:avLst/>
          </a:prstGeom>
          <a:noFill/>
          <a:ln w="0">
            <a:noFill/>
          </a:ln>
        </p:spPr>
        <p:txBody>
          <a:bodyPr lIns="0" tIns="0" rIns="0" bIns="0" anchor="t">
            <a:noAutofit/>
          </a:bodyPr>
          <a:lstStyle/>
          <a:p>
            <a:pPr indent="0" algn="l" defTabSz="932760">
              <a:lnSpc>
                <a:spcPct val="100000"/>
              </a:lnSpc>
              <a:buNone/>
              <a:defRPr/>
            </a:pPr>
            <a:r>
              <a:rPr lang="en-US" sz="2800" b="0" u="none" strike="noStrike">
                <a:solidFill>
                  <a:schemeClr val="dk1"/>
                </a:solidFill>
                <a:latin typeface="Segoe UI Semibold"/>
              </a:rPr>
              <a:t>Access your course material</a:t>
            </a:r>
          </a:p>
        </p:txBody>
      </p:sp>
      <p:sp>
        <p:nvSpPr>
          <p:cNvPr id="168130591" name="TextBox 15"/>
          <p:cNvSpPr/>
          <p:nvPr/>
        </p:nvSpPr>
        <p:spPr bwMode="auto">
          <a:xfrm>
            <a:off x="584280" y="1146960"/>
            <a:ext cx="5295600" cy="244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32760">
              <a:lnSpc>
                <a:spcPct val="100000"/>
              </a:lnSpc>
              <a:spcBef>
                <a:spcPts val="320"/>
              </a:spcBef>
              <a:tabLst>
                <a:tab pos="0" algn="l"/>
              </a:tabLst>
              <a:defRPr/>
            </a:pPr>
            <a:r>
              <a:rPr lang="en-US" sz="1600" b="0" u="none" strike="noStrike">
                <a:solidFill>
                  <a:srgbClr val="000000"/>
                </a:solidFill>
                <a:latin typeface="Segoe UI"/>
              </a:rPr>
              <a:t>All course content is available on Microsoft Learn.</a:t>
            </a:r>
            <a:endParaRPr lang="en-US" sz="1600" b="0" u="none" strike="noStrike">
              <a:solidFill>
                <a:srgbClr val="000000"/>
              </a:solidFill>
              <a:latin typeface="Arial"/>
            </a:endParaRPr>
          </a:p>
        </p:txBody>
      </p:sp>
      <p:sp>
        <p:nvSpPr>
          <p:cNvPr id="1438977568" name="TextBox 17"/>
          <p:cNvSpPr/>
          <p:nvPr/>
        </p:nvSpPr>
        <p:spPr bwMode="auto">
          <a:xfrm>
            <a:off x="584280" y="1921320"/>
            <a:ext cx="5295600" cy="1320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74680" lvl="1" indent="-274680" defTabSz="914400">
              <a:lnSpc>
                <a:spcPct val="100000"/>
              </a:lnSpc>
              <a:spcBef>
                <a:spcPts val="799"/>
              </a:spcBef>
              <a:buSzPct val="100051"/>
              <a:buBlip>
                <a:blip r:embed="rId3"/>
              </a:buBlip>
              <a:tabLst>
                <a:tab pos="457200" algn="l"/>
              </a:tabLst>
              <a:defRPr/>
            </a:pPr>
            <a:r>
              <a:rPr lang="en-US" sz="1600" b="0" u="none" strike="noStrike">
                <a:solidFill>
                  <a:schemeClr val="dk1"/>
                </a:solidFill>
                <a:latin typeface="Segoe UI"/>
              </a:rPr>
              <a:t>We’ll go through this content together and, as the course progresses, I will advise you on which modules to review.</a:t>
            </a:r>
            <a:endParaRPr lang="en-US" sz="1600" b="0" u="none" strike="noStrike">
              <a:solidFill>
                <a:srgbClr val="000000"/>
              </a:solidFill>
              <a:latin typeface="Arial"/>
            </a:endParaRPr>
          </a:p>
          <a:p>
            <a:pPr marL="274680" lvl="1" indent="-274680" defTabSz="914400">
              <a:lnSpc>
                <a:spcPct val="100000"/>
              </a:lnSpc>
              <a:spcBef>
                <a:spcPts val="799"/>
              </a:spcBef>
              <a:buSzPct val="100051"/>
              <a:buBlip>
                <a:blip r:embed="rId3"/>
              </a:buBlip>
              <a:tabLst>
                <a:tab pos="457200" algn="l"/>
              </a:tabLst>
              <a:defRPr/>
            </a:pPr>
            <a:r>
              <a:rPr lang="en-US" sz="1600" b="0" u="none" strike="noStrike">
                <a:solidFill>
                  <a:schemeClr val="dk1"/>
                </a:solidFill>
                <a:latin typeface="Segoe UI"/>
              </a:rPr>
              <a:t>You can provide feedback for modules on Microsoft Learn. Find out how at the bottom of each page.</a:t>
            </a:r>
            <a:endParaRPr lang="en-US" sz="1600" b="0" u="none" strike="noStrike">
              <a:solidFill>
                <a:srgbClr val="000000"/>
              </a:solidFill>
              <a:latin typeface="Arial"/>
            </a:endParaRPr>
          </a:p>
        </p:txBody>
      </p:sp>
      <p:sp>
        <p:nvSpPr>
          <p:cNvPr id="244936512" name="TextBox 23"/>
          <p:cNvSpPr/>
          <p:nvPr/>
        </p:nvSpPr>
        <p:spPr bwMode="auto">
          <a:xfrm>
            <a:off x="202320" y="4844280"/>
            <a:ext cx="5843160" cy="18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defRPr/>
            </a:pPr>
            <a:r>
              <a:rPr lang="en-US" sz="1100" b="0" u="none" strike="noStrike">
                <a:solidFill>
                  <a:schemeClr val="dk1"/>
                </a:solidFill>
                <a:latin typeface="Segoe UI Semibold"/>
              </a:rPr>
              <a:t>Need help? See our </a:t>
            </a:r>
            <a:r>
              <a:rPr lang="en-US" sz="1100" b="0" u="sng" strike="noStrike">
                <a:solidFill>
                  <a:schemeClr val="accent3">
                    <a:lumMod val="75000"/>
                  </a:schemeClr>
                </a:solidFill>
                <a:latin typeface="Segoe UI Semibold"/>
                <a:hlinkClick r:id="rId4"/>
              </a:rPr>
              <a:t>troubleshooting guide</a:t>
            </a:r>
            <a:r>
              <a:rPr lang="en-US" sz="1100" b="0" u="none" strike="noStrike">
                <a:solidFill>
                  <a:schemeClr val="dk1"/>
                </a:solidFill>
                <a:latin typeface="Segoe UI Semibold"/>
              </a:rPr>
              <a:t> or provide feedback for </a:t>
            </a:r>
            <a:r>
              <a:rPr lang="en-US" sz="1100" b="0" u="sng" strike="noStrike">
                <a:solidFill>
                  <a:schemeClr val="accent3">
                    <a:lumMod val="75000"/>
                  </a:schemeClr>
                </a:solidFill>
                <a:latin typeface="Segoe UI Semibold"/>
                <a:hlinkClick r:id="rId5"/>
              </a:rPr>
              <a:t>Microsoft Learn content</a:t>
            </a:r>
            <a:r>
              <a:rPr lang="en-US" sz="1100" b="0" u="none" strike="noStrike">
                <a:solidFill>
                  <a:schemeClr val="dk1"/>
                </a:solidFill>
                <a:latin typeface="Segoe UI Semibold"/>
              </a:rPr>
              <a:t>.</a:t>
            </a:r>
            <a:endParaRPr lang="en-US" sz="1100" b="0" u="none" strike="noStrike">
              <a:solidFill>
                <a:srgbClr val="000000"/>
              </a:solidFill>
              <a:latin typeface="Arial"/>
            </a:endParaRPr>
          </a:p>
        </p:txBody>
      </p:sp>
      <p:sp>
        <p:nvSpPr>
          <p:cNvPr id="1745703991" name="TextBox 30"/>
          <p:cNvSpPr/>
          <p:nvPr/>
        </p:nvSpPr>
        <p:spPr bwMode="auto">
          <a:xfrm>
            <a:off x="6907680" y="1748160"/>
            <a:ext cx="4687200" cy="274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32760">
              <a:lnSpc>
                <a:spcPct val="100000"/>
              </a:lnSpc>
              <a:spcBef>
                <a:spcPts val="360"/>
              </a:spcBef>
              <a:tabLst>
                <a:tab pos="0" algn="l"/>
              </a:tabLst>
              <a:defRPr/>
            </a:pPr>
            <a:r>
              <a:rPr lang="en-US" sz="1800" b="0" u="none" strike="noStrike">
                <a:solidFill>
                  <a:schemeClr val="dk1"/>
                </a:solidFill>
                <a:latin typeface="Segoe UI"/>
              </a:rPr>
              <a:t>This course includes labs:</a:t>
            </a:r>
            <a:endParaRPr lang="en-US" sz="1800" b="0" u="none" strike="noStrike">
              <a:solidFill>
                <a:srgbClr val="000000"/>
              </a:solidFill>
              <a:latin typeface="Arial"/>
            </a:endParaRPr>
          </a:p>
        </p:txBody>
      </p:sp>
      <p:sp>
        <p:nvSpPr>
          <p:cNvPr id="553326877" name="Text Placeholder 61"/>
          <p:cNvSpPr/>
          <p:nvPr/>
        </p:nvSpPr>
        <p:spPr bwMode="auto">
          <a:xfrm>
            <a:off x="6907680" y="2260440"/>
            <a:ext cx="4687200" cy="549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32760">
              <a:lnSpc>
                <a:spcPct val="100000"/>
              </a:lnSpc>
              <a:spcBef>
                <a:spcPts val="360"/>
              </a:spcBef>
              <a:tabLst>
                <a:tab pos="0" algn="l"/>
              </a:tabLst>
              <a:defRPr/>
            </a:pPr>
            <a:r>
              <a:rPr lang="en-US" sz="1800" b="0" u="none" strike="noStrike">
                <a:solidFill>
                  <a:schemeClr val="dk1"/>
                </a:solidFill>
                <a:latin typeface="Segoe UI"/>
              </a:rPr>
              <a:t>Detailed lab instructions are included in your lab environment.</a:t>
            </a:r>
            <a:endParaRPr lang="en-US" sz="1800" b="0" u="none" strike="noStrike">
              <a:solidFill>
                <a:srgbClr val="000000"/>
              </a:solidFill>
              <a:latin typeface="Arial"/>
            </a:endParaRPr>
          </a:p>
        </p:txBody>
      </p:sp>
      <p:sp>
        <p:nvSpPr>
          <p:cNvPr id="719033376" name="Rectangle: Rounded Corners 26"/>
          <p:cNvSpPr/>
          <p:nvPr/>
        </p:nvSpPr>
        <p:spPr bwMode="auto">
          <a:xfrm>
            <a:off x="584278" y="3581280"/>
            <a:ext cx="4478448" cy="551327"/>
          </a:xfrm>
          <a:prstGeom prst="roundRect">
            <a:avLst>
              <a:gd name="adj" fmla="val 16667"/>
            </a:avLst>
          </a:prstGeom>
          <a:solidFill>
            <a:srgbClr val="8DC8E8">
              <a:alpha val="38000"/>
            </a:srgbClr>
          </a:solidFill>
          <a:ln w="12700">
            <a:solidFill>
              <a:schemeClr val="accent3">
                <a:alpha val="99999"/>
              </a:schemeClr>
            </a:solidFill>
            <a:prstDash val="solid"/>
          </a:ln>
        </p:spPr>
        <p:style>
          <a:lnRef idx="0">
            <a:scrgbClr r="0" g="0" b="0"/>
          </a:lnRef>
          <a:fillRef idx="0">
            <a:scrgbClr r="0" g="0" b="0"/>
          </a:fillRef>
          <a:effectRef idx="0">
            <a:scrgbClr r="0" g="0" b="0"/>
          </a:effectRef>
          <a:fontRef idx="minor"/>
        </p:style>
        <p:txBody>
          <a:bodyPr horzOverflow="overflow" numCol="1" spcCol="0" anchor="ctr">
            <a:noAutofit/>
          </a:bodyPr>
          <a:lstStyle/>
          <a:p>
            <a:pPr algn="ctr" defTabSz="914400">
              <a:lnSpc>
                <a:spcPct val="100000"/>
              </a:lnSpc>
              <a:defRPr/>
            </a:pPr>
            <a:r>
              <a:rPr lang="en-US" sz="1400" b="0" u="sng" strike="noStrike">
                <a:solidFill>
                  <a:schemeClr val="hlink"/>
                </a:solidFill>
                <a:latin typeface="Segoe UI Semibold"/>
                <a:hlinkClick r:id="rId6"/>
              </a:rPr>
              <a:t>http://learn.microsoft.com/training/courses/browse</a:t>
            </a:r>
            <a:endParaRPr lang="en-US" sz="1800" b="0" u="none" strike="noStrike">
              <a:solidFill>
                <a:srgbClr val="000000"/>
              </a:solidFill>
              <a:latin typeface="Arial"/>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81526310" name="Rectangle: Rounded Corners 16"/>
          <p:cNvSpPr/>
          <p:nvPr/>
        </p:nvSpPr>
        <p:spPr bwMode="auto">
          <a:xfrm>
            <a:off x="584280" y="1714680"/>
            <a:ext cx="6311520" cy="4559040"/>
          </a:xfrm>
          <a:prstGeom prst="roundRect">
            <a:avLst>
              <a:gd name="adj" fmla="val 3259"/>
            </a:avLst>
          </a:prstGeom>
          <a:gradFill rotWithShape="0">
            <a:gsLst>
              <a:gs pos="0">
                <a:srgbClr val="389A91"/>
              </a:gs>
              <a:gs pos="100000">
                <a:srgbClr val="0078D4"/>
              </a:gs>
            </a:gsLst>
            <a:lin ang="0" scaled="1"/>
          </a:gradFill>
          <a:ln w="4714">
            <a:noFill/>
          </a:ln>
        </p:spPr>
        <p:style>
          <a:lnRef idx="0">
            <a:scrgbClr r="0" g="0" b="0"/>
          </a:lnRef>
          <a:fillRef idx="0">
            <a:scrgbClr r="0" g="0" b="0"/>
          </a:fillRef>
          <a:effectRef idx="0">
            <a:scrgbClr r="0" g="0" b="0"/>
          </a:effectRef>
          <a:fontRef idx="minor"/>
        </p:style>
        <p:txBody>
          <a:bodyPr numCol="1" spcCol="0" anchor="ctr">
            <a:noAutofit/>
          </a:bodyPr>
          <a:lstStyle/>
          <a:p>
            <a:pPr>
              <a:defRPr/>
            </a:pPr>
            <a:endParaRPr lang="en-US" sz="1750" b="0" u="none" strike="noStrike">
              <a:solidFill>
                <a:srgbClr val="000000"/>
              </a:solidFill>
              <a:latin typeface="Segoe UI"/>
            </a:endParaRPr>
          </a:p>
        </p:txBody>
      </p:sp>
      <p:sp>
        <p:nvSpPr>
          <p:cNvPr id="443253093" name="Rectangle 18"/>
          <p:cNvSpPr/>
          <p:nvPr/>
        </p:nvSpPr>
        <p:spPr bwMode="auto">
          <a:xfrm>
            <a:off x="768240" y="1895759"/>
            <a:ext cx="5943240" cy="4196880"/>
          </a:xfrm>
          <a:prstGeom prst="rect">
            <a:avLst/>
          </a:prstGeom>
          <a:solidFill>
            <a:schemeClr val="bg1"/>
          </a:solidFill>
          <a:ln>
            <a:noFill/>
          </a:ln>
        </p:spPr>
        <p:style>
          <a:lnRef idx="1">
            <a:schemeClr val="accent2"/>
          </a:lnRef>
          <a:fillRef idx="3">
            <a:schemeClr val="accent2"/>
          </a:fillRef>
          <a:effectRef idx="2">
            <a:schemeClr val="accent2"/>
          </a:effectRef>
          <a:fontRef idx="minor"/>
        </p:style>
        <p:txBody>
          <a:bodyPr horzOverflow="overflow" lIns="182880" tIns="146160" rIns="182880" bIns="146160" numCol="1" spcCol="0" anchor="t">
            <a:noAutofit/>
          </a:bodyPr>
          <a:lstStyle/>
          <a:p>
            <a:pPr>
              <a:defRPr/>
            </a:pPr>
            <a:endParaRPr lang="en-IN" sz="2400" b="0" u="none" strike="noStrike">
              <a:solidFill>
                <a:srgbClr val="FFFFFF"/>
              </a:solidFill>
              <a:latin typeface="Segoe UI"/>
            </a:endParaRPr>
          </a:p>
        </p:txBody>
      </p:sp>
      <p:sp>
        <p:nvSpPr>
          <p:cNvPr id="1054073383" name="PlaceHolder 1"/>
          <p:cNvSpPr>
            <a:spLocks noGrp="1"/>
          </p:cNvSpPr>
          <p:nvPr>
            <p:ph type="title"/>
          </p:nvPr>
        </p:nvSpPr>
        <p:spPr bwMode="auto">
          <a:xfrm>
            <a:off x="588240" y="585360"/>
            <a:ext cx="11011320" cy="430560"/>
          </a:xfrm>
          <a:prstGeom prst="rect">
            <a:avLst/>
          </a:prstGeom>
          <a:noFill/>
          <a:ln w="0">
            <a:noFill/>
          </a:ln>
        </p:spPr>
        <p:txBody>
          <a:bodyPr lIns="0" tIns="0" rIns="0" bIns="0" anchor="t">
            <a:noAutofit/>
          </a:bodyPr>
          <a:lstStyle/>
          <a:p>
            <a:pPr indent="0" algn="l" defTabSz="932760">
              <a:lnSpc>
                <a:spcPct val="100000"/>
              </a:lnSpc>
              <a:buNone/>
              <a:defRPr/>
            </a:pPr>
            <a:r>
              <a:rPr lang="en-US" sz="2800" b="0" u="none" strike="noStrike">
                <a:solidFill>
                  <a:schemeClr val="dk1"/>
                </a:solidFill>
                <a:latin typeface="Segoe UI Semibold"/>
              </a:rPr>
              <a:t>Celebrate your accomplishments and feel empowered</a:t>
            </a:r>
          </a:p>
        </p:txBody>
      </p:sp>
      <p:sp>
        <p:nvSpPr>
          <p:cNvPr id="1450961372" name="PlaceHolder 2"/>
          <p:cNvSpPr>
            <a:spLocks noGrp="1"/>
          </p:cNvSpPr>
          <p:nvPr>
            <p:ph hasCustomPrompt="1"/>
          </p:nvPr>
        </p:nvSpPr>
        <p:spPr bwMode="auto">
          <a:xfrm>
            <a:off x="579600" y="1169640"/>
            <a:ext cx="11011320" cy="238320"/>
          </a:xfrm>
          <a:prstGeom prst="rect">
            <a:avLst/>
          </a:prstGeom>
          <a:noFill/>
          <a:ln w="0">
            <a:noFill/>
          </a:ln>
        </p:spPr>
        <p:txBody>
          <a:bodyPr lIns="0" tIns="0" rIns="0" bIns="0" anchor="t">
            <a:noAutofit/>
          </a:bodyPr>
          <a:lstStyle/>
          <a:p>
            <a:pPr indent="0" algn="l" defTabSz="914400">
              <a:lnSpc>
                <a:spcPts val="2000"/>
              </a:lnSpc>
              <a:buNone/>
              <a:tabLst>
                <a:tab pos="0" algn="l"/>
              </a:tabLst>
              <a:defRPr/>
            </a:pPr>
            <a:r>
              <a:rPr lang="en-US" sz="1600" b="0" u="none" strike="noStrike">
                <a:solidFill>
                  <a:srgbClr val="000000"/>
                </a:solidFill>
                <a:latin typeface="Segoe UI"/>
              </a:rPr>
              <a:t>Get your achievement recognized and earn your badge for completing this course.</a:t>
            </a:r>
          </a:p>
        </p:txBody>
      </p:sp>
      <p:grpSp>
        <p:nvGrpSpPr>
          <p:cNvPr id="2118189734" name="Group 44"/>
          <p:cNvGrpSpPr/>
          <p:nvPr/>
        </p:nvGrpSpPr>
        <p:grpSpPr bwMode="auto">
          <a:xfrm>
            <a:off x="894600" y="2027880"/>
            <a:ext cx="5696280" cy="3932280"/>
            <a:chOff x="894600" y="2027880"/>
            <a:chExt cx="5696280" cy="3932280"/>
          </a:xfrm>
        </p:grpSpPr>
        <p:pic>
          <p:nvPicPr>
            <p:cNvPr id="1804" name="Picture 21" descr="A screenshot of the learner's MS Learn profile with profile options, highlighting the achievements section."/>
            <p:cNvPicPr/>
            <p:nvPr/>
          </p:nvPicPr>
          <p:blipFill rotWithShape="1">
            <a:blip r:embed="rId3"/>
            <a:srcRect t="71" r="40552" b="69"/>
            <a:stretch/>
          </p:blipFill>
          <p:spPr bwMode="auto">
            <a:xfrm>
              <a:off x="894600" y="2027880"/>
              <a:ext cx="1936080" cy="3932280"/>
            </a:xfrm>
            <a:prstGeom prst="rect">
              <a:avLst/>
            </a:prstGeom>
            <a:noFill/>
            <a:ln w="3175">
              <a:solidFill>
                <a:srgbClr val="FFFFFF">
                  <a:lumMod val="95000"/>
                </a:srgbClr>
              </a:solidFill>
              <a:round/>
            </a:ln>
          </p:spPr>
        </p:pic>
        <p:pic>
          <p:nvPicPr>
            <p:cNvPr id="1805" name="Picture 19"/>
            <p:cNvPicPr/>
            <p:nvPr/>
          </p:nvPicPr>
          <p:blipFill rotWithShape="1">
            <a:blip r:embed="rId4"/>
            <a:stretch/>
          </p:blipFill>
          <p:spPr bwMode="auto">
            <a:xfrm>
              <a:off x="2952720" y="2802240"/>
              <a:ext cx="3622320" cy="461520"/>
            </a:xfrm>
            <a:prstGeom prst="rect">
              <a:avLst/>
            </a:prstGeom>
            <a:noFill/>
            <a:ln w="3175">
              <a:solidFill>
                <a:srgbClr val="FFFFFF">
                  <a:lumMod val="95000"/>
                </a:srgbClr>
              </a:solidFill>
              <a:round/>
            </a:ln>
          </p:spPr>
        </p:pic>
        <p:pic>
          <p:nvPicPr>
            <p:cNvPr id="1806" name="Picture 22" descr="A screenshot of a learner's MS Learn profile showcasing an ILT achievement badge. &#10;&#10;"/>
            <p:cNvPicPr/>
            <p:nvPr/>
          </p:nvPicPr>
          <p:blipFill rotWithShape="1">
            <a:blip r:embed="rId5"/>
            <a:srcRect l="2141" t="5229" r="2825" b="7903"/>
            <a:stretch/>
          </p:blipFill>
          <p:spPr bwMode="auto">
            <a:xfrm>
              <a:off x="2952720" y="3522960"/>
              <a:ext cx="3622320" cy="1662840"/>
            </a:xfrm>
            <a:prstGeom prst="rect">
              <a:avLst/>
            </a:prstGeom>
            <a:noFill/>
            <a:ln w="3175">
              <a:solidFill>
                <a:srgbClr val="FFFFFF">
                  <a:lumMod val="95000"/>
                </a:srgbClr>
              </a:solidFill>
              <a:round/>
            </a:ln>
          </p:spPr>
        </p:pic>
        <p:sp>
          <p:nvSpPr>
            <p:cNvPr id="1807" name="Rectangle: Rounded Corners 32"/>
            <p:cNvSpPr/>
            <p:nvPr/>
          </p:nvSpPr>
          <p:spPr bwMode="auto">
            <a:xfrm>
              <a:off x="926280" y="4767120"/>
              <a:ext cx="1906920" cy="256680"/>
            </a:xfrm>
            <a:prstGeom prst="roundRect">
              <a:avLst>
                <a:gd name="adj" fmla="val 12255"/>
              </a:avLst>
            </a:prstGeom>
            <a:noFill/>
            <a:ln w="12700">
              <a:solidFill>
                <a:srgbClr val="0078D4"/>
              </a:solidFill>
              <a:round/>
            </a:ln>
          </p:spPr>
          <p:style>
            <a:lnRef idx="1">
              <a:schemeClr val="accent2"/>
            </a:lnRef>
            <a:fillRef idx="3">
              <a:schemeClr val="accent2"/>
            </a:fillRef>
            <a:effectRef idx="2">
              <a:schemeClr val="accent2"/>
            </a:effectRef>
            <a:fontRef idx="minor"/>
          </p:style>
          <p:txBody>
            <a:bodyPr horzOverflow="overflow" lIns="0" tIns="0" bIns="0" numCol="1" spcCol="0" anchor="ctr">
              <a:noAutofit/>
            </a:bodyPr>
            <a:lstStyle/>
            <a:p>
              <a:pPr>
                <a:defRPr/>
              </a:pPr>
              <a:endParaRPr lang="en-US" sz="1400" b="0" u="none" strike="noStrike">
                <a:solidFill>
                  <a:srgbClr val="FF0000"/>
                </a:solidFill>
                <a:latin typeface="Segoe UI"/>
              </a:endParaRPr>
            </a:p>
          </p:txBody>
        </p:sp>
        <p:sp>
          <p:nvSpPr>
            <p:cNvPr id="1808" name="Rectangle: Rounded Corners 34"/>
            <p:cNvSpPr/>
            <p:nvPr/>
          </p:nvSpPr>
          <p:spPr bwMode="auto">
            <a:xfrm>
              <a:off x="5641920" y="3676680"/>
              <a:ext cx="888480" cy="321120"/>
            </a:xfrm>
            <a:prstGeom prst="roundRect">
              <a:avLst>
                <a:gd name="adj" fmla="val 12255"/>
              </a:avLst>
            </a:prstGeom>
            <a:noFill/>
            <a:ln w="12700">
              <a:solidFill>
                <a:srgbClr val="0078D4"/>
              </a:solidFill>
              <a:round/>
            </a:ln>
          </p:spPr>
          <p:style>
            <a:lnRef idx="1">
              <a:schemeClr val="accent2"/>
            </a:lnRef>
            <a:fillRef idx="3">
              <a:schemeClr val="accent2"/>
            </a:fillRef>
            <a:effectRef idx="2">
              <a:schemeClr val="accent2"/>
            </a:effectRef>
            <a:fontRef idx="minor"/>
          </p:style>
          <p:txBody>
            <a:bodyPr horzOverflow="overflow" lIns="0" tIns="0" bIns="0" numCol="1" spcCol="0" anchor="ctr">
              <a:noAutofit/>
            </a:bodyPr>
            <a:lstStyle/>
            <a:p>
              <a:pPr>
                <a:defRPr/>
              </a:pPr>
              <a:endParaRPr lang="en-US" sz="1400" b="0" u="none" strike="noStrike">
                <a:solidFill>
                  <a:srgbClr val="FF0000"/>
                </a:solidFill>
                <a:latin typeface="Segoe UI"/>
              </a:endParaRPr>
            </a:p>
          </p:txBody>
        </p:sp>
        <p:sp>
          <p:nvSpPr>
            <p:cNvPr id="1809" name="Rectangle: Rounded Corners 35"/>
            <p:cNvSpPr/>
            <p:nvPr/>
          </p:nvSpPr>
          <p:spPr bwMode="auto">
            <a:xfrm>
              <a:off x="3679920" y="2881440"/>
              <a:ext cx="1651320" cy="315720"/>
            </a:xfrm>
            <a:prstGeom prst="roundRect">
              <a:avLst>
                <a:gd name="adj" fmla="val 12255"/>
              </a:avLst>
            </a:prstGeom>
            <a:noFill/>
            <a:ln w="12700">
              <a:solidFill>
                <a:srgbClr val="0078D4"/>
              </a:solidFill>
              <a:round/>
            </a:ln>
          </p:spPr>
          <p:style>
            <a:lnRef idx="1">
              <a:schemeClr val="accent2"/>
            </a:lnRef>
            <a:fillRef idx="3">
              <a:schemeClr val="accent2"/>
            </a:fillRef>
            <a:effectRef idx="2">
              <a:schemeClr val="accent2"/>
            </a:effectRef>
            <a:fontRef idx="minor"/>
          </p:style>
          <p:txBody>
            <a:bodyPr horzOverflow="overflow" lIns="0" tIns="0" bIns="0" numCol="1" spcCol="0" anchor="ctr">
              <a:noAutofit/>
            </a:bodyPr>
            <a:lstStyle/>
            <a:p>
              <a:pPr>
                <a:defRPr/>
              </a:pPr>
              <a:endParaRPr lang="en-US" sz="1400" b="0" u="none" strike="noStrike">
                <a:solidFill>
                  <a:srgbClr val="FF0000"/>
                </a:solidFill>
                <a:latin typeface="Segoe UI"/>
              </a:endParaRPr>
            </a:p>
          </p:txBody>
        </p:sp>
        <p:sp>
          <p:nvSpPr>
            <p:cNvPr id="1810" name="Oval 38"/>
            <p:cNvSpPr/>
            <p:nvPr/>
          </p:nvSpPr>
          <p:spPr bwMode="auto">
            <a:xfrm>
              <a:off x="2559960" y="4643280"/>
              <a:ext cx="242640" cy="242640"/>
            </a:xfrm>
            <a:prstGeom prst="ellipse">
              <a:avLst/>
            </a:prstGeom>
            <a:solidFill>
              <a:schemeClr val="accent3"/>
            </a:solidFill>
            <a:ln>
              <a:noFill/>
            </a:ln>
          </p:spPr>
          <p:style>
            <a:lnRef idx="1">
              <a:schemeClr val="accent2"/>
            </a:lnRef>
            <a:fillRef idx="3">
              <a:schemeClr val="accent2"/>
            </a:fillRef>
            <a:effectRef idx="2">
              <a:schemeClr val="accent2"/>
            </a:effectRef>
            <a:fontRef idx="minor"/>
          </p:style>
          <p:txBody>
            <a:bodyPr horzOverflow="overflow" lIns="0" tIns="0" rIns="0" bIns="0" numCol="1" spcCol="0" anchor="ctr">
              <a:noAutofit/>
            </a:bodyPr>
            <a:lstStyle/>
            <a:p>
              <a:pPr algn="ctr" defTabSz="932400">
                <a:lnSpc>
                  <a:spcPct val="100000"/>
                </a:lnSpc>
                <a:defRPr/>
              </a:pPr>
              <a:r>
                <a:rPr lang="en-US" sz="1200" b="0" u="none" strike="noStrike">
                  <a:solidFill>
                    <a:schemeClr val="lt1"/>
                  </a:solidFill>
                  <a:latin typeface="Segoe UI Semibold"/>
                  <a:ea typeface="Segoe UI"/>
                </a:rPr>
                <a:t>1</a:t>
              </a:r>
              <a:endParaRPr lang="en-US" sz="1200" b="0" u="none" strike="noStrike">
                <a:solidFill>
                  <a:srgbClr val="FFFFFF"/>
                </a:solidFill>
                <a:latin typeface="Arial"/>
              </a:endParaRPr>
            </a:p>
          </p:txBody>
        </p:sp>
        <p:sp>
          <p:nvSpPr>
            <p:cNvPr id="1811" name="Oval 39"/>
            <p:cNvSpPr/>
            <p:nvPr/>
          </p:nvSpPr>
          <p:spPr bwMode="auto">
            <a:xfrm>
              <a:off x="6348240" y="3564000"/>
              <a:ext cx="242640" cy="242640"/>
            </a:xfrm>
            <a:prstGeom prst="ellipse">
              <a:avLst/>
            </a:prstGeom>
            <a:solidFill>
              <a:schemeClr val="accent3"/>
            </a:solidFill>
            <a:ln>
              <a:noFill/>
            </a:ln>
          </p:spPr>
          <p:style>
            <a:lnRef idx="1">
              <a:schemeClr val="accent2"/>
            </a:lnRef>
            <a:fillRef idx="3">
              <a:schemeClr val="accent2"/>
            </a:fillRef>
            <a:effectRef idx="2">
              <a:schemeClr val="accent2"/>
            </a:effectRef>
            <a:fontRef idx="minor"/>
          </p:style>
          <p:txBody>
            <a:bodyPr horzOverflow="overflow" lIns="0" tIns="0" rIns="0" bIns="0" numCol="1" spcCol="0" anchor="ctr">
              <a:noAutofit/>
            </a:bodyPr>
            <a:lstStyle/>
            <a:p>
              <a:pPr algn="ctr" defTabSz="932400">
                <a:lnSpc>
                  <a:spcPct val="100000"/>
                </a:lnSpc>
                <a:defRPr/>
              </a:pPr>
              <a:r>
                <a:rPr lang="en-US" sz="1200" b="0" u="none" strike="noStrike">
                  <a:solidFill>
                    <a:schemeClr val="lt1"/>
                  </a:solidFill>
                  <a:latin typeface="Segoe UI Semibold"/>
                  <a:ea typeface="Segoe UI"/>
                </a:rPr>
                <a:t>3</a:t>
              </a:r>
              <a:endParaRPr lang="en-US" sz="1200" b="0" u="none" strike="noStrike">
                <a:solidFill>
                  <a:srgbClr val="FFFFFF"/>
                </a:solidFill>
                <a:latin typeface="Arial"/>
              </a:endParaRPr>
            </a:p>
          </p:txBody>
        </p:sp>
        <p:sp>
          <p:nvSpPr>
            <p:cNvPr id="1812" name="Oval 40"/>
            <p:cNvSpPr/>
            <p:nvPr/>
          </p:nvSpPr>
          <p:spPr bwMode="auto">
            <a:xfrm>
              <a:off x="5208480" y="2768760"/>
              <a:ext cx="242640" cy="242640"/>
            </a:xfrm>
            <a:prstGeom prst="ellipse">
              <a:avLst/>
            </a:prstGeom>
            <a:solidFill>
              <a:schemeClr val="accent3"/>
            </a:solidFill>
            <a:ln>
              <a:noFill/>
            </a:ln>
          </p:spPr>
          <p:style>
            <a:lnRef idx="1">
              <a:schemeClr val="accent2"/>
            </a:lnRef>
            <a:fillRef idx="3">
              <a:schemeClr val="accent2"/>
            </a:fillRef>
            <a:effectRef idx="2">
              <a:schemeClr val="accent2"/>
            </a:effectRef>
            <a:fontRef idx="minor"/>
          </p:style>
          <p:txBody>
            <a:bodyPr horzOverflow="overflow" lIns="0" tIns="0" rIns="0" bIns="0" numCol="1" spcCol="0" anchor="ctr">
              <a:noAutofit/>
            </a:bodyPr>
            <a:lstStyle/>
            <a:p>
              <a:pPr algn="ctr" defTabSz="932400">
                <a:lnSpc>
                  <a:spcPct val="100000"/>
                </a:lnSpc>
                <a:defRPr/>
              </a:pPr>
              <a:r>
                <a:rPr lang="en-US" sz="1200" b="0" u="none" strike="noStrike">
                  <a:solidFill>
                    <a:schemeClr val="lt1"/>
                  </a:solidFill>
                  <a:latin typeface="Segoe UI Semibold"/>
                  <a:ea typeface="Segoe UI"/>
                </a:rPr>
                <a:t>2</a:t>
              </a:r>
              <a:endParaRPr lang="en-US" sz="1200" b="0" u="none" strike="noStrike">
                <a:solidFill>
                  <a:srgbClr val="FFFFFF"/>
                </a:solidFill>
                <a:latin typeface="Arial"/>
              </a:endParaRPr>
            </a:p>
          </p:txBody>
        </p:sp>
      </p:grpSp>
      <p:sp>
        <p:nvSpPr>
          <p:cNvPr id="307733454" name="TextBox 42"/>
          <p:cNvSpPr/>
          <p:nvPr/>
        </p:nvSpPr>
        <p:spPr bwMode="auto">
          <a:xfrm>
            <a:off x="7112160" y="1714680"/>
            <a:ext cx="4482720" cy="2550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317520" indent="-317520" defTabSz="914400">
              <a:lnSpc>
                <a:spcPct val="100000"/>
              </a:lnSpc>
              <a:spcBef>
                <a:spcPts val="1400"/>
              </a:spcBef>
              <a:buClr>
                <a:srgbClr val="000000"/>
              </a:buClr>
              <a:buFont typeface="Segoe UI Semibold"/>
              <a:buAutoNum type="arabicPeriod"/>
              <a:defRPr/>
            </a:pPr>
            <a:r>
              <a:rPr lang="en-US" sz="1800" b="0" u="none" strike="noStrike">
                <a:solidFill>
                  <a:schemeClr val="dk1"/>
                </a:solidFill>
                <a:latin typeface="Segoe UI"/>
              </a:rPr>
              <a:t>Go to </a:t>
            </a:r>
            <a:r>
              <a:rPr lang="en-US" sz="1800" b="0" u="none" strike="noStrike">
                <a:solidFill>
                  <a:schemeClr val="dk1"/>
                </a:solidFill>
                <a:latin typeface="Segoe UI Semibold"/>
              </a:rPr>
              <a:t>Achievements</a:t>
            </a:r>
            <a:r>
              <a:rPr lang="en-US" sz="1800" b="0" u="none" strike="noStrike">
                <a:solidFill>
                  <a:schemeClr val="dk1"/>
                </a:solidFill>
                <a:latin typeface="Segoe UI"/>
              </a:rPr>
              <a:t> on your Microsoft Learn profile.</a:t>
            </a:r>
            <a:endParaRPr lang="en-US" sz="1800" b="0" u="none" strike="noStrike">
              <a:solidFill>
                <a:srgbClr val="000000"/>
              </a:solidFill>
              <a:latin typeface="Arial"/>
            </a:endParaRPr>
          </a:p>
          <a:p>
            <a:pPr marL="317520" indent="-317520" defTabSz="914400">
              <a:lnSpc>
                <a:spcPct val="100000"/>
              </a:lnSpc>
              <a:spcBef>
                <a:spcPts val="1400"/>
              </a:spcBef>
              <a:buClr>
                <a:srgbClr val="000000"/>
              </a:buClr>
              <a:buFont typeface="Segoe UI Semibold"/>
              <a:buAutoNum type="arabicPeriod"/>
              <a:defRPr/>
            </a:pPr>
            <a:r>
              <a:rPr lang="en-US" sz="1800" b="0" u="none" strike="noStrike">
                <a:solidFill>
                  <a:schemeClr val="dk1"/>
                </a:solidFill>
                <a:latin typeface="Segoe UI"/>
              </a:rPr>
              <a:t>Find your new course competition badge under </a:t>
            </a:r>
            <a:r>
              <a:rPr lang="en-US" sz="1800" b="0" u="none" strike="noStrike">
                <a:solidFill>
                  <a:schemeClr val="dk1"/>
                </a:solidFill>
                <a:latin typeface="Segoe UI Semibold"/>
              </a:rPr>
              <a:t>Learning Paths and </a:t>
            </a:r>
            <a:br>
              <a:rPr sz="1800"/>
            </a:br>
            <a:r>
              <a:rPr lang="en-US" sz="1800" b="0" u="none" strike="noStrike">
                <a:solidFill>
                  <a:schemeClr val="dk1"/>
                </a:solidFill>
                <a:latin typeface="Segoe UI Semibold"/>
              </a:rPr>
              <a:t>or Courses.</a:t>
            </a:r>
            <a:endParaRPr lang="en-US" sz="1800" b="0" u="none" strike="noStrike">
              <a:solidFill>
                <a:srgbClr val="000000"/>
              </a:solidFill>
              <a:latin typeface="Arial"/>
            </a:endParaRPr>
          </a:p>
          <a:p>
            <a:pPr marL="317520" indent="-317520" defTabSz="914400">
              <a:lnSpc>
                <a:spcPct val="100000"/>
              </a:lnSpc>
              <a:spcBef>
                <a:spcPts val="1400"/>
              </a:spcBef>
              <a:buClr>
                <a:srgbClr val="000000"/>
              </a:buClr>
              <a:buFont typeface="Segoe UI Semibold"/>
              <a:buAutoNum type="arabicPeriod"/>
              <a:defRPr/>
            </a:pPr>
            <a:r>
              <a:rPr lang="en-US" sz="1800" b="0" u="none" strike="noStrike">
                <a:solidFill>
                  <a:schemeClr val="dk1"/>
                </a:solidFill>
                <a:latin typeface="Segoe UI"/>
              </a:rPr>
              <a:t>Share your new achievement with your professional network. You can also download and print your certificate.</a:t>
            </a:r>
            <a:endParaRPr lang="en-US" sz="1800" b="0" u="none" strike="noStrike">
              <a:solidFill>
                <a:srgbClr val="000000"/>
              </a:solidFill>
              <a:latin typeface="Arial"/>
            </a:endParaRPr>
          </a:p>
        </p:txBody>
      </p:sp>
      <p:sp>
        <p:nvSpPr>
          <p:cNvPr id="1906211546" name="Rectangle: Rounded Corners 26"/>
          <p:cNvSpPr/>
          <p:nvPr/>
        </p:nvSpPr>
        <p:spPr bwMode="auto">
          <a:xfrm>
            <a:off x="7304201" y="4562643"/>
            <a:ext cx="4098636" cy="551326"/>
          </a:xfrm>
          <a:prstGeom prst="roundRect">
            <a:avLst>
              <a:gd name="adj" fmla="val 16667"/>
            </a:avLst>
          </a:prstGeom>
          <a:solidFill>
            <a:srgbClr val="8DC8E8">
              <a:alpha val="38000"/>
            </a:srgbClr>
          </a:solidFill>
          <a:ln w="12700">
            <a:solidFill>
              <a:schemeClr val="accent3">
                <a:alpha val="99999"/>
              </a:schemeClr>
            </a:solidFill>
            <a:prstDash val="solid"/>
          </a:ln>
        </p:spPr>
        <p:style>
          <a:lnRef idx="0">
            <a:scrgbClr r="0" g="0" b="0"/>
          </a:lnRef>
          <a:fillRef idx="0">
            <a:scrgbClr r="0" g="0" b="0"/>
          </a:fillRef>
          <a:effectRef idx="0">
            <a:scrgbClr r="0" g="0" b="0"/>
          </a:effectRef>
          <a:fontRef idx="minor"/>
        </p:style>
        <p:txBody>
          <a:bodyPr horzOverflow="overflow" numCol="1" spcCol="0" anchor="ctr">
            <a:noAutofit/>
          </a:bodyPr>
          <a:lstStyle/>
          <a:p>
            <a:pPr algn="ctr" defTabSz="914400">
              <a:lnSpc>
                <a:spcPct val="100000"/>
              </a:lnSpc>
              <a:defRPr/>
            </a:pPr>
            <a:r>
              <a:rPr lang="en-US" sz="1400" b="0" u="sng" strike="noStrike">
                <a:solidFill>
                  <a:schemeClr val="hlink"/>
                </a:solidFill>
                <a:latin typeface="Segoe UI Semibold"/>
                <a:hlinkClick r:id="rId6"/>
              </a:rPr>
              <a:t>http://www.aka.ms/MyMicrosoftLearnProfile</a:t>
            </a:r>
            <a:endParaRPr lang="en-US" sz="1800" b="0" u="none" strike="noStrike">
              <a:solidFill>
                <a:srgbClr val="000000"/>
              </a:solidFill>
              <a:latin typeface="Arial"/>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66309053" name="Freeform: Shape 18"/>
          <p:cNvSpPr/>
          <p:nvPr/>
        </p:nvSpPr>
        <p:spPr bwMode="auto">
          <a:xfrm>
            <a:off x="0" y="1295280"/>
            <a:ext cx="12191760" cy="914040"/>
          </a:xfrm>
          <a:custGeom>
            <a:avLst/>
            <a:gdLst>
              <a:gd name="textAreaLeft" fmla="*/ 0 w 12191760"/>
              <a:gd name="textAreaRight" fmla="*/ 12192120 w 12191760"/>
              <a:gd name="textAreaTop" fmla="*/ 0 h 914040"/>
              <a:gd name="textAreaBottom" fmla="*/ 914400 h 914040"/>
              <a:gd name="GluePoint1X" fmla="*/ 0 w 12192000"/>
              <a:gd name="GluePoint1Y" fmla="*/ 0 h 914400"/>
              <a:gd name="GluePoint2X" fmla="*/ 12192000 w 12192000"/>
              <a:gd name="GluePoint2Y" fmla="*/ 0 h 914400"/>
              <a:gd name="GluePoint3X" fmla="*/ 12192000 w 12192000"/>
              <a:gd name="GluePoint3Y" fmla="*/ 914400 h 914400"/>
              <a:gd name="GluePoint4X" fmla="*/ 0 w 12192000"/>
              <a:gd name="GluePoint4Y" fmla="*/ 914400 h 9144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192000" h="914400" extrusionOk="0">
                <a:moveTo>
                  <a:pt x="0" y="0"/>
                </a:moveTo>
                <a:lnTo>
                  <a:pt x="12192000" y="0"/>
                </a:lnTo>
                <a:lnTo>
                  <a:pt x="12192000" y="914400"/>
                </a:lnTo>
                <a:lnTo>
                  <a:pt x="0" y="914400"/>
                </a:lnTo>
                <a:close/>
              </a:path>
            </a:pathLst>
          </a:custGeom>
          <a:solidFill>
            <a:schemeClr val="accent3">
              <a:lumMod val="20000"/>
              <a:lumOff val="80000"/>
              <a:alpha val="40000"/>
            </a:schemeClr>
          </a:solidFill>
          <a:ln>
            <a:noFill/>
          </a:ln>
        </p:spPr>
        <p:style>
          <a:lnRef idx="1">
            <a:schemeClr val="accent2"/>
          </a:lnRef>
          <a:fillRef idx="3">
            <a:schemeClr val="accent2"/>
          </a:fillRef>
          <a:effectRef idx="2">
            <a:schemeClr val="accent2"/>
          </a:effectRef>
          <a:fontRef idx="minor"/>
        </p:style>
        <p:txBody>
          <a:bodyPr horzOverflow="overflow" lIns="182880" tIns="146160" rIns="182880" bIns="146160" numCol="1" spcCol="0" anchor="t">
            <a:noAutofit/>
          </a:bodyPr>
          <a:lstStyle/>
          <a:p>
            <a:pPr>
              <a:defRPr/>
            </a:pPr>
            <a:endParaRPr lang="en-IN" sz="2400" b="0" u="none" strike="noStrike">
              <a:solidFill>
                <a:srgbClr val="FFFFFF"/>
              </a:solidFill>
              <a:latin typeface="Segoe UI"/>
            </a:endParaRPr>
          </a:p>
        </p:txBody>
      </p:sp>
      <p:pic>
        <p:nvPicPr>
          <p:cNvPr id="657500171" name="Picture 20">
            <a:extLst>
              <a:ext uri="{C183D7F6-B498-43B3-948B-1728B52AA6E4}">
                <adec:decorative xmlns:adec="http://schemas.microsoft.com/office/drawing/2017/decorative" val="1"/>
              </a:ext>
            </a:extLst>
          </p:cNvPr>
          <p:cNvPicPr/>
          <p:nvPr/>
        </p:nvPicPr>
        <p:blipFill rotWithShape="1">
          <a:blip r:embed="rId3"/>
          <a:stretch/>
        </p:blipFill>
        <p:spPr bwMode="auto">
          <a:xfrm>
            <a:off x="500760" y="1400040"/>
            <a:ext cx="704520" cy="704520"/>
          </a:xfrm>
          <a:prstGeom prst="rect">
            <a:avLst/>
          </a:prstGeom>
          <a:noFill/>
          <a:ln w="0">
            <a:noFill/>
          </a:ln>
        </p:spPr>
      </p:pic>
      <p:sp>
        <p:nvSpPr>
          <p:cNvPr id="245609490" name="Freeform: Shape 10"/>
          <p:cNvSpPr/>
          <p:nvPr/>
        </p:nvSpPr>
        <p:spPr bwMode="auto">
          <a:xfrm rot="10800000" flipV="1">
            <a:off x="8825040" y="131400"/>
            <a:ext cx="3367080" cy="1246320"/>
          </a:xfrm>
          <a:custGeom>
            <a:avLst/>
            <a:gdLst>
              <a:gd name="textAreaLeft" fmla="*/ 0 w 3367080"/>
              <a:gd name="textAreaRight" fmla="*/ 3367440 w 3367080"/>
              <a:gd name="textAreaTop" fmla="*/ 360 h 1246320"/>
              <a:gd name="textAreaBottom" fmla="*/ 1247040 h 1246320"/>
              <a:gd name="GluePoint1X" fmla="*/ 2961038 w 3367268"/>
              <a:gd name="GluePoint1Y" fmla="*/ 0 h 1246585"/>
              <a:gd name="GluePoint2X" fmla="*/ 2101723 w 3367268"/>
              <a:gd name="GluePoint2Y" fmla="*/ 0 h 1246585"/>
              <a:gd name="GluePoint3X" fmla="*/ 133059 w 3367268"/>
              <a:gd name="GluePoint3Y" fmla="*/ 0 h 1246585"/>
              <a:gd name="GluePoint4X" fmla="*/ 0 w 3367268"/>
              <a:gd name="GluePoint4Y" fmla="*/ 0 h 1246585"/>
              <a:gd name="GluePoint5X" fmla="*/ 0 w 3367268"/>
              <a:gd name="GluePoint5Y" fmla="*/ 1246585 h 1246585"/>
              <a:gd name="GluePoint6X" fmla="*/ 133059 w 3367268"/>
              <a:gd name="GluePoint6Y" fmla="*/ 1246585 h 1246585"/>
              <a:gd name="GluePoint7X" fmla="*/ 2101723 w 3367268"/>
              <a:gd name="GluePoint7Y" fmla="*/ 1246585 h 1246585"/>
              <a:gd name="GluePoint8X" fmla="*/ 2961038 w 3367268"/>
              <a:gd name="GluePoint8Y" fmla="*/ 1246585 h 1246585"/>
              <a:gd name="GluePoint9X" fmla="*/ 3043064 w 3367268"/>
              <a:gd name="GluePoint9Y" fmla="*/ 1200150 h 1246585"/>
              <a:gd name="GluePoint10X" fmla="*/ 3347823 w 3367268"/>
              <a:gd name="GluePoint10Y" fmla="*/ 693381 h 1246585"/>
              <a:gd name="GluePoint11X" fmla="*/ 3347823 w 3367268"/>
              <a:gd name="GluePoint11Y" fmla="*/ 553209 h 1246585"/>
              <a:gd name="GluePoint12X" fmla="*/ 3043064 w 3367268"/>
              <a:gd name="GluePoint12Y" fmla="*/ 46435 h 1246585"/>
              <a:gd name="GluePoint13X" fmla="*/ 2961038 w 3367268"/>
              <a:gd name="GluePoint13Y" fmla="*/ 0 h 124658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3367268" h="1246585" extrusionOk="0">
                <a:moveTo>
                  <a:pt x="2961038" y="0"/>
                </a:moveTo>
                <a:lnTo>
                  <a:pt x="2101723" y="0"/>
                </a:lnTo>
                <a:lnTo>
                  <a:pt x="133059" y="0"/>
                </a:lnTo>
                <a:lnTo>
                  <a:pt x="0" y="0"/>
                </a:lnTo>
                <a:lnTo>
                  <a:pt x="0" y="1246585"/>
                </a:lnTo>
                <a:lnTo>
                  <a:pt x="133059" y="1246585"/>
                </a:lnTo>
                <a:lnTo>
                  <a:pt x="2101723" y="1246585"/>
                </a:lnTo>
                <a:lnTo>
                  <a:pt x="2961038" y="1246585"/>
                </a:lnTo>
                <a:cubicBezTo>
                  <a:pt x="2994612" y="1246585"/>
                  <a:pt x="3025737" y="1228967"/>
                  <a:pt x="3043064" y="1200150"/>
                </a:cubicBezTo>
                <a:lnTo>
                  <a:pt x="3347823" y="693381"/>
                </a:lnTo>
                <a:cubicBezTo>
                  <a:pt x="3373750" y="650268"/>
                  <a:pt x="3373750" y="596321"/>
                  <a:pt x="3347823" y="553209"/>
                </a:cubicBezTo>
                <a:lnTo>
                  <a:pt x="3043064" y="46435"/>
                </a:lnTo>
                <a:cubicBezTo>
                  <a:pt x="3025737" y="17619"/>
                  <a:pt x="2994612" y="0"/>
                  <a:pt x="2961038" y="0"/>
                </a:cubicBezTo>
                <a:close/>
              </a:path>
            </a:pathLst>
          </a:custGeom>
          <a:solidFill>
            <a:schemeClr val="bg1"/>
          </a:solidFill>
          <a:ln w="3175">
            <a:noFill/>
          </a:ln>
          <a:effectLst>
            <a:outerShdw blurRad="50760" dist="38160" dir="5400000" algn="t" rotWithShape="0">
              <a:srgbClr val="000000">
                <a:alpha val="10000"/>
              </a:srgbClr>
            </a:outerShdw>
          </a:effectLst>
        </p:spPr>
        <p:style>
          <a:lnRef idx="0">
            <a:scrgbClr r="0" g="0" b="0"/>
          </a:lnRef>
          <a:fillRef idx="0">
            <a:scrgbClr r="0" g="0" b="0"/>
          </a:fillRef>
          <a:effectRef idx="0">
            <a:scrgbClr r="0" g="0" b="0"/>
          </a:effectRef>
          <a:fontRef idx="minor"/>
        </p:style>
        <p:txBody>
          <a:bodyPr anchor="ctr">
            <a:noAutofit/>
          </a:bodyPr>
          <a:lstStyle/>
          <a:p>
            <a:pPr>
              <a:defRPr/>
            </a:pPr>
            <a:endParaRPr lang="en-IN" sz="1600" b="0" u="none" strike="noStrike">
              <a:solidFill>
                <a:schemeClr val="dk1"/>
              </a:solidFill>
              <a:latin typeface="Segoe UI"/>
            </a:endParaRPr>
          </a:p>
        </p:txBody>
      </p:sp>
      <p:sp>
        <p:nvSpPr>
          <p:cNvPr id="779661194" name="Rectangle: Rounded Corners 31"/>
          <p:cNvSpPr/>
          <p:nvPr/>
        </p:nvSpPr>
        <p:spPr bwMode="auto">
          <a:xfrm>
            <a:off x="584280" y="2577960"/>
            <a:ext cx="5413680" cy="2690280"/>
          </a:xfrm>
          <a:prstGeom prst="roundRect">
            <a:avLst>
              <a:gd name="adj" fmla="val 5878"/>
            </a:avLst>
          </a:prstGeom>
          <a:solidFill>
            <a:schemeClr val="bg1"/>
          </a:solidFill>
          <a:ln>
            <a:solidFill>
              <a:srgbClr val="E8E6DF"/>
            </a:solidFill>
            <a:round/>
          </a:ln>
        </p:spPr>
        <p:style>
          <a:lnRef idx="1">
            <a:schemeClr val="accent2"/>
          </a:lnRef>
          <a:fillRef idx="3">
            <a:schemeClr val="accent2"/>
          </a:fillRef>
          <a:effectRef idx="2">
            <a:schemeClr val="accent2"/>
          </a:effectRef>
          <a:fontRef idx="minor"/>
        </p:style>
        <p:txBody>
          <a:bodyPr horzOverflow="overflow" lIns="182880" tIns="146160" rIns="182880" bIns="146160" numCol="1" spcCol="0" anchor="t">
            <a:noAutofit/>
          </a:bodyPr>
          <a:lstStyle/>
          <a:p>
            <a:pPr>
              <a:defRPr/>
            </a:pPr>
            <a:endParaRPr lang="en-IN" sz="2400" b="0" u="none" strike="noStrike">
              <a:solidFill>
                <a:srgbClr val="FFFFFF"/>
              </a:solidFill>
              <a:latin typeface="Segoe UI"/>
            </a:endParaRPr>
          </a:p>
        </p:txBody>
      </p:sp>
      <p:sp>
        <p:nvSpPr>
          <p:cNvPr id="1212281125" name="Rectangle: Rounded Corners 32"/>
          <p:cNvSpPr/>
          <p:nvPr/>
        </p:nvSpPr>
        <p:spPr bwMode="auto">
          <a:xfrm>
            <a:off x="6181200" y="2577960"/>
            <a:ext cx="5413680" cy="2690280"/>
          </a:xfrm>
          <a:prstGeom prst="roundRect">
            <a:avLst>
              <a:gd name="adj" fmla="val 5878"/>
            </a:avLst>
          </a:prstGeom>
          <a:solidFill>
            <a:schemeClr val="bg1"/>
          </a:solidFill>
          <a:ln>
            <a:solidFill>
              <a:srgbClr val="E8E6DF"/>
            </a:solidFill>
            <a:round/>
          </a:ln>
        </p:spPr>
        <p:style>
          <a:lnRef idx="1">
            <a:schemeClr val="accent2"/>
          </a:lnRef>
          <a:fillRef idx="3">
            <a:schemeClr val="accent2"/>
          </a:fillRef>
          <a:effectRef idx="2">
            <a:schemeClr val="accent2"/>
          </a:effectRef>
          <a:fontRef idx="minor"/>
        </p:style>
        <p:txBody>
          <a:bodyPr horzOverflow="overflow" lIns="182880" tIns="146160" rIns="182880" bIns="146160" numCol="1" spcCol="0" anchor="t">
            <a:noAutofit/>
          </a:bodyPr>
          <a:lstStyle/>
          <a:p>
            <a:pPr>
              <a:defRPr/>
            </a:pPr>
            <a:endParaRPr lang="en-IN" sz="2400" b="0" u="none" strike="noStrike">
              <a:solidFill>
                <a:srgbClr val="FFFFFF"/>
              </a:solidFill>
              <a:latin typeface="Segoe UI"/>
            </a:endParaRPr>
          </a:p>
        </p:txBody>
      </p:sp>
      <p:sp>
        <p:nvSpPr>
          <p:cNvPr id="1803905757" name="PlaceHolder 1"/>
          <p:cNvSpPr>
            <a:spLocks noGrp="1"/>
          </p:cNvSpPr>
          <p:nvPr>
            <p:ph type="title"/>
          </p:nvPr>
        </p:nvSpPr>
        <p:spPr bwMode="auto">
          <a:xfrm>
            <a:off x="588240" y="585360"/>
            <a:ext cx="11011320" cy="430560"/>
          </a:xfrm>
          <a:prstGeom prst="rect">
            <a:avLst/>
          </a:prstGeom>
          <a:noFill/>
          <a:ln w="0">
            <a:noFill/>
          </a:ln>
        </p:spPr>
        <p:txBody>
          <a:bodyPr lIns="0" tIns="0" rIns="0" bIns="0" anchor="t">
            <a:noAutofit/>
          </a:bodyPr>
          <a:lstStyle/>
          <a:p>
            <a:pPr indent="0" algn="l" defTabSz="932760">
              <a:lnSpc>
                <a:spcPct val="100000"/>
              </a:lnSpc>
              <a:buNone/>
              <a:defRPr/>
            </a:pPr>
            <a:r>
              <a:rPr lang="en-US" sz="2800" b="0" u="none" strike="noStrike">
                <a:solidFill>
                  <a:schemeClr val="dk1"/>
                </a:solidFill>
                <a:latin typeface="Segoe UI Semibold"/>
              </a:rPr>
              <a:t>Become Microsoft Certified</a:t>
            </a:r>
          </a:p>
        </p:txBody>
      </p:sp>
      <p:sp>
        <p:nvSpPr>
          <p:cNvPr id="805335759" name="TextBox 21"/>
          <p:cNvSpPr/>
          <p:nvPr/>
        </p:nvSpPr>
        <p:spPr bwMode="auto">
          <a:xfrm>
            <a:off x="1377360" y="1477800"/>
            <a:ext cx="10089360" cy="549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ct val="100000"/>
              </a:lnSpc>
              <a:tabLst>
                <a:tab pos="0" algn="l"/>
              </a:tabLst>
              <a:defRPr/>
            </a:pPr>
            <a:r>
              <a:rPr lang="en-US" sz="3600" b="0" u="none" strike="noStrike">
                <a:solidFill>
                  <a:schemeClr val="accent3">
                    <a:lumMod val="75000"/>
                  </a:schemeClr>
                </a:solidFill>
                <a:latin typeface="Segoe UI Semibold"/>
              </a:rPr>
              <a:t>91</a:t>
            </a:r>
            <a:r>
              <a:rPr lang="en-US" sz="2800" b="0" u="none" strike="noStrike" baseline="30000">
                <a:solidFill>
                  <a:schemeClr val="accent3">
                    <a:lumMod val="75000"/>
                  </a:schemeClr>
                </a:solidFill>
                <a:latin typeface="Segoe UI Semibold"/>
              </a:rPr>
              <a:t>%</a:t>
            </a:r>
            <a:r>
              <a:rPr lang="en-US" sz="3600" b="0" u="none" strike="noStrike" baseline="30000">
                <a:solidFill>
                  <a:schemeClr val="accent3">
                    <a:lumMod val="75000"/>
                  </a:schemeClr>
                </a:solidFill>
                <a:latin typeface="Segoe UI Semibold"/>
              </a:rPr>
              <a:t> </a:t>
            </a:r>
            <a:r>
              <a:rPr lang="en-US" sz="1800" b="0" u="none" strike="noStrike">
                <a:solidFill>
                  <a:schemeClr val="dk1"/>
                </a:solidFill>
                <a:latin typeface="Segoe UI"/>
              </a:rPr>
              <a:t>of certified IT professionals feel more confident in their abilities after earning certifications¹</a:t>
            </a:r>
            <a:endParaRPr lang="en-US" sz="1800" b="0" u="none" strike="noStrike">
              <a:solidFill>
                <a:srgbClr val="000000"/>
              </a:solidFill>
              <a:latin typeface="Arial"/>
            </a:endParaRPr>
          </a:p>
        </p:txBody>
      </p:sp>
      <p:sp>
        <p:nvSpPr>
          <p:cNvPr id="719407726" name="TextBox 34"/>
          <p:cNvSpPr/>
          <p:nvPr/>
        </p:nvSpPr>
        <p:spPr bwMode="auto">
          <a:xfrm>
            <a:off x="791280" y="2764080"/>
            <a:ext cx="4999680" cy="1097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tabLst>
                <a:tab pos="0" algn="l"/>
              </a:tabLst>
              <a:defRPr/>
            </a:pPr>
            <a:r>
              <a:rPr lang="en-US" sz="1800" b="0" u="none" strike="noStrike">
                <a:solidFill>
                  <a:schemeClr val="dk1"/>
                </a:solidFill>
                <a:latin typeface="Segoe UI"/>
              </a:rPr>
              <a:t>Get recognized by earning industry validation for technical knowledge. Ensure you stay current with the necessary skills and expertise for continued success​.</a:t>
            </a:r>
            <a:endParaRPr lang="en-US" sz="1800" b="0" u="none" strike="noStrike">
              <a:solidFill>
                <a:srgbClr val="000000"/>
              </a:solidFill>
              <a:latin typeface="Arial"/>
            </a:endParaRPr>
          </a:p>
        </p:txBody>
      </p:sp>
      <p:sp>
        <p:nvSpPr>
          <p:cNvPr id="1223819281" name="TextBox 40"/>
          <p:cNvSpPr/>
          <p:nvPr/>
        </p:nvSpPr>
        <p:spPr bwMode="auto">
          <a:xfrm>
            <a:off x="791280" y="4329720"/>
            <a:ext cx="4999680" cy="244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ct val="100000"/>
              </a:lnSpc>
              <a:tabLst>
                <a:tab pos="0" algn="l"/>
              </a:tabLst>
              <a:defRPr/>
            </a:pPr>
            <a:r>
              <a:rPr lang="en-US" sz="1600" b="0" u="none" strike="noStrike">
                <a:solidFill>
                  <a:schemeClr val="dk1"/>
                </a:solidFill>
                <a:latin typeface="Segoe UI"/>
              </a:rPr>
              <a:t>Start at </a:t>
            </a:r>
            <a:endParaRPr lang="en-US" sz="1600" b="0" u="none" strike="noStrike">
              <a:solidFill>
                <a:srgbClr val="000000"/>
              </a:solidFill>
              <a:latin typeface="Arial"/>
            </a:endParaRPr>
          </a:p>
        </p:txBody>
      </p:sp>
      <p:sp>
        <p:nvSpPr>
          <p:cNvPr id="2000376229" name="TextBox 35"/>
          <p:cNvSpPr/>
          <p:nvPr/>
        </p:nvSpPr>
        <p:spPr bwMode="auto">
          <a:xfrm>
            <a:off x="6388200" y="2764080"/>
            <a:ext cx="4999680" cy="549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tabLst>
                <a:tab pos="0" algn="l"/>
              </a:tabLst>
              <a:defRPr/>
            </a:pPr>
            <a:r>
              <a:rPr lang="en-US" sz="1800" b="0" u="none" strike="noStrike">
                <a:solidFill>
                  <a:schemeClr val="dk1"/>
                </a:solidFill>
                <a:latin typeface="Segoe UI"/>
              </a:rPr>
              <a:t>Microsoft role-based and specialty certifications require annual renewal.</a:t>
            </a:r>
            <a:r>
              <a:rPr lang="en-US" sz="1800" b="0" u="none" strike="noStrike" baseline="30000">
                <a:solidFill>
                  <a:schemeClr val="dk1"/>
                </a:solidFill>
                <a:latin typeface="Segoe UI"/>
              </a:rPr>
              <a:t>2</a:t>
            </a:r>
            <a:endParaRPr lang="en-US" sz="1800" b="0" u="none" strike="noStrike">
              <a:solidFill>
                <a:srgbClr val="000000"/>
              </a:solidFill>
              <a:latin typeface="Arial"/>
            </a:endParaRPr>
          </a:p>
        </p:txBody>
      </p:sp>
      <p:sp>
        <p:nvSpPr>
          <p:cNvPr id="153639457" name="TextBox 41"/>
          <p:cNvSpPr/>
          <p:nvPr/>
        </p:nvSpPr>
        <p:spPr bwMode="auto">
          <a:xfrm>
            <a:off x="6388200" y="4329720"/>
            <a:ext cx="4999680" cy="244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ct val="100000"/>
              </a:lnSpc>
              <a:tabLst>
                <a:tab pos="0" algn="l"/>
              </a:tabLst>
              <a:defRPr/>
            </a:pPr>
            <a:r>
              <a:rPr lang="en-US" sz="1600" b="0" u="none" strike="noStrike">
                <a:solidFill>
                  <a:schemeClr val="dk1"/>
                </a:solidFill>
                <a:latin typeface="Segoe UI"/>
              </a:rPr>
              <a:t>Learn about certification renewal at </a:t>
            </a:r>
            <a:endParaRPr lang="en-US" sz="1600" b="0" u="none" strike="noStrike">
              <a:solidFill>
                <a:srgbClr val="000000"/>
              </a:solidFill>
              <a:latin typeface="Arial"/>
            </a:endParaRPr>
          </a:p>
        </p:txBody>
      </p:sp>
      <p:sp>
        <p:nvSpPr>
          <p:cNvPr id="1723068782" name="TextBox 23"/>
          <p:cNvSpPr/>
          <p:nvPr/>
        </p:nvSpPr>
        <p:spPr bwMode="auto">
          <a:xfrm>
            <a:off x="584280" y="6138000"/>
            <a:ext cx="6988320" cy="135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spAutoFit/>
          </a:bodyPr>
          <a:lstStyle/>
          <a:p>
            <a:pPr defTabSz="914400">
              <a:lnSpc>
                <a:spcPct val="100000"/>
              </a:lnSpc>
              <a:tabLst>
                <a:tab pos="0" algn="l"/>
              </a:tabLst>
              <a:defRPr/>
            </a:pPr>
            <a:r>
              <a:rPr lang="en-US" sz="800" b="0" u="none" strike="noStrike">
                <a:solidFill>
                  <a:schemeClr val="dk1"/>
                </a:solidFill>
                <a:latin typeface="Segoe UI"/>
              </a:rPr>
              <a:t>¹ </a:t>
            </a:r>
            <a:r>
              <a:rPr lang="en-US" sz="800" b="0" u="sng" strike="noStrike">
                <a:solidFill>
                  <a:schemeClr val="dk1"/>
                </a:solidFill>
                <a:latin typeface="Segoe UI"/>
                <a:hlinkClick r:id="rId4"/>
              </a:rPr>
              <a:t>“2023 Value of IT Certification | Candidate Report,” Pearson VUE, 2023</a:t>
            </a:r>
            <a:r>
              <a:rPr lang="en-US" sz="800" b="0" u="none" strike="noStrike">
                <a:solidFill>
                  <a:schemeClr val="dk1"/>
                </a:solidFill>
                <a:latin typeface="Segoe UI"/>
              </a:rPr>
              <a:t> </a:t>
            </a:r>
            <a:r>
              <a:rPr lang="en-US" sz="800" b="0" u="none" strike="noStrike" baseline="30000">
                <a:solidFill>
                  <a:schemeClr val="dk1"/>
                </a:solidFill>
                <a:latin typeface="Segoe UI"/>
              </a:rPr>
              <a:t>2 </a:t>
            </a:r>
            <a:r>
              <a:rPr lang="en-US" sz="800" b="0" u="none" strike="noStrike">
                <a:solidFill>
                  <a:schemeClr val="dk1"/>
                </a:solidFill>
                <a:latin typeface="Segoe UI"/>
              </a:rPr>
              <a:t>Microsoft fundamentals certifications don’t expire</a:t>
            </a:r>
            <a:endParaRPr lang="en-US" sz="800" b="0" u="none" strike="noStrike">
              <a:solidFill>
                <a:srgbClr val="000000"/>
              </a:solidFill>
              <a:latin typeface="Arial"/>
            </a:endParaRPr>
          </a:p>
        </p:txBody>
      </p:sp>
      <p:sp>
        <p:nvSpPr>
          <p:cNvPr id="404151991" name="Rectangle: Rounded Corners 26"/>
          <p:cNvSpPr/>
          <p:nvPr/>
        </p:nvSpPr>
        <p:spPr bwMode="auto">
          <a:xfrm>
            <a:off x="6273000" y="4705421"/>
            <a:ext cx="5230079" cy="447153"/>
          </a:xfrm>
          <a:prstGeom prst="roundRect">
            <a:avLst>
              <a:gd name="adj" fmla="val 16667"/>
            </a:avLst>
          </a:prstGeom>
          <a:solidFill>
            <a:srgbClr val="8DC8E8">
              <a:alpha val="38000"/>
            </a:srgbClr>
          </a:solidFill>
          <a:ln w="12700">
            <a:solidFill>
              <a:schemeClr val="accent3">
                <a:alpha val="99999"/>
              </a:schemeClr>
            </a:solidFill>
            <a:prstDash val="solid"/>
          </a:ln>
        </p:spPr>
        <p:style>
          <a:lnRef idx="0">
            <a:scrgbClr r="0" g="0" b="0"/>
          </a:lnRef>
          <a:fillRef idx="0">
            <a:scrgbClr r="0" g="0" b="0"/>
          </a:fillRef>
          <a:effectRef idx="0">
            <a:scrgbClr r="0" g="0" b="0"/>
          </a:effectRef>
          <a:fontRef idx="minor"/>
        </p:style>
        <p:txBody>
          <a:bodyPr horzOverflow="overflow" numCol="1" spcCol="0" anchor="ctr">
            <a:noAutofit/>
          </a:bodyPr>
          <a:lstStyle/>
          <a:p>
            <a:pPr algn="ctr" defTabSz="914400">
              <a:lnSpc>
                <a:spcPct val="100000"/>
              </a:lnSpc>
              <a:defRPr/>
            </a:pPr>
            <a:r>
              <a:rPr lang="en-US" sz="1400" b="0" u="sng" strike="noStrike">
                <a:solidFill>
                  <a:schemeClr val="hlink"/>
                </a:solidFill>
                <a:latin typeface="Segoe UI Semibold"/>
                <a:hlinkClick r:id="rId5"/>
              </a:rPr>
              <a:t>https://aka.ms/RenewYourCert</a:t>
            </a:r>
            <a:endParaRPr lang="en-US" sz="1800" b="0" u="none" strike="noStrike">
              <a:solidFill>
                <a:srgbClr val="000000"/>
              </a:solidFill>
              <a:latin typeface="Arial"/>
            </a:endParaRPr>
          </a:p>
        </p:txBody>
      </p:sp>
      <p:sp>
        <p:nvSpPr>
          <p:cNvPr id="1504111143" name="Rectangle: Rounded Corners 26"/>
          <p:cNvSpPr/>
          <p:nvPr/>
        </p:nvSpPr>
        <p:spPr bwMode="auto">
          <a:xfrm>
            <a:off x="676080" y="4705421"/>
            <a:ext cx="5230078" cy="447152"/>
          </a:xfrm>
          <a:prstGeom prst="roundRect">
            <a:avLst>
              <a:gd name="adj" fmla="val 16667"/>
            </a:avLst>
          </a:prstGeom>
          <a:solidFill>
            <a:srgbClr val="8DC8E8">
              <a:alpha val="38000"/>
            </a:srgbClr>
          </a:solidFill>
          <a:ln w="12700">
            <a:solidFill>
              <a:schemeClr val="accent3">
                <a:alpha val="99999"/>
              </a:schemeClr>
            </a:solidFill>
            <a:prstDash val="solid"/>
          </a:ln>
        </p:spPr>
        <p:style>
          <a:lnRef idx="0">
            <a:scrgbClr r="0" g="0" b="0"/>
          </a:lnRef>
          <a:fillRef idx="0">
            <a:scrgbClr r="0" g="0" b="0"/>
          </a:fillRef>
          <a:effectRef idx="0">
            <a:scrgbClr r="0" g="0" b="0"/>
          </a:effectRef>
          <a:fontRef idx="minor"/>
        </p:style>
        <p:txBody>
          <a:bodyPr horzOverflow="overflow" numCol="1" spcCol="0" anchor="ctr">
            <a:noAutofit/>
          </a:bodyPr>
          <a:lstStyle/>
          <a:p>
            <a:pPr algn="ctr" defTabSz="914400">
              <a:lnSpc>
                <a:spcPct val="100000"/>
              </a:lnSpc>
              <a:defRPr/>
            </a:pPr>
            <a:r>
              <a:rPr lang="en-US" sz="1400" b="0" u="sng" strike="noStrike">
                <a:solidFill>
                  <a:schemeClr val="hlink"/>
                </a:solidFill>
                <a:latin typeface="Segoe UI Semibold"/>
                <a:hlinkClick r:id="rId6"/>
              </a:rPr>
              <a:t>https://learn.microsoft.com/credentials</a:t>
            </a:r>
            <a:endParaRPr lang="en-US" sz="1800" b="0" u="none" strike="noStrike">
              <a:solidFill>
                <a:srgbClr val="000000"/>
              </a:solidFill>
              <a:latin typeface="Arial"/>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40730278" name="Rectangle: Rounded Corners 25"/>
          <p:cNvSpPr/>
          <p:nvPr/>
        </p:nvSpPr>
        <p:spPr bwMode="auto">
          <a:xfrm>
            <a:off x="6238800" y="2152439"/>
            <a:ext cx="5355720" cy="2438399"/>
          </a:xfrm>
          <a:prstGeom prst="roundRect">
            <a:avLst>
              <a:gd name="adj" fmla="val 4404"/>
            </a:avLst>
          </a:prstGeom>
          <a:solidFill>
            <a:schemeClr val="bg1"/>
          </a:solidFill>
          <a:ln w="12700">
            <a:solidFill>
              <a:schemeClr val="tx1">
                <a:lumMod val="75000"/>
                <a:lumOff val="25000"/>
              </a:schemeClr>
            </a:solidFill>
            <a:round/>
          </a:ln>
        </p:spPr>
        <p:style>
          <a:lnRef idx="1">
            <a:schemeClr val="accent2"/>
          </a:lnRef>
          <a:fillRef idx="3">
            <a:schemeClr val="accent2"/>
          </a:fillRef>
          <a:effectRef idx="2">
            <a:schemeClr val="accent2"/>
          </a:effectRef>
          <a:fontRef idx="minor"/>
        </p:style>
        <p:txBody>
          <a:bodyPr horzOverflow="overflow" lIns="182880" tIns="146159" rIns="182880" bIns="146159" numCol="1" spcCol="0" anchor="t">
            <a:noAutofit/>
          </a:bodyPr>
          <a:lstStyle/>
          <a:p>
            <a:pPr>
              <a:defRPr/>
            </a:pPr>
            <a:endParaRPr lang="en-IN" sz="2400" b="0" u="none" strike="noStrike">
              <a:solidFill>
                <a:srgbClr val="FFFFFF"/>
              </a:solidFill>
              <a:latin typeface="Segoe UI"/>
            </a:endParaRPr>
          </a:p>
        </p:txBody>
      </p:sp>
      <p:sp>
        <p:nvSpPr>
          <p:cNvPr id="1139993259" name="PlaceHolder 1"/>
          <p:cNvSpPr>
            <a:spLocks noGrp="1"/>
          </p:cNvSpPr>
          <p:nvPr>
            <p:ph type="title"/>
          </p:nvPr>
        </p:nvSpPr>
        <p:spPr bwMode="auto">
          <a:xfrm>
            <a:off x="588240" y="585360"/>
            <a:ext cx="11011320" cy="430560"/>
          </a:xfrm>
          <a:prstGeom prst="rect">
            <a:avLst/>
          </a:prstGeom>
          <a:noFill/>
          <a:ln w="0">
            <a:noFill/>
          </a:ln>
        </p:spPr>
        <p:txBody>
          <a:bodyPr lIns="0" tIns="0" rIns="0" bIns="0" anchor="t">
            <a:noAutofit/>
          </a:bodyPr>
          <a:lstStyle/>
          <a:p>
            <a:pPr indent="0" algn="l" defTabSz="932760">
              <a:lnSpc>
                <a:spcPct val="100000"/>
              </a:lnSpc>
              <a:buNone/>
              <a:defRPr/>
            </a:pPr>
            <a:r>
              <a:rPr lang="en-US" sz="2800" b="0" u="none" strike="noStrike">
                <a:solidFill>
                  <a:schemeClr val="dk1"/>
                </a:solidFill>
                <a:latin typeface="Segoe UI Semibold"/>
              </a:rPr>
              <a:t>Get ready for your Microsoft Credential</a:t>
            </a:r>
          </a:p>
        </p:txBody>
      </p:sp>
      <p:sp>
        <p:nvSpPr>
          <p:cNvPr id="108789010" name="PlaceHolder 2"/>
          <p:cNvSpPr>
            <a:spLocks noGrp="1"/>
          </p:cNvSpPr>
          <p:nvPr>
            <p:ph hasCustomPrompt="1"/>
          </p:nvPr>
        </p:nvSpPr>
        <p:spPr bwMode="auto">
          <a:xfrm>
            <a:off x="579600" y="1170000"/>
            <a:ext cx="11010600" cy="495000"/>
          </a:xfrm>
          <a:prstGeom prst="rect">
            <a:avLst/>
          </a:prstGeom>
          <a:noFill/>
          <a:ln w="0">
            <a:noFill/>
          </a:ln>
        </p:spPr>
        <p:txBody>
          <a:bodyPr lIns="0" tIns="0" rIns="0" bIns="0" anchor="t">
            <a:noAutofit/>
          </a:bodyPr>
          <a:lstStyle/>
          <a:p>
            <a:pPr>
              <a:defRPr/>
            </a:pPr>
            <a:r>
              <a:rPr lang="en-US" sz="2000" b="0" i="0" u="none" strike="noStrike" cap="none" spc="0">
                <a:solidFill>
                  <a:schemeClr val="accent4"/>
                </a:solidFill>
                <a:latin typeface="Segoe UI Semibold"/>
                <a:ea typeface="Segoe UI Semibold"/>
                <a:cs typeface="Segoe UI Semibold"/>
              </a:rPr>
              <a:t>Exam AI-200: Developing AI Cloud Solutions on Azure</a:t>
            </a:r>
            <a:endParaRPr sz="1600">
              <a:solidFill>
                <a:schemeClr val="accent2"/>
              </a:solidFill>
              <a:latin typeface="Segoe UI Semibold"/>
              <a:cs typeface="Segoe UI Semibold"/>
            </a:endParaRPr>
          </a:p>
        </p:txBody>
      </p:sp>
      <p:sp>
        <p:nvSpPr>
          <p:cNvPr id="192364194" name="TextBox 24"/>
          <p:cNvSpPr/>
          <p:nvPr/>
        </p:nvSpPr>
        <p:spPr bwMode="auto">
          <a:xfrm>
            <a:off x="584280" y="1728359"/>
            <a:ext cx="5496840" cy="274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defRPr/>
            </a:pPr>
            <a:r>
              <a:rPr lang="en-US" sz="1800" b="0" u="none" strike="noStrike">
                <a:solidFill>
                  <a:schemeClr val="accent3">
                    <a:lumMod val="75000"/>
                  </a:schemeClr>
                </a:solidFill>
                <a:latin typeface="Segoe UI Semibold"/>
              </a:rPr>
              <a:t>Understand the skills measured by the credential</a:t>
            </a:r>
            <a:endParaRPr lang="en-US" sz="1800" b="0" u="none" strike="noStrike">
              <a:solidFill>
                <a:srgbClr val="000000"/>
              </a:solidFill>
              <a:latin typeface="Arial"/>
            </a:endParaRPr>
          </a:p>
        </p:txBody>
      </p:sp>
      <p:graphicFrame>
        <p:nvGraphicFramePr>
          <p:cNvPr id="1765457127" name="Table 22"/>
          <p:cNvGraphicFramePr>
            <a:graphicFrameLocks/>
          </p:cNvGraphicFramePr>
          <p:nvPr/>
        </p:nvGraphicFramePr>
        <p:xfrm>
          <a:off x="584280" y="2152439"/>
          <a:ext cx="5497200" cy="2438400"/>
        </p:xfrm>
        <a:graphic>
          <a:graphicData uri="http://schemas.openxmlformats.org/drawingml/2006/table">
            <a:tbl>
              <a:tblPr/>
              <a:tblGrid>
                <a:gridCol w="3979080">
                  <a:extLst>
                    <a:ext uri="{9D8B030D-6E8A-4147-A177-3AD203B41FA5}">
                      <a16:colId xmlns:a16="http://schemas.microsoft.com/office/drawing/2014/main" val="20000"/>
                    </a:ext>
                  </a:extLst>
                </a:gridCol>
                <a:gridCol w="1518120">
                  <a:extLst>
                    <a:ext uri="{9D8B030D-6E8A-4147-A177-3AD203B41FA5}">
                      <a16:colId xmlns:a16="http://schemas.microsoft.com/office/drawing/2014/main" val="20001"/>
                    </a:ext>
                  </a:extLst>
                </a:gridCol>
              </a:tblGrid>
              <a:tr h="426720">
                <a:tc>
                  <a:txBody>
                    <a:bodyPr/>
                    <a:lstStyle/>
                    <a:p>
                      <a:pPr defTabSz="932760">
                        <a:lnSpc>
                          <a:spcPct val="100000"/>
                        </a:lnSpc>
                        <a:defRPr/>
                      </a:pPr>
                      <a:r>
                        <a:rPr lang="en-US" sz="1600" b="0" u="none" strike="noStrike">
                          <a:solidFill>
                            <a:schemeClr val="lt1"/>
                          </a:solidFill>
                          <a:latin typeface="Segoe UI Semibold"/>
                        </a:rPr>
                        <a:t>Study area</a:t>
                      </a:r>
                      <a:endParaRPr lang="en-US" sz="1600" b="0" u="none" strike="noStrike">
                        <a:solidFill>
                          <a:srgbClr val="FFFFFF"/>
                        </a:solidFill>
                        <a:latin typeface="Arial"/>
                      </a:endParaRPr>
                    </a:p>
                  </a:txBody>
                  <a:tcPr marT="91440" marB="91440" anchor="ctr">
                    <a:lnL w="19049" algn="ctr">
                      <a:solidFill>
                        <a:schemeClr val="accent3"/>
                      </a:solidFill>
                    </a:lnL>
                    <a:lnR w="19049" algn="ctr">
                      <a:solidFill>
                        <a:schemeClr val="accent3"/>
                      </a:solidFill>
                    </a:lnR>
                    <a:lnT w="19049" algn="ctr">
                      <a:solidFill>
                        <a:schemeClr val="accent3"/>
                      </a:solidFill>
                    </a:lnT>
                    <a:lnB w="19049" algn="ctr">
                      <a:solidFill>
                        <a:schemeClr val="accent3"/>
                      </a:solidFill>
                    </a:lnB>
                    <a:solidFill>
                      <a:schemeClr val="accent3"/>
                    </a:solidFill>
                  </a:tcPr>
                </a:tc>
                <a:tc>
                  <a:txBody>
                    <a:bodyPr/>
                    <a:lstStyle/>
                    <a:p>
                      <a:pPr algn="ctr" defTabSz="932760">
                        <a:lnSpc>
                          <a:spcPct val="100000"/>
                        </a:lnSpc>
                        <a:defRPr/>
                      </a:pPr>
                      <a:r>
                        <a:rPr lang="en-US" sz="1600" b="0" u="none" strike="noStrike">
                          <a:solidFill>
                            <a:schemeClr val="lt1"/>
                          </a:solidFill>
                          <a:latin typeface="Segoe UI Semibold"/>
                        </a:rPr>
                        <a:t>Percentage</a:t>
                      </a:r>
                      <a:endParaRPr lang="en-US" sz="1600" b="0" u="none" strike="noStrike">
                        <a:solidFill>
                          <a:srgbClr val="FFFFFF"/>
                        </a:solidFill>
                        <a:latin typeface="Arial"/>
                      </a:endParaRPr>
                    </a:p>
                  </a:txBody>
                  <a:tcPr marT="91440" marB="91440" anchor="ctr">
                    <a:lnL w="19049" algn="ctr">
                      <a:solidFill>
                        <a:schemeClr val="accent3"/>
                      </a:solidFill>
                    </a:lnL>
                    <a:lnR w="19049" algn="ctr">
                      <a:solidFill>
                        <a:schemeClr val="accent3"/>
                      </a:solidFill>
                    </a:lnR>
                    <a:lnT w="19049" algn="ctr">
                      <a:solidFill>
                        <a:schemeClr val="accent3"/>
                      </a:solidFill>
                    </a:lnT>
                    <a:lnB w="19049" algn="ctr">
                      <a:solidFill>
                        <a:schemeClr val="accent3"/>
                      </a:solidFill>
                    </a:lnB>
                    <a:solidFill>
                      <a:schemeClr val="accent3"/>
                    </a:solidFill>
                  </a:tcPr>
                </a:tc>
                <a:extLst>
                  <a:ext uri="{0D108BD9-81ED-4DB2-BD59-A6C34878D82A}">
                    <a16:rowId xmlns:a16="http://schemas.microsoft.com/office/drawing/2014/main" val="10000"/>
                  </a:ext>
                </a:extLst>
              </a:tr>
              <a:tr h="396240">
                <a:tc>
                  <a:txBody>
                    <a:bodyPr/>
                    <a:lstStyle/>
                    <a:p>
                      <a:pPr defTabSz="914400">
                        <a:lnSpc>
                          <a:spcPct val="100000"/>
                        </a:lnSpc>
                        <a:tabLst>
                          <a:tab pos="0" algn="l"/>
                        </a:tabLst>
                        <a:defRPr/>
                      </a:pPr>
                      <a:r>
                        <a:rPr lang="en-US" sz="1400" b="0" i="0" u="none" strike="noStrike" cap="none" spc="0">
                          <a:solidFill>
                            <a:schemeClr val="dk1"/>
                          </a:solidFill>
                          <a:latin typeface="Segoe UI"/>
                          <a:ea typeface="Segoe UI"/>
                          <a:cs typeface="Segoe UI"/>
                        </a:rPr>
                        <a:t>Develop containerized solutions on Azure</a:t>
                      </a:r>
                      <a:endParaRPr lang="en-US" sz="1400" b="0" u="none" strike="noStrike">
                        <a:solidFill>
                          <a:srgbClr val="000000"/>
                        </a:solidFill>
                        <a:latin typeface="Arial"/>
                      </a:endParaRPr>
                    </a:p>
                  </a:txBody>
                  <a:tcPr marT="91440" marB="91440" anchor="ctr">
                    <a:lnL w="19049" algn="ctr">
                      <a:solidFill>
                        <a:schemeClr val="accent3"/>
                      </a:solidFill>
                    </a:lnL>
                    <a:lnR w="19049" algn="ctr">
                      <a:solidFill>
                        <a:schemeClr val="accent3"/>
                      </a:solidFill>
                    </a:lnR>
                    <a:lnT w="19049" algn="ctr">
                      <a:solidFill>
                        <a:schemeClr val="accent3"/>
                      </a:solidFill>
                    </a:lnT>
                    <a:lnB w="19049" algn="ctr">
                      <a:solidFill>
                        <a:schemeClr val="accent3"/>
                      </a:solidFill>
                    </a:lnB>
                    <a:noFill/>
                  </a:tcPr>
                </a:tc>
                <a:tc>
                  <a:txBody>
                    <a:bodyPr/>
                    <a:lstStyle/>
                    <a:p>
                      <a:pPr marL="6480" algn="ctr" defTabSz="932760">
                        <a:lnSpc>
                          <a:spcPct val="100000"/>
                        </a:lnSpc>
                        <a:tabLst>
                          <a:tab pos="0" algn="l"/>
                        </a:tabLst>
                        <a:defRPr/>
                      </a:pPr>
                      <a:r>
                        <a:rPr lang="en-US" sz="1400" b="0" u="none" strike="noStrike">
                          <a:solidFill>
                            <a:schemeClr val="dk1"/>
                          </a:solidFill>
                          <a:latin typeface="Segoe UI"/>
                        </a:rPr>
                        <a:t>20–25% </a:t>
                      </a:r>
                      <a:endParaRPr lang="en-US" sz="1400" b="0" u="none" strike="noStrike">
                        <a:solidFill>
                          <a:srgbClr val="000000"/>
                        </a:solidFill>
                        <a:latin typeface="Arial"/>
                      </a:endParaRPr>
                    </a:p>
                  </a:txBody>
                  <a:tcPr marT="91440" marB="91440" anchor="ctr">
                    <a:lnL w="19049" algn="ctr">
                      <a:solidFill>
                        <a:schemeClr val="accent3"/>
                      </a:solidFill>
                    </a:lnL>
                    <a:lnR w="19049" algn="ctr">
                      <a:solidFill>
                        <a:schemeClr val="accent3"/>
                      </a:solidFill>
                    </a:lnR>
                    <a:lnT w="19049" algn="ctr">
                      <a:solidFill>
                        <a:schemeClr val="accent3"/>
                      </a:solidFill>
                    </a:lnT>
                    <a:lnB w="19049" algn="ctr">
                      <a:solidFill>
                        <a:schemeClr val="accent3"/>
                      </a:solidFill>
                    </a:lnB>
                    <a:noFill/>
                  </a:tcPr>
                </a:tc>
                <a:extLst>
                  <a:ext uri="{0D108BD9-81ED-4DB2-BD59-A6C34878D82A}">
                    <a16:rowId xmlns:a16="http://schemas.microsoft.com/office/drawing/2014/main" val="10001"/>
                  </a:ext>
                </a:extLst>
              </a:tr>
              <a:tr h="609600">
                <a:tc>
                  <a:txBody>
                    <a:bodyPr/>
                    <a:lstStyle/>
                    <a:p>
                      <a:pPr defTabSz="914400">
                        <a:lnSpc>
                          <a:spcPct val="100000"/>
                        </a:lnSpc>
                        <a:tabLst>
                          <a:tab pos="0" algn="l"/>
                        </a:tabLst>
                        <a:defRPr/>
                      </a:pPr>
                      <a:r>
                        <a:rPr lang="en-US" sz="1400" b="0" i="0" u="none" strike="noStrike" cap="none" spc="0">
                          <a:solidFill>
                            <a:schemeClr val="dk1"/>
                          </a:solidFill>
                          <a:latin typeface="Segoe UI"/>
                          <a:ea typeface="Segoe UI"/>
                          <a:cs typeface="Segoe UI"/>
                        </a:rPr>
                        <a:t>Develop AI solutions by using Azure data management services</a:t>
                      </a:r>
                      <a:endParaRPr lang="en-US" sz="1400" b="0" u="none" strike="noStrike">
                        <a:solidFill>
                          <a:srgbClr val="000000"/>
                        </a:solidFill>
                        <a:latin typeface="Arial"/>
                      </a:endParaRPr>
                    </a:p>
                  </a:txBody>
                  <a:tcPr marT="91440" marB="91440" anchor="ctr">
                    <a:lnL w="19049" algn="ctr">
                      <a:solidFill>
                        <a:schemeClr val="accent3"/>
                      </a:solidFill>
                    </a:lnL>
                    <a:lnR w="19049" algn="ctr">
                      <a:solidFill>
                        <a:schemeClr val="accent3"/>
                      </a:solidFill>
                    </a:lnR>
                    <a:lnT w="19049" algn="ctr">
                      <a:solidFill>
                        <a:schemeClr val="accent3"/>
                      </a:solidFill>
                    </a:lnT>
                    <a:lnB w="19049" algn="ctr">
                      <a:solidFill>
                        <a:schemeClr val="accent3"/>
                      </a:solidFill>
                    </a:lnB>
                    <a:noFill/>
                  </a:tcPr>
                </a:tc>
                <a:tc>
                  <a:txBody>
                    <a:bodyPr/>
                    <a:lstStyle/>
                    <a:p>
                      <a:pPr marL="6480" algn="ctr" defTabSz="932760">
                        <a:lnSpc>
                          <a:spcPct val="100000"/>
                        </a:lnSpc>
                        <a:tabLst>
                          <a:tab pos="0" algn="l"/>
                        </a:tabLst>
                        <a:defRPr/>
                      </a:pPr>
                      <a:r>
                        <a:rPr lang="en-US" sz="1400" b="0" u="none" strike="noStrike">
                          <a:solidFill>
                            <a:schemeClr val="dk1"/>
                          </a:solidFill>
                          <a:latin typeface="Segoe UI"/>
                        </a:rPr>
                        <a:t>25–30% </a:t>
                      </a:r>
                      <a:endParaRPr lang="en-US" sz="1400" b="0" u="none" strike="noStrike">
                        <a:solidFill>
                          <a:srgbClr val="000000"/>
                        </a:solidFill>
                        <a:latin typeface="Arial"/>
                      </a:endParaRPr>
                    </a:p>
                  </a:txBody>
                  <a:tcPr marT="91440" marB="91440" anchor="ctr">
                    <a:lnL w="19049" algn="ctr">
                      <a:solidFill>
                        <a:schemeClr val="accent3"/>
                      </a:solidFill>
                    </a:lnL>
                    <a:lnR w="19049" algn="ctr">
                      <a:solidFill>
                        <a:schemeClr val="accent3"/>
                      </a:solidFill>
                    </a:lnR>
                    <a:lnT w="19049" algn="ctr">
                      <a:solidFill>
                        <a:schemeClr val="accent3"/>
                      </a:solidFill>
                    </a:lnT>
                    <a:lnB w="19049" algn="ctr">
                      <a:solidFill>
                        <a:schemeClr val="accent3"/>
                      </a:solidFill>
                    </a:lnB>
                    <a:noFill/>
                  </a:tcPr>
                </a:tc>
                <a:extLst>
                  <a:ext uri="{0D108BD9-81ED-4DB2-BD59-A6C34878D82A}">
                    <a16:rowId xmlns:a16="http://schemas.microsoft.com/office/drawing/2014/main" val="10002"/>
                  </a:ext>
                </a:extLst>
              </a:tr>
              <a:tr h="396240">
                <a:tc>
                  <a:txBody>
                    <a:bodyPr/>
                    <a:lstStyle/>
                    <a:p>
                      <a:pPr defTabSz="914400">
                        <a:lnSpc>
                          <a:spcPct val="100000"/>
                        </a:lnSpc>
                        <a:tabLst>
                          <a:tab pos="0" algn="l"/>
                        </a:tabLst>
                        <a:defRPr/>
                      </a:pPr>
                      <a:r>
                        <a:rPr lang="en-US" sz="1400" b="0" i="0" u="none" strike="noStrike" cap="none" spc="0">
                          <a:solidFill>
                            <a:schemeClr val="dk1"/>
                          </a:solidFill>
                          <a:latin typeface="Segoe UI"/>
                          <a:ea typeface="Segoe UI"/>
                          <a:cs typeface="Segoe UI"/>
                        </a:rPr>
                        <a:t>Connect to and consume Azure services</a:t>
                      </a:r>
                      <a:endParaRPr lang="en-US" sz="1400" b="0" u="none" strike="noStrike">
                        <a:solidFill>
                          <a:srgbClr val="000000"/>
                        </a:solidFill>
                        <a:latin typeface="Arial"/>
                      </a:endParaRPr>
                    </a:p>
                  </a:txBody>
                  <a:tcPr marT="91440" marB="91440" anchor="ctr">
                    <a:lnL w="19049" algn="ctr">
                      <a:solidFill>
                        <a:schemeClr val="accent3"/>
                      </a:solidFill>
                    </a:lnL>
                    <a:lnR w="19049" algn="ctr">
                      <a:solidFill>
                        <a:schemeClr val="accent3"/>
                      </a:solidFill>
                    </a:lnR>
                    <a:lnT w="19049" algn="ctr">
                      <a:solidFill>
                        <a:schemeClr val="accent3"/>
                      </a:solidFill>
                    </a:lnT>
                    <a:lnB w="19049" algn="ctr">
                      <a:solidFill>
                        <a:schemeClr val="accent3"/>
                      </a:solidFill>
                    </a:lnB>
                    <a:noFill/>
                  </a:tcPr>
                </a:tc>
                <a:tc>
                  <a:txBody>
                    <a:bodyPr/>
                    <a:lstStyle/>
                    <a:p>
                      <a:pPr marL="6480" algn="ctr" defTabSz="932760">
                        <a:lnSpc>
                          <a:spcPct val="100000"/>
                        </a:lnSpc>
                        <a:tabLst>
                          <a:tab pos="0" algn="l"/>
                        </a:tabLst>
                        <a:defRPr/>
                      </a:pPr>
                      <a:r>
                        <a:rPr lang="en-US" sz="1400" b="0" i="0" u="none" strike="noStrike" cap="none" spc="0">
                          <a:solidFill>
                            <a:schemeClr val="dk1"/>
                          </a:solidFill>
                          <a:latin typeface="Segoe UI"/>
                          <a:ea typeface="Segoe UI"/>
                          <a:cs typeface="Segoe UI"/>
                        </a:rPr>
                        <a:t>20–25%</a:t>
                      </a:r>
                      <a:endParaRPr lang="en-US" sz="1400" b="0" u="none" strike="noStrike">
                        <a:solidFill>
                          <a:srgbClr val="000000"/>
                        </a:solidFill>
                        <a:latin typeface="Arial"/>
                      </a:endParaRPr>
                    </a:p>
                  </a:txBody>
                  <a:tcPr marT="91440" marB="91440" anchor="ctr">
                    <a:lnL w="19049" algn="ctr">
                      <a:solidFill>
                        <a:schemeClr val="accent3"/>
                      </a:solidFill>
                    </a:lnL>
                    <a:lnR w="19049" algn="ctr">
                      <a:solidFill>
                        <a:schemeClr val="accent3"/>
                      </a:solidFill>
                    </a:lnR>
                    <a:lnT w="19049" algn="ctr">
                      <a:solidFill>
                        <a:schemeClr val="accent3"/>
                      </a:solidFill>
                    </a:lnT>
                    <a:lnB w="19049" algn="ctr">
                      <a:solidFill>
                        <a:schemeClr val="accent3"/>
                      </a:solidFill>
                    </a:lnB>
                    <a:noFill/>
                  </a:tcPr>
                </a:tc>
                <a:extLst>
                  <a:ext uri="{0D108BD9-81ED-4DB2-BD59-A6C34878D82A}">
                    <a16:rowId xmlns:a16="http://schemas.microsoft.com/office/drawing/2014/main" val="10003"/>
                  </a:ext>
                </a:extLst>
              </a:tr>
              <a:tr h="609600">
                <a:tc>
                  <a:txBody>
                    <a:bodyPr/>
                    <a:lstStyle/>
                    <a:p>
                      <a:pPr defTabSz="914400">
                        <a:lnSpc>
                          <a:spcPct val="100000"/>
                        </a:lnSpc>
                        <a:tabLst>
                          <a:tab pos="0" algn="l"/>
                        </a:tabLst>
                        <a:defRPr/>
                      </a:pPr>
                      <a:r>
                        <a:rPr lang="en-US" sz="1400" b="0" i="0" u="none" strike="noStrike" cap="none" spc="0">
                          <a:solidFill>
                            <a:schemeClr val="dk1"/>
                          </a:solidFill>
                          <a:latin typeface="Segoe UI"/>
                          <a:ea typeface="Segoe UI"/>
                          <a:cs typeface="Segoe UI"/>
                        </a:rPr>
                        <a:t>Secure, monitor, and troubleshoot Azure solutions</a:t>
                      </a:r>
                      <a:endParaRPr lang="en-US" sz="1400" b="0" u="none" strike="noStrike">
                        <a:solidFill>
                          <a:srgbClr val="000000"/>
                        </a:solidFill>
                        <a:latin typeface="Arial"/>
                      </a:endParaRPr>
                    </a:p>
                  </a:txBody>
                  <a:tcPr marT="91440" marB="91440" anchor="ctr">
                    <a:lnL w="19049" algn="ctr">
                      <a:solidFill>
                        <a:schemeClr val="accent3"/>
                      </a:solidFill>
                    </a:lnL>
                    <a:lnR w="19049" algn="ctr">
                      <a:solidFill>
                        <a:schemeClr val="accent3"/>
                      </a:solidFill>
                    </a:lnR>
                    <a:lnT w="19049" algn="ctr">
                      <a:solidFill>
                        <a:schemeClr val="accent3"/>
                      </a:solidFill>
                    </a:lnT>
                    <a:lnB w="19049" algn="ctr">
                      <a:solidFill>
                        <a:schemeClr val="accent3"/>
                      </a:solidFill>
                    </a:lnB>
                    <a:noFill/>
                  </a:tcPr>
                </a:tc>
                <a:tc>
                  <a:txBody>
                    <a:bodyPr/>
                    <a:lstStyle/>
                    <a:p>
                      <a:pPr marL="6480" algn="ctr" defTabSz="932760">
                        <a:lnSpc>
                          <a:spcPct val="100000"/>
                        </a:lnSpc>
                        <a:tabLst>
                          <a:tab pos="0" algn="l"/>
                        </a:tabLst>
                        <a:defRPr/>
                      </a:pPr>
                      <a:r>
                        <a:rPr lang="en-US" sz="1400" b="0" u="none" strike="noStrike">
                          <a:solidFill>
                            <a:schemeClr val="dk1"/>
                          </a:solidFill>
                          <a:latin typeface="Segoe UI"/>
                        </a:rPr>
                        <a:t>20–25% </a:t>
                      </a:r>
                      <a:endParaRPr lang="en-US" sz="1400" b="0" u="none" strike="noStrike">
                        <a:solidFill>
                          <a:srgbClr val="000000"/>
                        </a:solidFill>
                        <a:latin typeface="Arial"/>
                      </a:endParaRPr>
                    </a:p>
                  </a:txBody>
                  <a:tcPr marT="91440" marB="91440" anchor="ctr">
                    <a:lnL w="19049" algn="ctr">
                      <a:solidFill>
                        <a:schemeClr val="accent3"/>
                      </a:solidFill>
                    </a:lnL>
                    <a:lnR w="19049" algn="ctr">
                      <a:solidFill>
                        <a:schemeClr val="accent3"/>
                      </a:solidFill>
                    </a:lnR>
                    <a:lnT w="19049" algn="ctr">
                      <a:solidFill>
                        <a:schemeClr val="accent3"/>
                      </a:solidFill>
                    </a:lnT>
                    <a:lnB w="19049" algn="ctr">
                      <a:solidFill>
                        <a:schemeClr val="accent3"/>
                      </a:solidFill>
                    </a:lnB>
                    <a:noFill/>
                  </a:tcPr>
                </a:tc>
                <a:extLst>
                  <a:ext uri="{0D108BD9-81ED-4DB2-BD59-A6C34878D82A}">
                    <a16:rowId xmlns:a16="http://schemas.microsoft.com/office/drawing/2014/main" val="10004"/>
                  </a:ext>
                </a:extLst>
              </a:tr>
            </a:tbl>
          </a:graphicData>
        </a:graphic>
      </p:graphicFrame>
      <p:sp>
        <p:nvSpPr>
          <p:cNvPr id="836359565" name="TextBox 28"/>
          <p:cNvSpPr/>
          <p:nvPr/>
        </p:nvSpPr>
        <p:spPr bwMode="auto">
          <a:xfrm>
            <a:off x="6238800" y="1728359"/>
            <a:ext cx="5355720" cy="274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defRPr/>
            </a:pPr>
            <a:r>
              <a:rPr lang="en-US" sz="1800" b="0" u="none" strike="noStrike">
                <a:solidFill>
                  <a:schemeClr val="accent3">
                    <a:lumMod val="75000"/>
                  </a:schemeClr>
                </a:solidFill>
                <a:latin typeface="Segoe UI Semibold"/>
              </a:rPr>
              <a:t>Build confidence in your skills</a:t>
            </a:r>
            <a:endParaRPr lang="en-US" sz="1800" b="0" u="none" strike="noStrike">
              <a:solidFill>
                <a:srgbClr val="000000"/>
              </a:solidFill>
              <a:latin typeface="Arial"/>
            </a:endParaRPr>
          </a:p>
        </p:txBody>
      </p:sp>
      <p:sp>
        <p:nvSpPr>
          <p:cNvPr id="1991585923" name="Rectangle: Rounded Corners 27"/>
          <p:cNvSpPr/>
          <p:nvPr/>
        </p:nvSpPr>
        <p:spPr bwMode="auto">
          <a:xfrm>
            <a:off x="6329160" y="2245319"/>
            <a:ext cx="5175000" cy="636480"/>
          </a:xfrm>
          <a:prstGeom prst="roundRect">
            <a:avLst>
              <a:gd name="adj" fmla="val 10387"/>
            </a:avLst>
          </a:prstGeom>
          <a:solidFill>
            <a:schemeClr val="accent3">
              <a:lumMod val="20000"/>
              <a:lumOff val="80000"/>
              <a:alpha val="40000"/>
            </a:schemeClr>
          </a:solidFill>
          <a:ln>
            <a:noFill/>
          </a:ln>
        </p:spPr>
        <p:style>
          <a:lnRef idx="1">
            <a:schemeClr val="accent2"/>
          </a:lnRef>
          <a:fillRef idx="3">
            <a:schemeClr val="accent2"/>
          </a:fillRef>
          <a:effectRef idx="2">
            <a:schemeClr val="accent2"/>
          </a:effectRef>
          <a:fontRef idx="minor"/>
        </p:style>
        <p:txBody>
          <a:bodyPr horzOverflow="overflow" numCol="1" spcCol="0" anchor="ctr">
            <a:noAutofit/>
          </a:bodyPr>
          <a:lstStyle/>
          <a:p>
            <a:pPr defTabSz="914400">
              <a:lnSpc>
                <a:spcPct val="100000"/>
              </a:lnSpc>
              <a:spcBef>
                <a:spcPts val="320"/>
              </a:spcBef>
              <a:defRPr/>
            </a:pPr>
            <a:r>
              <a:rPr lang="en-US" sz="1600" b="0" u="none" strike="noStrike">
                <a:solidFill>
                  <a:schemeClr val="dk1"/>
                </a:solidFill>
                <a:latin typeface="Segoe UI Semibold"/>
              </a:rPr>
              <a:t>Find in the credential page resources </a:t>
            </a:r>
            <a:br>
              <a:rPr sz="1600"/>
            </a:br>
            <a:r>
              <a:rPr lang="en-US" sz="1600" b="0" u="none" strike="noStrike">
                <a:solidFill>
                  <a:schemeClr val="dk1"/>
                </a:solidFill>
                <a:latin typeface="Segoe UI Semibold"/>
              </a:rPr>
              <a:t>to help prepare:</a:t>
            </a:r>
            <a:endParaRPr lang="en-US" sz="1600" b="0" u="none" strike="noStrike">
              <a:solidFill>
                <a:srgbClr val="000000"/>
              </a:solidFill>
              <a:latin typeface="Arial"/>
            </a:endParaRPr>
          </a:p>
        </p:txBody>
      </p:sp>
      <p:sp>
        <p:nvSpPr>
          <p:cNvPr id="1186746532" name="TextBox 30"/>
          <p:cNvSpPr/>
          <p:nvPr/>
        </p:nvSpPr>
        <p:spPr bwMode="auto">
          <a:xfrm>
            <a:off x="6411600" y="3008879"/>
            <a:ext cx="5010480" cy="1158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74680" lvl="1" indent="-274680" defTabSz="914400">
              <a:lnSpc>
                <a:spcPct val="100000"/>
              </a:lnSpc>
              <a:spcBef>
                <a:spcPts val="799"/>
              </a:spcBef>
              <a:buSzPct val="100058"/>
              <a:buBlip>
                <a:blip r:embed="rId3"/>
              </a:buBlip>
              <a:tabLst>
                <a:tab pos="457200" algn="l"/>
              </a:tabLst>
              <a:defRPr/>
            </a:pPr>
            <a:r>
              <a:rPr lang="en-US" sz="1400" b="0" u="none" strike="noStrike">
                <a:solidFill>
                  <a:schemeClr val="dk1"/>
                </a:solidFill>
                <a:latin typeface="Segoe UI"/>
              </a:rPr>
              <a:t>Watch exam prep videos</a:t>
            </a:r>
            <a:endParaRPr lang="en-US" sz="1400" b="0" u="none" strike="noStrike">
              <a:solidFill>
                <a:srgbClr val="000000"/>
              </a:solidFill>
              <a:latin typeface="Arial"/>
            </a:endParaRPr>
          </a:p>
          <a:p>
            <a:pPr marL="274680" lvl="1" indent="-274680" defTabSz="914400">
              <a:lnSpc>
                <a:spcPct val="100000"/>
              </a:lnSpc>
              <a:spcBef>
                <a:spcPts val="799"/>
              </a:spcBef>
              <a:buSzPct val="100058"/>
              <a:buBlip>
                <a:blip r:embed="rId3"/>
              </a:buBlip>
              <a:tabLst>
                <a:tab pos="457200" algn="l"/>
              </a:tabLst>
              <a:defRPr/>
            </a:pPr>
            <a:r>
              <a:rPr lang="en-US" sz="1400" b="0" u="none" strike="noStrike">
                <a:solidFill>
                  <a:schemeClr val="dk1"/>
                </a:solidFill>
                <a:latin typeface="Segoe UI"/>
              </a:rPr>
              <a:t>Review the exam study guide</a:t>
            </a:r>
            <a:endParaRPr lang="en-US" sz="1400" b="0" u="none" strike="noStrike">
              <a:solidFill>
                <a:srgbClr val="000000"/>
              </a:solidFill>
              <a:latin typeface="Arial"/>
            </a:endParaRPr>
          </a:p>
          <a:p>
            <a:pPr marL="274680" lvl="1" indent="-274680" defTabSz="914400">
              <a:lnSpc>
                <a:spcPct val="100000"/>
              </a:lnSpc>
              <a:spcBef>
                <a:spcPts val="799"/>
              </a:spcBef>
              <a:buSzPct val="100058"/>
              <a:buBlip>
                <a:blip r:embed="rId3"/>
              </a:buBlip>
              <a:tabLst>
                <a:tab pos="457200" algn="l"/>
              </a:tabLst>
              <a:defRPr/>
            </a:pPr>
            <a:r>
              <a:rPr lang="en-US" sz="1400" b="0" u="none" strike="noStrike">
                <a:solidFill>
                  <a:schemeClr val="dk1"/>
                </a:solidFill>
                <a:latin typeface="Segoe UI"/>
              </a:rPr>
              <a:t>Demo the exam experience with the exam sandbox</a:t>
            </a:r>
            <a:endParaRPr lang="en-US" sz="1400" b="0" u="none" strike="noStrike">
              <a:solidFill>
                <a:srgbClr val="000000"/>
              </a:solidFill>
              <a:latin typeface="Arial"/>
            </a:endParaRPr>
          </a:p>
          <a:p>
            <a:pPr marL="274680" lvl="1" indent="-274680" defTabSz="914400">
              <a:lnSpc>
                <a:spcPct val="100000"/>
              </a:lnSpc>
              <a:spcBef>
                <a:spcPts val="799"/>
              </a:spcBef>
              <a:buSzPct val="100058"/>
              <a:buBlip>
                <a:blip r:embed="rId3"/>
              </a:buBlip>
              <a:tabLst>
                <a:tab pos="457200" algn="l"/>
              </a:tabLst>
              <a:defRPr/>
            </a:pPr>
            <a:r>
              <a:rPr lang="en-US" sz="1400" b="0" u="none" strike="noStrike">
                <a:solidFill>
                  <a:schemeClr val="dk1"/>
                </a:solidFill>
                <a:latin typeface="Segoe UI"/>
              </a:rPr>
              <a:t>Take a practice assessment</a:t>
            </a:r>
            <a:endParaRPr lang="en-US" sz="1400" b="0" u="none" strike="noStrike">
              <a:solidFill>
                <a:srgbClr val="000000"/>
              </a:solidFill>
              <a:latin typeface="Arial"/>
            </a:endParaRPr>
          </a:p>
        </p:txBody>
      </p:sp>
      <p:pic>
        <p:nvPicPr>
          <p:cNvPr id="1979259160" name="Picture 21">
            <a:extLst>
              <a:ext uri="{C183D7F6-B498-43B3-948B-1728B52AA6E4}">
                <adec:decorative xmlns:adec="http://schemas.microsoft.com/office/drawing/2017/decorative" val="1"/>
              </a:ext>
            </a:extLst>
          </p:cNvPr>
          <p:cNvPicPr/>
          <p:nvPr/>
        </p:nvPicPr>
        <p:blipFill rotWithShape="1">
          <a:blip r:embed="rId4"/>
          <a:stretch/>
        </p:blipFill>
        <p:spPr bwMode="auto">
          <a:xfrm>
            <a:off x="11007720" y="2343240"/>
            <a:ext cx="441000" cy="441000"/>
          </a:xfrm>
          <a:prstGeom prst="rect">
            <a:avLst/>
          </a:prstGeom>
          <a:noFill/>
          <a:ln w="0">
            <a:noFill/>
          </a:ln>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07625063" name="Title 6"/>
          <p:cNvSpPr>
            <a:spLocks noGrp="1"/>
          </p:cNvSpPr>
          <p:nvPr>
            <p:ph type="title"/>
          </p:nvPr>
        </p:nvSpPr>
        <p:spPr bwMode="auto">
          <a:xfrm>
            <a:off x="615176" y="2875002"/>
            <a:ext cx="6494919" cy="1107996"/>
          </a:xfrm>
        </p:spPr>
        <p:txBody>
          <a:bodyPr/>
          <a:lstStyle/>
          <a:p>
            <a:pPr>
              <a:defRPr/>
            </a:pPr>
            <a:r>
              <a:rPr lang="en-US" sz="4000" b="0" i="0" u="none" strike="noStrike" cap="none" spc="-49" dirty="0">
                <a:solidFill>
                  <a:schemeClr val="tx1"/>
                </a:solidFill>
                <a:latin typeface="Segoe UI"/>
                <a:ea typeface="Segoe UI"/>
                <a:cs typeface="Segoe UI"/>
              </a:rPr>
              <a:t>Implement container application hosting on Azure</a:t>
            </a:r>
            <a:endParaRPr lang="en-US" dirty="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 name="Title 4">
            <a:extLst>
              <a:ext uri="{FF2B5EF4-FFF2-40B4-BE49-F238E27FC236}">
                <a16:creationId xmlns:a16="http://schemas.microsoft.com/office/drawing/2014/main" id="{E80ADACA-CDDA-B637-FD76-D475C3F02FC1}"/>
              </a:ext>
            </a:extLst>
          </p:cNvPr>
          <p:cNvSpPr>
            <a:spLocks noGrp="1"/>
          </p:cNvSpPr>
          <p:nvPr>
            <p:ph type="title"/>
          </p:nvPr>
        </p:nvSpPr>
        <p:spPr/>
        <p:txBody>
          <a:bodyPr/>
          <a:lstStyle/>
          <a:p>
            <a:r>
              <a:rPr lang="en-US" dirty="0"/>
              <a:t>Module 1: Store and manage containers in Azure Container Registry</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D107E5EC-605C-531E-BB01-4007F08C3CCE}"/>
            </a:ext>
          </a:extLst>
        </p:cNvPr>
        <p:cNvGrpSpPr/>
        <p:nvPr/>
      </p:nvGrpSpPr>
      <p:grpSpPr bwMode="auto">
        <a:xfrm>
          <a:off x="0" y="0"/>
          <a:ext cx="0" cy="0"/>
          <a:chOff x="0" y="0"/>
          <a:chExt cx="0" cy="0"/>
        </a:xfrm>
      </p:grpSpPr>
      <p:sp>
        <p:nvSpPr>
          <p:cNvPr id="52104109" name="Title 1">
            <a:extLst>
              <a:ext uri="{FF2B5EF4-FFF2-40B4-BE49-F238E27FC236}">
                <a16:creationId xmlns:a16="http://schemas.microsoft.com/office/drawing/2014/main" id="{0593DE88-47A9-1A1C-DA98-877CA4FE0191}"/>
              </a:ext>
            </a:extLst>
          </p:cNvPr>
          <p:cNvSpPr>
            <a:spLocks noGrp="1"/>
          </p:cNvSpPr>
          <p:nvPr>
            <p:ph type="title"/>
          </p:nvPr>
        </p:nvSpPr>
        <p:spPr bwMode="auto"/>
        <p:txBody>
          <a:bodyPr/>
          <a:lstStyle/>
          <a:p>
            <a:pPr>
              <a:defRPr/>
            </a:pPr>
            <a:r>
              <a:rPr lang="en-US" dirty="0"/>
              <a:t>Containers</a:t>
            </a:r>
            <a:endParaRPr dirty="0"/>
          </a:p>
        </p:txBody>
      </p:sp>
      <p:graphicFrame>
        <p:nvGraphicFramePr>
          <p:cNvPr id="2" name="Object 1">
            <a:extLst>
              <a:ext uri="{FF2B5EF4-FFF2-40B4-BE49-F238E27FC236}">
                <a16:creationId xmlns:a16="http://schemas.microsoft.com/office/drawing/2014/main" id="{480C8D42-04C0-AC3D-7F4C-96A0798AFC15}"/>
              </a:ext>
            </a:extLst>
          </p:cNvPr>
          <p:cNvGraphicFramePr>
            <a:graphicFrameLocks noChangeAspect="1"/>
          </p:cNvGraphicFramePr>
          <p:nvPr>
            <p:extLst>
              <p:ext uri="{D42A27DB-BD31-4B8C-83A1-F6EECF244321}">
                <p14:modId xmlns:p14="http://schemas.microsoft.com/office/powerpoint/2010/main" val="2605483716"/>
              </p:ext>
            </p:extLst>
          </p:nvPr>
        </p:nvGraphicFramePr>
        <p:xfrm>
          <a:off x="912813" y="1339850"/>
          <a:ext cx="10366375" cy="4175125"/>
        </p:xfrm>
        <a:graphic>
          <a:graphicData uri="http://schemas.openxmlformats.org/presentationml/2006/ole">
            <mc:AlternateContent xmlns:mc="http://schemas.openxmlformats.org/markup-compatibility/2006">
              <mc:Choice xmlns:v="urn:schemas-microsoft-com:vml" Requires="v">
                <p:oleObj name="Bitmap Image" r:id="rId3" imgW="10366744" imgH="4174497" progId="Paint.Picture">
                  <p:embed/>
                </p:oleObj>
              </mc:Choice>
              <mc:Fallback>
                <p:oleObj name="Bitmap Image" r:id="rId3" imgW="10366744" imgH="4174497" progId="Paint.Picture">
                  <p:embed/>
                  <p:pic>
                    <p:nvPicPr>
                      <p:cNvPr id="0" name=""/>
                      <p:cNvPicPr/>
                      <p:nvPr/>
                    </p:nvPicPr>
                    <p:blipFill>
                      <a:blip r:embed="rId4"/>
                      <a:stretch>
                        <a:fillRect/>
                      </a:stretch>
                    </p:blipFill>
                    <p:spPr>
                      <a:xfrm>
                        <a:off x="912813" y="1339850"/>
                        <a:ext cx="10366375" cy="4175125"/>
                      </a:xfrm>
                      <a:prstGeom prst="rect">
                        <a:avLst/>
                      </a:prstGeom>
                    </p:spPr>
                  </p:pic>
                </p:oleObj>
              </mc:Fallback>
            </mc:AlternateContent>
          </a:graphicData>
        </a:graphic>
      </p:graphicFrame>
    </p:spTree>
    <p:extLst>
      <p:ext uri="{BB962C8B-B14F-4D97-AF65-F5344CB8AC3E}">
        <p14:creationId xmlns:p14="http://schemas.microsoft.com/office/powerpoint/2010/main" val="86423238"/>
      </p:ext>
    </p:extLst>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2104109"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Registries, repositories, and artifacts</a:t>
            </a:r>
            <a:endParaRPr/>
          </a:p>
        </p:txBody>
      </p:sp>
      <p:pic>
        <p:nvPicPr>
          <p:cNvPr id="616289700" name="Picture 1" descr="Diagram showing the three-level ACR hierarchy: Registry provides a login server, Repository groups image versions, and Artifact holds the actual image or OCI content, with namespace support for organization&#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4360164" y="1188719"/>
            <a:ext cx="3648456" cy="4764024"/>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9285338"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Build and run images with ACR Tasks</a:t>
            </a:r>
            <a:endParaRPr/>
          </a:p>
        </p:txBody>
      </p:sp>
      <p:sp>
        <p:nvSpPr>
          <p:cNvPr id="1649583110" name="Content Placeholder 3"/>
          <p:cNvSpPr>
            <a:spLocks noGrp="1"/>
          </p:cNvSpPr>
          <p:nvPr>
            <p:ph sz="quarter" idx="10"/>
          </p:nvPr>
        </p:nvSpPr>
        <p:spPr bwMode="auto">
          <a:xfrm>
            <a:off x="457199" y="1358776"/>
            <a:ext cx="5120536" cy="4816474"/>
          </a:xfrm>
        </p:spPr>
        <p:txBody>
          <a:bodyPr vertOverflow="overflow" horzOverflow="overflow" vert="horz" wrap="square" lIns="0" tIns="0" rIns="0" bIns="0" numCol="1" spcCol="0" rtlCol="0" fromWordArt="0" anchor="t" anchorCtr="0" forceAA="0" compatLnSpc="0">
            <a:noAutofit/>
          </a:bodyPr>
          <a:lstStyle/>
          <a:p>
            <a:pPr>
              <a:lnSpc>
                <a:spcPct val="100000"/>
              </a:lnSpc>
              <a:spcBef>
                <a:spcPts val="0"/>
              </a:spcBef>
              <a:spcAft>
                <a:spcPts val="719"/>
              </a:spcAft>
              <a:defRPr/>
            </a:pPr>
            <a:r>
              <a:rPr lang="en-US" sz="2200" b="0" i="0" u="none" strike="noStrike" cap="none" spc="0">
                <a:solidFill>
                  <a:schemeClr val="tx1"/>
                </a:solidFill>
                <a:latin typeface="Segoe UI"/>
                <a:ea typeface="Segoe UI"/>
                <a:cs typeface="Segoe UI"/>
              </a:rPr>
              <a:t>Quick tasks build and push in one command</a:t>
            </a:r>
            <a:endParaRPr lang="en-US" sz="2200" b="0" i="0" u="none" strike="noStrike" cap="none" spc="0">
              <a:solidFill>
                <a:schemeClr val="tx1"/>
              </a:solidFill>
              <a:latin typeface="Segoe UI"/>
              <a:cs typeface="Segoe UI"/>
            </a:endParaRPr>
          </a:p>
          <a:p>
            <a:pPr>
              <a:lnSpc>
                <a:spcPct val="100000"/>
              </a:lnSpc>
              <a:spcBef>
                <a:spcPts val="359"/>
              </a:spcBef>
              <a:spcAft>
                <a:spcPts val="719"/>
              </a:spcAft>
              <a:defRPr/>
            </a:pPr>
            <a:r>
              <a:rPr lang="en-US" sz="2200" b="0" i="0" u="none" strike="noStrike" cap="none" spc="0">
                <a:solidFill>
                  <a:schemeClr val="tx1"/>
                </a:solidFill>
                <a:latin typeface="Segoe UI"/>
                <a:ea typeface="Segoe UI"/>
                <a:cs typeface="Segoe UI"/>
              </a:rPr>
              <a:t>Source code trigger example</a:t>
            </a:r>
            <a:endParaRPr sz="2200" b="0" i="0" u="none" strike="noStrike" cap="none" spc="0">
              <a:solidFill>
                <a:schemeClr val="tx1"/>
              </a:solidFill>
              <a:latin typeface="Segoe UI"/>
              <a:cs typeface="Segoe UI"/>
            </a:endParaRPr>
          </a:p>
          <a:p>
            <a:pPr marL="228600" marR="0" indent="0">
              <a:buFont typeface="Arial"/>
              <a:buNone/>
              <a:defRPr/>
            </a:pPr>
            <a:r>
              <a:rPr sz="1600" b="0" i="0" u="none">
                <a:solidFill>
                  <a:srgbClr val="0000FF"/>
                </a:solidFill>
                <a:latin typeface="Consolas"/>
                <a:ea typeface="Consolas"/>
                <a:cs typeface="Consolas"/>
              </a:rPr>
              <a:t>az acr task create \</a:t>
            </a:r>
            <a:endParaRPr sz="4800"/>
          </a:p>
          <a:p>
            <a:pPr marL="228600" marR="0" indent="0">
              <a:buFont typeface="Arial"/>
              <a:buNone/>
              <a:defRPr/>
            </a:pPr>
            <a:r>
              <a:rPr sz="1600" b="0" i="0" u="none">
                <a:solidFill>
                  <a:srgbClr val="0000FF"/>
                </a:solidFill>
                <a:latin typeface="Consolas"/>
                <a:ea typeface="Consolas"/>
                <a:cs typeface="Consolas"/>
              </a:rPr>
              <a:t>  </a:t>
            </a:r>
            <a:r>
              <a:rPr sz="1600" b="0" i="0" u="none">
                <a:solidFill>
                  <a:srgbClr val="000000"/>
                </a:solidFill>
                <a:latin typeface="Consolas"/>
                <a:ea typeface="Consolas"/>
                <a:cs typeface="Consolas"/>
              </a:rPr>
              <a:t>--registry </a:t>
            </a:r>
            <a:r>
              <a:rPr sz="1600" b="0" i="0" u="none">
                <a:solidFill>
                  <a:srgbClr val="A31515"/>
                </a:solidFill>
                <a:latin typeface="Consolas"/>
                <a:ea typeface="Consolas"/>
                <a:cs typeface="Consolas"/>
              </a:rPr>
              <a:t>myregistry \</a:t>
            </a:r>
            <a:endParaRPr sz="4800"/>
          </a:p>
          <a:p>
            <a:pPr marL="228600" marR="0" indent="0">
              <a:buFont typeface="Arial"/>
              <a:buNone/>
              <a:defRPr/>
            </a:pPr>
            <a:r>
              <a:rPr sz="1600" b="0" i="0" u="none">
                <a:solidFill>
                  <a:srgbClr val="0000FF"/>
                </a:solidFill>
                <a:latin typeface="Consolas"/>
                <a:ea typeface="Consolas"/>
                <a:cs typeface="Consolas"/>
              </a:rPr>
              <a:t>  </a:t>
            </a:r>
            <a:r>
              <a:rPr sz="1600" b="0" i="0" u="none">
                <a:solidFill>
                  <a:srgbClr val="000000"/>
                </a:solidFill>
                <a:latin typeface="Consolas"/>
                <a:ea typeface="Consolas"/>
                <a:cs typeface="Consolas"/>
              </a:rPr>
              <a:t>--name </a:t>
            </a:r>
            <a:r>
              <a:rPr sz="1600" b="0" i="0" u="none">
                <a:solidFill>
                  <a:srgbClr val="A31515"/>
                </a:solidFill>
                <a:latin typeface="Consolas"/>
                <a:ea typeface="Consolas"/>
                <a:cs typeface="Consolas"/>
              </a:rPr>
              <a:t>build-inference-api \</a:t>
            </a:r>
            <a:endParaRPr sz="4800"/>
          </a:p>
          <a:p>
            <a:pPr marL="228600" marR="0" indent="0">
              <a:buFont typeface="Arial"/>
              <a:buNone/>
              <a:defRPr/>
            </a:pPr>
            <a:r>
              <a:rPr sz="1600" b="0" i="0" u="none">
                <a:solidFill>
                  <a:srgbClr val="0000FF"/>
                </a:solidFill>
                <a:latin typeface="Consolas"/>
                <a:ea typeface="Consolas"/>
                <a:cs typeface="Consolas"/>
              </a:rPr>
              <a:t>  </a:t>
            </a:r>
            <a:r>
              <a:rPr sz="1600" b="0" i="0" u="none">
                <a:solidFill>
                  <a:srgbClr val="000000"/>
                </a:solidFill>
                <a:latin typeface="Consolas"/>
                <a:ea typeface="Consolas"/>
                <a:cs typeface="Consolas"/>
              </a:rPr>
              <a:t>--image </a:t>
            </a:r>
            <a:r>
              <a:rPr sz="1600" b="0" i="0" u="none">
                <a:solidFill>
                  <a:srgbClr val="A31515"/>
                </a:solidFill>
                <a:latin typeface="Consolas"/>
                <a:ea typeface="Consolas"/>
                <a:cs typeface="Consolas"/>
              </a:rPr>
              <a:t>inference-api:{{.Run.ID}} \</a:t>
            </a:r>
            <a:endParaRPr sz="4800"/>
          </a:p>
          <a:p>
            <a:pPr marL="228600" marR="0" indent="0">
              <a:buFont typeface="Arial"/>
              <a:buNone/>
              <a:defRPr/>
            </a:pPr>
            <a:r>
              <a:rPr sz="1600" b="0" i="0" u="none">
                <a:solidFill>
                  <a:srgbClr val="0000FF"/>
                </a:solidFill>
                <a:latin typeface="Consolas"/>
                <a:ea typeface="Consolas"/>
                <a:cs typeface="Consolas"/>
              </a:rPr>
              <a:t>  </a:t>
            </a:r>
            <a:r>
              <a:rPr sz="1600" b="0" i="0" u="none">
                <a:solidFill>
                  <a:srgbClr val="000000"/>
                </a:solidFill>
                <a:latin typeface="Consolas"/>
                <a:ea typeface="Consolas"/>
                <a:cs typeface="Consolas"/>
              </a:rPr>
              <a:t>--context </a:t>
            </a:r>
            <a:r>
              <a:rPr sz="1600" b="0" i="0" u="none">
                <a:solidFill>
                  <a:srgbClr val="A31515"/>
                </a:solidFill>
                <a:latin typeface="Consolas"/>
                <a:ea typeface="Consolas"/>
                <a:cs typeface="Consolas"/>
              </a:rPr>
              <a:t>https://github.com/myorg/</a:t>
            </a:r>
            <a:endParaRPr sz="4800"/>
          </a:p>
          <a:p>
            <a:pPr marL="228600" marR="0" indent="0">
              <a:buFont typeface="Arial"/>
              <a:buNone/>
              <a:defRPr/>
            </a:pPr>
            <a:r>
              <a:rPr sz="1600" b="0" i="0" u="none">
                <a:solidFill>
                  <a:srgbClr val="0000FF"/>
                </a:solidFill>
                <a:latin typeface="Consolas"/>
                <a:ea typeface="Consolas"/>
                <a:cs typeface="Consolas"/>
              </a:rPr>
              <a:t>    inference-api.git</a:t>
            </a:r>
            <a:r>
              <a:rPr sz="1600" b="0" i="0" u="none">
                <a:solidFill>
                  <a:srgbClr val="008000"/>
                </a:solidFill>
                <a:latin typeface="Consolas"/>
                <a:ea typeface="Consolas"/>
                <a:cs typeface="Consolas"/>
              </a:rPr>
              <a:t>#main \</a:t>
            </a:r>
            <a:endParaRPr sz="4800"/>
          </a:p>
          <a:p>
            <a:pPr marL="228600" marR="0" indent="0">
              <a:buFont typeface="Arial"/>
              <a:buNone/>
              <a:defRPr/>
            </a:pPr>
            <a:r>
              <a:rPr sz="1600" b="0" i="0" u="none">
                <a:solidFill>
                  <a:srgbClr val="0000FF"/>
                </a:solidFill>
                <a:latin typeface="Consolas"/>
                <a:ea typeface="Consolas"/>
                <a:cs typeface="Consolas"/>
              </a:rPr>
              <a:t>  </a:t>
            </a:r>
            <a:r>
              <a:rPr sz="1600" b="0" i="0" u="none">
                <a:solidFill>
                  <a:srgbClr val="000000"/>
                </a:solidFill>
                <a:latin typeface="Consolas"/>
                <a:ea typeface="Consolas"/>
                <a:cs typeface="Consolas"/>
              </a:rPr>
              <a:t>--file </a:t>
            </a:r>
            <a:r>
              <a:rPr sz="1600" b="0" i="0" u="none">
                <a:solidFill>
                  <a:srgbClr val="A31515"/>
                </a:solidFill>
                <a:latin typeface="Consolas"/>
                <a:ea typeface="Consolas"/>
                <a:cs typeface="Consolas"/>
              </a:rPr>
              <a:t>Dockerfile \</a:t>
            </a:r>
            <a:endParaRPr sz="4800"/>
          </a:p>
          <a:p>
            <a:pPr marL="228600" marR="0" indent="0">
              <a:buFont typeface="Arial"/>
              <a:buNone/>
              <a:defRPr/>
            </a:pPr>
            <a:r>
              <a:rPr sz="1600" b="0" i="0" u="none">
                <a:solidFill>
                  <a:srgbClr val="0000FF"/>
                </a:solidFill>
                <a:latin typeface="Consolas"/>
                <a:ea typeface="Consolas"/>
                <a:cs typeface="Consolas"/>
              </a:rPr>
              <a:t>  </a:t>
            </a:r>
            <a:r>
              <a:rPr sz="1600" b="0" i="0" u="none">
                <a:solidFill>
                  <a:srgbClr val="000000"/>
                </a:solidFill>
                <a:latin typeface="Consolas"/>
                <a:ea typeface="Consolas"/>
                <a:cs typeface="Consolas"/>
              </a:rPr>
              <a:t>--git-access-token </a:t>
            </a:r>
            <a:r>
              <a:rPr sz="1600" b="0" i="0" u="none">
                <a:solidFill>
                  <a:srgbClr val="A31515"/>
                </a:solidFill>
                <a:latin typeface="Consolas"/>
                <a:ea typeface="Consolas"/>
                <a:cs typeface="Consolas"/>
              </a:rPr>
              <a:t>$PAT</a:t>
            </a:r>
            <a:endParaRPr lang="en-US" sz="2200" b="0" i="0" u="none" strike="noStrike" cap="none" spc="0">
              <a:solidFill>
                <a:schemeClr val="tx1"/>
              </a:solidFill>
              <a:latin typeface="Segoe UI"/>
              <a:cs typeface="Segoe UI"/>
            </a:endParaRPr>
          </a:p>
          <a:p>
            <a:pPr marL="228600" marR="0" lvl="0" indent="-228600" algn="l">
              <a:lnSpc>
                <a:spcPct val="100000"/>
              </a:lnSpc>
              <a:spcBef>
                <a:spcPts val="719"/>
              </a:spcBef>
              <a:spcAft>
                <a:spcPts val="719"/>
              </a:spcAft>
              <a:buFont typeface="Arial"/>
              <a:buChar char="•"/>
              <a:defRPr/>
            </a:pPr>
            <a:r>
              <a:rPr lang="en-US" sz="2200" b="0" i="0" u="none" strike="noStrike" cap="none" spc="0">
                <a:solidFill>
                  <a:schemeClr val="tx1"/>
                </a:solidFill>
                <a:latin typeface="Segoe UI"/>
                <a:ea typeface="Segoe UI"/>
                <a:cs typeface="Segoe UI"/>
              </a:rPr>
              <a:t>Multi-step tasks define build-test-push workflows in YAML</a:t>
            </a:r>
            <a:endParaRPr sz="2200"/>
          </a:p>
        </p:txBody>
      </p:sp>
      <p:pic>
        <p:nvPicPr>
          <p:cNvPr id="1079340672" name="Picture 1" descr="Diagram showing ACR Tasks build workflow: source context flows to the cloud build engine, producing a container image pushed to the registry, with automatic triggers for source commits, base image updates, and scheduled builds&#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7278624" y="1263353"/>
            <a:ext cx="3463966" cy="5007318"/>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17009876"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Tag and version images</a:t>
            </a:r>
            <a:endParaRPr/>
          </a:p>
        </p:txBody>
      </p:sp>
      <p:pic>
        <p:nvPicPr>
          <p:cNvPr id="1458312351" name="Picture 1" descr="Comparison diagram of stable tags where the same tag moves between images causing unpredictability, versus unique tags where each build gets a distinct immutable tag for consistency&#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457200" y="1106424"/>
            <a:ext cx="4233671" cy="4535424"/>
          </a:xfrm>
          <a:prstGeom prst="rect">
            <a:avLst/>
          </a:prstGeom>
          <a:noFill/>
          <a:ln w="9525">
            <a:noFill/>
            <a:headEnd/>
            <a:tailEnd/>
          </a:ln>
        </p:spPr>
      </p:pic>
      <p:sp>
        <p:nvSpPr>
          <p:cNvPr id="1828702882" name="Content Placeholder 3"/>
          <p:cNvSpPr>
            <a:spLocks noGrp="1"/>
          </p:cNvSpPr>
          <p:nvPr/>
        </p:nvSpPr>
        <p:spPr bwMode="auto">
          <a:xfrm>
            <a:off x="5426399" y="1106424"/>
            <a:ext cx="6164097" cy="5090162"/>
          </a:xfrm>
        </p:spPr>
        <p:txBody>
          <a:bodyPr vertOverflow="overflow" horzOverflow="overflow" vert="horz" wrap="square" lIns="0" tIns="0" rIns="0" bIns="0" numCol="1" spcCol="0" rtlCol="0" fromWordArt="0" anchor="t" anchorCtr="0" forceAA="0" compatLnSpc="0">
            <a:noAutofit/>
          </a:bodyPr>
          <a:lstStyle>
            <a:lvl1pPr marL="228600" indent="-228600" algn="l" defTabSz="914400" rtl="0">
              <a:lnSpc>
                <a:spcPct val="100000"/>
              </a:lnSpc>
              <a:spcBef>
                <a:spcPts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ts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ts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ts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ts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0"/>
              </a:spcBef>
              <a:spcAft>
                <a:spcPts val="719"/>
              </a:spcAft>
              <a:buClrTx/>
              <a:buSzTx/>
              <a:buFont typeface="Arial"/>
              <a:buChar char="•"/>
              <a:tabLst/>
              <a:defRPr lang="en-US" sz="2800" b="0" i="0" u="none" strike="noStrike" cap="none" spc="0">
                <a:solidFill>
                  <a:srgbClr val="000000"/>
                </a:solidFill>
                <a:latin typeface="Segoe UI"/>
                <a:ea typeface="Arial"/>
                <a:cs typeface="Segoe UI"/>
              </a:defRPr>
            </a:pPr>
            <a:r>
              <a:rPr kumimoji="0" lang="en-US" sz="2000" b="0" i="0" u="none" strike="noStrike" kern="0" cap="none" spc="0" normalizeH="0" baseline="0" noProof="0" dirty="0">
                <a:ln>
                  <a:noFill/>
                </a:ln>
                <a:solidFill>
                  <a:prstClr val="black"/>
                </a:solidFill>
                <a:effectLst/>
                <a:uLnTx/>
                <a:uFillTx/>
                <a:latin typeface="Segoe UI"/>
                <a:ea typeface="Segoe UI"/>
                <a:cs typeface="Segoe UI"/>
              </a:rPr>
              <a:t>Lock production images:</a:t>
            </a:r>
            <a:r>
              <a:rPr kumimoji="0" lang="en-US" sz="2800" b="0" i="0" u="none" strike="noStrike" kern="0" cap="none" spc="0" normalizeH="0" baseline="0" noProof="0" dirty="0">
                <a:ln>
                  <a:noFill/>
                </a:ln>
                <a:solidFill>
                  <a:srgbClr val="000000"/>
                </a:solidFill>
                <a:effectLst/>
                <a:uLnTx/>
                <a:uFillTx/>
                <a:latin typeface="Segoe UI"/>
                <a:cs typeface="Segoe UI"/>
              </a:rPr>
              <a:t> </a:t>
            </a:r>
            <a:r>
              <a:rPr kumimoji="0" lang="en-US" sz="1800" b="0" i="0" u="none" strike="noStrike" kern="0" cap="none" spc="0" normalizeH="0" baseline="0" noProof="0" dirty="0">
                <a:ln>
                  <a:noFill/>
                </a:ln>
                <a:solidFill>
                  <a:srgbClr val="000000"/>
                </a:solidFill>
                <a:effectLst/>
                <a:uLnTx/>
                <a:uFillTx/>
                <a:latin typeface="Segoe UI"/>
                <a:ea typeface="Arial"/>
                <a:cs typeface="Segoe UI"/>
              </a:rPr>
              <a:t>Prevents deletion, overwrite, and survives retention policies</a:t>
            </a:r>
            <a:endParaRPr kumimoji="0" lang="en-US" sz="1800" b="0" i="0" u="none" strike="noStrike" kern="0" cap="none" spc="0" normalizeH="0" baseline="0" noProof="0" dirty="0">
              <a:ln>
                <a:noFill/>
              </a:ln>
              <a:solidFill>
                <a:prstClr val="black"/>
              </a:solidFill>
              <a:effectLst/>
              <a:uLnTx/>
              <a:uFillTx/>
              <a:latin typeface="Segoe UI Semibold"/>
              <a:ea typeface="Segoe UI Semibold"/>
              <a:cs typeface="Segoe UI Semibold"/>
            </a:endParaRPr>
          </a:p>
          <a:p>
            <a:pPr marL="228599"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dirty="0" err="1">
                <a:ln>
                  <a:noFill/>
                </a:ln>
                <a:solidFill>
                  <a:srgbClr val="0000FF"/>
                </a:solidFill>
                <a:effectLst/>
                <a:uLnTx/>
                <a:uFillTx/>
                <a:latin typeface="Consolas"/>
                <a:ea typeface="Consolas"/>
                <a:cs typeface="Consolas"/>
              </a:rPr>
              <a:t>az</a:t>
            </a:r>
            <a:r>
              <a:rPr kumimoji="0" sz="1600" b="0" i="0" u="none" strike="noStrike" kern="0" cap="none" spc="0" normalizeH="0" baseline="0" noProof="0" dirty="0">
                <a:ln>
                  <a:noFill/>
                </a:ln>
                <a:solidFill>
                  <a:srgbClr val="0000FF"/>
                </a:solidFill>
                <a:effectLst/>
                <a:uLnTx/>
                <a:uFillTx/>
                <a:latin typeface="Consolas"/>
                <a:ea typeface="Consolas"/>
                <a:cs typeface="Consolas"/>
              </a:rPr>
              <a:t> </a:t>
            </a:r>
            <a:r>
              <a:rPr kumimoji="0" sz="1600" b="0" i="0" u="none" strike="noStrike" kern="0" cap="none" spc="0" normalizeH="0" baseline="0" noProof="0" dirty="0" err="1">
                <a:ln>
                  <a:noFill/>
                </a:ln>
                <a:solidFill>
                  <a:srgbClr val="0000FF"/>
                </a:solidFill>
                <a:effectLst/>
                <a:uLnTx/>
                <a:uFillTx/>
                <a:latin typeface="Consolas"/>
                <a:ea typeface="Consolas"/>
                <a:cs typeface="Consolas"/>
              </a:rPr>
              <a:t>acr</a:t>
            </a:r>
            <a:r>
              <a:rPr kumimoji="0" sz="1600" b="0" i="0" u="none" strike="noStrike" kern="0" cap="none" spc="0" normalizeH="0" baseline="0" noProof="0" dirty="0">
                <a:ln>
                  <a:noFill/>
                </a:ln>
                <a:solidFill>
                  <a:srgbClr val="0000FF"/>
                </a:solidFill>
                <a:effectLst/>
                <a:uLnTx/>
                <a:uFillTx/>
                <a:latin typeface="Consolas"/>
                <a:ea typeface="Consolas"/>
                <a:cs typeface="Consolas"/>
              </a:rPr>
              <a:t> repository update \</a:t>
            </a:r>
            <a:endParaRPr kumimoji="0" sz="4800" b="0" i="0" u="none" strike="noStrike" kern="0" cap="none" spc="0" normalizeH="0" baseline="0" noProof="0" dirty="0">
              <a:ln>
                <a:noFill/>
              </a:ln>
              <a:solidFill>
                <a:prstClr val="black"/>
              </a:solidFill>
              <a:effectLst/>
              <a:uLnTx/>
              <a:uFillTx/>
              <a:latin typeface="Segoe UI"/>
              <a:cs typeface="Segoe UI"/>
            </a:endParaRPr>
          </a:p>
          <a:p>
            <a:pPr marL="228599"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dirty="0">
                <a:ln>
                  <a:noFill/>
                </a:ln>
                <a:solidFill>
                  <a:srgbClr val="0000FF"/>
                </a:solidFill>
                <a:effectLst/>
                <a:uLnTx/>
                <a:uFillTx/>
                <a:latin typeface="Consolas"/>
                <a:ea typeface="Consolas"/>
                <a:cs typeface="Consolas"/>
              </a:rPr>
              <a:t>  </a:t>
            </a:r>
            <a:r>
              <a:rPr kumimoji="0" sz="1600" b="0" i="0" u="none" strike="noStrike" kern="0" cap="none" spc="0" normalizeH="0" baseline="0" noProof="0" dirty="0">
                <a:ln>
                  <a:noFill/>
                </a:ln>
                <a:solidFill>
                  <a:srgbClr val="000000"/>
                </a:solidFill>
                <a:effectLst/>
                <a:uLnTx/>
                <a:uFillTx/>
                <a:latin typeface="Consolas"/>
                <a:ea typeface="Consolas"/>
                <a:cs typeface="Consolas"/>
              </a:rPr>
              <a:t>--name </a:t>
            </a:r>
            <a:r>
              <a:rPr kumimoji="0" sz="1600" b="0" i="0" u="none" strike="noStrike" kern="0" cap="none" spc="0" normalizeH="0" baseline="0" noProof="0" dirty="0" err="1">
                <a:ln>
                  <a:noFill/>
                </a:ln>
                <a:solidFill>
                  <a:srgbClr val="A31515"/>
                </a:solidFill>
                <a:effectLst/>
                <a:uLnTx/>
                <a:uFillTx/>
                <a:latin typeface="Consolas"/>
                <a:ea typeface="Consolas"/>
                <a:cs typeface="Consolas"/>
              </a:rPr>
              <a:t>myregistry</a:t>
            </a:r>
            <a:r>
              <a:rPr kumimoji="0" sz="1600" b="0" i="0" u="none" strike="noStrike" kern="0" cap="none" spc="0" normalizeH="0" baseline="0" noProof="0" dirty="0">
                <a:ln>
                  <a:noFill/>
                </a:ln>
                <a:solidFill>
                  <a:srgbClr val="A31515"/>
                </a:solidFill>
                <a:effectLst/>
                <a:uLnTx/>
                <a:uFillTx/>
                <a:latin typeface="Consolas"/>
                <a:ea typeface="Consolas"/>
                <a:cs typeface="Consolas"/>
              </a:rPr>
              <a:t> \</a:t>
            </a:r>
            <a:endParaRPr kumimoji="0" sz="4800" b="0" i="0" u="none" strike="noStrike" kern="0" cap="none" spc="0" normalizeH="0" baseline="0" noProof="0" dirty="0">
              <a:ln>
                <a:noFill/>
              </a:ln>
              <a:solidFill>
                <a:prstClr val="black"/>
              </a:solidFill>
              <a:effectLst/>
              <a:uLnTx/>
              <a:uFillTx/>
              <a:latin typeface="Segoe UI"/>
              <a:cs typeface="Segoe UI"/>
            </a:endParaRPr>
          </a:p>
          <a:p>
            <a:pPr marL="228599"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dirty="0">
                <a:ln>
                  <a:noFill/>
                </a:ln>
                <a:solidFill>
                  <a:srgbClr val="0000FF"/>
                </a:solidFill>
                <a:effectLst/>
                <a:uLnTx/>
                <a:uFillTx/>
                <a:latin typeface="Consolas"/>
                <a:ea typeface="Consolas"/>
                <a:cs typeface="Consolas"/>
              </a:rPr>
              <a:t>  </a:t>
            </a:r>
            <a:r>
              <a:rPr kumimoji="0" sz="1600" b="0" i="0" u="none" strike="noStrike" kern="0" cap="none" spc="0" normalizeH="0" baseline="0" noProof="0" dirty="0">
                <a:ln>
                  <a:noFill/>
                </a:ln>
                <a:solidFill>
                  <a:srgbClr val="000000"/>
                </a:solidFill>
                <a:effectLst/>
                <a:uLnTx/>
                <a:uFillTx/>
                <a:latin typeface="Consolas"/>
                <a:ea typeface="Consolas"/>
                <a:cs typeface="Consolas"/>
              </a:rPr>
              <a:t>--image </a:t>
            </a:r>
            <a:r>
              <a:rPr kumimoji="0" sz="1600" b="0" i="0" u="none" strike="noStrike" kern="0" cap="none" spc="0" normalizeH="0" baseline="0" noProof="0" dirty="0">
                <a:ln>
                  <a:noFill/>
                </a:ln>
                <a:solidFill>
                  <a:srgbClr val="A31515"/>
                </a:solidFill>
                <a:effectLst/>
                <a:highlight>
                  <a:srgbClr val="00FF00"/>
                </a:highlight>
                <a:uLnTx/>
                <a:uFillTx/>
                <a:latin typeface="Consolas"/>
                <a:ea typeface="Consolas"/>
                <a:cs typeface="Consolas"/>
              </a:rPr>
              <a:t>inference-api:</a:t>
            </a:r>
            <a:r>
              <a:rPr kumimoji="0" sz="1600" b="0" i="0" u="none" strike="noStrike" kern="0" cap="none" spc="0" normalizeH="0" baseline="0" noProof="0" dirty="0">
                <a:ln>
                  <a:noFill/>
                </a:ln>
                <a:solidFill>
                  <a:srgbClr val="A31515"/>
                </a:solidFill>
                <a:effectLst/>
                <a:uLnTx/>
                <a:uFillTx/>
                <a:latin typeface="Consolas"/>
                <a:ea typeface="Consolas"/>
                <a:cs typeface="Consolas"/>
              </a:rPr>
              <a:t>v1.2.0 \</a:t>
            </a:r>
            <a:endParaRPr kumimoji="0" sz="4800" b="0" i="0" u="none" strike="noStrike" kern="0" cap="none" spc="0" normalizeH="0" baseline="0" noProof="0" dirty="0">
              <a:ln>
                <a:noFill/>
              </a:ln>
              <a:solidFill>
                <a:prstClr val="black"/>
              </a:solidFill>
              <a:effectLst/>
              <a:uLnTx/>
              <a:uFillTx/>
              <a:latin typeface="Segoe UI"/>
              <a:cs typeface="Segoe UI"/>
            </a:endParaRPr>
          </a:p>
          <a:p>
            <a:pPr marL="228599"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dirty="0">
                <a:ln>
                  <a:noFill/>
                </a:ln>
                <a:solidFill>
                  <a:srgbClr val="0000FF"/>
                </a:solidFill>
                <a:effectLst/>
                <a:uLnTx/>
                <a:uFillTx/>
                <a:latin typeface="Consolas"/>
                <a:ea typeface="Consolas"/>
                <a:cs typeface="Consolas"/>
              </a:rPr>
              <a:t>  </a:t>
            </a:r>
            <a:r>
              <a:rPr kumimoji="0" sz="1600" b="0" i="0" u="none" strike="noStrike" kern="0" cap="none" spc="0" normalizeH="0" baseline="0" noProof="0" dirty="0">
                <a:ln>
                  <a:noFill/>
                </a:ln>
                <a:solidFill>
                  <a:srgbClr val="000000"/>
                </a:solidFill>
                <a:effectLst/>
                <a:highlight>
                  <a:srgbClr val="FFFF00"/>
                </a:highlight>
                <a:uLnTx/>
                <a:uFillTx/>
                <a:latin typeface="Consolas"/>
                <a:ea typeface="Consolas"/>
                <a:cs typeface="Consolas"/>
              </a:rPr>
              <a:t>--write-enabled </a:t>
            </a:r>
            <a:r>
              <a:rPr kumimoji="0" sz="1600" b="0" i="0" u="none" strike="noStrike" kern="0" cap="none" spc="0" normalizeH="0" baseline="0" noProof="0" dirty="0">
                <a:ln>
                  <a:noFill/>
                </a:ln>
                <a:solidFill>
                  <a:srgbClr val="A31515"/>
                </a:solidFill>
                <a:effectLst/>
                <a:highlight>
                  <a:srgbClr val="FFFF00"/>
                </a:highlight>
                <a:uLnTx/>
                <a:uFillTx/>
                <a:latin typeface="Consolas"/>
                <a:ea typeface="Consolas"/>
                <a:cs typeface="Consolas"/>
              </a:rPr>
              <a:t>false</a:t>
            </a:r>
            <a:endParaRPr kumimoji="0" lang="en-US" sz="1000" b="0" i="0" u="none" strike="noStrike" kern="0" cap="none" spc="0" normalizeH="0" baseline="0" noProof="0" dirty="0">
              <a:ln>
                <a:noFill/>
              </a:ln>
              <a:solidFill>
                <a:prstClr val="black"/>
              </a:solidFill>
              <a:effectLst/>
              <a:highlight>
                <a:srgbClr val="FFFF00"/>
              </a:highlight>
              <a:uLnTx/>
              <a:uFillTx/>
              <a:latin typeface="Times New Roman"/>
              <a:cs typeface="Times New Roman"/>
            </a:endParaRPr>
          </a:p>
          <a:p>
            <a:pPr marL="228600" marR="0" lvl="0" indent="-228600" algn="l" defTabSz="914400" rtl="0" eaLnBrk="1" fontAlgn="auto" latinLnBrk="0" hangingPunct="1">
              <a:lnSpc>
                <a:spcPct val="100000"/>
              </a:lnSpc>
              <a:spcBef>
                <a:spcPts val="359"/>
              </a:spcBef>
              <a:spcAft>
                <a:spcPts val="719"/>
              </a:spcAft>
              <a:buClrTx/>
              <a:buSzTx/>
              <a:buFont typeface="Arial"/>
              <a:buChar char="•"/>
              <a:tabLst/>
              <a:defRPr/>
            </a:pPr>
            <a:r>
              <a:rPr kumimoji="0" lang="en-US" sz="2000" b="0" i="0" u="none" strike="noStrike" kern="0" cap="none" spc="0" normalizeH="0" baseline="0" noProof="0" dirty="0">
                <a:ln>
                  <a:noFill/>
                </a:ln>
                <a:solidFill>
                  <a:prstClr val="black"/>
                </a:solidFill>
                <a:effectLst/>
                <a:uLnTx/>
                <a:uFillTx/>
                <a:latin typeface="Segoe UI"/>
                <a:ea typeface="Segoe UI"/>
                <a:cs typeface="Segoe UI"/>
              </a:rPr>
              <a:t>Clean up untagged images</a:t>
            </a:r>
            <a:endParaRPr kumimoji="0" sz="1800" b="0" i="0" u="none" strike="noStrike" kern="0" cap="none" spc="0" normalizeH="0" baseline="0" noProof="0" dirty="0">
              <a:ln>
                <a:noFill/>
              </a:ln>
              <a:solidFill>
                <a:prstClr val="black"/>
              </a:solidFill>
              <a:effectLst/>
              <a:uLnTx/>
              <a:uFillTx/>
              <a:latin typeface="Segoe UI"/>
              <a:cs typeface="Segoe UI"/>
            </a:endParaRPr>
          </a:p>
          <a:p>
            <a:pPr marL="228599"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dirty="0" err="1">
                <a:ln>
                  <a:noFill/>
                </a:ln>
                <a:solidFill>
                  <a:srgbClr val="0000FF"/>
                </a:solidFill>
                <a:effectLst/>
                <a:uLnTx/>
                <a:uFillTx/>
                <a:latin typeface="Consolas"/>
                <a:ea typeface="Consolas"/>
                <a:cs typeface="Consolas"/>
              </a:rPr>
              <a:t>az</a:t>
            </a:r>
            <a:r>
              <a:rPr kumimoji="0" sz="1600" b="0" i="0" u="none" strike="noStrike" kern="0" cap="none" spc="0" normalizeH="0" baseline="0" noProof="0" dirty="0">
                <a:ln>
                  <a:noFill/>
                </a:ln>
                <a:solidFill>
                  <a:srgbClr val="0000FF"/>
                </a:solidFill>
                <a:effectLst/>
                <a:uLnTx/>
                <a:uFillTx/>
                <a:latin typeface="Consolas"/>
                <a:ea typeface="Consolas"/>
                <a:cs typeface="Consolas"/>
              </a:rPr>
              <a:t> </a:t>
            </a:r>
            <a:r>
              <a:rPr kumimoji="0" sz="1600" b="0" i="0" u="none" strike="noStrike" kern="0" cap="none" spc="0" normalizeH="0" baseline="0" noProof="0" dirty="0" err="1">
                <a:ln>
                  <a:noFill/>
                </a:ln>
                <a:solidFill>
                  <a:srgbClr val="0000FF"/>
                </a:solidFill>
                <a:effectLst/>
                <a:uLnTx/>
                <a:uFillTx/>
                <a:latin typeface="Consolas"/>
                <a:ea typeface="Consolas"/>
                <a:cs typeface="Consolas"/>
              </a:rPr>
              <a:t>acr</a:t>
            </a:r>
            <a:r>
              <a:rPr kumimoji="0" sz="1600" b="0" i="0" u="none" strike="noStrike" kern="0" cap="none" spc="0" normalizeH="0" baseline="0" noProof="0" dirty="0">
                <a:ln>
                  <a:noFill/>
                </a:ln>
                <a:solidFill>
                  <a:srgbClr val="0000FF"/>
                </a:solidFill>
                <a:effectLst/>
                <a:uLnTx/>
                <a:uFillTx/>
                <a:latin typeface="Consolas"/>
                <a:ea typeface="Consolas"/>
                <a:cs typeface="Consolas"/>
              </a:rPr>
              <a:t> task create \</a:t>
            </a:r>
            <a:endParaRPr kumimoji="0" sz="4800" b="0" i="0" u="none" strike="noStrike" kern="0" cap="none" spc="0" normalizeH="0" baseline="0" noProof="0" dirty="0">
              <a:ln>
                <a:noFill/>
              </a:ln>
              <a:solidFill>
                <a:prstClr val="black"/>
              </a:solidFill>
              <a:effectLst/>
              <a:uLnTx/>
              <a:uFillTx/>
              <a:latin typeface="Segoe UI"/>
              <a:cs typeface="Segoe UI"/>
            </a:endParaRPr>
          </a:p>
          <a:p>
            <a:pPr marL="228599"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dirty="0">
                <a:ln>
                  <a:noFill/>
                </a:ln>
                <a:solidFill>
                  <a:srgbClr val="0000FF"/>
                </a:solidFill>
                <a:effectLst/>
                <a:uLnTx/>
                <a:uFillTx/>
                <a:latin typeface="Consolas"/>
                <a:ea typeface="Consolas"/>
                <a:cs typeface="Consolas"/>
              </a:rPr>
              <a:t>  </a:t>
            </a:r>
            <a:r>
              <a:rPr kumimoji="0" sz="1600" b="0" i="0" u="none" strike="noStrike" kern="0" cap="none" spc="0" normalizeH="0" baseline="0" noProof="0" dirty="0">
                <a:ln>
                  <a:noFill/>
                </a:ln>
                <a:solidFill>
                  <a:srgbClr val="000000"/>
                </a:solidFill>
                <a:effectLst/>
                <a:uLnTx/>
                <a:uFillTx/>
                <a:latin typeface="Consolas"/>
                <a:ea typeface="Consolas"/>
                <a:cs typeface="Consolas"/>
              </a:rPr>
              <a:t>--registry </a:t>
            </a:r>
            <a:r>
              <a:rPr kumimoji="0" sz="1600" b="0" i="0" u="none" strike="noStrike" kern="0" cap="none" spc="0" normalizeH="0" baseline="0" noProof="0" dirty="0" err="1">
                <a:ln>
                  <a:noFill/>
                </a:ln>
                <a:solidFill>
                  <a:srgbClr val="A31515"/>
                </a:solidFill>
                <a:effectLst/>
                <a:uLnTx/>
                <a:uFillTx/>
                <a:latin typeface="Consolas"/>
                <a:ea typeface="Consolas"/>
                <a:cs typeface="Consolas"/>
              </a:rPr>
              <a:t>myregistry</a:t>
            </a:r>
            <a:r>
              <a:rPr kumimoji="0" sz="1600" b="0" i="0" u="none" strike="noStrike" kern="0" cap="none" spc="0" normalizeH="0" baseline="0" noProof="0" dirty="0">
                <a:ln>
                  <a:noFill/>
                </a:ln>
                <a:solidFill>
                  <a:srgbClr val="A31515"/>
                </a:solidFill>
                <a:effectLst/>
                <a:uLnTx/>
                <a:uFillTx/>
                <a:latin typeface="Consolas"/>
                <a:ea typeface="Consolas"/>
                <a:cs typeface="Consolas"/>
              </a:rPr>
              <a:t> \</a:t>
            </a:r>
            <a:endParaRPr kumimoji="0" sz="4800" b="0" i="0" u="none" strike="noStrike" kern="0" cap="none" spc="0" normalizeH="0" baseline="0" noProof="0" dirty="0">
              <a:ln>
                <a:noFill/>
              </a:ln>
              <a:solidFill>
                <a:prstClr val="black"/>
              </a:solidFill>
              <a:effectLst/>
              <a:uLnTx/>
              <a:uFillTx/>
              <a:latin typeface="Segoe UI"/>
              <a:cs typeface="Segoe UI"/>
            </a:endParaRPr>
          </a:p>
          <a:p>
            <a:pPr marL="228599"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dirty="0">
                <a:ln>
                  <a:noFill/>
                </a:ln>
                <a:solidFill>
                  <a:srgbClr val="0000FF"/>
                </a:solidFill>
                <a:effectLst/>
                <a:uLnTx/>
                <a:uFillTx/>
                <a:latin typeface="Consolas"/>
                <a:ea typeface="Consolas"/>
                <a:cs typeface="Consolas"/>
              </a:rPr>
              <a:t>  </a:t>
            </a:r>
            <a:r>
              <a:rPr kumimoji="0" sz="1600" b="0" i="0" u="none" strike="noStrike" kern="0" cap="none" spc="0" normalizeH="0" baseline="0" noProof="0" dirty="0">
                <a:ln>
                  <a:noFill/>
                </a:ln>
                <a:solidFill>
                  <a:srgbClr val="000000"/>
                </a:solidFill>
                <a:effectLst/>
                <a:uLnTx/>
                <a:uFillTx/>
                <a:latin typeface="Consolas"/>
                <a:ea typeface="Consolas"/>
                <a:cs typeface="Consolas"/>
              </a:rPr>
              <a:t>--name </a:t>
            </a:r>
            <a:r>
              <a:rPr kumimoji="0" sz="1600" b="0" i="0" u="none" strike="noStrike" kern="0" cap="none" spc="0" normalizeH="0" baseline="0" noProof="0" dirty="0">
                <a:ln>
                  <a:noFill/>
                </a:ln>
                <a:solidFill>
                  <a:srgbClr val="A31515"/>
                </a:solidFill>
                <a:effectLst/>
                <a:uLnTx/>
                <a:uFillTx/>
                <a:latin typeface="Consolas"/>
                <a:ea typeface="Consolas"/>
                <a:cs typeface="Consolas"/>
              </a:rPr>
              <a:t>cleanup-untagged \</a:t>
            </a:r>
            <a:endParaRPr kumimoji="0" sz="4800" b="0" i="0" u="none" strike="noStrike" kern="0" cap="none" spc="0" normalizeH="0" baseline="0" noProof="0" dirty="0">
              <a:ln>
                <a:noFill/>
              </a:ln>
              <a:solidFill>
                <a:prstClr val="black"/>
              </a:solidFill>
              <a:effectLst/>
              <a:uLnTx/>
              <a:uFillTx/>
              <a:latin typeface="Segoe UI"/>
              <a:cs typeface="Segoe UI"/>
            </a:endParaRPr>
          </a:p>
          <a:p>
            <a:pPr marL="228599"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dirty="0">
                <a:ln>
                  <a:noFill/>
                </a:ln>
                <a:solidFill>
                  <a:srgbClr val="0000FF"/>
                </a:solidFill>
                <a:effectLst/>
                <a:uLnTx/>
                <a:uFillTx/>
                <a:latin typeface="Consolas"/>
                <a:ea typeface="Consolas"/>
                <a:cs typeface="Consolas"/>
              </a:rPr>
              <a:t>  </a:t>
            </a:r>
            <a:r>
              <a:rPr kumimoji="0" sz="1600" b="0" i="0" u="none" strike="noStrike" kern="0" cap="none" spc="0" normalizeH="0" baseline="0" noProof="0" dirty="0">
                <a:ln>
                  <a:noFill/>
                </a:ln>
                <a:solidFill>
                  <a:srgbClr val="000000"/>
                </a:solidFill>
                <a:effectLst/>
                <a:uLnTx/>
                <a:uFillTx/>
                <a:latin typeface="Consolas"/>
                <a:ea typeface="Consolas"/>
                <a:cs typeface="Consolas"/>
              </a:rPr>
              <a:t>--</a:t>
            </a:r>
            <a:r>
              <a:rPr kumimoji="0" sz="1600" b="0" i="0" u="none" strike="noStrike" kern="0" cap="none" spc="0" normalizeH="0" baseline="0" noProof="0" dirty="0" err="1">
                <a:ln>
                  <a:noFill/>
                </a:ln>
                <a:solidFill>
                  <a:srgbClr val="000000"/>
                </a:solidFill>
                <a:effectLst/>
                <a:uLnTx/>
                <a:uFillTx/>
                <a:latin typeface="Consolas"/>
                <a:ea typeface="Consolas"/>
                <a:cs typeface="Consolas"/>
              </a:rPr>
              <a:t>cmd</a:t>
            </a:r>
            <a:r>
              <a:rPr kumimoji="0" sz="1600" b="0" i="0" u="none" strike="noStrike" kern="0" cap="none" spc="0" normalizeH="0" baseline="0" noProof="0" dirty="0">
                <a:ln>
                  <a:noFill/>
                </a:ln>
                <a:solidFill>
                  <a:srgbClr val="000000"/>
                </a:solidFill>
                <a:effectLst/>
                <a:uLnTx/>
                <a:uFillTx/>
                <a:latin typeface="Consolas"/>
                <a:ea typeface="Consolas"/>
                <a:cs typeface="Consolas"/>
              </a:rPr>
              <a:t> </a:t>
            </a:r>
            <a:r>
              <a:rPr kumimoji="0" sz="1600" b="0" i="0" u="none" strike="noStrike" kern="0" cap="none" spc="0" normalizeH="0" baseline="0" noProof="0" dirty="0">
                <a:ln>
                  <a:noFill/>
                </a:ln>
                <a:solidFill>
                  <a:srgbClr val="A31515"/>
                </a:solidFill>
                <a:effectLst/>
                <a:uLnTx/>
                <a:uFillTx/>
                <a:latin typeface="Consolas"/>
                <a:ea typeface="Consolas"/>
                <a:cs typeface="Consolas"/>
              </a:rPr>
              <a:t>"</a:t>
            </a:r>
            <a:r>
              <a:rPr kumimoji="0" sz="1600" b="0" i="0" u="none" strike="noStrike" kern="0" cap="none" spc="0" normalizeH="0" baseline="0" noProof="0" dirty="0" err="1">
                <a:ln>
                  <a:noFill/>
                </a:ln>
                <a:solidFill>
                  <a:srgbClr val="A31515"/>
                </a:solidFill>
                <a:effectLst/>
                <a:uLnTx/>
                <a:uFillTx/>
                <a:latin typeface="Consolas"/>
                <a:ea typeface="Consolas"/>
                <a:cs typeface="Consolas"/>
              </a:rPr>
              <a:t>acr</a:t>
            </a:r>
            <a:r>
              <a:rPr kumimoji="0" sz="1600" b="0" i="0" u="none" strike="noStrike" kern="0" cap="none" spc="0" normalizeH="0" baseline="0" noProof="0" dirty="0">
                <a:ln>
                  <a:noFill/>
                </a:ln>
                <a:solidFill>
                  <a:srgbClr val="A31515"/>
                </a:solidFill>
                <a:effectLst/>
                <a:uLnTx/>
                <a:uFillTx/>
                <a:latin typeface="Consolas"/>
                <a:ea typeface="Consolas"/>
                <a:cs typeface="Consolas"/>
              </a:rPr>
              <a:t> purge </a:t>
            </a:r>
            <a:r>
              <a:rPr kumimoji="0" sz="1600" b="0" i="0" u="none" strike="noStrike" kern="0" cap="none" spc="0" normalizeH="0" baseline="0" noProof="0" dirty="0">
                <a:ln>
                  <a:noFill/>
                </a:ln>
                <a:solidFill>
                  <a:srgbClr val="000000"/>
                </a:solidFill>
                <a:effectLst/>
                <a:uLnTx/>
                <a:uFillTx/>
                <a:latin typeface="Consolas"/>
                <a:ea typeface="Consolas"/>
                <a:cs typeface="Consolas"/>
              </a:rPr>
              <a:t>--filter </a:t>
            </a:r>
            <a:r>
              <a:rPr kumimoji="0" sz="1600" b="0" i="0" u="none" strike="noStrike" kern="0" cap="none" spc="0" normalizeH="0" baseline="0" noProof="0" dirty="0">
                <a:ln>
                  <a:noFill/>
                </a:ln>
                <a:solidFill>
                  <a:srgbClr val="A31515"/>
                </a:solidFill>
                <a:effectLst/>
                <a:uLnTx/>
                <a:uFillTx/>
                <a:latin typeface="Consolas"/>
                <a:ea typeface="Consolas"/>
                <a:cs typeface="Consolas"/>
              </a:rPr>
              <a:t>'.*:.*' </a:t>
            </a:r>
            <a:r>
              <a:rPr kumimoji="0" lang="en-US" sz="1600" b="0" i="0" u="none" strike="noStrike" kern="0" cap="none" spc="0" normalizeH="0" baseline="0" noProof="0" dirty="0">
                <a:ln>
                  <a:noFill/>
                </a:ln>
                <a:solidFill>
                  <a:srgbClr val="A31515"/>
                </a:solidFill>
                <a:effectLst/>
                <a:uLnTx/>
                <a:uFillTx/>
                <a:latin typeface="Consolas"/>
                <a:ea typeface="Consolas"/>
                <a:cs typeface="Consolas"/>
              </a:rPr>
              <a:t>\</a:t>
            </a:r>
            <a:endParaRPr kumimoji="0" sz="1600" b="0" i="0" u="none" strike="noStrike" kern="0" cap="none" spc="0" normalizeH="0" baseline="0" noProof="0" dirty="0">
              <a:ln>
                <a:noFill/>
              </a:ln>
              <a:solidFill>
                <a:srgbClr val="000000"/>
              </a:solidFill>
              <a:effectLst/>
              <a:uLnTx/>
              <a:uFillTx/>
              <a:latin typeface="Consolas"/>
              <a:ea typeface="Consolas"/>
              <a:cs typeface="Consolas"/>
            </a:endParaRPr>
          </a:p>
          <a:p>
            <a:pPr marL="228599"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dirty="0">
                <a:ln>
                  <a:noFill/>
                </a:ln>
                <a:solidFill>
                  <a:srgbClr val="000000"/>
                </a:solidFill>
                <a:effectLst/>
                <a:uLnTx/>
                <a:uFillTx/>
                <a:latin typeface="Consolas"/>
                <a:ea typeface="Consolas"/>
                <a:cs typeface="Consolas"/>
              </a:rPr>
              <a:t>  --untagged --ago </a:t>
            </a:r>
            <a:r>
              <a:rPr kumimoji="0" sz="1600" b="0" i="0" u="none" strike="noStrike" kern="0" cap="none" spc="0" normalizeH="0" baseline="0" noProof="0" dirty="0">
                <a:ln>
                  <a:noFill/>
                </a:ln>
                <a:solidFill>
                  <a:srgbClr val="A31515"/>
                </a:solidFill>
                <a:effectLst/>
                <a:uLnTx/>
                <a:uFillTx/>
                <a:latin typeface="Consolas"/>
                <a:ea typeface="Consolas"/>
                <a:cs typeface="Consolas"/>
              </a:rPr>
              <a:t>7d" \</a:t>
            </a:r>
            <a:endParaRPr kumimoji="0" sz="4800" b="0" i="0" u="none" strike="noStrike" kern="0" cap="none" spc="0" normalizeH="0" baseline="0" noProof="0" dirty="0">
              <a:ln>
                <a:noFill/>
              </a:ln>
              <a:solidFill>
                <a:prstClr val="black"/>
              </a:solidFill>
              <a:effectLst/>
              <a:uLnTx/>
              <a:uFillTx/>
              <a:latin typeface="Segoe UI"/>
              <a:cs typeface="Segoe UI"/>
            </a:endParaRPr>
          </a:p>
          <a:p>
            <a:pPr marL="228599"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dirty="0">
                <a:ln>
                  <a:noFill/>
                </a:ln>
                <a:solidFill>
                  <a:srgbClr val="0000FF"/>
                </a:solidFill>
                <a:effectLst/>
                <a:uLnTx/>
                <a:uFillTx/>
                <a:latin typeface="Consolas"/>
                <a:ea typeface="Consolas"/>
                <a:cs typeface="Consolas"/>
              </a:rPr>
              <a:t>  </a:t>
            </a:r>
            <a:r>
              <a:rPr kumimoji="0" sz="1600" b="0" i="0" u="none" strike="noStrike" kern="0" cap="none" spc="0" normalizeH="0" baseline="0" noProof="0" dirty="0">
                <a:ln>
                  <a:noFill/>
                </a:ln>
                <a:solidFill>
                  <a:srgbClr val="000000"/>
                </a:solidFill>
                <a:effectLst/>
                <a:uLnTx/>
                <a:uFillTx/>
                <a:latin typeface="Consolas"/>
                <a:ea typeface="Consolas"/>
                <a:cs typeface="Consolas"/>
              </a:rPr>
              <a:t>--schedule </a:t>
            </a:r>
            <a:r>
              <a:rPr kumimoji="0" sz="1600" b="0" i="0" u="none" strike="noStrike" kern="0" cap="none" spc="0" normalizeH="0" baseline="0" noProof="0" dirty="0">
                <a:ln>
                  <a:noFill/>
                </a:ln>
                <a:solidFill>
                  <a:srgbClr val="A31515"/>
                </a:solidFill>
                <a:effectLst/>
                <a:uLnTx/>
                <a:uFillTx/>
                <a:latin typeface="Consolas"/>
                <a:ea typeface="Consolas"/>
                <a:cs typeface="Consolas"/>
              </a:rPr>
              <a:t>"0 0 * * 0" \</a:t>
            </a:r>
            <a:endParaRPr kumimoji="0" sz="4800" b="0" i="0" u="none" strike="noStrike" kern="0" cap="none" spc="0" normalizeH="0" baseline="0" noProof="0" dirty="0">
              <a:ln>
                <a:noFill/>
              </a:ln>
              <a:solidFill>
                <a:prstClr val="black"/>
              </a:solidFill>
              <a:effectLst/>
              <a:uLnTx/>
              <a:uFillTx/>
              <a:latin typeface="Segoe UI"/>
              <a:cs typeface="Segoe UI"/>
            </a:endParaRPr>
          </a:p>
          <a:p>
            <a:pPr marL="228599"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dirty="0">
                <a:ln>
                  <a:noFill/>
                </a:ln>
                <a:solidFill>
                  <a:srgbClr val="0000FF"/>
                </a:solidFill>
                <a:effectLst/>
                <a:uLnTx/>
                <a:uFillTx/>
                <a:latin typeface="Consolas"/>
                <a:ea typeface="Consolas"/>
                <a:cs typeface="Consolas"/>
              </a:rPr>
              <a:t>  </a:t>
            </a:r>
            <a:r>
              <a:rPr kumimoji="0" sz="1600" b="0" i="0" u="none" strike="noStrike" kern="0" cap="none" spc="0" normalizeH="0" baseline="0" noProof="0" dirty="0">
                <a:ln>
                  <a:noFill/>
                </a:ln>
                <a:solidFill>
                  <a:srgbClr val="000000"/>
                </a:solidFill>
                <a:effectLst/>
                <a:uLnTx/>
                <a:uFillTx/>
                <a:latin typeface="Consolas"/>
                <a:ea typeface="Consolas"/>
                <a:cs typeface="Consolas"/>
              </a:rPr>
              <a:t>--context </a:t>
            </a:r>
            <a:r>
              <a:rPr kumimoji="0" sz="1600" b="0" i="0" u="none" strike="noStrike" kern="0" cap="none" spc="0" normalizeH="0" baseline="0" noProof="0" dirty="0">
                <a:ln>
                  <a:noFill/>
                </a:ln>
                <a:solidFill>
                  <a:srgbClr val="A31515"/>
                </a:solidFill>
                <a:effectLst/>
                <a:uLnTx/>
                <a:uFillTx/>
                <a:latin typeface="Consolas"/>
                <a:ea typeface="Consolas"/>
                <a:cs typeface="Consolas"/>
              </a:rPr>
              <a:t>/dev/null</a:t>
            </a:r>
            <a:endParaRPr kumimoji="0" sz="1800" b="0" i="0" u="none" strike="noStrike" kern="0" cap="none" spc="0" normalizeH="0" baseline="0" noProof="0" dirty="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359"/>
              </a:spcBef>
              <a:spcAft>
                <a:spcPts val="719"/>
              </a:spcAft>
              <a:buClrTx/>
              <a:buSzTx/>
              <a:buFont typeface="Arial"/>
              <a:buChar char="•"/>
              <a:tabLst/>
              <a:defRPr/>
            </a:pPr>
            <a:r>
              <a:rPr kumimoji="0" lang="en-US" sz="2000" b="0" i="0" u="none" strike="noStrike" kern="0" cap="none" spc="0" normalizeH="0" baseline="0" noProof="0" dirty="0">
                <a:ln>
                  <a:noFill/>
                </a:ln>
                <a:solidFill>
                  <a:prstClr val="black"/>
                </a:solidFill>
                <a:effectLst/>
                <a:uLnTx/>
                <a:uFillTx/>
                <a:latin typeface="Segoe UI"/>
                <a:ea typeface="Segoe UI"/>
                <a:cs typeface="Segoe UI"/>
              </a:rPr>
              <a:t>Unique tag patterns:</a:t>
            </a:r>
            <a:r>
              <a:rPr kumimoji="0" lang="en-US" sz="2000" b="0" i="0" u="none" strike="noStrike" kern="0" cap="none" spc="0" normalizeH="0" baseline="0" noProof="0" dirty="0">
                <a:ln>
                  <a:noFill/>
                </a:ln>
                <a:solidFill>
                  <a:prstClr val="black"/>
                </a:solidFill>
                <a:effectLst/>
                <a:uLnTx/>
                <a:uFillTx/>
                <a:latin typeface="Segoe UI Semibold"/>
                <a:ea typeface="Segoe UI Semibold"/>
                <a:cs typeface="Segoe UI Semibold"/>
              </a:rPr>
              <a:t> </a:t>
            </a:r>
            <a:r>
              <a:rPr kumimoji="0" lang="en-US" sz="2000" b="0" i="0" u="none" strike="noStrike" kern="0" cap="none" spc="0" normalizeH="0" baseline="0" noProof="0" dirty="0">
                <a:ln>
                  <a:noFill/>
                </a:ln>
                <a:solidFill>
                  <a:prstClr val="black"/>
                </a:solidFill>
                <a:effectLst/>
                <a:uLnTx/>
                <a:uFillTx/>
                <a:latin typeface="Segoe UI"/>
                <a:ea typeface="Segoe UI"/>
                <a:cs typeface="Segoe UI"/>
              </a:rPr>
              <a:t>build ID, Git SHA, timestamp, or combined</a:t>
            </a:r>
            <a:endParaRPr kumimoji="0" sz="1800" b="0" i="0" u="none" strike="noStrike" kern="0" cap="none" spc="0" normalizeH="0" baseline="0" noProof="0" dirty="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endParaRPr kumimoji="0" lang="en-US" sz="2200" b="0" i="0" u="none" strike="noStrike" kern="0" cap="none" spc="0" normalizeH="0" baseline="0" noProof="0" dirty="0">
              <a:ln>
                <a:noFill/>
              </a:ln>
              <a:solidFill>
                <a:prstClr val="black"/>
              </a:solidFill>
              <a:effectLst/>
              <a:uLnTx/>
              <a:uFillTx/>
              <a:latin typeface="Segoe UI Semibold"/>
              <a:ea typeface="Segoe UI Semibold"/>
              <a:cs typeface="Segoe UI Semibold"/>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96393948" name="Title 1"/>
          <p:cNvSpPr>
            <a:spLocks noGrp="1"/>
          </p:cNvSpPr>
          <p:nvPr>
            <p:ph type="title"/>
          </p:nvPr>
        </p:nvSpPr>
        <p:spPr bwMode="auto">
          <a:xfrm>
            <a:off x="588261" y="585216"/>
            <a:ext cx="5653640" cy="427079"/>
          </a:xfrm>
        </p:spPr>
        <p:txBody>
          <a:bodyPr/>
          <a:lstStyle/>
          <a:p>
            <a:pPr>
              <a:defRPr/>
            </a:pPr>
            <a:r>
              <a:rPr lang="en-US" sz="2800"/>
              <a:t>Exercise</a:t>
            </a:r>
            <a:endParaRPr sz="2800"/>
          </a:p>
        </p:txBody>
      </p:sp>
      <p:sp>
        <p:nvSpPr>
          <p:cNvPr id="1343177582" name="Text Placeholder 4"/>
          <p:cNvSpPr>
            <a:spLocks noGrp="1"/>
          </p:cNvSpPr>
          <p:nvPr>
            <p:ph type="body" sz="quarter" idx="16"/>
          </p:nvPr>
        </p:nvSpPr>
        <p:spPr bwMode="auto">
          <a:xfrm>
            <a:off x="584199" y="1594154"/>
            <a:ext cx="5654932" cy="488039"/>
          </a:xfrm>
        </p:spPr>
        <p:txBody>
          <a:bodyPr/>
          <a:lstStyle/>
          <a:p>
            <a:pPr>
              <a:defRPr/>
            </a:pPr>
            <a:r>
              <a:rPr lang="en-US" sz="1600" b="0" i="0" u="none" strike="noStrike" cap="none" spc="0">
                <a:solidFill>
                  <a:srgbClr val="000000"/>
                </a:solidFill>
                <a:latin typeface="Segoe UI Semibold"/>
                <a:ea typeface="Segoe UI Semibold"/>
                <a:cs typeface="Segoe UI Semibold"/>
              </a:rPr>
              <a:t>Build and run a container image with ACR Tasks</a:t>
            </a:r>
            <a:endParaRPr lang="en-US"/>
          </a:p>
          <a:p>
            <a:pPr>
              <a:defRPr/>
            </a:pPr>
            <a:endParaRPr lang="en-US"/>
          </a:p>
        </p:txBody>
      </p:sp>
      <p:sp>
        <p:nvSpPr>
          <p:cNvPr id="72566786" name="Text Placeholder 61"/>
          <p:cNvSpPr>
            <a:spLocks noGrp="1"/>
          </p:cNvSpPr>
          <p:nvPr>
            <p:ph type="body" sz="quarter" idx="15"/>
          </p:nvPr>
        </p:nvSpPr>
        <p:spPr bwMode="auto">
          <a:xfrm>
            <a:off x="585787" y="2085975"/>
            <a:ext cx="5653806" cy="2194920"/>
          </a:xfrm>
        </p:spPr>
        <p:txBody>
          <a:bodyPr vert="horz" wrap="square" lIns="0" tIns="0" rIns="0" bIns="0" rtlCol="0" anchor="t">
            <a:spAutoFit/>
          </a:bodyPr>
          <a:lstStyle/>
          <a:p>
            <a:pPr marL="0" indent="0">
              <a:buNone/>
              <a:defRPr/>
            </a:pPr>
            <a:r>
              <a:rPr lang="en-US" dirty="0">
                <a:solidFill>
                  <a:srgbClr val="000000"/>
                </a:solidFill>
                <a:cs typeface="Segoe UI"/>
              </a:rPr>
              <a:t>In</a:t>
            </a:r>
            <a:r>
              <a:rPr lang="en-US" sz="1600" b="0" i="0" u="none" strike="noStrike" cap="none" spc="0" dirty="0">
                <a:solidFill>
                  <a:srgbClr val="000000"/>
                </a:solidFill>
                <a:latin typeface="Segoe UI"/>
                <a:ea typeface="Segoe UI"/>
                <a:cs typeface="Segoe UI"/>
              </a:rPr>
              <a:t> this exercise, you use Azure Container Registry (ACR) Tasks to build and manage container images entirely in the cloud, without requiring a local Docker installation.</a:t>
            </a:r>
            <a:endParaRPr dirty="0"/>
          </a:p>
          <a:p>
            <a:pPr marL="0" indent="0">
              <a:buNone/>
              <a:defRPr/>
            </a:pPr>
            <a:endParaRPr lang="en-US" dirty="0">
              <a:cs typeface="Segoe UI"/>
            </a:endParaRPr>
          </a:p>
          <a:p>
            <a:pPr marL="0" indent="0">
              <a:buNone/>
              <a:defRPr/>
            </a:pPr>
            <a:r>
              <a:rPr lang="en-US" dirty="0">
                <a:latin typeface="Segoe UI Semibold"/>
                <a:cs typeface="Segoe UI Semibold"/>
              </a:rPr>
              <a:t>Estimated time:</a:t>
            </a:r>
            <a:r>
              <a:rPr lang="en-US" dirty="0">
                <a:cs typeface="Segoe UI"/>
              </a:rPr>
              <a:t> 30 minutes</a:t>
            </a:r>
            <a:endParaRPr dirty="0"/>
          </a:p>
          <a:p>
            <a:pPr>
              <a:defRPr/>
            </a:pPr>
            <a:endParaRPr lang="en-US" dirty="0">
              <a:cs typeface="Segoe UI"/>
            </a:endParaRPr>
          </a:p>
          <a:p>
            <a:pPr marL="0" indent="0">
              <a:buNone/>
              <a:defRPr/>
            </a:pPr>
            <a:r>
              <a:rPr lang="en-US" dirty="0">
                <a:cs typeface="Segoe UI"/>
              </a:rPr>
              <a:t>Start the exercise at:</a:t>
            </a:r>
            <a:endParaRPr lang="en-US" dirty="0"/>
          </a:p>
          <a:p>
            <a:pPr marL="0" indent="0">
              <a:buNone/>
              <a:defRPr/>
            </a:pPr>
            <a:r>
              <a:rPr lang="en-US" u="sng" dirty="0">
                <a:solidFill>
                  <a:schemeClr val="hlink"/>
                </a:solidFill>
                <a:latin typeface="Segoe UI"/>
                <a:cs typeface="Segoe UI"/>
                <a:hlinkClick r:id="rId3"/>
              </a:rPr>
              <a:t>https://go.microsoft.com/fwlink/?linkid=2346552</a:t>
            </a:r>
            <a:endParaRPr dirty="0"/>
          </a:p>
          <a:p>
            <a:pPr marL="0" indent="0">
              <a:buNone/>
              <a:defRPr/>
            </a:pPr>
            <a:endParaRPr lang="en-US" dirty="0"/>
          </a:p>
        </p:txBody>
      </p:sp>
      <p:pic>
        <p:nvPicPr>
          <p:cNvPr id="996133441" name="Picture Placeholder 6">
            <a:extLst>
              <a:ext uri="{C183D7F6-B498-43B3-948B-1728B52AA6E4}">
                <adec:decorative xmlns:adec="http://schemas.microsoft.com/office/drawing/2017/decorative" val="1"/>
              </a:ext>
            </a:extLst>
          </p:cNvPr>
          <p:cNvPicPr>
            <a:picLocks noGrp="1" noChangeAspect="1"/>
          </p:cNvPicPr>
          <p:nvPr>
            <p:ph type="pic" sz="quarter" idx="20"/>
          </p:nvPr>
        </p:nvPicPr>
        <p:blipFill rotWithShape="1">
          <a:blip r:embed="rId4"/>
          <a:srcRect l="118" r="117"/>
          <a:stretch/>
        </p:blipFill>
        <p:spPr bwMode="ltGray">
          <a:xfrm>
            <a:off x="7724774" y="2043464"/>
            <a:ext cx="4467225" cy="3307646"/>
          </a:xfrm>
          <a:prstGeom prst="rect">
            <a:avLst/>
          </a:prstGeom>
          <a:solidFill>
            <a:srgbClr val="F4F4F7"/>
          </a:solidFill>
          <a:ln>
            <a:noFill/>
          </a:ln>
        </p:spPr>
      </p:pic>
      <p:sp>
        <p:nvSpPr>
          <p:cNvPr id="1015563039" name="Footer Placeholder 4"/>
          <p:cNvSpPr>
            <a:spLocks noGrp="1"/>
          </p:cNvSpPr>
          <p:nvPr>
            <p:ph type="ftr" sz="quarter" idx="3"/>
          </p:nvPr>
        </p:nvSpPr>
        <p:spPr bwMode="auto">
          <a:xfrm>
            <a:off x="579438" y="6421083"/>
            <a:ext cx="4151312" cy="197976"/>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UI"/>
                <a:cs typeface="Arial"/>
              </a:rPr>
              <a:t>© Copyright Microsoft Corporation. All rights reserved.</a:t>
            </a:r>
          </a:p>
        </p:txBody>
      </p:sp>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Title 2">
            <a:extLst>
              <a:ext uri="{FF2B5EF4-FFF2-40B4-BE49-F238E27FC236}">
                <a16:creationId xmlns:a16="http://schemas.microsoft.com/office/drawing/2014/main" id="{D91D6B3E-3C01-63ED-F1EA-92B399179236}"/>
              </a:ext>
            </a:extLst>
          </p:cNvPr>
          <p:cNvSpPr>
            <a:spLocks noGrp="1"/>
          </p:cNvSpPr>
          <p:nvPr>
            <p:ph type="title"/>
          </p:nvPr>
        </p:nvSpPr>
        <p:spPr/>
        <p:txBody>
          <a:bodyPr/>
          <a:lstStyle/>
          <a:p>
            <a:r>
              <a:rPr lang="en-US" dirty="0"/>
              <a:t>Module 2: </a:t>
            </a:r>
            <a:r>
              <a:rPr lang="en-US" spc="-50" dirty="0">
                <a:ea typeface="Segoe UI"/>
              </a:rPr>
              <a:t>Deploy containers to </a:t>
            </a:r>
            <a:r>
              <a:rPr lang="en-US" spc="-50" dirty="0">
                <a:highlight>
                  <a:srgbClr val="FFFF00"/>
                </a:highlight>
                <a:ea typeface="Segoe UI"/>
              </a:rPr>
              <a:t>Azure App Service</a:t>
            </a:r>
            <a:endParaRPr lang="en-US" dirty="0">
              <a:highlight>
                <a:srgbClr val="FFFF00"/>
              </a:highlight>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BF32C-A141-0B39-34C6-19DCF7158ED9}"/>
              </a:ext>
            </a:extLst>
          </p:cNvPr>
          <p:cNvSpPr>
            <a:spLocks noGrp="1"/>
          </p:cNvSpPr>
          <p:nvPr>
            <p:ph type="title"/>
          </p:nvPr>
        </p:nvSpPr>
        <p:spPr/>
        <p:txBody>
          <a:bodyPr/>
          <a:lstStyle/>
          <a:p>
            <a:r>
              <a:rPr lang="en-US" dirty="0"/>
              <a:t>Azure App Service Concept</a:t>
            </a:r>
          </a:p>
        </p:txBody>
      </p:sp>
      <p:pic>
        <p:nvPicPr>
          <p:cNvPr id="5" name="Picture 4">
            <a:extLst>
              <a:ext uri="{FF2B5EF4-FFF2-40B4-BE49-F238E27FC236}">
                <a16:creationId xmlns:a16="http://schemas.microsoft.com/office/drawing/2014/main" id="{30092E6A-18D8-6CCA-9151-4F2DDEAEC259}"/>
              </a:ext>
            </a:extLst>
          </p:cNvPr>
          <p:cNvPicPr>
            <a:picLocks noChangeAspect="1"/>
          </p:cNvPicPr>
          <p:nvPr/>
        </p:nvPicPr>
        <p:blipFill>
          <a:blip r:embed="rId3"/>
          <a:stretch>
            <a:fillRect/>
          </a:stretch>
        </p:blipFill>
        <p:spPr bwMode="auto">
          <a:xfrm>
            <a:off x="1600200" y="1440603"/>
            <a:ext cx="4341452" cy="4244975"/>
          </a:xfrm>
          <a:prstGeom prst="rect">
            <a:avLst/>
          </a:prstGeom>
        </p:spPr>
      </p:pic>
      <p:graphicFrame>
        <p:nvGraphicFramePr>
          <p:cNvPr id="6" name="Object 5">
            <a:extLst>
              <a:ext uri="{FF2B5EF4-FFF2-40B4-BE49-F238E27FC236}">
                <a16:creationId xmlns:a16="http://schemas.microsoft.com/office/drawing/2014/main" id="{4A4A5508-6C99-B249-0D59-6E52DD6FBA6C}"/>
              </a:ext>
            </a:extLst>
          </p:cNvPr>
          <p:cNvGraphicFramePr>
            <a:graphicFrameLocks noChangeAspect="1"/>
          </p:cNvGraphicFramePr>
          <p:nvPr>
            <p:extLst>
              <p:ext uri="{D42A27DB-BD31-4B8C-83A1-F6EECF244321}">
                <p14:modId xmlns:p14="http://schemas.microsoft.com/office/powerpoint/2010/main" val="3583993158"/>
              </p:ext>
            </p:extLst>
          </p:nvPr>
        </p:nvGraphicFramePr>
        <p:xfrm>
          <a:off x="7124702" y="1440603"/>
          <a:ext cx="3924300" cy="4244975"/>
        </p:xfrm>
        <a:graphic>
          <a:graphicData uri="http://schemas.openxmlformats.org/presentationml/2006/ole">
            <mc:AlternateContent xmlns:mc="http://schemas.openxmlformats.org/markup-compatibility/2006">
              <mc:Choice xmlns:v="urn:schemas-microsoft-com:vml" Requires="v">
                <p:oleObj name="Bitmap Image" r:id="rId4" imgW="3924477" imgH="4244853" progId="Paint.Picture">
                  <p:embed/>
                </p:oleObj>
              </mc:Choice>
              <mc:Fallback>
                <p:oleObj name="Bitmap Image" r:id="rId4" imgW="3924477" imgH="4244853" progId="Paint.Picture">
                  <p:embed/>
                  <p:pic>
                    <p:nvPicPr>
                      <p:cNvPr id="0" name=""/>
                      <p:cNvPicPr/>
                      <p:nvPr/>
                    </p:nvPicPr>
                    <p:blipFill>
                      <a:blip r:embed="rId5"/>
                      <a:stretch>
                        <a:fillRect/>
                      </a:stretch>
                    </p:blipFill>
                    <p:spPr>
                      <a:xfrm>
                        <a:off x="7124702" y="1440603"/>
                        <a:ext cx="3924300" cy="4244975"/>
                      </a:xfrm>
                      <a:prstGeom prst="rect">
                        <a:avLst/>
                      </a:prstGeom>
                    </p:spPr>
                  </p:pic>
                </p:oleObj>
              </mc:Fallback>
            </mc:AlternateContent>
          </a:graphicData>
        </a:graphic>
      </p:graphicFrame>
    </p:spTree>
    <p:extLst>
      <p:ext uri="{BB962C8B-B14F-4D97-AF65-F5344CB8AC3E}">
        <p14:creationId xmlns:p14="http://schemas.microsoft.com/office/powerpoint/2010/main" val="37269150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2850533" name="Title 1"/>
          <p:cNvSpPr>
            <a:spLocks noGrp="1"/>
          </p:cNvSpPr>
          <p:nvPr>
            <p:ph type="title"/>
          </p:nvPr>
        </p:nvSpPr>
        <p:spPr bwMode="auto"/>
        <p:txBody>
          <a:bodyPr/>
          <a:lstStyle/>
          <a:p>
            <a:pPr>
              <a:defRPr/>
            </a:pPr>
            <a:r>
              <a:rPr lang="en-US" sz="3200" b="0" i="0" u="none" strike="noStrike" cap="none" spc="0" dirty="0">
                <a:solidFill>
                  <a:schemeClr val="tx1"/>
                </a:solidFill>
                <a:latin typeface="Segoe UI Semibold"/>
                <a:ea typeface="Segoe UI Semibold"/>
                <a:cs typeface="Segoe UI Semibold"/>
              </a:rPr>
              <a:t>Deploy containers to Azure App Service</a:t>
            </a:r>
            <a:endParaRPr dirty="0"/>
          </a:p>
        </p:txBody>
      </p:sp>
      <p:sp>
        <p:nvSpPr>
          <p:cNvPr id="1244519407" name="TextBox 2"/>
          <p:cNvSpPr txBox="1"/>
          <p:nvPr/>
        </p:nvSpPr>
        <p:spPr bwMode="auto">
          <a:xfrm>
            <a:off x="457200" y="1225296"/>
            <a:ext cx="5611304" cy="5053574"/>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6000"/>
              </a:lnSpc>
              <a:spcBef>
                <a:spcPts val="0"/>
              </a:spcBef>
              <a:spcAft>
                <a:spcPts val="718"/>
              </a:spcAft>
              <a:buClrTx/>
              <a:buSzTx/>
              <a:buFont typeface="Arial"/>
              <a:buNone/>
              <a:tabLst/>
              <a:defRPr/>
            </a:pPr>
            <a:r>
              <a:rPr kumimoji="0" lang="en-US" sz="2000" b="0" i="0" u="none" strike="noStrike" kern="0" cap="none" spc="0" normalizeH="0" baseline="0" noProof="0" dirty="0">
                <a:ln>
                  <a:noFill/>
                </a:ln>
                <a:solidFill>
                  <a:prstClr val="black"/>
                </a:solidFill>
                <a:effectLst/>
                <a:uLnTx/>
                <a:uFillTx/>
                <a:latin typeface="Segoe UI Semibold"/>
                <a:ea typeface="Segoe UI Semibold"/>
                <a:cs typeface="Segoe UI Semibold"/>
              </a:rPr>
              <a:t>Image sources</a:t>
            </a:r>
            <a:endParaRPr kumimoji="0" lang="en-US" sz="1800" b="0" i="0" u="none" strike="noStrike" kern="0" cap="none" spc="0" normalizeH="0" baseline="0" noProof="0" dirty="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dirty="0">
                <a:ln>
                  <a:noFill/>
                </a:ln>
                <a:solidFill>
                  <a:prstClr val="black"/>
                </a:solidFill>
                <a:effectLst/>
                <a:uLnTx/>
                <a:uFillTx/>
                <a:latin typeface="Segoe UI"/>
                <a:ea typeface="Segoe UI"/>
                <a:cs typeface="Segoe UI"/>
              </a:rPr>
              <a:t>Azure Container Registry (recommended for production)</a:t>
            </a:r>
            <a:endParaRPr kumimoji="0" sz="1800" b="0" i="0" u="none" strike="noStrike" kern="0" cap="none" spc="0" normalizeH="0" baseline="0" noProof="0" dirty="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dirty="0">
                <a:ln>
                  <a:noFill/>
                </a:ln>
                <a:solidFill>
                  <a:prstClr val="black"/>
                </a:solidFill>
                <a:effectLst/>
                <a:uLnTx/>
                <a:uFillTx/>
                <a:latin typeface="Segoe UI"/>
                <a:ea typeface="Segoe UI"/>
                <a:cs typeface="Segoe UI"/>
              </a:rPr>
              <a:t>Docker Hub, GitHub Container Registry, self-hosted registries</a:t>
            </a:r>
            <a:endParaRPr kumimoji="0" sz="1800" b="0" i="0" u="none" strike="noStrike" kern="0" cap="none" spc="0" normalizeH="0" baseline="0" noProof="0" dirty="0">
              <a:ln>
                <a:noFill/>
              </a:ln>
              <a:solidFill>
                <a:prstClr val="black"/>
              </a:solidFill>
              <a:effectLst/>
              <a:uLnTx/>
              <a:uFillTx/>
              <a:latin typeface="Segoe UI"/>
              <a:cs typeface="Segoe UI"/>
            </a:endParaRPr>
          </a:p>
          <a:p>
            <a:pPr marL="0" marR="0" lvl="0" indent="0" algn="l" defTabSz="914400" rtl="0" eaLnBrk="1" fontAlgn="auto" latinLnBrk="0" hangingPunct="1">
              <a:lnSpc>
                <a:spcPct val="96000"/>
              </a:lnSpc>
              <a:spcBef>
                <a:spcPts val="359"/>
              </a:spcBef>
              <a:spcAft>
                <a:spcPts val="718"/>
              </a:spcAft>
              <a:buClrTx/>
              <a:buSzTx/>
              <a:buFont typeface="Arial"/>
              <a:buNone/>
              <a:tabLst/>
              <a:defRPr/>
            </a:pPr>
            <a:r>
              <a:rPr kumimoji="0" lang="en-US" sz="2000" b="0" i="0" u="none" strike="noStrike" kern="0" cap="none" spc="0" normalizeH="0" baseline="0" noProof="0" dirty="0">
                <a:ln>
                  <a:noFill/>
                </a:ln>
                <a:solidFill>
                  <a:prstClr val="black"/>
                </a:solidFill>
                <a:effectLst/>
                <a:highlight>
                  <a:srgbClr val="FFFF00"/>
                </a:highlight>
                <a:uLnTx/>
                <a:uFillTx/>
                <a:latin typeface="Segoe UI Semibold"/>
                <a:ea typeface="Segoe UI Semibold"/>
                <a:cs typeface="Segoe UI Semibold"/>
              </a:rPr>
              <a:t>ACR authentication</a:t>
            </a:r>
            <a:endParaRPr kumimoji="0" sz="1800" b="0" i="0" u="none" strike="noStrike" kern="0" cap="none" spc="0" normalizeH="0" baseline="0" noProof="0" dirty="0">
              <a:ln>
                <a:noFill/>
              </a:ln>
              <a:solidFill>
                <a:prstClr val="black"/>
              </a:solidFill>
              <a:effectLst/>
              <a:highlight>
                <a:srgbClr val="FFFF00"/>
              </a:highligh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dirty="0">
                <a:ln>
                  <a:noFill/>
                </a:ln>
                <a:solidFill>
                  <a:prstClr val="black"/>
                </a:solidFill>
                <a:effectLst/>
                <a:highlight>
                  <a:srgbClr val="FFFF00"/>
                </a:highlight>
                <a:uLnTx/>
                <a:uFillTx/>
                <a:latin typeface="Segoe UI"/>
                <a:ea typeface="Segoe UI"/>
                <a:cs typeface="Segoe UI"/>
              </a:rPr>
              <a:t>Managed identity (system or user-assigned) with </a:t>
            </a:r>
            <a:r>
              <a:rPr kumimoji="0" lang="en-US" sz="1800" b="0" i="0" u="none" strike="noStrike" kern="0" cap="none" spc="0" normalizeH="0" baseline="0" noProof="0" dirty="0" err="1">
                <a:ln>
                  <a:noFill/>
                </a:ln>
                <a:solidFill>
                  <a:prstClr val="black"/>
                </a:solidFill>
                <a:effectLst/>
                <a:highlight>
                  <a:srgbClr val="FFFF00"/>
                </a:highlight>
                <a:uLnTx/>
                <a:uFillTx/>
                <a:latin typeface="Segoe UI"/>
                <a:ea typeface="Segoe UI"/>
                <a:cs typeface="Segoe UI"/>
              </a:rPr>
              <a:t>AcrPull</a:t>
            </a:r>
            <a:r>
              <a:rPr kumimoji="0" lang="en-US" sz="1800" b="0" i="0" u="none" strike="noStrike" kern="0" cap="none" spc="0" normalizeH="0" baseline="0" noProof="0" dirty="0">
                <a:ln>
                  <a:noFill/>
                </a:ln>
                <a:solidFill>
                  <a:prstClr val="black"/>
                </a:solidFill>
                <a:effectLst/>
                <a:highlight>
                  <a:srgbClr val="FFFF00"/>
                </a:highlight>
                <a:uLnTx/>
                <a:uFillTx/>
                <a:latin typeface="Segoe UI"/>
                <a:ea typeface="Segoe UI"/>
                <a:cs typeface="Segoe UI"/>
              </a:rPr>
              <a:t> role</a:t>
            </a:r>
            <a:endParaRPr kumimoji="0" lang="en-US" sz="1800" b="0" i="0" u="none" strike="noStrike" kern="0" cap="none" spc="0" normalizeH="0" baseline="0" noProof="0" dirty="0">
              <a:ln>
                <a:noFill/>
              </a:ln>
              <a:solidFill>
                <a:prstClr val="black"/>
              </a:solidFill>
              <a:effectLst/>
              <a:highlight>
                <a:srgbClr val="FFFF00"/>
              </a:highligh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dirty="0">
                <a:ln>
                  <a:noFill/>
                </a:ln>
                <a:solidFill>
                  <a:prstClr val="black"/>
                </a:solidFill>
                <a:effectLst/>
                <a:uLnTx/>
                <a:uFillTx/>
                <a:latin typeface="Segoe UI"/>
                <a:ea typeface="Segoe UI"/>
                <a:cs typeface="Segoe UI"/>
              </a:rPr>
              <a:t>Admin credentials for dev/test scenarios</a:t>
            </a:r>
            <a:endParaRPr kumimoji="0" lang="en-US" sz="1800" b="0" i="0" u="none" strike="noStrike" kern="0" cap="none" spc="0" normalizeH="0" baseline="0" noProof="0" dirty="0">
              <a:ln>
                <a:noFill/>
              </a:ln>
              <a:solidFill>
                <a:prstClr val="black"/>
              </a:solidFill>
              <a:effectLst/>
              <a:uLnTx/>
              <a:uFillTx/>
              <a:latin typeface="Segoe UI"/>
              <a:cs typeface="Segoe UI"/>
            </a:endParaRPr>
          </a:p>
          <a:p>
            <a:pPr marL="0" marR="0" lvl="0" indent="0" algn="l" defTabSz="914400" rtl="0" eaLnBrk="1" fontAlgn="auto" latinLnBrk="0" hangingPunct="1">
              <a:lnSpc>
                <a:spcPct val="96000"/>
              </a:lnSpc>
              <a:spcBef>
                <a:spcPts val="359"/>
              </a:spcBef>
              <a:spcAft>
                <a:spcPts val="718"/>
              </a:spcAft>
              <a:buClrTx/>
              <a:buSzTx/>
              <a:buFont typeface="Arial"/>
              <a:buNone/>
              <a:tabLst/>
              <a:defRPr/>
            </a:pPr>
            <a:r>
              <a:rPr kumimoji="0" lang="en-US" sz="2000" b="0" i="0" u="none" strike="noStrike" kern="0" cap="none" spc="0" normalizeH="0" baseline="0" noProof="0" dirty="0">
                <a:ln>
                  <a:noFill/>
                </a:ln>
                <a:solidFill>
                  <a:prstClr val="black"/>
                </a:solidFill>
                <a:effectLst/>
                <a:uLnTx/>
                <a:uFillTx/>
                <a:latin typeface="Segoe UI Semibold"/>
                <a:ea typeface="Segoe UI Semibold"/>
                <a:cs typeface="Segoe UI Semibold"/>
              </a:rPr>
              <a:t>Deployment methods</a:t>
            </a:r>
            <a:endParaRPr kumimoji="0" lang="en-US" sz="1800" b="0" i="0" u="none" strike="noStrike" kern="0" cap="none" spc="0" normalizeH="0" baseline="0" noProof="0" dirty="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dirty="0">
                <a:ln>
                  <a:noFill/>
                </a:ln>
                <a:solidFill>
                  <a:prstClr val="black"/>
                </a:solidFill>
                <a:effectLst/>
                <a:uLnTx/>
                <a:uFillTx/>
                <a:latin typeface="Segoe UI"/>
                <a:ea typeface="Segoe UI"/>
                <a:cs typeface="Segoe UI"/>
              </a:rPr>
              <a:t>Azure portal guided experience</a:t>
            </a:r>
            <a:endParaRPr kumimoji="0" lang="en-US" sz="1800" b="0" i="0" u="none" strike="noStrike" kern="0" cap="none" spc="0" normalizeH="0" baseline="0" noProof="0" dirty="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dirty="0">
                <a:ln>
                  <a:noFill/>
                </a:ln>
                <a:solidFill>
                  <a:prstClr val="black"/>
                </a:solidFill>
                <a:effectLst/>
                <a:uLnTx/>
                <a:uFillTx/>
                <a:latin typeface="Segoe UI"/>
                <a:ea typeface="Segoe UI"/>
                <a:cs typeface="Segoe UI"/>
              </a:rPr>
              <a:t>Azure CLI, VS Code with Docker and App Service extensions</a:t>
            </a:r>
            <a:endParaRPr kumimoji="0" lang="en-US" sz="1800" b="0" i="0" u="none" strike="noStrike" kern="0" cap="none" spc="0" normalizeH="0" baseline="0" noProof="0" dirty="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dirty="0">
                <a:ln>
                  <a:noFill/>
                </a:ln>
                <a:solidFill>
                  <a:prstClr val="black"/>
                </a:solidFill>
                <a:effectLst/>
                <a:uLnTx/>
                <a:uFillTx/>
                <a:latin typeface="Segoe UI"/>
                <a:ea typeface="Segoe UI"/>
                <a:cs typeface="Segoe UI"/>
              </a:rPr>
              <a:t>Continuous deployment via ACR webhook</a:t>
            </a:r>
            <a:endParaRPr kumimoji="0" sz="1800" b="0" i="0" u="none" strike="noStrike" kern="0" cap="none" spc="0" normalizeH="0" baseline="0" noProof="0" dirty="0">
              <a:ln>
                <a:noFill/>
              </a:ln>
              <a:solidFill>
                <a:prstClr val="black"/>
              </a:solidFill>
              <a:effectLst/>
              <a:uLnTx/>
              <a:uFillTx/>
              <a:latin typeface="Segoe UI"/>
              <a:cs typeface="Segoe UI"/>
            </a:endParaRPr>
          </a:p>
        </p:txBody>
      </p:sp>
      <p:pic>
        <p:nvPicPr>
          <p:cNvPr id="194442596" name="Picture 1" descr="Flow chart showing three container registries merging into Azure App Service and then to users&#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7017342" y="1371599"/>
            <a:ext cx="4297680" cy="4297680"/>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328320"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Configure container runtime behavior</a:t>
            </a:r>
            <a:endParaRPr/>
          </a:p>
        </p:txBody>
      </p:sp>
      <p:sp>
        <p:nvSpPr>
          <p:cNvPr id="1332732610" name="TextBox 2"/>
          <p:cNvSpPr txBox="1"/>
          <p:nvPr/>
        </p:nvSpPr>
        <p:spPr bwMode="auto">
          <a:xfrm>
            <a:off x="457199" y="1225296"/>
            <a:ext cx="9175602" cy="5053574"/>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6000"/>
              </a:lnSpc>
              <a:spcBef>
                <a:spcPts val="0"/>
              </a:spcBef>
              <a:spcAft>
                <a:spcPts val="359"/>
              </a:spcAft>
              <a:buClrTx/>
              <a:buSzTx/>
              <a:buFont typeface="Arial"/>
              <a:buNone/>
              <a:tabLst/>
              <a:defRPr/>
            </a:pPr>
            <a:r>
              <a:rPr kumimoji="0" lang="en-US" sz="2000" b="0" i="0" u="none" strike="noStrike" kern="0" cap="none" spc="0" normalizeH="0" baseline="0" noProof="0" dirty="0">
                <a:ln>
                  <a:noFill/>
                </a:ln>
                <a:solidFill>
                  <a:prstClr val="black"/>
                </a:solidFill>
                <a:effectLst/>
                <a:uLnTx/>
                <a:uFillTx/>
                <a:latin typeface="Segoe UI Semibold"/>
                <a:ea typeface="Segoe UI Semibold"/>
                <a:cs typeface="Segoe UI Semibold"/>
              </a:rPr>
              <a:t>Startup command</a:t>
            </a:r>
            <a:endParaRPr kumimoji="0" lang="en-US" sz="1800" b="0" i="0" u="none" strike="noStrike" kern="0" cap="none" spc="0" normalizeH="0" baseline="0" noProof="0" dirty="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dirty="0">
                <a:ln>
                  <a:noFill/>
                </a:ln>
                <a:solidFill>
                  <a:prstClr val="black"/>
                </a:solidFill>
                <a:effectLst/>
                <a:uLnTx/>
                <a:uFillTx/>
                <a:latin typeface="Segoe UI"/>
                <a:ea typeface="Segoe UI"/>
                <a:cs typeface="Segoe UI"/>
              </a:rPr>
              <a:t>Overrides </a:t>
            </a:r>
            <a:r>
              <a:rPr kumimoji="0" lang="en-US" sz="1800" b="0" i="0" u="none" strike="noStrike" kern="0" cap="none" spc="0" normalizeH="0" baseline="0" noProof="0" dirty="0" err="1">
                <a:ln>
                  <a:noFill/>
                </a:ln>
                <a:solidFill>
                  <a:prstClr val="black"/>
                </a:solidFill>
                <a:effectLst/>
                <a:uLnTx/>
                <a:uFillTx/>
                <a:latin typeface="Segoe UI"/>
                <a:ea typeface="Segoe UI"/>
                <a:cs typeface="Segoe UI"/>
              </a:rPr>
              <a:t>Dockerfile</a:t>
            </a:r>
            <a:r>
              <a:rPr kumimoji="0" lang="en-US" sz="1800" b="0" i="0" u="none" strike="noStrike" kern="0" cap="none" spc="0" normalizeH="0" baseline="0" noProof="0" dirty="0">
                <a:ln>
                  <a:noFill/>
                </a:ln>
                <a:solidFill>
                  <a:prstClr val="black"/>
                </a:solidFill>
                <a:effectLst/>
                <a:uLnTx/>
                <a:uFillTx/>
                <a:latin typeface="Segoe UI"/>
                <a:ea typeface="Segoe UI"/>
                <a:cs typeface="Segoe UI"/>
              </a:rPr>
              <a:t> CMD (ENTRYPOINT unchanged)</a:t>
            </a:r>
            <a:endParaRPr kumimoji="0" lang="en-US" sz="1800" b="0" i="0" u="none" strike="noStrike" kern="0" cap="none" spc="0" normalizeH="0" baseline="0" noProof="0" dirty="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dirty="0">
                <a:ln>
                  <a:noFill/>
                </a:ln>
                <a:solidFill>
                  <a:prstClr val="black"/>
                </a:solidFill>
                <a:effectLst/>
                <a:uLnTx/>
                <a:uFillTx/>
                <a:latin typeface="Segoe UI"/>
                <a:ea typeface="Segoe UI"/>
                <a:cs typeface="Segoe UI"/>
              </a:rPr>
              <a:t>Use for runtime </a:t>
            </a:r>
            <a:r>
              <a:rPr kumimoji="0" lang="en-US" sz="1800" b="0" i="0" u="none" strike="noStrike" kern="0" cap="none" spc="0" normalizeH="0" baseline="0" noProof="0" dirty="0" err="1">
                <a:ln>
                  <a:noFill/>
                </a:ln>
                <a:solidFill>
                  <a:prstClr val="black"/>
                </a:solidFill>
                <a:effectLst/>
                <a:uLnTx/>
                <a:uFillTx/>
                <a:latin typeface="Segoe UI"/>
                <a:ea typeface="Segoe UI"/>
                <a:cs typeface="Segoe UI"/>
              </a:rPr>
              <a:t>args</a:t>
            </a:r>
            <a:r>
              <a:rPr kumimoji="0" lang="en-US" sz="1800" b="0" i="0" u="none" strike="noStrike" kern="0" cap="none" spc="0" normalizeH="0" baseline="0" noProof="0" dirty="0">
                <a:ln>
                  <a:noFill/>
                </a:ln>
                <a:solidFill>
                  <a:prstClr val="black"/>
                </a:solidFill>
                <a:effectLst/>
                <a:uLnTx/>
                <a:uFillTx/>
                <a:latin typeface="Segoe UI"/>
                <a:ea typeface="Segoe UI"/>
                <a:cs typeface="Segoe UI"/>
              </a:rPr>
              <a:t>, migrations, custom configs</a:t>
            </a:r>
            <a:endParaRPr kumimoji="0" lang="en-US" sz="2000" b="0" i="0" u="none" strike="noStrike" kern="0" cap="none" spc="0" normalizeH="0" baseline="0" noProof="0" dirty="0">
              <a:ln>
                <a:noFill/>
              </a:ln>
              <a:solidFill>
                <a:prstClr val="black"/>
              </a:solidFill>
              <a:effectLst/>
              <a:uLnTx/>
              <a:uFillTx/>
              <a:latin typeface="Segoe UI"/>
              <a:cs typeface="Segoe UI"/>
            </a:endParaRPr>
          </a:p>
          <a:p>
            <a:pPr marL="0" marR="0" lvl="0" indent="0" algn="l" defTabSz="914400" rtl="0" eaLnBrk="1" fontAlgn="auto" latinLnBrk="0" hangingPunct="1">
              <a:lnSpc>
                <a:spcPct val="96000"/>
              </a:lnSpc>
              <a:spcBef>
                <a:spcPts val="1079"/>
              </a:spcBef>
              <a:spcAft>
                <a:spcPts val="359"/>
              </a:spcAft>
              <a:buClrTx/>
              <a:buSzTx/>
              <a:buFont typeface="Arial"/>
              <a:buNone/>
              <a:tabLst/>
              <a:defRPr/>
            </a:pPr>
            <a:r>
              <a:rPr kumimoji="0" lang="en-US" sz="2000" b="0" i="0" u="none" strike="noStrike" kern="0" cap="none" spc="0" normalizeH="0" baseline="0" noProof="0" dirty="0">
                <a:ln>
                  <a:noFill/>
                </a:ln>
                <a:solidFill>
                  <a:prstClr val="black"/>
                </a:solidFill>
                <a:effectLst/>
                <a:uLnTx/>
                <a:uFillTx/>
                <a:latin typeface="Segoe UI Semibold"/>
                <a:ea typeface="Segoe UI Semibold"/>
                <a:cs typeface="Segoe UI Semibold"/>
              </a:rPr>
              <a:t>Port configuration</a:t>
            </a:r>
            <a:endParaRPr kumimoji="0" sz="1800" b="0" i="0" u="none" strike="noStrike" kern="0" cap="none" spc="0" normalizeH="0" baseline="0" noProof="0" dirty="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dirty="0">
                <a:ln>
                  <a:noFill/>
                </a:ln>
                <a:solidFill>
                  <a:prstClr val="black"/>
                </a:solidFill>
                <a:effectLst/>
                <a:uLnTx/>
                <a:uFillTx/>
                <a:latin typeface="Segoe UI"/>
                <a:ea typeface="Segoe UI"/>
                <a:cs typeface="Segoe UI"/>
              </a:rPr>
              <a:t>Set </a:t>
            </a:r>
            <a:r>
              <a:rPr kumimoji="0" lang="en-US" sz="1800" b="0" i="0" u="none" strike="noStrike" kern="0" cap="none" spc="0" normalizeH="0" baseline="0" noProof="0" dirty="0">
                <a:ln>
                  <a:noFill/>
                </a:ln>
                <a:solidFill>
                  <a:prstClr val="black"/>
                </a:solidFill>
                <a:effectLst/>
                <a:uLnTx/>
                <a:uFillTx/>
                <a:latin typeface="Consolas"/>
                <a:ea typeface="Consolas"/>
                <a:cs typeface="Consolas"/>
              </a:rPr>
              <a:t>WEBSITES_PORT</a:t>
            </a:r>
            <a:r>
              <a:rPr kumimoji="0" lang="en-US" sz="1800" b="0" i="0" u="none" strike="noStrike" kern="0" cap="none" spc="0" normalizeH="0" baseline="0" noProof="0" dirty="0">
                <a:ln>
                  <a:noFill/>
                </a:ln>
                <a:solidFill>
                  <a:prstClr val="black"/>
                </a:solidFill>
                <a:effectLst/>
                <a:uLnTx/>
                <a:uFillTx/>
                <a:latin typeface="Segoe UI"/>
                <a:ea typeface="Segoe UI"/>
                <a:cs typeface="Segoe UI"/>
              </a:rPr>
              <a:t> if container listens on a port other than 80 or 8080</a:t>
            </a:r>
            <a:endParaRPr kumimoji="0" lang="en-US" sz="1800" b="0" i="0" u="none" strike="noStrike" kern="0" cap="none" spc="0" normalizeH="0" baseline="0" noProof="0" dirty="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dirty="0">
                <a:ln>
                  <a:noFill/>
                </a:ln>
                <a:solidFill>
                  <a:prstClr val="black"/>
                </a:solidFill>
                <a:effectLst/>
                <a:uLnTx/>
                <a:uFillTx/>
                <a:latin typeface="Segoe UI"/>
                <a:ea typeface="Segoe UI"/>
                <a:cs typeface="Segoe UI"/>
              </a:rPr>
              <a:t>App Service handles TLS termination. Container receives HTTP.</a:t>
            </a:r>
            <a:endParaRPr kumimoji="0" lang="en-US" sz="1800" b="0" i="0" u="none" strike="noStrike" kern="0" cap="none" spc="0" normalizeH="0" baseline="0" noProof="0" dirty="0">
              <a:ln>
                <a:noFill/>
              </a:ln>
              <a:solidFill>
                <a:prstClr val="black"/>
              </a:solidFill>
              <a:effectLst/>
              <a:uLnTx/>
              <a:uFillTx/>
              <a:latin typeface="Segoe UI"/>
              <a:cs typeface="Segoe UI"/>
            </a:endParaRPr>
          </a:p>
          <a:p>
            <a:pPr marL="0" marR="0" lvl="0" indent="0" algn="l" defTabSz="914400" rtl="0" eaLnBrk="1" fontAlgn="auto" latinLnBrk="0" hangingPunct="1">
              <a:lnSpc>
                <a:spcPct val="96000"/>
              </a:lnSpc>
              <a:spcBef>
                <a:spcPts val="1079"/>
              </a:spcBef>
              <a:spcAft>
                <a:spcPts val="359"/>
              </a:spcAft>
              <a:buClrTx/>
              <a:buSzTx/>
              <a:buFont typeface="Arial"/>
              <a:buNone/>
              <a:tabLst/>
              <a:defRPr/>
            </a:pPr>
            <a:r>
              <a:rPr kumimoji="0" lang="en-US" sz="2000" b="0" i="0" u="none" strike="noStrike" kern="0" cap="none" spc="0" normalizeH="0" baseline="0" noProof="0" dirty="0">
                <a:ln>
                  <a:noFill/>
                </a:ln>
                <a:solidFill>
                  <a:prstClr val="black"/>
                </a:solidFill>
                <a:effectLst/>
                <a:uLnTx/>
                <a:uFillTx/>
                <a:latin typeface="Segoe UI Semibold"/>
                <a:ea typeface="Segoe UI Semibold"/>
                <a:cs typeface="Segoe UI Semibold"/>
              </a:rPr>
              <a:t>Persistent storage</a:t>
            </a:r>
            <a:endParaRPr kumimoji="0" lang="en-US" sz="1800" b="0" i="0" u="none" strike="noStrike" kern="0" cap="none" spc="0" normalizeH="0" baseline="0" noProof="0" dirty="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dirty="0">
                <a:ln>
                  <a:noFill/>
                </a:ln>
                <a:solidFill>
                  <a:prstClr val="black"/>
                </a:solidFill>
                <a:effectLst/>
                <a:uLnTx/>
                <a:uFillTx/>
                <a:latin typeface="Segoe UI"/>
                <a:ea typeface="Segoe UI"/>
                <a:cs typeface="Segoe UI"/>
              </a:rPr>
              <a:t>Survives restarts, shared across scaled instances</a:t>
            </a:r>
            <a:endParaRPr kumimoji="0" lang="en-US" sz="1800" b="0" i="0" u="none" strike="noStrike" kern="0" cap="none" spc="0" normalizeH="0" baseline="0" noProof="0" dirty="0">
              <a:ln>
                <a:noFill/>
              </a:ln>
              <a:solidFill>
                <a:prstClr val="black"/>
              </a:solidFill>
              <a:effectLst/>
              <a:uLnTx/>
              <a:uFillTx/>
              <a:latin typeface="Segoe UI"/>
              <a:cs typeface="Segoe UI"/>
            </a:endParaRPr>
          </a:p>
          <a:p>
            <a:pPr marL="0" marR="0" lvl="0" indent="0" algn="l" defTabSz="914400" rtl="0" eaLnBrk="1" fontAlgn="auto" latinLnBrk="0" hangingPunct="1">
              <a:lnSpc>
                <a:spcPct val="96000"/>
              </a:lnSpc>
              <a:spcBef>
                <a:spcPts val="1079"/>
              </a:spcBef>
              <a:spcAft>
                <a:spcPts val="359"/>
              </a:spcAft>
              <a:buClrTx/>
              <a:buSzTx/>
              <a:buFont typeface="Arial"/>
              <a:buNone/>
              <a:tabLst/>
              <a:defRPr/>
            </a:pPr>
            <a:r>
              <a:rPr kumimoji="0" lang="en-US" sz="2000" b="0" i="0" u="none" strike="noStrike" kern="0" cap="none" spc="0" normalizeH="0" baseline="0" noProof="0" dirty="0">
                <a:ln>
                  <a:noFill/>
                </a:ln>
                <a:solidFill>
                  <a:prstClr val="black"/>
                </a:solidFill>
                <a:effectLst/>
                <a:uLnTx/>
                <a:uFillTx/>
                <a:latin typeface="Segoe UI Semibold"/>
                <a:ea typeface="Segoe UI Semibold"/>
                <a:cs typeface="Segoe UI Semibold"/>
              </a:rPr>
              <a:t>Always-on and health checks</a:t>
            </a:r>
            <a:endParaRPr kumimoji="0" lang="en-US" sz="1800" b="0" i="0" u="none" strike="noStrike" kern="0" cap="none" spc="0" normalizeH="0" baseline="0" noProof="0" dirty="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dirty="0">
                <a:ln>
                  <a:noFill/>
                </a:ln>
                <a:solidFill>
                  <a:prstClr val="black"/>
                </a:solidFill>
                <a:effectLst/>
                <a:uLnTx/>
                <a:uFillTx/>
                <a:latin typeface="Segoe UI"/>
                <a:ea typeface="Segoe UI"/>
                <a:cs typeface="Segoe UI"/>
              </a:rPr>
              <a:t>Always-on prevents ~20 min idle unloading (Basic tier+)</a:t>
            </a:r>
            <a:endParaRPr kumimoji="0" lang="en-US" sz="1800" b="0" i="0" u="none" strike="noStrike" kern="0" cap="none" spc="0" normalizeH="0" baseline="0" noProof="0" dirty="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dirty="0">
                <a:ln>
                  <a:noFill/>
                </a:ln>
                <a:solidFill>
                  <a:prstClr val="black"/>
                </a:solidFill>
                <a:effectLst/>
                <a:uLnTx/>
                <a:uFillTx/>
                <a:latin typeface="Segoe UI"/>
                <a:ea typeface="Segoe UI"/>
                <a:cs typeface="Segoe UI"/>
              </a:rPr>
              <a:t>Health check path pinged every minute. Failed instances removed from rotation.</a:t>
            </a:r>
            <a:endParaRPr kumimoji="0" sz="1800" b="0" i="0" u="none" strike="noStrike" kern="0" cap="none" spc="0" normalizeH="0" baseline="0" noProof="0" dirty="0">
              <a:ln>
                <a:noFill/>
              </a:ln>
              <a:solidFill>
                <a:prstClr val="black"/>
              </a:solidFill>
              <a:effectLst/>
              <a:uLnTx/>
              <a:uFillTx/>
              <a:latin typeface="Segoe UI"/>
              <a:cs typeface="Segoe UI"/>
            </a:endParaRPr>
          </a:p>
        </p:txBody>
      </p:sp>
      <p:pic>
        <p:nvPicPr>
          <p:cNvPr id="961255185" name="Picture 1">
            <a:extLst>
              <a:ext uri="{C183D7F6-B498-43B3-948B-1728B52AA6E4}">
                <adec:decorative xmlns:adec="http://schemas.microsoft.com/office/drawing/2017/decorative" val="1"/>
              </a:ext>
            </a:extLst>
          </p:cNvPr>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10469880" y="5001767"/>
            <a:ext cx="1316735" cy="1316735"/>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15344494"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Configure application settings</a:t>
            </a:r>
            <a:endParaRPr/>
          </a:p>
        </p:txBody>
      </p:sp>
      <p:sp>
        <p:nvSpPr>
          <p:cNvPr id="1377336181" name="TextBox 2"/>
          <p:cNvSpPr txBox="1"/>
          <p:nvPr/>
        </p:nvSpPr>
        <p:spPr bwMode="auto">
          <a:xfrm>
            <a:off x="457199" y="1225295"/>
            <a:ext cx="5434415" cy="4391472"/>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6000"/>
              </a:lnSpc>
              <a:spcBef>
                <a:spcPts val="0"/>
              </a:spcBef>
              <a:spcAft>
                <a:spcPts val="718"/>
              </a:spcAft>
              <a:buClrTx/>
              <a:buSzTx/>
              <a:buFont typeface="Arial"/>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App settings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Injected as environment variables at container start</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All settings encrypted at rest</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Access via standard env var methods (</a:t>
            </a:r>
            <a:r>
              <a:rPr kumimoji="0" lang="en-US" sz="1800" b="0" i="0" u="none" strike="noStrike" kern="0" cap="none" spc="0" normalizeH="0" baseline="0" noProof="0">
                <a:ln>
                  <a:noFill/>
                </a:ln>
                <a:solidFill>
                  <a:prstClr val="black"/>
                </a:solidFill>
                <a:effectLst/>
                <a:uLnTx/>
                <a:uFillTx/>
                <a:latin typeface="Consolas"/>
                <a:ea typeface="Consolas"/>
                <a:cs typeface="Consolas"/>
              </a:rPr>
              <a:t>os.environ</a:t>
            </a:r>
            <a:r>
              <a:rPr kumimoji="0" lang="en-US" sz="1800" b="0" i="0" u="none" strike="noStrike" kern="0" cap="none" spc="0" normalizeH="0" baseline="0" noProof="0">
                <a:ln>
                  <a:noFill/>
                </a:ln>
                <a:solidFill>
                  <a:prstClr val="black"/>
                </a:solidFill>
                <a:effectLst/>
                <a:uLnTx/>
                <a:uFillTx/>
                <a:latin typeface="Segoe UI"/>
                <a:ea typeface="Segoe UI"/>
                <a:cs typeface="Segoe UI"/>
              </a:rPr>
              <a:t> in Python)</a:t>
            </a:r>
            <a:endParaRPr kumimoji="0" lang="en-US"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96000"/>
              </a:lnSpc>
              <a:spcBef>
                <a:spcPts val="719"/>
              </a:spcBef>
              <a:spcAft>
                <a:spcPts val="718"/>
              </a:spcAft>
              <a:buClrTx/>
              <a:buSzTx/>
              <a:buFont typeface="Arial"/>
              <a:buNone/>
              <a:tabLst/>
              <a:defRPr/>
            </a:pPr>
            <a:endParaRPr kumimoji="0" lang="en-US"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96000"/>
              </a:lnSpc>
              <a:spcBef>
                <a:spcPts val="719"/>
              </a:spcBef>
              <a:spcAft>
                <a:spcPts val="718"/>
              </a:spcAft>
              <a:buClrTx/>
              <a:buSzTx/>
              <a:buFont typeface="Arial"/>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Connection strings</a:t>
            </a: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Type-prefixed env vars (e.g., </a:t>
            </a:r>
            <a:r>
              <a:rPr kumimoji="0" lang="en-US" sz="1800" b="0" i="0" u="none" strike="noStrike" kern="0" cap="none" spc="0" normalizeH="0" baseline="0" noProof="0">
                <a:ln>
                  <a:noFill/>
                </a:ln>
                <a:solidFill>
                  <a:prstClr val="black"/>
                </a:solidFill>
                <a:effectLst/>
                <a:uLnTx/>
                <a:uFillTx/>
                <a:latin typeface="Consolas"/>
                <a:ea typeface="Consolas"/>
                <a:cs typeface="Consolas"/>
              </a:rPr>
              <a:t>SQLAZURECONNSTR_</a:t>
            </a:r>
            <a:r>
              <a:rPr kumimoji="0" lang="en-US" sz="1800" b="0" i="0" u="none" strike="noStrike" kern="0" cap="none" spc="0" normalizeH="0" baseline="0" noProof="0">
                <a:ln>
                  <a:noFill/>
                </a:ln>
                <a:solidFill>
                  <a:prstClr val="black"/>
                </a:solidFill>
                <a:effectLst/>
                <a:uLnTx/>
                <a:uFillTx/>
                <a:latin typeface="Segoe UI"/>
                <a:ea typeface="Segoe UI"/>
                <a:cs typeface="Segoe UI"/>
              </a:rPr>
              <a:t>)</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Use app settings instead for non-.NET apps</a:t>
            </a:r>
            <a:endParaRPr kumimoji="0" lang="en-US" sz="1800" b="0" i="0" u="none" strike="noStrike" kern="0" cap="none" spc="0" normalizeH="0" baseline="0" noProof="0">
              <a:ln>
                <a:noFill/>
              </a:ln>
              <a:solidFill>
                <a:prstClr val="black"/>
              </a:solidFill>
              <a:effectLst/>
              <a:uLnTx/>
              <a:uFillTx/>
              <a:latin typeface="Segoe UI"/>
              <a:cs typeface="Segoe UI"/>
            </a:endParaRPr>
          </a:p>
        </p:txBody>
      </p:sp>
      <p:sp>
        <p:nvSpPr>
          <p:cNvPr id="1945374669" name="TextBox 2"/>
          <p:cNvSpPr txBox="1"/>
          <p:nvPr/>
        </p:nvSpPr>
        <p:spPr bwMode="auto">
          <a:xfrm>
            <a:off x="6193627" y="1225296"/>
            <a:ext cx="5681543" cy="4391472"/>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6000"/>
              </a:lnSpc>
              <a:spcBef>
                <a:spcPts val="358"/>
              </a:spcBef>
              <a:spcAft>
                <a:spcPts val="718"/>
              </a:spcAft>
              <a:buClrTx/>
              <a:buSzTx/>
              <a:buFont typeface="Arial"/>
              <a:buNone/>
              <a:tabLst/>
              <a:defRPr/>
            </a:pPr>
            <a:r>
              <a:rPr kumimoji="0" lang="en-US" sz="2000" b="0" i="0" u="none" strike="noStrike" kern="0" cap="none" spc="0" normalizeH="0" baseline="0" noProof="0" dirty="0">
                <a:ln>
                  <a:noFill/>
                </a:ln>
                <a:solidFill>
                  <a:prstClr val="black"/>
                </a:solidFill>
                <a:effectLst/>
                <a:uLnTx/>
                <a:uFillTx/>
                <a:latin typeface="Segoe UI Semibold"/>
                <a:ea typeface="Segoe UI Semibold"/>
                <a:cs typeface="Segoe UI Semibold"/>
              </a:rPr>
              <a:t>Slot settings</a:t>
            </a:r>
            <a:endParaRPr kumimoji="0" lang="en-US" sz="1800" b="0" i="0" u="none" strike="noStrike" kern="0" cap="none" spc="0" normalizeH="0" baseline="0" noProof="0" dirty="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dirty="0">
                <a:ln>
                  <a:noFill/>
                </a:ln>
                <a:solidFill>
                  <a:prstClr val="black"/>
                </a:solidFill>
                <a:effectLst/>
                <a:uLnTx/>
                <a:uFillTx/>
                <a:latin typeface="Segoe UI"/>
                <a:ea typeface="Segoe UI"/>
                <a:cs typeface="Segoe UI"/>
              </a:rPr>
              <a:t>Stick to the slot during swap operations</a:t>
            </a:r>
            <a:endParaRPr kumimoji="0" lang="en-US" sz="1800" b="0" i="0" u="none" strike="noStrike" kern="0" cap="none" spc="0" normalizeH="0" baseline="0" noProof="0" dirty="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dirty="0">
                <a:ln>
                  <a:noFill/>
                </a:ln>
                <a:solidFill>
                  <a:prstClr val="black"/>
                </a:solidFill>
                <a:effectLst/>
                <a:uLnTx/>
                <a:uFillTx/>
                <a:latin typeface="Segoe UI"/>
                <a:ea typeface="Segoe UI"/>
                <a:cs typeface="Segoe UI"/>
              </a:rPr>
              <a:t>Use for environment identifiers, endpoints, feature flags</a:t>
            </a:r>
            <a:endParaRPr kumimoji="0" lang="en-US" sz="1800" b="0" i="0" u="none" strike="noStrike" kern="0" cap="none" spc="0" normalizeH="0" baseline="0" noProof="0" dirty="0">
              <a:ln>
                <a:noFill/>
              </a:ln>
              <a:solidFill>
                <a:prstClr val="black"/>
              </a:solidFill>
              <a:effectLst/>
              <a:uLnTx/>
              <a:uFillTx/>
              <a:latin typeface="Segoe UI"/>
              <a:cs typeface="Segoe UI"/>
            </a:endParaRPr>
          </a:p>
          <a:p>
            <a:pPr marL="0" marR="0" lvl="0" indent="0" algn="l" defTabSz="914400" rtl="0" eaLnBrk="1" fontAlgn="auto" latinLnBrk="0" hangingPunct="1">
              <a:lnSpc>
                <a:spcPct val="96000"/>
              </a:lnSpc>
              <a:spcBef>
                <a:spcPts val="719"/>
              </a:spcBef>
              <a:spcAft>
                <a:spcPts val="718"/>
              </a:spcAft>
              <a:buClrTx/>
              <a:buSzTx/>
              <a:buFont typeface="Arial"/>
              <a:buNone/>
              <a:tabLst/>
              <a:defRPr/>
            </a:pPr>
            <a:endParaRPr kumimoji="0" lang="en-US" sz="1800" b="0" i="0" u="none" strike="noStrike" kern="0" cap="none" spc="0" normalizeH="0" baseline="0" noProof="0" dirty="0">
              <a:ln>
                <a:noFill/>
              </a:ln>
              <a:solidFill>
                <a:prstClr val="black"/>
              </a:solidFill>
              <a:effectLst/>
              <a:uLnTx/>
              <a:uFillTx/>
              <a:latin typeface="Segoe UI"/>
              <a:cs typeface="Segoe UI"/>
            </a:endParaRPr>
          </a:p>
          <a:p>
            <a:pPr marL="0" marR="0" lvl="0" indent="0" algn="l" defTabSz="914400" rtl="0" eaLnBrk="1" fontAlgn="auto" latinLnBrk="0" hangingPunct="1">
              <a:lnSpc>
                <a:spcPct val="96000"/>
              </a:lnSpc>
              <a:spcBef>
                <a:spcPts val="719"/>
              </a:spcBef>
              <a:spcAft>
                <a:spcPts val="718"/>
              </a:spcAft>
              <a:buClrTx/>
              <a:buSzTx/>
              <a:buFont typeface="Arial"/>
              <a:buNone/>
              <a:tabLst/>
              <a:defRPr/>
            </a:pPr>
            <a:r>
              <a:rPr kumimoji="0" lang="en-US" sz="2000" b="0" i="0" u="none" strike="noStrike" kern="0" cap="none" spc="0" normalizeH="0" baseline="0" noProof="0" dirty="0">
                <a:ln>
                  <a:noFill/>
                </a:ln>
                <a:solidFill>
                  <a:prstClr val="black"/>
                </a:solidFill>
                <a:effectLst/>
                <a:uLnTx/>
                <a:uFillTx/>
                <a:latin typeface="Segoe UI Semibold"/>
                <a:ea typeface="Segoe UI Semibold"/>
                <a:cs typeface="Segoe UI Semibold"/>
              </a:rPr>
              <a:t>Key Vault references</a:t>
            </a: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dirty="0">
                <a:ln>
                  <a:noFill/>
                </a:ln>
                <a:solidFill>
                  <a:prstClr val="black"/>
                </a:solidFill>
                <a:effectLst/>
                <a:uLnTx/>
                <a:uFillTx/>
                <a:latin typeface="Consolas"/>
                <a:ea typeface="Consolas"/>
                <a:cs typeface="Consolas"/>
              </a:rPr>
              <a:t>@Microsoft.KeyVault(SecretUri=...)</a:t>
            </a:r>
            <a:r>
              <a:rPr kumimoji="0" lang="en-US" sz="1800" b="0" i="0" u="none" strike="noStrike" kern="0" cap="none" spc="0" normalizeH="0" baseline="0" noProof="0" dirty="0">
                <a:ln>
                  <a:noFill/>
                </a:ln>
                <a:solidFill>
                  <a:prstClr val="black"/>
                </a:solidFill>
                <a:effectLst/>
                <a:uLnTx/>
                <a:uFillTx/>
                <a:latin typeface="Segoe UI"/>
                <a:ea typeface="Segoe UI"/>
                <a:cs typeface="Segoe UI"/>
              </a:rPr>
              <a:t> syntax</a:t>
            </a:r>
            <a:endParaRPr kumimoji="0" lang="en-US" sz="1800" b="0" i="0" u="none" strike="noStrike" kern="0" cap="none" spc="0" normalizeH="0" baseline="0" noProof="0" dirty="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dirty="0">
                <a:ln>
                  <a:noFill/>
                </a:ln>
                <a:solidFill>
                  <a:prstClr val="black"/>
                </a:solidFill>
                <a:effectLst/>
                <a:uLnTx/>
                <a:uFillTx/>
                <a:latin typeface="Segoe UI"/>
                <a:ea typeface="Segoe UI"/>
                <a:cs typeface="Segoe UI"/>
              </a:rPr>
              <a:t>Resolved automatically. App reads plain env vars.</a:t>
            </a:r>
            <a:endParaRPr kumimoji="0" lang="en-US" sz="1800" b="0" i="0" u="none" strike="noStrike" kern="0" cap="none" spc="0" normalizeH="0" baseline="0" noProof="0" dirty="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dirty="0">
                <a:ln>
                  <a:noFill/>
                </a:ln>
                <a:solidFill>
                  <a:prstClr val="black"/>
                </a:solidFill>
                <a:effectLst/>
                <a:uLnTx/>
                <a:uFillTx/>
                <a:latin typeface="Segoe UI"/>
                <a:ea typeface="Segoe UI"/>
                <a:cs typeface="Segoe UI"/>
              </a:rPr>
              <a:t>Requires managed identity with Key Vault access</a:t>
            </a:r>
            <a:endParaRPr kumimoji="0" sz="1800" b="0" i="0" u="none" strike="noStrike" kern="0" cap="none" spc="0" normalizeH="0" baseline="0" noProof="0" dirty="0">
              <a:ln>
                <a:noFill/>
              </a:ln>
              <a:solidFill>
                <a:prstClr val="black"/>
              </a:solidFill>
              <a:effectLst/>
              <a:uLnTx/>
              <a:uFillTx/>
              <a:latin typeface="Segoe UI"/>
              <a:cs typeface="Segoe UI"/>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98980277"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Observe and troubleshoot containerized apps</a:t>
            </a:r>
            <a:endParaRPr/>
          </a:p>
        </p:txBody>
      </p:sp>
      <p:pic>
        <p:nvPicPr>
          <p:cNvPr id="899014707" name="Picture 1" descr="Diagram of Web App connected to four diagnostic tools: Container Logs, Log Stream, Kudu, and Azure Monitor&#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457200" y="1316735"/>
            <a:ext cx="4480560" cy="4197095"/>
          </a:xfrm>
          <a:prstGeom prst="rect">
            <a:avLst/>
          </a:prstGeom>
          <a:noFill/>
          <a:ln w="9525">
            <a:noFill/>
            <a:headEnd/>
            <a:tailEnd/>
          </a:ln>
        </p:spPr>
      </p:pic>
      <p:sp>
        <p:nvSpPr>
          <p:cNvPr id="1502166998" name="TextBox 2"/>
          <p:cNvSpPr txBox="1"/>
          <p:nvPr/>
        </p:nvSpPr>
        <p:spPr bwMode="auto">
          <a:xfrm>
            <a:off x="5485060" y="1319616"/>
            <a:ext cx="6194748" cy="5053574"/>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6000"/>
              </a:lnSpc>
              <a:spcBef>
                <a:spcPts val="0"/>
              </a:spcBef>
              <a:spcAft>
                <a:spcPts val="359"/>
              </a:spcAft>
              <a:buClrTx/>
              <a:buSzTx/>
              <a:buFont typeface="Arial"/>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Container logs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Captures stdout, stderr, platform lifecycle events</a:t>
            </a:r>
            <a:endParaRPr kumimoji="0" lang="en-US"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96000"/>
              </a:lnSpc>
              <a:spcBef>
                <a:spcPts val="719"/>
              </a:spcBef>
              <a:spcAft>
                <a:spcPts val="359"/>
              </a:spcAft>
              <a:buClrTx/>
              <a:buSzTx/>
              <a:buFont typeface="Arial"/>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Log stream</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Real-time output via CLI (az webapp log tail) or portal</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Shows all instances in scaled-out apps</a:t>
            </a:r>
            <a:endParaRPr kumimoji="0" lang="en-US"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96000"/>
              </a:lnSpc>
              <a:spcBef>
                <a:spcPts val="719"/>
              </a:spcBef>
              <a:spcAft>
                <a:spcPts val="359"/>
              </a:spcAft>
              <a:buClrTx/>
              <a:buSzTx/>
              <a:buFont typeface="Arial"/>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Kudu (SCM site)</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Environment variable verification</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File system browser for /home/LogFiles/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Diagnostic dump download</a:t>
            </a:r>
            <a:endParaRPr kumimoji="0" lang="en-US"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96000"/>
              </a:lnSpc>
              <a:spcBef>
                <a:spcPts val="719"/>
              </a:spcBef>
              <a:spcAft>
                <a:spcPts val="359"/>
              </a:spcAft>
              <a:buClrTx/>
              <a:buSzTx/>
              <a:buFont typeface="Arial"/>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Azure Monitor integration</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Send logs to Log Analytics for KQL queries and alerting</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Categories: ConsoleLogs, HTTPLogs, PlatformLogs</a:t>
            </a:r>
            <a:endParaRPr kumimoji="0" sz="1800" b="0" i="0" u="none" strike="noStrike" kern="0" cap="none" spc="0" normalizeH="0" baseline="0" noProof="0">
              <a:ln>
                <a:noFill/>
              </a:ln>
              <a:solidFill>
                <a:prstClr val="black"/>
              </a:solidFill>
              <a:effectLst/>
              <a:uLnTx/>
              <a:uFillTx/>
              <a:latin typeface="Segoe UI"/>
              <a:cs typeface="Segoe UI"/>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08343505" name="Title 1"/>
          <p:cNvSpPr>
            <a:spLocks noGrp="1"/>
          </p:cNvSpPr>
          <p:nvPr>
            <p:ph type="title"/>
          </p:nvPr>
        </p:nvSpPr>
        <p:spPr bwMode="auto">
          <a:xfrm>
            <a:off x="588261" y="585216"/>
            <a:ext cx="5653640" cy="427079"/>
          </a:xfrm>
        </p:spPr>
        <p:txBody>
          <a:bodyPr/>
          <a:lstStyle/>
          <a:p>
            <a:pPr>
              <a:defRPr/>
            </a:pPr>
            <a:r>
              <a:rPr lang="en-US" sz="2800"/>
              <a:t>Exercise</a:t>
            </a:r>
            <a:endParaRPr sz="2800"/>
          </a:p>
        </p:txBody>
      </p:sp>
      <p:sp>
        <p:nvSpPr>
          <p:cNvPr id="762453425" name="Text Placeholder 4"/>
          <p:cNvSpPr>
            <a:spLocks noGrp="1"/>
          </p:cNvSpPr>
          <p:nvPr>
            <p:ph type="body" sz="quarter" idx="16"/>
          </p:nvPr>
        </p:nvSpPr>
        <p:spPr bwMode="auto">
          <a:xfrm>
            <a:off x="584199" y="1594153"/>
            <a:ext cx="5655291" cy="488039"/>
          </a:xfrm>
        </p:spPr>
        <p:txBody>
          <a:bodyPr/>
          <a:lstStyle/>
          <a:p>
            <a:pPr>
              <a:defRPr/>
            </a:pPr>
            <a:r>
              <a:rPr lang="en-US" sz="1600" b="0" i="0" u="none" strike="noStrike" cap="none" spc="0" dirty="0">
                <a:solidFill>
                  <a:srgbClr val="000000"/>
                </a:solidFill>
                <a:highlight>
                  <a:srgbClr val="FFFF00"/>
                </a:highlight>
                <a:latin typeface="Segoe UI Semibold"/>
                <a:ea typeface="Segoe UI Semibold"/>
                <a:cs typeface="Segoe UI Semibold"/>
              </a:rPr>
              <a:t>Deploy a container to Azure App Service</a:t>
            </a:r>
            <a:endParaRPr lang="en-US" dirty="0">
              <a:highlight>
                <a:srgbClr val="FFFF00"/>
              </a:highlight>
            </a:endParaRPr>
          </a:p>
          <a:p>
            <a:pPr>
              <a:defRPr/>
            </a:pPr>
            <a:endParaRPr lang="en-US" dirty="0"/>
          </a:p>
        </p:txBody>
      </p:sp>
      <p:sp>
        <p:nvSpPr>
          <p:cNvPr id="1740158258" name="Text Placeholder 61"/>
          <p:cNvSpPr>
            <a:spLocks noGrp="1"/>
          </p:cNvSpPr>
          <p:nvPr>
            <p:ph type="body" sz="quarter" idx="15"/>
          </p:nvPr>
        </p:nvSpPr>
        <p:spPr bwMode="auto">
          <a:xfrm>
            <a:off x="579438" y="2172032"/>
            <a:ext cx="5654525" cy="1951079"/>
          </a:xfrm>
        </p:spPr>
        <p:txBody>
          <a:bodyPr vert="horz" wrap="square" lIns="0" tIns="0" rIns="0" bIns="0" rtlCol="0" anchor="t">
            <a:spAutoFit/>
          </a:bodyPr>
          <a:lstStyle/>
          <a:p>
            <a:pPr marL="0" indent="0">
              <a:buNone/>
              <a:defRPr/>
            </a:pPr>
            <a:r>
              <a:rPr lang="en-US" sz="1600" b="0" i="0" u="none" strike="noStrike" cap="none" spc="0" dirty="0">
                <a:solidFill>
                  <a:srgbClr val="000000"/>
                </a:solidFill>
                <a:latin typeface="Segoe UI"/>
                <a:ea typeface="Segoe UI"/>
                <a:cs typeface="Segoe UI"/>
              </a:rPr>
              <a:t>In this exercise, you deploy a Linux container image from Azure Container Registry (ACR) to Azure App Service.</a:t>
            </a:r>
            <a:endParaRPr dirty="0"/>
          </a:p>
          <a:p>
            <a:pPr marL="0" indent="0">
              <a:buNone/>
              <a:defRPr/>
            </a:pPr>
            <a:endParaRPr lang="en-US" dirty="0">
              <a:cs typeface="Segoe UI"/>
            </a:endParaRPr>
          </a:p>
          <a:p>
            <a:pPr marL="0" indent="0">
              <a:buNone/>
              <a:defRPr/>
            </a:pPr>
            <a:r>
              <a:rPr lang="en-US" dirty="0">
                <a:latin typeface="Segoe UI Semibold"/>
                <a:cs typeface="Segoe UI Semibold"/>
              </a:rPr>
              <a:t>Estimated time:</a:t>
            </a:r>
            <a:r>
              <a:rPr lang="en-US" dirty="0">
                <a:cs typeface="Segoe UI"/>
              </a:rPr>
              <a:t> 30 minutes</a:t>
            </a:r>
            <a:endParaRPr dirty="0"/>
          </a:p>
          <a:p>
            <a:pPr>
              <a:defRPr/>
            </a:pPr>
            <a:endParaRPr lang="en-US" dirty="0">
              <a:cs typeface="Segoe UI"/>
            </a:endParaRPr>
          </a:p>
          <a:p>
            <a:pPr marL="0" indent="0">
              <a:buNone/>
              <a:defRPr/>
            </a:pPr>
            <a:r>
              <a:rPr lang="en-US" dirty="0">
                <a:cs typeface="Segoe UI"/>
              </a:rPr>
              <a:t>Start the exercise at:</a:t>
            </a:r>
            <a:endParaRPr lang="en-US" dirty="0"/>
          </a:p>
          <a:p>
            <a:pPr marL="0" indent="0">
              <a:buNone/>
              <a:defRPr/>
            </a:pPr>
            <a:r>
              <a:rPr lang="en-US" sz="1600" b="0" i="0" u="sng" strike="noStrike" cap="none" spc="0" dirty="0">
                <a:solidFill>
                  <a:schemeClr val="hlink"/>
                </a:solidFill>
                <a:latin typeface="Segoe UI"/>
                <a:ea typeface="Segoe UI"/>
                <a:cs typeface="Segoe UI"/>
                <a:hlinkClick r:id="rId3"/>
              </a:rPr>
              <a:t>https://go.microsoft.com/fwlink/?linkid=2347415</a:t>
            </a:r>
            <a:endParaRPr dirty="0"/>
          </a:p>
          <a:p>
            <a:pPr marL="0" indent="0">
              <a:buNone/>
              <a:defRPr/>
            </a:pPr>
            <a:endParaRPr lang="en-US" dirty="0"/>
          </a:p>
        </p:txBody>
      </p:sp>
      <p:pic>
        <p:nvPicPr>
          <p:cNvPr id="358675656" name="Picture Placeholder 6">
            <a:extLst>
              <a:ext uri="{C183D7F6-B498-43B3-948B-1728B52AA6E4}">
                <adec:decorative xmlns:adec="http://schemas.microsoft.com/office/drawing/2017/decorative" val="1"/>
              </a:ext>
            </a:extLst>
          </p:cNvPr>
          <p:cNvPicPr>
            <a:picLocks noGrp="1" noChangeAspect="1"/>
          </p:cNvPicPr>
          <p:nvPr>
            <p:ph type="pic" sz="quarter" idx="20"/>
          </p:nvPr>
        </p:nvPicPr>
        <p:blipFill rotWithShape="1">
          <a:blip r:embed="rId4"/>
          <a:srcRect l="118" r="117"/>
          <a:stretch/>
        </p:blipFill>
        <p:spPr bwMode="ltGray">
          <a:xfrm>
            <a:off x="7724773" y="2043463"/>
            <a:ext cx="4467224" cy="3307645"/>
          </a:xfrm>
          <a:prstGeom prst="rect">
            <a:avLst/>
          </a:prstGeom>
          <a:solidFill>
            <a:srgbClr val="F4F4F7"/>
          </a:solidFill>
          <a:ln>
            <a:noFill/>
          </a:ln>
        </p:spPr>
      </p:pic>
      <p:sp>
        <p:nvSpPr>
          <p:cNvPr id="972805967" name="Footer Placeholder 4"/>
          <p:cNvSpPr>
            <a:spLocks noGrp="1"/>
          </p:cNvSpPr>
          <p:nvPr>
            <p:ph type="ftr" sz="quarter" idx="3"/>
          </p:nvPr>
        </p:nvSpPr>
        <p:spPr bwMode="auto">
          <a:xfrm>
            <a:off x="579438" y="6421082"/>
            <a:ext cx="4151311" cy="19797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UI"/>
                <a:cs typeface="Arial"/>
              </a:rPr>
              <a:t>© Copyright Microsoft Corporation. All rights reserved.</a:t>
            </a:r>
          </a:p>
        </p:txBody>
      </p:sp>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16662878" name="Title 6"/>
          <p:cNvSpPr>
            <a:spLocks noGrp="1"/>
          </p:cNvSpPr>
          <p:nvPr>
            <p:ph type="title"/>
          </p:nvPr>
        </p:nvSpPr>
        <p:spPr bwMode="auto">
          <a:xfrm>
            <a:off x="597070" y="2875002"/>
            <a:ext cx="5688392" cy="1107996"/>
          </a:xfrm>
        </p:spPr>
        <p:txBody>
          <a:bodyPr/>
          <a:lstStyle/>
          <a:p>
            <a:pPr>
              <a:defRPr/>
            </a:pPr>
            <a:r>
              <a:rPr lang="en-US" sz="4000" b="0" i="0" u="none" strike="noStrike" cap="none" spc="-47" dirty="0">
                <a:solidFill>
                  <a:schemeClr val="tx1"/>
                </a:solidFill>
                <a:latin typeface="Segoe UI"/>
                <a:ea typeface="Segoe UI"/>
                <a:cs typeface="Segoe UI"/>
              </a:rPr>
              <a:t>Deploy and manage apps on Azure Container Apps</a:t>
            </a:r>
            <a:endParaRPr lang="en-US" dirty="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769FC-EDB1-865A-674E-EFCC34B70542}"/>
              </a:ext>
            </a:extLst>
          </p:cNvPr>
          <p:cNvSpPr>
            <a:spLocks noGrp="1"/>
          </p:cNvSpPr>
          <p:nvPr>
            <p:ph type="title"/>
          </p:nvPr>
        </p:nvSpPr>
        <p:spPr/>
        <p:txBody>
          <a:bodyPr/>
          <a:lstStyle/>
          <a:p>
            <a:r>
              <a:rPr lang="en-US" dirty="0"/>
              <a:t>ACR , Azure App Service vs</a:t>
            </a:r>
            <a:r>
              <a:rPr lang="th-TH" dirty="0"/>
              <a:t> </a:t>
            </a:r>
            <a:r>
              <a:rPr lang="en-US" dirty="0"/>
              <a:t>Azure Container App</a:t>
            </a:r>
          </a:p>
        </p:txBody>
      </p:sp>
      <p:pic>
        <p:nvPicPr>
          <p:cNvPr id="5" name="Picture 4">
            <a:extLst>
              <a:ext uri="{FF2B5EF4-FFF2-40B4-BE49-F238E27FC236}">
                <a16:creationId xmlns:a16="http://schemas.microsoft.com/office/drawing/2014/main" id="{EE4FEA65-ADC0-F737-4EF7-36A91E772450}"/>
              </a:ext>
            </a:extLst>
          </p:cNvPr>
          <p:cNvPicPr>
            <a:picLocks noChangeAspect="1"/>
          </p:cNvPicPr>
          <p:nvPr/>
        </p:nvPicPr>
        <p:blipFill>
          <a:blip r:embed="rId3"/>
          <a:stretch>
            <a:fillRect/>
          </a:stretch>
        </p:blipFill>
        <p:spPr>
          <a:xfrm>
            <a:off x="2749794" y="1020707"/>
            <a:ext cx="6089407" cy="5268732"/>
          </a:xfrm>
          <a:prstGeom prst="rect">
            <a:avLst/>
          </a:prstGeom>
        </p:spPr>
      </p:pic>
    </p:spTree>
    <p:extLst>
      <p:ext uri="{BB962C8B-B14F-4D97-AF65-F5344CB8AC3E}">
        <p14:creationId xmlns:p14="http://schemas.microsoft.com/office/powerpoint/2010/main" val="10651829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37929001" name="Title 2"/>
          <p:cNvSpPr>
            <a:spLocks noGrp="1"/>
          </p:cNvSpPr>
          <p:nvPr>
            <p:ph type="title"/>
          </p:nvPr>
        </p:nvSpPr>
        <p:spPr bwMode="auto"/>
        <p:txBody>
          <a:bodyPr/>
          <a:lstStyle/>
          <a:p>
            <a:pPr>
              <a:defRPr/>
            </a:pPr>
            <a:r>
              <a:rPr lang="en-US"/>
              <a:t>Module 1: </a:t>
            </a:r>
            <a:r>
              <a:rPr lang="en-US" spc="-49">
                <a:ea typeface="Segoe UI"/>
              </a:rPr>
              <a:t>Deploy containers to Azure Container Apps</a:t>
            </a:r>
            <a:endParaRPr lang="en-US"/>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12699386"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Explore Container Apps environments</a:t>
            </a:r>
            <a:endParaRPr/>
          </a:p>
        </p:txBody>
      </p:sp>
      <p:pic>
        <p:nvPicPr>
          <p:cNvPr id="747994093" name="Picture 1" descr="Diagram of a Container Apps environment boundary containing two apps with shared networking flowing to Azure Monitor&#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457200" y="1197864"/>
            <a:ext cx="4416551" cy="3694176"/>
          </a:xfrm>
          <a:prstGeom prst="rect">
            <a:avLst/>
          </a:prstGeom>
          <a:noFill/>
          <a:ln w="9525">
            <a:noFill/>
            <a:headEnd/>
            <a:tailEnd/>
          </a:ln>
        </p:spPr>
      </p:pic>
      <p:sp>
        <p:nvSpPr>
          <p:cNvPr id="20508599" name="Content Placeholder 3"/>
          <p:cNvSpPr>
            <a:spLocks noGrp="1"/>
          </p:cNvSpPr>
          <p:nvPr>
            <p:ph sz="quarter" idx="10"/>
          </p:nvPr>
        </p:nvSpPr>
        <p:spPr bwMode="auto">
          <a:xfrm>
            <a:off x="5281550" y="1299654"/>
            <a:ext cx="6398259" cy="4816474"/>
          </a:xfrm>
        </p:spPr>
        <p:txBody>
          <a:bodyPr vertOverflow="overflow" horzOverflow="overflow" vert="horz" wrap="square" lIns="0" tIns="0" rIns="0" bIns="0" numCol="1" spcCol="0" rtlCol="0" fromWordArt="0" anchor="t" anchorCtr="0" forceAA="0" compatLnSpc="0">
            <a:normAutofit/>
          </a:bodyPr>
          <a:lstStyle/>
          <a:p>
            <a:pPr marL="0" indent="0">
              <a:spcAft>
                <a:spcPts val="359"/>
              </a:spcAft>
              <a:buFont typeface="Arial"/>
              <a:buNone/>
              <a:defRPr/>
            </a:pPr>
            <a:r>
              <a:rPr lang="en-US" sz="2200" b="0" i="0" u="none" strike="noStrike" cap="none" spc="0">
                <a:solidFill>
                  <a:schemeClr val="tx1"/>
                </a:solidFill>
                <a:latin typeface="Segoe UI Semibold"/>
                <a:ea typeface="Segoe UI Semibold"/>
                <a:cs typeface="Segoe UI Semibold"/>
              </a:rPr>
              <a:t>What an environment provides</a:t>
            </a:r>
            <a:endParaRPr lang="en-US" sz="2000" b="0" i="0" u="none" strike="noStrike" cap="none" spc="0">
              <a:solidFill>
                <a:schemeClr val="tx1"/>
              </a:solidFill>
              <a:latin typeface="Segoe UI"/>
              <a:cs typeface="Segoe UI"/>
            </a:endParaRPr>
          </a:p>
          <a:p>
            <a:pPr>
              <a:spcAft>
                <a:spcPts val="719"/>
              </a:spcAft>
              <a:defRPr/>
            </a:pPr>
            <a:r>
              <a:rPr lang="en-US" sz="2000" b="0" i="0" u="none" strike="noStrike" cap="none" spc="0">
                <a:solidFill>
                  <a:schemeClr val="tx1"/>
                </a:solidFill>
                <a:latin typeface="Segoe UI"/>
                <a:ea typeface="Segoe UI"/>
                <a:cs typeface="Segoe UI"/>
              </a:rPr>
              <a:t>Shared networking boundary for grouped apps</a:t>
            </a:r>
            <a:endParaRPr lang="en-US" sz="2000" b="0" i="0" u="none" strike="noStrike" cap="none" spc="0">
              <a:solidFill>
                <a:schemeClr val="tx1"/>
              </a:solidFill>
              <a:latin typeface="Segoe UI"/>
              <a:cs typeface="Segoe UI"/>
            </a:endParaRPr>
          </a:p>
          <a:p>
            <a:pPr>
              <a:spcAft>
                <a:spcPts val="719"/>
              </a:spcAft>
              <a:defRPr/>
            </a:pPr>
            <a:r>
              <a:rPr lang="en-US" sz="2000" b="0" i="0" u="none" strike="noStrike" cap="none" spc="0">
                <a:solidFill>
                  <a:schemeClr val="tx1"/>
                </a:solidFill>
                <a:latin typeface="Segoe UI"/>
                <a:ea typeface="Segoe UI"/>
                <a:cs typeface="Segoe UI"/>
              </a:rPr>
              <a:t>Internal DNS for app-to-app communication</a:t>
            </a:r>
            <a:endParaRPr lang="en-US" sz="2000" b="0" i="0" u="none" strike="noStrike" cap="none" spc="0">
              <a:solidFill>
                <a:schemeClr val="tx1"/>
              </a:solidFill>
              <a:latin typeface="Segoe UI"/>
              <a:cs typeface="Segoe UI"/>
            </a:endParaRPr>
          </a:p>
          <a:p>
            <a:pPr>
              <a:spcAft>
                <a:spcPts val="719"/>
              </a:spcAft>
              <a:defRPr/>
            </a:pPr>
            <a:r>
              <a:rPr lang="en-US" sz="2000" b="0" i="0" u="none" strike="noStrike" cap="none" spc="0">
                <a:solidFill>
                  <a:schemeClr val="tx1"/>
                </a:solidFill>
                <a:latin typeface="Segoe UI"/>
                <a:ea typeface="Segoe UI"/>
                <a:cs typeface="Segoe UI"/>
              </a:rPr>
              <a:t>Common logging integration (Azure Monitor)</a:t>
            </a:r>
            <a:endParaRPr lang="en-US" sz="2000" b="0" i="0" u="none" strike="noStrike" cap="none" spc="0">
              <a:solidFill>
                <a:schemeClr val="tx1"/>
              </a:solidFill>
              <a:latin typeface="Segoe UI"/>
              <a:cs typeface="Segoe UI"/>
            </a:endParaRPr>
          </a:p>
          <a:p>
            <a:pPr marL="0" indent="0">
              <a:spcBef>
                <a:spcPts val="359"/>
              </a:spcBef>
              <a:spcAft>
                <a:spcPts val="359"/>
              </a:spcAft>
              <a:buFont typeface="Arial"/>
              <a:buNone/>
              <a:defRPr/>
            </a:pPr>
            <a:endParaRPr lang="en-US" sz="2000" b="0" i="0" u="none" strike="noStrike" cap="none" spc="0">
              <a:solidFill>
                <a:schemeClr val="tx1"/>
              </a:solidFill>
              <a:latin typeface="Segoe UI"/>
              <a:cs typeface="Segoe UI"/>
            </a:endParaRPr>
          </a:p>
          <a:p>
            <a:pPr marL="0" indent="0">
              <a:spcBef>
                <a:spcPts val="359"/>
              </a:spcBef>
              <a:spcAft>
                <a:spcPts val="359"/>
              </a:spcAft>
              <a:buFont typeface="Arial"/>
              <a:buNone/>
              <a:defRPr/>
            </a:pPr>
            <a:r>
              <a:rPr lang="en-US" sz="2000" b="0" i="0" u="none" strike="noStrike" cap="none" spc="0">
                <a:solidFill>
                  <a:schemeClr val="tx1"/>
                </a:solidFill>
                <a:latin typeface="Segoe UI Semibold"/>
                <a:ea typeface="Segoe UI Semibold"/>
                <a:cs typeface="Segoe UI Semibold"/>
              </a:rPr>
              <a:t>Design decisions</a:t>
            </a:r>
            <a:endParaRPr/>
          </a:p>
          <a:p>
            <a:pPr marL="228600" marR="0" indent="-228600" algn="l">
              <a:lnSpc>
                <a:spcPct val="100000"/>
              </a:lnSpc>
              <a:spcBef>
                <a:spcPts val="0"/>
              </a:spcBef>
              <a:spcAft>
                <a:spcPts val="719"/>
              </a:spcAft>
              <a:buChar char="•"/>
              <a:defRPr/>
            </a:pPr>
            <a:r>
              <a:rPr lang="en-US" sz="2000" b="0" i="0" u="none" strike="noStrike" cap="none" spc="0">
                <a:solidFill>
                  <a:schemeClr val="tx1"/>
                </a:solidFill>
                <a:latin typeface="Segoe UI Semibold"/>
                <a:ea typeface="Segoe UI Semibold"/>
                <a:cs typeface="Segoe UI Semibold"/>
              </a:rPr>
              <a:t>Separate by lifecycle:</a:t>
            </a:r>
            <a:r>
              <a:rPr lang="en-US" sz="2000" b="0" i="0" u="none" strike="noStrike" cap="none" spc="0">
                <a:solidFill>
                  <a:schemeClr val="tx1"/>
                </a:solidFill>
                <a:latin typeface="Segoe UI"/>
                <a:ea typeface="Segoe UI"/>
                <a:cs typeface="Segoe UI"/>
              </a:rPr>
              <a:t> Dev, test, prod environments</a:t>
            </a:r>
            <a:endParaRPr lang="en-US" sz="2000" b="0" i="0" u="none" strike="noStrike" cap="none" spc="0">
              <a:solidFill>
                <a:schemeClr val="tx1"/>
              </a:solidFill>
              <a:latin typeface="Segoe UI"/>
              <a:cs typeface="Segoe UI"/>
            </a:endParaRPr>
          </a:p>
          <a:p>
            <a:pPr marL="228600" marR="0" indent="-228600" algn="l">
              <a:lnSpc>
                <a:spcPct val="100000"/>
              </a:lnSpc>
              <a:spcBef>
                <a:spcPts val="0"/>
              </a:spcBef>
              <a:spcAft>
                <a:spcPts val="719"/>
              </a:spcAft>
              <a:buFont typeface="Arial"/>
              <a:buChar char="•"/>
              <a:defRPr/>
            </a:pPr>
            <a:r>
              <a:rPr lang="en-US" sz="2000" b="0" i="0" u="none" strike="noStrike" cap="none" spc="0">
                <a:solidFill>
                  <a:schemeClr val="tx1"/>
                </a:solidFill>
                <a:latin typeface="Segoe UI Semibold"/>
                <a:ea typeface="Segoe UI Semibold"/>
                <a:cs typeface="Segoe UI Semibold"/>
              </a:rPr>
              <a:t>Align to networking:</a:t>
            </a:r>
            <a:r>
              <a:rPr lang="en-US" sz="2000" b="0" i="0" u="none" strike="noStrike" cap="none" spc="0">
                <a:solidFill>
                  <a:schemeClr val="tx1"/>
                </a:solidFill>
                <a:latin typeface="Segoe UI"/>
                <a:ea typeface="Segoe UI"/>
                <a:cs typeface="Segoe UI"/>
              </a:rPr>
              <a:t> Group apps that communicate privately</a:t>
            </a:r>
            <a:endParaRPr lang="en-US" sz="2000" b="0" i="0" u="none" strike="noStrike" cap="none" spc="0">
              <a:solidFill>
                <a:schemeClr val="tx1"/>
              </a:solidFill>
              <a:latin typeface="Segoe UI"/>
              <a:cs typeface="Segoe UI"/>
            </a:endParaRPr>
          </a:p>
          <a:p>
            <a:pPr marL="228600" marR="0" indent="-228600" algn="l">
              <a:lnSpc>
                <a:spcPct val="100000"/>
              </a:lnSpc>
              <a:spcBef>
                <a:spcPts val="0"/>
              </a:spcBef>
              <a:spcAft>
                <a:spcPts val="719"/>
              </a:spcAft>
              <a:buFont typeface="Arial"/>
              <a:buChar char="•"/>
              <a:defRPr/>
            </a:pPr>
            <a:r>
              <a:rPr lang="en-US" sz="2000" b="0" i="0" u="none" strike="noStrike" cap="none" spc="0">
                <a:solidFill>
                  <a:schemeClr val="tx1"/>
                </a:solidFill>
                <a:latin typeface="Segoe UI Semibold"/>
                <a:ea typeface="Segoe UI Semibold"/>
                <a:cs typeface="Segoe UI Semibold"/>
              </a:rPr>
              <a:t>Plan observability early:</a:t>
            </a:r>
            <a:r>
              <a:rPr lang="en-US" sz="2000" b="0" i="0" u="none" strike="noStrike" cap="none" spc="0">
                <a:solidFill>
                  <a:schemeClr val="tx1"/>
                </a:solidFill>
                <a:latin typeface="Segoe UI"/>
                <a:ea typeface="Segoe UI"/>
                <a:cs typeface="Segoe UI"/>
              </a:rPr>
              <a:t> Choose log destination before production</a:t>
            </a:r>
            <a:endParaRPr sz="260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07377877"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Deploy a container app using the Azure CLI and YAML</a:t>
            </a:r>
            <a:endParaRPr/>
          </a:p>
        </p:txBody>
      </p:sp>
      <p:sp>
        <p:nvSpPr>
          <p:cNvPr id="1955146529" name="Content Placeholder 3"/>
          <p:cNvSpPr>
            <a:spLocks noGrp="1"/>
          </p:cNvSpPr>
          <p:nvPr>
            <p:ph sz="quarter" idx="10"/>
          </p:nvPr>
        </p:nvSpPr>
        <p:spPr bwMode="auto">
          <a:xfrm>
            <a:off x="457197" y="1358775"/>
            <a:ext cx="8617574" cy="4816472"/>
          </a:xfrm>
        </p:spPr>
        <p:txBody>
          <a:bodyPr vertOverflow="overflow" horzOverflow="overflow" vert="horz" wrap="square" lIns="0" tIns="0" rIns="0" bIns="0" numCol="1" spcCol="0" rtlCol="0" fromWordArt="0" anchor="t" anchorCtr="0" forceAA="0" compatLnSpc="0">
            <a:noAutofit/>
          </a:bodyPr>
          <a:lstStyle/>
          <a:p>
            <a:pPr marL="0" marR="0" lvl="0" indent="0" algn="l">
              <a:lnSpc>
                <a:spcPct val="100000"/>
              </a:lnSpc>
              <a:spcBef>
                <a:spcPts val="0"/>
              </a:spcBef>
              <a:spcAft>
                <a:spcPts val="574"/>
              </a:spcAft>
              <a:buFont typeface="Arial"/>
              <a:buNone/>
              <a:defRPr/>
            </a:pPr>
            <a:r>
              <a:rPr lang="en-US" sz="2200" b="0" i="0" u="none" strike="noStrike" cap="none" spc="0">
                <a:solidFill>
                  <a:schemeClr val="tx1"/>
                </a:solidFill>
                <a:latin typeface="Segoe UI Semibold"/>
                <a:ea typeface="Segoe UI Semibold"/>
                <a:cs typeface="Segoe UI Semibold"/>
              </a:rPr>
              <a:t>Three deployment paths</a:t>
            </a:r>
            <a:endParaRPr sz="2200"/>
          </a:p>
          <a:p>
            <a:pPr marL="228600" marR="0" lvl="0" indent="-228600" algn="l">
              <a:lnSpc>
                <a:spcPct val="100000"/>
              </a:lnSpc>
              <a:spcBef>
                <a:spcPts val="0"/>
              </a:spcBef>
              <a:spcAft>
                <a:spcPts val="359"/>
              </a:spcAft>
              <a:buFont typeface="Arial"/>
              <a:buChar char="•"/>
              <a:defRPr/>
            </a:pPr>
            <a:r>
              <a:rPr lang="en-US" sz="1800" b="1" i="0" u="none" strike="noStrike" cap="none" spc="0">
                <a:solidFill>
                  <a:schemeClr val="tx1"/>
                </a:solidFill>
                <a:latin typeface="Consolas"/>
                <a:ea typeface="Consolas"/>
                <a:cs typeface="Consolas"/>
              </a:rPr>
              <a:t>containerapp up:</a:t>
            </a:r>
            <a:r>
              <a:rPr lang="en-US" sz="1800" b="0" i="0" u="none" strike="noStrike" cap="none" spc="0">
                <a:solidFill>
                  <a:schemeClr val="tx1"/>
                </a:solidFill>
                <a:latin typeface="Segoe UI"/>
                <a:ea typeface="+mn-ea"/>
                <a:cs typeface="Segoe UI"/>
              </a:rPr>
              <a:t> Fastest path, creates environment automatically</a:t>
            </a:r>
            <a:endParaRPr sz="1800"/>
          </a:p>
          <a:p>
            <a:pPr marL="228600" marR="0" lvl="0" indent="-228600" algn="l">
              <a:lnSpc>
                <a:spcPct val="100000"/>
              </a:lnSpc>
              <a:spcBef>
                <a:spcPts val="0"/>
              </a:spcBef>
              <a:spcAft>
                <a:spcPts val="359"/>
              </a:spcAft>
              <a:buFont typeface="Arial"/>
              <a:buChar char="•"/>
              <a:defRPr/>
            </a:pPr>
            <a:r>
              <a:rPr lang="en-US" sz="1800" b="1" i="0" u="none" strike="noStrike" cap="none" spc="0">
                <a:solidFill>
                  <a:schemeClr val="tx1"/>
                </a:solidFill>
                <a:latin typeface="Consolas"/>
                <a:ea typeface="Consolas"/>
                <a:cs typeface="Consolas"/>
              </a:rPr>
              <a:t>containerapp create:</a:t>
            </a:r>
            <a:r>
              <a:rPr lang="en-US" sz="1800" b="0" i="0" u="none" strike="noStrike" cap="none" spc="0">
                <a:solidFill>
                  <a:schemeClr val="tx1"/>
                </a:solidFill>
                <a:latin typeface="Segoe UI"/>
                <a:ea typeface="+mn-ea"/>
                <a:cs typeface="Segoe UI"/>
              </a:rPr>
              <a:t> Explicit control, existing environment</a:t>
            </a:r>
            <a:endParaRPr sz="1800"/>
          </a:p>
          <a:p>
            <a:pPr lvl="0">
              <a:spcAft>
                <a:spcPts val="359"/>
              </a:spcAft>
              <a:defRPr/>
            </a:pPr>
            <a:r>
              <a:rPr lang="en-US" sz="1800" b="1" i="0" u="none" strike="noStrike" cap="none" spc="0">
                <a:solidFill>
                  <a:schemeClr val="tx1"/>
                </a:solidFill>
                <a:latin typeface="Consolas"/>
                <a:ea typeface="Consolas"/>
                <a:cs typeface="Consolas"/>
              </a:rPr>
              <a:t>--yaml:</a:t>
            </a:r>
            <a:r>
              <a:rPr lang="en-US" sz="1800" b="0" i="0" u="none" strike="noStrike" cap="none" spc="0">
                <a:solidFill>
                  <a:schemeClr val="tx1"/>
                </a:solidFill>
                <a:latin typeface="Segoe UI"/>
                <a:ea typeface="+mn-ea"/>
                <a:cs typeface="Segoe UI"/>
              </a:rPr>
              <a:t> Source-controlled config, reviewable via code review</a:t>
            </a:r>
            <a:endParaRPr sz="2200"/>
          </a:p>
          <a:p>
            <a:pPr marL="0" marR="0" lvl="0" indent="0" algn="l">
              <a:lnSpc>
                <a:spcPct val="100000"/>
              </a:lnSpc>
              <a:spcBef>
                <a:spcPts val="2807"/>
              </a:spcBef>
              <a:spcAft>
                <a:spcPts val="574"/>
              </a:spcAft>
              <a:buFont typeface="Arial"/>
              <a:buNone/>
              <a:defRPr/>
            </a:pPr>
            <a:r>
              <a:rPr lang="en-US" sz="2200" b="0" i="0" u="none" strike="noStrike" cap="none" spc="0">
                <a:solidFill>
                  <a:schemeClr val="tx1"/>
                </a:solidFill>
                <a:latin typeface="Segoe UI Semibold"/>
                <a:ea typeface="Segoe UI Semibold"/>
                <a:cs typeface="Segoe UI Semibold"/>
              </a:rPr>
              <a:t>Revisions</a:t>
            </a:r>
            <a:endParaRPr sz="2200"/>
          </a:p>
          <a:p>
            <a:pPr lvl="0">
              <a:spcAft>
                <a:spcPts val="287"/>
              </a:spcAft>
              <a:defRPr/>
            </a:pPr>
            <a:r>
              <a:rPr lang="en-US" sz="1800" b="0" i="0" u="none" strike="noStrike" cap="none" spc="0">
                <a:solidFill>
                  <a:schemeClr val="tx1"/>
                </a:solidFill>
                <a:latin typeface="Segoe UI"/>
                <a:ea typeface="+mn-ea"/>
                <a:cs typeface="Segoe UI"/>
              </a:rPr>
              <a:t>Each update creates a new revision (versioned snapshot)</a:t>
            </a:r>
            <a:endParaRPr sz="1800"/>
          </a:p>
          <a:p>
            <a:pPr lvl="0">
              <a:spcAft>
                <a:spcPts val="287"/>
              </a:spcAft>
              <a:defRPr/>
            </a:pPr>
            <a:r>
              <a:rPr lang="en-US" sz="1800" b="0" i="0" u="none" strike="noStrike" cap="none" spc="0">
                <a:solidFill>
                  <a:schemeClr val="tx1"/>
                </a:solidFill>
                <a:latin typeface="Segoe UI"/>
                <a:ea typeface="+mn-ea"/>
                <a:cs typeface="Segoe UI"/>
              </a:rPr>
              <a:t>Validate new revision before shifting traffic</a:t>
            </a:r>
            <a:endParaRPr sz="1800"/>
          </a:p>
          <a:p>
            <a:pPr marL="228600" marR="0" lvl="0" indent="-228600" algn="l">
              <a:lnSpc>
                <a:spcPct val="100000"/>
              </a:lnSpc>
              <a:spcBef>
                <a:spcPts val="0"/>
              </a:spcBef>
              <a:spcAft>
                <a:spcPts val="287"/>
              </a:spcAft>
              <a:buFont typeface="Arial"/>
              <a:buChar char="•"/>
              <a:defRPr/>
            </a:pPr>
            <a:r>
              <a:rPr lang="en-US" sz="1800" b="0" i="0" u="none" strike="noStrike" cap="none" spc="0">
                <a:solidFill>
                  <a:schemeClr val="tx1"/>
                </a:solidFill>
                <a:latin typeface="Segoe UI"/>
                <a:ea typeface="+mn-ea"/>
                <a:cs typeface="Segoe UI"/>
              </a:rPr>
              <a:t>Use </a:t>
            </a:r>
            <a:r>
              <a:rPr lang="en-US" sz="1800" b="0" i="0" u="none" strike="noStrike" cap="none" spc="0">
                <a:solidFill>
                  <a:schemeClr val="tx1"/>
                </a:solidFill>
                <a:latin typeface="Consolas"/>
                <a:ea typeface="Consolas"/>
                <a:cs typeface="Consolas"/>
              </a:rPr>
              <a:t>containerapp update</a:t>
            </a:r>
            <a:r>
              <a:rPr lang="en-US" sz="1800" b="0" i="0" u="none" strike="noStrike" cap="none" spc="0">
                <a:solidFill>
                  <a:schemeClr val="tx1"/>
                </a:solidFill>
                <a:latin typeface="Segoe UI"/>
                <a:ea typeface="+mn-ea"/>
                <a:cs typeface="Segoe UI"/>
              </a:rPr>
              <a:t> for image and config changes</a:t>
            </a:r>
            <a:endParaRPr sz="220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01403236" name="Title 1"/>
          <p:cNvSpPr>
            <a:spLocks noGrp="1"/>
          </p:cNvSpPr>
          <p:nvPr>
            <p:ph type="title"/>
          </p:nvPr>
        </p:nvSpPr>
        <p:spPr bwMode="auto"/>
        <p:txBody>
          <a:bodyPr/>
          <a:lstStyle/>
          <a:p>
            <a:pPr>
              <a:defRPr/>
            </a:pPr>
            <a:r>
              <a:rPr lang="en-US" sz="2800" b="0" i="0" u="none" strike="noStrike" cap="none" spc="0">
                <a:solidFill>
                  <a:schemeClr val="tx1"/>
                </a:solidFill>
                <a:latin typeface="Segoe UI Semibold"/>
                <a:ea typeface="Segoe UI Semibold"/>
                <a:cs typeface="Segoe UI Semibold"/>
              </a:rPr>
              <a:t>Configure runtime settings with environment variables and secrets</a:t>
            </a:r>
            <a:endParaRPr sz="2800"/>
          </a:p>
        </p:txBody>
      </p:sp>
      <p:pic>
        <p:nvPicPr>
          <p:cNvPr id="2055004866" name="Graphic 1278943828" descr="Diagram showing environment variables and secrets flowing into a running container, with secrets using secretRef to avoid exposing values&#10;"/>
          <p:cNvPicPr>
            <a:picLocks noChangeAspect="1"/>
          </p:cNvPicPr>
          <p:nvPr/>
        </p:nvPicPr>
        <p:blipFill rotWithShape="1">
          <a:blip>
            <a:extLst>
              <a:ext uri="{96DAC541-7B7A-43D3-8B79-37D633B846F1}">
                <asvg:svgBlip xmlns:asvg="http://schemas.microsoft.com/office/drawing/2016/SVG/main" r:embed="rId3"/>
              </a:ext>
            </a:extLst>
          </a:blip>
          <a:stretch/>
        </p:blipFill>
        <p:spPr bwMode="auto">
          <a:xfrm>
            <a:off x="457200" y="1234440"/>
            <a:ext cx="4443984" cy="4974336"/>
          </a:xfrm>
          <a:prstGeom prst="rect">
            <a:avLst/>
          </a:prstGeom>
        </p:spPr>
      </p:pic>
      <p:sp>
        <p:nvSpPr>
          <p:cNvPr id="1179461635" name="Content Placeholder 3"/>
          <p:cNvSpPr>
            <a:spLocks noGrp="1"/>
          </p:cNvSpPr>
          <p:nvPr/>
        </p:nvSpPr>
        <p:spPr bwMode="auto">
          <a:xfrm>
            <a:off x="5780898" y="1234438"/>
            <a:ext cx="5561948" cy="5096289"/>
          </a:xfrm>
        </p:spPr>
        <p:txBody>
          <a:bodyPr vertOverflow="overflow" horzOverflow="overflow" vert="horz" wrap="square" lIns="0" tIns="0" rIns="0" bIns="0" numCol="1" spcCol="0" rtlCol="0" fromWordArt="0" anchor="t" anchorCtr="0" forceAA="0" compatLnSpc="0">
            <a:noAutofit/>
          </a:bodyPr>
          <a:lstStyle>
            <a:lvl1pPr marL="228600" indent="-228600" algn="l" defTabSz="914400" rtl="0">
              <a:lnSpc>
                <a:spcPct val="100000"/>
              </a:lnSpc>
              <a:spcBef>
                <a:spcPts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ts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ts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ts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ts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lang="en-US" sz="2000" b="0" i="0" u="none" strike="noStrike" kern="0" cap="none" spc="0" normalizeH="0" baseline="0" noProof="0">
                <a:ln>
                  <a:noFill/>
                </a:ln>
                <a:solidFill>
                  <a:srgbClr val="000000"/>
                </a:solidFill>
                <a:effectLst/>
                <a:uLnTx/>
                <a:uFillTx/>
                <a:latin typeface="Segoe UI Semibold"/>
                <a:ea typeface="Segoe UI Semibold"/>
                <a:cs typeface="Segoe UI Semibold"/>
              </a:rPr>
              <a:t>Environment variables (non-sensitive)</a:t>
            </a:r>
            <a:endParaRPr kumimoji="0" sz="1800" b="0" i="0" u="none" strike="noStrike" kern="0" cap="none" spc="0" normalizeH="0" baseline="0" noProof="0">
              <a:ln>
                <a:noFill/>
              </a:ln>
              <a:solidFill>
                <a:srgbClr val="000000"/>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srgbClr val="000000"/>
                </a:solidFill>
                <a:effectLst/>
                <a:uLnTx/>
                <a:uFillTx/>
                <a:latin typeface="Segoe UI"/>
                <a:ea typeface="Segoe UI"/>
                <a:cs typeface="Segoe UI"/>
              </a:rPr>
              <a:t>Log levels, feature flags, dependency URLs</a:t>
            </a:r>
            <a:endParaRPr kumimoji="0" lang="en-US" sz="1800" b="0" i="0" u="none" strike="noStrike" kern="0" cap="none" spc="0" normalizeH="0" baseline="0" noProof="0">
              <a:ln>
                <a:noFill/>
              </a:ln>
              <a:solidFill>
                <a:srgbClr val="000000"/>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srgbClr val="000000"/>
                </a:solidFill>
                <a:effectLst/>
                <a:uLnTx/>
                <a:uFillTx/>
                <a:latin typeface="Segoe UI"/>
                <a:ea typeface="Segoe UI"/>
                <a:cs typeface="Segoe UI"/>
              </a:rPr>
              <a:t>Same image runs in dev, staging, prod with different values</a:t>
            </a:r>
            <a:endParaRPr kumimoji="0" lang="en-US" sz="1800" b="0" i="0" u="none" strike="noStrike" kern="0" cap="none" spc="0" normalizeH="0" baseline="0" noProof="0">
              <a:ln>
                <a:noFill/>
              </a:ln>
              <a:solidFill>
                <a:srgbClr val="000000"/>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srgbClr val="000000"/>
                </a:solidFill>
                <a:effectLst/>
                <a:uLnTx/>
                <a:uFillTx/>
                <a:latin typeface="Segoe UI"/>
                <a:ea typeface="Segoe UI"/>
                <a:cs typeface="Segoe UI"/>
              </a:rPr>
              <a:t>Set at create time or add incrementally later</a:t>
            </a:r>
            <a:endParaRPr kumimoji="0" sz="1800" b="0" i="0" u="none" strike="noStrike" kern="0" cap="none" spc="0" normalizeH="0" baseline="0" noProof="0">
              <a:ln>
                <a:noFill/>
              </a:ln>
              <a:solidFill>
                <a:srgbClr val="000000"/>
              </a:solidFill>
              <a:effectLst/>
              <a:uLnTx/>
              <a:uFillTx/>
              <a:latin typeface="Segoe UI"/>
              <a:cs typeface="Segoe UI"/>
            </a:endParaRPr>
          </a:p>
          <a:p>
            <a:pPr marL="0" marR="0" lvl="0" indent="0" algn="l" defTabSz="914400" rtl="0" eaLnBrk="1" fontAlgn="auto" latinLnBrk="0" hangingPunct="1">
              <a:lnSpc>
                <a:spcPct val="100000"/>
              </a:lnSpc>
              <a:spcBef>
                <a:spcPts val="719"/>
              </a:spcBef>
              <a:spcAft>
                <a:spcPts val="0"/>
              </a:spcAft>
              <a:buClrTx/>
              <a:buSzTx/>
              <a:buFont typeface="Arial"/>
              <a:buNone/>
              <a:tabLst/>
              <a:defRPr/>
            </a:pPr>
            <a:r>
              <a:rPr kumimoji="0" lang="en-US" sz="2000" b="0" i="0" u="none" strike="noStrike" kern="0" cap="none" spc="0" normalizeH="0" baseline="0" noProof="0">
                <a:ln>
                  <a:noFill/>
                </a:ln>
                <a:solidFill>
                  <a:srgbClr val="000000"/>
                </a:solidFill>
                <a:effectLst/>
                <a:uLnTx/>
                <a:uFillTx/>
                <a:latin typeface="Segoe UI Semibold"/>
                <a:ea typeface="Segoe UI Semibold"/>
                <a:cs typeface="Segoe UI Semibold"/>
              </a:rPr>
              <a:t>Secrets (sensitive values)</a:t>
            </a:r>
            <a:endParaRPr kumimoji="0" sz="1800" b="0" i="0" u="none" strike="noStrike" kern="0" cap="none" spc="0" normalizeH="0" baseline="0" noProof="0">
              <a:ln>
                <a:noFill/>
              </a:ln>
              <a:solidFill>
                <a:srgbClr val="000000"/>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srgbClr val="000000"/>
                </a:solidFill>
                <a:effectLst/>
                <a:uLnTx/>
                <a:uFillTx/>
                <a:latin typeface="Segoe UI"/>
                <a:cs typeface="Segoe UI"/>
              </a:rPr>
              <a:t>API keys, credentials, signing keys stored separately</a:t>
            </a:r>
            <a:endParaRPr kumimoji="0" sz="2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srgbClr val="000000"/>
                </a:solidFill>
                <a:effectLst/>
                <a:uLnTx/>
                <a:uFillTx/>
                <a:latin typeface="Segoe UI"/>
                <a:cs typeface="Segoe UI"/>
              </a:rPr>
              <a:t>Rotate secrets without rebuilding or redeploying images</a:t>
            </a:r>
            <a:endParaRPr kumimoji="0" sz="2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srgbClr val="000000"/>
                </a:solidFill>
                <a:effectLst/>
                <a:uLnTx/>
                <a:uFillTx/>
                <a:latin typeface="Segoe UI"/>
                <a:cs typeface="Segoe UI"/>
              </a:rPr>
              <a:t>Key Vault references supported for centralized management</a:t>
            </a:r>
            <a:endParaRPr kumimoji="0" sz="1800" b="0" i="0" u="none" strike="noStrike" kern="0" cap="none" spc="0" normalizeH="0" baseline="0" noProof="0">
              <a:ln>
                <a:noFill/>
              </a:ln>
              <a:solidFill>
                <a:srgbClr val="000000"/>
              </a:solidFill>
              <a:effectLst/>
              <a:uLnTx/>
              <a:uFillTx/>
              <a:latin typeface="Segoe UI"/>
              <a:cs typeface="Segoe UI"/>
            </a:endParaRPr>
          </a:p>
          <a:p>
            <a:pPr marL="0" marR="0" lvl="0" indent="0" algn="l" defTabSz="914400" rtl="0" eaLnBrk="1" fontAlgn="auto" latinLnBrk="0" hangingPunct="1">
              <a:lnSpc>
                <a:spcPct val="100000"/>
              </a:lnSpc>
              <a:spcBef>
                <a:spcPts val="719"/>
              </a:spcBef>
              <a:spcAft>
                <a:spcPts val="0"/>
              </a:spcAft>
              <a:buClrTx/>
              <a:buSzTx/>
              <a:buFont typeface="Arial"/>
              <a:buNone/>
              <a:tabLst/>
              <a:defRPr/>
            </a:pPr>
            <a:r>
              <a:rPr kumimoji="0" lang="en-US" sz="2000" b="0" i="0" u="none" strike="noStrike" kern="0" cap="none" spc="0" normalizeH="0" baseline="0" noProof="0">
                <a:ln>
                  <a:noFill/>
                </a:ln>
                <a:solidFill>
                  <a:srgbClr val="000000"/>
                </a:solidFill>
                <a:effectLst/>
                <a:uLnTx/>
                <a:uFillTx/>
                <a:latin typeface="Segoe UI Semibold"/>
                <a:ea typeface="Segoe UI Semibold"/>
                <a:cs typeface="Segoe UI Semibold"/>
              </a:rPr>
              <a:t>Secret references</a:t>
            </a:r>
            <a:endParaRPr kumimoji="0" sz="1800" b="0" i="0" u="none" strike="noStrike" kern="0" cap="none" spc="0" normalizeH="0" baseline="0" noProof="0">
              <a:ln>
                <a:noFill/>
              </a:ln>
              <a:solidFill>
                <a:srgbClr val="000000"/>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srgbClr val="000000"/>
                </a:solidFill>
                <a:effectLst/>
                <a:uLnTx/>
                <a:uFillTx/>
                <a:latin typeface="Segoe UI"/>
                <a:ea typeface="Segoe UI"/>
                <a:cs typeface="Segoe UI"/>
              </a:rPr>
              <a:t>Map secrets to env vars so app code reads them transparently</a:t>
            </a:r>
            <a:endParaRPr kumimoji="0" lang="en-US" sz="1800" b="0" i="0" u="none" strike="noStrike" kern="0" cap="none" spc="0" normalizeH="0" baseline="0" noProof="0">
              <a:ln>
                <a:noFill/>
              </a:ln>
              <a:solidFill>
                <a:srgbClr val="000000"/>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srgbClr val="000000"/>
                </a:solidFill>
                <a:effectLst/>
                <a:uLnTx/>
                <a:uFillTx/>
                <a:latin typeface="Segoe UI"/>
                <a:ea typeface="Segoe UI"/>
                <a:cs typeface="Segoe UI"/>
              </a:rPr>
              <a:t>Keep secret values out of YAML files and shell history</a:t>
            </a:r>
            <a:endParaRPr kumimoji="0" sz="2800" b="0" i="0" u="none" strike="noStrike" kern="0" cap="none" spc="0" normalizeH="0" baseline="0" noProof="0">
              <a:ln>
                <a:noFill/>
              </a:ln>
              <a:solidFill>
                <a:prstClr val="black"/>
              </a:solidFill>
              <a:effectLst/>
              <a:uLnTx/>
              <a:uFillTx/>
              <a:latin typeface="Segoe UI"/>
              <a:cs typeface="Segoe UI"/>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7581908"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Configure image pull authentication for private registries</a:t>
            </a:r>
            <a:endParaRPr/>
          </a:p>
        </p:txBody>
      </p:sp>
      <p:sp>
        <p:nvSpPr>
          <p:cNvPr id="549921865" name="Content Placeholder 3"/>
          <p:cNvSpPr>
            <a:spLocks noGrp="1"/>
          </p:cNvSpPr>
          <p:nvPr/>
        </p:nvSpPr>
        <p:spPr bwMode="auto">
          <a:xfrm>
            <a:off x="457199" y="1234437"/>
            <a:ext cx="9579693" cy="4816472"/>
          </a:xfrm>
        </p:spPr>
        <p:txBody>
          <a:bodyPr vertOverflow="overflow" horzOverflow="overflow" vert="horz" wrap="square" lIns="0" tIns="0" rIns="0" bIns="0" numCol="1" spcCol="0" rtlCol="0" fromWordArt="0" anchor="t" anchorCtr="0" forceAA="0" compatLnSpc="0">
            <a:noAutofit/>
          </a:bodyPr>
          <a:lstStyle>
            <a:lvl1pPr marL="228600" indent="-228600" algn="l" defTabSz="914400" rtl="0">
              <a:lnSpc>
                <a:spcPct val="100000"/>
              </a:lnSpc>
              <a:spcBef>
                <a:spcPts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ts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ts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ts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ts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59"/>
              </a:spcAft>
              <a:buClrTx/>
              <a:buSzTx/>
              <a:buFont typeface="Arial"/>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Username / password</a:t>
            </a:r>
            <a:endParaRPr kumimoji="0" lang="en-US" sz="20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Works with any registry (ACR, Docker Hub, GHCR)</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Quick to set up for validation and prototyping</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More secrets to manage and rotate over time</a:t>
            </a:r>
            <a:endParaRPr kumimoji="0" lang="en-US" sz="20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1799"/>
              </a:spcBef>
              <a:spcAft>
                <a:spcPts val="359"/>
              </a:spcAft>
              <a:buClrTx/>
              <a:buSzTx/>
              <a:buFont typeface="Arial"/>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Managed identity (recommended for ACR)</a:t>
            </a:r>
            <a:endParaRPr kumimoji="0" lang="en-US" sz="20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No credentials to store or rotate</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Grant only AcrPull for least privilege</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Best fit for production AI services pulling many images</a:t>
            </a:r>
            <a:endParaRPr kumimoji="0" sz="2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Use </a:t>
            </a:r>
            <a:r>
              <a:rPr kumimoji="0" lang="en-US" sz="1800" b="0" i="0" u="none" strike="noStrike" kern="0" cap="none" spc="0" normalizeH="0" baseline="0" noProof="0">
                <a:ln>
                  <a:noFill/>
                </a:ln>
                <a:solidFill>
                  <a:prstClr val="black"/>
                </a:solidFill>
                <a:effectLst/>
                <a:uLnTx/>
                <a:uFillTx/>
                <a:latin typeface="Consolas"/>
                <a:ea typeface="Consolas"/>
                <a:cs typeface="Consolas"/>
              </a:rPr>
              <a:t>--identity system</a:t>
            </a:r>
            <a:r>
              <a:rPr kumimoji="0" lang="en-US" sz="1800" b="0" i="0" u="none" strike="noStrike" kern="0" cap="none" spc="0" normalizeH="0" baseline="0" noProof="0">
                <a:ln>
                  <a:noFill/>
                </a:ln>
                <a:solidFill>
                  <a:prstClr val="black"/>
                </a:solidFill>
                <a:effectLst/>
                <a:uLnTx/>
                <a:uFillTx/>
                <a:latin typeface="Segoe UI"/>
                <a:ea typeface="Segoe UI"/>
                <a:cs typeface="Segoe UI"/>
              </a:rPr>
              <a:t> for ACR</a:t>
            </a:r>
            <a:endParaRPr kumimoji="0" lang="en-US" sz="20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1799"/>
              </a:spcBef>
              <a:spcAft>
                <a:spcPts val="0"/>
              </a:spcAft>
              <a:buClrTx/>
              <a:buSzTx/>
              <a:buFont typeface="Arial"/>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Key consideration:</a:t>
            </a:r>
            <a:r>
              <a:rPr kumimoji="0" lang="en-US" sz="2000" b="0" i="0" u="none" strike="noStrike" kern="0" cap="none" spc="0" normalizeH="0" baseline="0" noProof="0">
                <a:ln>
                  <a:noFill/>
                </a:ln>
                <a:solidFill>
                  <a:prstClr val="black"/>
                </a:solidFill>
                <a:effectLst/>
                <a:uLnTx/>
                <a:uFillTx/>
                <a:latin typeface="Segoe UI"/>
                <a:ea typeface="Segoe UI"/>
                <a:cs typeface="Segoe UI"/>
              </a:rPr>
              <a:t> Registry config is separate from app config. Image pull failures often look like auth errors.</a:t>
            </a:r>
            <a:endParaRPr kumimoji="0" lang="en-US" sz="2000" b="0" i="0" u="none" strike="noStrike" kern="0" cap="none" spc="0" normalizeH="0" baseline="0" noProof="0">
              <a:ln>
                <a:noFill/>
              </a:ln>
              <a:solidFill>
                <a:prstClr val="black"/>
              </a:solidFill>
              <a:effectLst/>
              <a:uLnTx/>
              <a:uFillTx/>
              <a:latin typeface="Segoe UI"/>
              <a:cs typeface="Segoe UI"/>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87979350"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Verify deployments with logs and status</a:t>
            </a:r>
            <a:endParaRPr/>
          </a:p>
        </p:txBody>
      </p:sp>
      <p:sp>
        <p:nvSpPr>
          <p:cNvPr id="758770871" name="Content Placeholder 3"/>
          <p:cNvSpPr>
            <a:spLocks noGrp="1"/>
          </p:cNvSpPr>
          <p:nvPr/>
        </p:nvSpPr>
        <p:spPr bwMode="auto">
          <a:xfrm>
            <a:off x="457198" y="1234437"/>
            <a:ext cx="5432952" cy="4816472"/>
          </a:xfrm>
        </p:spPr>
        <p:txBody>
          <a:bodyPr vertOverflow="overflow" horzOverflow="overflow" vert="horz" wrap="square" lIns="0" tIns="0" rIns="0" bIns="0" numCol="1" spcCol="0" rtlCol="0" fromWordArt="0" anchor="t" anchorCtr="0" forceAA="0" compatLnSpc="0">
            <a:noAutofit/>
          </a:bodyPr>
          <a:lstStyle>
            <a:lvl1pPr marL="228600" indent="-228600" algn="l" defTabSz="914400" rtl="0">
              <a:lnSpc>
                <a:spcPct val="100000"/>
              </a:lnSpc>
              <a:spcBef>
                <a:spcPts val="0"/>
              </a:spcBef>
              <a:buFont typeface="Arial"/>
              <a:buChar char="•"/>
              <a:defRPr sz="2800">
                <a:solidFill>
                  <a:schemeClr val="tx1"/>
                </a:solidFill>
                <a:latin typeface="Segoe UI"/>
                <a:ea typeface="+mn-ea"/>
                <a:cs typeface="Segoe UI"/>
              </a:defRPr>
            </a:lvl1pPr>
            <a:lvl2pPr marL="574673" indent="-234948" algn="l" defTabSz="914400" rtl="0">
              <a:lnSpc>
                <a:spcPct val="100000"/>
              </a:lnSpc>
              <a:spcBef>
                <a:spcPts val="0"/>
              </a:spcBef>
              <a:buFont typeface="Arial"/>
              <a:buChar char="•"/>
              <a:defRPr sz="2400">
                <a:solidFill>
                  <a:schemeClr val="tx1"/>
                </a:solidFill>
                <a:latin typeface="Segoe UI"/>
                <a:ea typeface="+mn-ea"/>
                <a:cs typeface="Segoe UI"/>
              </a:defRPr>
            </a:lvl2pPr>
            <a:lvl3pPr marL="914400" indent="-227010" algn="l" defTabSz="914400" rtl="0">
              <a:lnSpc>
                <a:spcPct val="100000"/>
              </a:lnSpc>
              <a:spcBef>
                <a:spcPts val="0"/>
              </a:spcBef>
              <a:buFont typeface="Arial"/>
              <a:buChar char="•"/>
              <a:defRPr sz="2000">
                <a:solidFill>
                  <a:schemeClr val="tx1"/>
                </a:solidFill>
                <a:latin typeface="Segoe UI"/>
                <a:ea typeface="+mn-ea"/>
                <a:cs typeface="Segoe UI"/>
              </a:defRPr>
            </a:lvl3pPr>
            <a:lvl4pPr marL="1141411" indent="-169860" algn="l" defTabSz="914400" rtl="0">
              <a:lnSpc>
                <a:spcPct val="100000"/>
              </a:lnSpc>
              <a:spcBef>
                <a:spcPts val="0"/>
              </a:spcBef>
              <a:buFont typeface="Arial"/>
              <a:buChar char="•"/>
              <a:defRPr sz="1800">
                <a:solidFill>
                  <a:schemeClr val="tx1"/>
                </a:solidFill>
                <a:latin typeface="Segoe UI"/>
                <a:ea typeface="+mn-ea"/>
                <a:cs typeface="Segoe UI"/>
              </a:defRPr>
            </a:lvl4pPr>
            <a:lvl5pPr marL="1376361" indent="-179386" algn="l" defTabSz="914400" rtl="0">
              <a:lnSpc>
                <a:spcPct val="100000"/>
              </a:lnSpc>
              <a:spcBef>
                <a:spcPts val="0"/>
              </a:spcBef>
              <a:buFont typeface="Arial"/>
              <a:buChar char="•"/>
              <a:defRPr sz="1800">
                <a:solidFill>
                  <a:schemeClr val="tx1"/>
                </a:solidFill>
                <a:latin typeface="Segoe UI"/>
                <a:ea typeface="+mn-ea"/>
                <a:cs typeface="Segoe UI"/>
              </a:defRPr>
            </a:lvl5pPr>
            <a:lvl6pPr marL="2514598" indent="-228600" algn="l" defTabSz="914400" rtl="0">
              <a:lnSpc>
                <a:spcPct val="90000"/>
              </a:lnSpc>
              <a:spcBef>
                <a:spcPts val="498"/>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8"/>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8"/>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8"/>
              </a:spcBef>
              <a:buFont typeface="Arial"/>
              <a:buChar char="•"/>
              <a:defRPr sz="18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59"/>
              </a:spcAft>
              <a:buClrTx/>
              <a:buSzTx/>
              <a:buFont typeface="Arial"/>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Logs (fastest signal)</a:t>
            </a:r>
            <a:endParaRPr kumimoji="0"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Console logs surface startup errors, missing env vars, connection failures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System logs reveal platform-level issues (image pull, scaling)</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Stream logs in real time during active debugging</a:t>
            </a:r>
            <a:endParaRPr kumimoji="0"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719"/>
              </a:spcBef>
              <a:spcAft>
                <a:spcPts val="359"/>
              </a:spcAft>
              <a:buClrTx/>
              <a:buSzTx/>
              <a:buFont typeface="Arial"/>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Revisions (version check)</a:t>
            </a:r>
            <a:endParaRPr kumimoji="0"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cs typeface="Segoe UI"/>
              </a:rPr>
              <a:t>Confirm a new revision exists after each update</a:t>
            </a:r>
            <a:endParaRPr kumimoji="0" sz="2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cs typeface="Segoe UI"/>
              </a:rPr>
              <a:t>Verify the revision reached a healthy, active state</a:t>
            </a:r>
            <a:endParaRPr kumimoji="0" sz="2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cs typeface="Segoe UI"/>
              </a:rPr>
              <a:t>Include inactive revisions for deeper investigation</a:t>
            </a:r>
            <a:endParaRPr kumimoji="0"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719"/>
              </a:spcBef>
              <a:spcAft>
                <a:spcPts val="359"/>
              </a:spcAft>
              <a:buClrTx/>
              <a:buSzTx/>
              <a:buFont typeface="Arial"/>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Replicas (scaling check)</a:t>
            </a:r>
            <a:endParaRPr kumimoji="0"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Detect scale-to-zero, crash loops, and cold start issues</a:t>
            </a:r>
            <a:endParaRPr kumimoji="0"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Verify expected instance count under load</a:t>
            </a:r>
            <a:endParaRPr kumimoji="0" lang="en-US" sz="1800" b="0" i="0" u="none" strike="noStrike" kern="0" cap="none" spc="0" normalizeH="0" baseline="0" noProof="0">
              <a:ln>
                <a:noFill/>
              </a:ln>
              <a:solidFill>
                <a:prstClr val="black"/>
              </a:solidFill>
              <a:effectLst/>
              <a:uLnTx/>
              <a:uFillTx/>
              <a:latin typeface="Segoe UI"/>
              <a:cs typeface="Segoe UI"/>
            </a:endParaRPr>
          </a:p>
        </p:txBody>
      </p:sp>
      <p:pic>
        <p:nvPicPr>
          <p:cNvPr id="1005963374" name="Picture 1" descr="Flow chart showing the three-step verification sequence: logs, revisions, replicas, then deployment verified&#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6601967" y="1234440"/>
            <a:ext cx="4700014" cy="4306823"/>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51960824" name="Title 1"/>
          <p:cNvSpPr>
            <a:spLocks noGrp="1"/>
          </p:cNvSpPr>
          <p:nvPr>
            <p:ph type="title"/>
          </p:nvPr>
        </p:nvSpPr>
        <p:spPr bwMode="auto">
          <a:xfrm>
            <a:off x="588261" y="585216"/>
            <a:ext cx="5653640" cy="427079"/>
          </a:xfrm>
        </p:spPr>
        <p:txBody>
          <a:bodyPr/>
          <a:lstStyle/>
          <a:p>
            <a:pPr>
              <a:defRPr/>
            </a:pPr>
            <a:r>
              <a:rPr lang="en-US" sz="2800"/>
              <a:t>Exercise</a:t>
            </a:r>
            <a:endParaRPr sz="2800"/>
          </a:p>
        </p:txBody>
      </p:sp>
      <p:pic>
        <p:nvPicPr>
          <p:cNvPr id="895769697" name="Picture Placeholder 6"/>
          <p:cNvPicPr>
            <a:picLocks noGrp="1" noChangeAspect="1"/>
          </p:cNvPicPr>
          <p:nvPr>
            <p:ph type="pic" sz="quarter" idx="20"/>
          </p:nvPr>
        </p:nvPicPr>
        <p:blipFill rotWithShape="1">
          <a:blip r:embed="rId3"/>
          <a:srcRect l="118" r="117"/>
          <a:stretch/>
        </p:blipFill>
        <p:spPr bwMode="ltGray">
          <a:xfrm>
            <a:off x="7724774" y="2043464"/>
            <a:ext cx="4467225" cy="3307646"/>
          </a:xfrm>
          <a:prstGeom prst="rect">
            <a:avLst/>
          </a:prstGeom>
          <a:solidFill>
            <a:srgbClr val="F4F4F7"/>
          </a:solidFill>
          <a:ln>
            <a:noFill/>
          </a:ln>
        </p:spPr>
      </p:pic>
      <p:sp>
        <p:nvSpPr>
          <p:cNvPr id="226253155" name="Text Placeholder 4"/>
          <p:cNvSpPr>
            <a:spLocks noGrp="1"/>
          </p:cNvSpPr>
          <p:nvPr>
            <p:ph type="body" sz="quarter" idx="16"/>
          </p:nvPr>
        </p:nvSpPr>
        <p:spPr bwMode="auto">
          <a:xfrm>
            <a:off x="584199" y="1594154"/>
            <a:ext cx="5654932" cy="488039"/>
          </a:xfrm>
        </p:spPr>
        <p:txBody>
          <a:bodyPr/>
          <a:lstStyle/>
          <a:p>
            <a:pPr>
              <a:defRPr/>
            </a:pPr>
            <a:r>
              <a:rPr lang="en-US" sz="1600" b="0" i="0" u="none" strike="noStrike" cap="none" spc="0">
                <a:solidFill>
                  <a:srgbClr val="000000"/>
                </a:solidFill>
                <a:latin typeface="Segoe UI Semibold"/>
                <a:ea typeface="Segoe UI Semibold"/>
                <a:cs typeface="Segoe UI Semibold"/>
              </a:rPr>
              <a:t>Deploy a containerized backend API to Azure Container Apps</a:t>
            </a:r>
            <a:endParaRPr lang="en-US"/>
          </a:p>
          <a:p>
            <a:pPr>
              <a:defRPr/>
            </a:pPr>
            <a:endParaRPr lang="en-US"/>
          </a:p>
        </p:txBody>
      </p:sp>
      <p:sp>
        <p:nvSpPr>
          <p:cNvPr id="495841405" name="Text Placeholder 61"/>
          <p:cNvSpPr>
            <a:spLocks noGrp="1"/>
          </p:cNvSpPr>
          <p:nvPr>
            <p:ph type="body" sz="quarter" idx="15"/>
          </p:nvPr>
        </p:nvSpPr>
        <p:spPr bwMode="auto">
          <a:xfrm>
            <a:off x="585787" y="2085975"/>
            <a:ext cx="5653806" cy="2438759"/>
          </a:xfrm>
        </p:spPr>
        <p:txBody>
          <a:bodyPr vert="horz" wrap="square" lIns="0" tIns="0" rIns="0" bIns="0" rtlCol="0" anchor="t">
            <a:spAutoFit/>
          </a:bodyPr>
          <a:lstStyle/>
          <a:p>
            <a:pPr marL="0" indent="0">
              <a:buNone/>
              <a:defRPr/>
            </a:pPr>
            <a:r>
              <a:rPr lang="en-US" sz="1600" b="0" i="0" u="none" strike="noStrike" cap="none" spc="0">
                <a:solidFill>
                  <a:srgbClr val="000000"/>
                </a:solidFill>
                <a:latin typeface="Segoe UI"/>
                <a:ea typeface="Segoe UI"/>
                <a:cs typeface="Segoe UI"/>
              </a:rPr>
              <a:t>In this exercise, you deploy a containerized backend API to Azure Container Apps. You use a managed identity to securely pull images from Azure Container Registry and configure secrets as environment variables.</a:t>
            </a:r>
            <a:endParaRPr/>
          </a:p>
          <a:p>
            <a:pPr marL="0" indent="0">
              <a:buNone/>
              <a:defRPr/>
            </a:pPr>
            <a:endParaRPr lang="en-US">
              <a:cs typeface="Segoe UI"/>
            </a:endParaRPr>
          </a:p>
          <a:p>
            <a:pPr marL="0" indent="0">
              <a:buNone/>
              <a:defRPr/>
            </a:pPr>
            <a:r>
              <a:rPr lang="en-US">
                <a:latin typeface="Segoe UI Semibold"/>
                <a:cs typeface="Segoe UI Semibold"/>
              </a:rPr>
              <a:t>Estimated time:</a:t>
            </a:r>
            <a:r>
              <a:rPr lang="en-US">
                <a:cs typeface="Segoe UI"/>
              </a:rPr>
              <a:t> 30 minutes</a:t>
            </a:r>
            <a:endParaRPr/>
          </a:p>
          <a:p>
            <a:pPr>
              <a:defRPr/>
            </a:pPr>
            <a:endParaRPr lang="en-US">
              <a:cs typeface="Segoe UI"/>
            </a:endParaRPr>
          </a:p>
          <a:p>
            <a:pPr marL="0" indent="0">
              <a:buNone/>
              <a:defRPr/>
            </a:pPr>
            <a:r>
              <a:rPr lang="en-US">
                <a:cs typeface="Segoe UI"/>
              </a:rPr>
              <a:t>Start the exercise at:</a:t>
            </a:r>
            <a:endParaRPr lang="en-US"/>
          </a:p>
          <a:p>
            <a:pPr marL="0" indent="0">
              <a:buNone/>
              <a:defRPr/>
            </a:pPr>
            <a:r>
              <a:rPr lang="en-US" u="sng">
                <a:solidFill>
                  <a:schemeClr val="hlink"/>
                </a:solidFill>
                <a:latin typeface="Segoe UI"/>
                <a:cs typeface="Segoe UI"/>
                <a:hlinkClick r:id="rId4"/>
              </a:rPr>
              <a:t>https://go.microsoft.com/fwlink/?linkid=2348000</a:t>
            </a:r>
            <a:endParaRPr/>
          </a:p>
          <a:p>
            <a:pPr marL="0" indent="0">
              <a:buNone/>
              <a:defRPr/>
            </a:pPr>
            <a:endParaRPr lang="en-US"/>
          </a:p>
        </p:txBody>
      </p:sp>
      <p:sp>
        <p:nvSpPr>
          <p:cNvPr id="1439460489" name="Footer Placeholder 4"/>
          <p:cNvSpPr>
            <a:spLocks noGrp="1"/>
          </p:cNvSpPr>
          <p:nvPr>
            <p:ph type="ftr" sz="quarter" idx="3"/>
          </p:nvPr>
        </p:nvSpPr>
        <p:spPr bwMode="auto">
          <a:xfrm>
            <a:off x="579438" y="6421083"/>
            <a:ext cx="4151312" cy="197976"/>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UI"/>
                <a:cs typeface="Arial"/>
              </a:rPr>
              <a:t>© Copyright Microsoft Corporation. All rights reserved.</a:t>
            </a:r>
          </a:p>
        </p:txBody>
      </p:sp>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45145331" name="Title 2"/>
          <p:cNvSpPr>
            <a:spLocks noGrp="1"/>
          </p:cNvSpPr>
          <p:nvPr>
            <p:ph type="title"/>
          </p:nvPr>
        </p:nvSpPr>
        <p:spPr bwMode="auto"/>
        <p:txBody>
          <a:bodyPr/>
          <a:lstStyle/>
          <a:p>
            <a:pPr>
              <a:defRPr/>
            </a:pPr>
            <a:r>
              <a:rPr lang="en-US"/>
              <a:t>Module 2: </a:t>
            </a:r>
            <a:r>
              <a:rPr lang="en-US" spc="-50">
                <a:ea typeface="Segoe UI"/>
              </a:rPr>
              <a:t>Manage containers in Azure Container Apps</a:t>
            </a:r>
            <a:endParaRPr lang="en-US"/>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43126143" name="Title 2"/>
          <p:cNvSpPr>
            <a:spLocks noGrp="1"/>
          </p:cNvSpPr>
          <p:nvPr>
            <p:ph type="title"/>
          </p:nvPr>
        </p:nvSpPr>
        <p:spPr bwMode="auto"/>
        <p:txBody>
          <a:bodyPr/>
          <a:lstStyle/>
          <a:p>
            <a:pPr>
              <a:defRPr/>
            </a:pPr>
            <a:r>
              <a:rPr lang="en-US"/>
              <a:t>Introduction</a:t>
            </a:r>
            <a:endParaRPr/>
          </a:p>
        </p:txBody>
      </p:sp>
      <p:sp>
        <p:nvSpPr>
          <p:cNvPr id="674401859" name="Content Placeholder 3"/>
          <p:cNvSpPr>
            <a:spLocks noGrp="1"/>
          </p:cNvSpPr>
          <p:nvPr>
            <p:ph sz="quarter" idx="10"/>
          </p:nvPr>
        </p:nvSpPr>
        <p:spPr bwMode="auto">
          <a:xfrm>
            <a:off x="457200" y="1235074"/>
            <a:ext cx="5238144" cy="4816474"/>
          </a:xfrm>
        </p:spPr>
        <p:txBody>
          <a:bodyPr vert="horz" lIns="0" tIns="0" rIns="0" bIns="0" rtlCol="0" anchor="t">
            <a:normAutofit/>
          </a:bodyPr>
          <a:lstStyle/>
          <a:p>
            <a:pPr marL="228600" marR="0" lvl="0" indent="-228600" algn="l">
              <a:lnSpc>
                <a:spcPct val="100000"/>
              </a:lnSpc>
              <a:spcBef>
                <a:spcPts val="0"/>
              </a:spcBef>
              <a:spcAft>
                <a:spcPts val="719"/>
              </a:spcAft>
              <a:buFont typeface="Arial"/>
              <a:buChar char="•"/>
              <a:defRPr/>
            </a:pPr>
            <a:r>
              <a:rPr lang="en-US" sz="2000" b="0" i="0" u="none" strike="noStrike" cap="none" spc="0" dirty="0">
                <a:solidFill>
                  <a:schemeClr val="tx1"/>
                </a:solidFill>
                <a:latin typeface="Segoe UI"/>
                <a:ea typeface="Segoe UI"/>
                <a:cs typeface="Segoe UI"/>
              </a:rPr>
              <a:t>Revision-based model: every update creates a versioned snapshot</a:t>
            </a:r>
            <a:endParaRPr lang="en-US" sz="2000" b="0" i="0" u="none" strike="noStrike" cap="none" spc="0" dirty="0">
              <a:solidFill>
                <a:schemeClr val="tx1"/>
              </a:solidFill>
              <a:latin typeface="Segoe UI"/>
              <a:cs typeface="Segoe UI"/>
            </a:endParaRPr>
          </a:p>
          <a:p>
            <a:pPr marL="228600" marR="0" lvl="0" indent="-228600" algn="l">
              <a:lnSpc>
                <a:spcPct val="100000"/>
              </a:lnSpc>
              <a:spcBef>
                <a:spcPts val="0"/>
              </a:spcBef>
              <a:spcAft>
                <a:spcPts val="719"/>
              </a:spcAft>
              <a:buFont typeface="Arial"/>
              <a:buChar char="•"/>
              <a:defRPr/>
            </a:pPr>
            <a:r>
              <a:rPr lang="en-US" sz="2000" b="0" i="0" u="none" strike="noStrike" cap="none" spc="0" dirty="0">
                <a:solidFill>
                  <a:schemeClr val="tx1"/>
                </a:solidFill>
                <a:latin typeface="Segoe UI"/>
                <a:ea typeface="Segoe UI"/>
                <a:cs typeface="Segoe UI"/>
              </a:rPr>
              <a:t>Built-in lifecycle actions for incident response</a:t>
            </a:r>
            <a:endParaRPr lang="en-US" sz="2000" b="0" i="0" u="none" strike="noStrike" cap="none" spc="0" dirty="0">
              <a:solidFill>
                <a:schemeClr val="tx1"/>
              </a:solidFill>
              <a:latin typeface="Segoe UI"/>
              <a:cs typeface="Segoe UI"/>
            </a:endParaRPr>
          </a:p>
          <a:p>
            <a:pPr marL="228600" marR="0" lvl="0" indent="-228600" algn="l">
              <a:lnSpc>
                <a:spcPct val="100000"/>
              </a:lnSpc>
              <a:spcBef>
                <a:spcPts val="0"/>
              </a:spcBef>
              <a:spcAft>
                <a:spcPts val="719"/>
              </a:spcAft>
              <a:buFont typeface="Arial"/>
              <a:buChar char="•"/>
              <a:defRPr/>
            </a:pPr>
            <a:r>
              <a:rPr lang="en-US" sz="2000" b="0" i="0" u="none" strike="noStrike" cap="none" spc="0" dirty="0">
                <a:solidFill>
                  <a:schemeClr val="tx1"/>
                </a:solidFill>
                <a:latin typeface="Segoe UI"/>
                <a:ea typeface="Segoe UI"/>
                <a:cs typeface="Segoe UI"/>
              </a:rPr>
              <a:t>Integrated logging with Azure Monitor</a:t>
            </a:r>
            <a:endParaRPr lang="en-US" sz="2000" b="0" i="0" u="none" strike="noStrike" cap="none" spc="0" dirty="0">
              <a:solidFill>
                <a:schemeClr val="tx1"/>
              </a:solidFill>
              <a:latin typeface="Segoe UI"/>
              <a:cs typeface="Segoe UI"/>
            </a:endParaRPr>
          </a:p>
          <a:p>
            <a:pPr marL="228600" marR="0" lvl="0" indent="-228600" algn="l">
              <a:lnSpc>
                <a:spcPct val="100000"/>
              </a:lnSpc>
              <a:spcBef>
                <a:spcPts val="0"/>
              </a:spcBef>
              <a:spcAft>
                <a:spcPts val="719"/>
              </a:spcAft>
              <a:buFont typeface="Arial"/>
              <a:buChar char="•"/>
              <a:defRPr/>
            </a:pPr>
            <a:r>
              <a:rPr lang="en-US" sz="2000" b="0" i="0" u="none" strike="noStrike" cap="none" spc="0" dirty="0">
                <a:solidFill>
                  <a:schemeClr val="tx1"/>
                </a:solidFill>
                <a:latin typeface="Segoe UI"/>
                <a:ea typeface="Segoe UI"/>
                <a:cs typeface="Segoe UI"/>
              </a:rPr>
              <a:t>Health probes gate traffic to healthy replicas</a:t>
            </a:r>
            <a:endParaRPr lang="en-US" sz="2000" b="0" i="0" u="none" strike="noStrike" cap="none" spc="0" dirty="0">
              <a:solidFill>
                <a:schemeClr val="tx1"/>
              </a:solidFill>
              <a:latin typeface="Segoe UI"/>
              <a:cs typeface="Segoe UI"/>
            </a:endParaRPr>
          </a:p>
          <a:p>
            <a:pPr marL="228600" marR="0" indent="-228600" algn="l">
              <a:lnSpc>
                <a:spcPct val="100000"/>
              </a:lnSpc>
              <a:spcBef>
                <a:spcPts val="0"/>
              </a:spcBef>
              <a:spcAft>
                <a:spcPts val="719"/>
              </a:spcAft>
              <a:buFont typeface="Arial"/>
              <a:buChar char="•"/>
              <a:defRPr/>
            </a:pPr>
            <a:r>
              <a:rPr lang="en-US" sz="2000" b="0" i="0" u="none" strike="noStrike" cap="none" spc="0" dirty="0">
                <a:solidFill>
                  <a:schemeClr val="tx1"/>
                </a:solidFill>
                <a:latin typeface="Segoe UI"/>
                <a:ea typeface="Segoe UI"/>
                <a:cs typeface="Segoe UI"/>
              </a:rPr>
              <a:t>Per-replica sizing and autoscaling for cost control</a:t>
            </a:r>
            <a:endParaRPr lang="en-US" sz="2000" b="0" i="0" u="none" strike="noStrike" cap="none" spc="0" dirty="0">
              <a:solidFill>
                <a:schemeClr val="tx1"/>
              </a:solidFill>
              <a:latin typeface="Segoe UI"/>
              <a:cs typeface="Segoe UI"/>
            </a:endParaRPr>
          </a:p>
        </p:txBody>
      </p:sp>
      <p:pic>
        <p:nvPicPr>
          <p:cNvPr id="565905363" name="Picture 1" descr="Icon cluster showing five Container Apps management capabilities: revision control, lifecycle actions, log diagnostics, health probes, and resource optimization&#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6300215" y="996696"/>
            <a:ext cx="4946903" cy="5303520"/>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35013790"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Update images and manage revisions safely</a:t>
            </a:r>
            <a:endParaRPr lang="en-US"/>
          </a:p>
        </p:txBody>
      </p:sp>
      <p:sp>
        <p:nvSpPr>
          <p:cNvPr id="1899820783" name="Content Placeholder 2"/>
          <p:cNvSpPr>
            <a:spLocks noGrp="1"/>
          </p:cNvSpPr>
          <p:nvPr>
            <p:ph sz="quarter" idx="10"/>
          </p:nvPr>
        </p:nvSpPr>
        <p:spPr bwMode="auto">
          <a:xfrm>
            <a:off x="457200" y="1224915"/>
            <a:ext cx="4877468" cy="4414385"/>
          </a:xfrm>
        </p:spPr>
        <p:txBody>
          <a:bodyPr vert="horz" wrap="square" lIns="45720" tIns="0" rIns="0" bIns="0" rtlCol="0" anchor="t">
            <a:noAutofit/>
          </a:bodyPr>
          <a:lstStyle/>
          <a:p>
            <a:pPr marL="0" indent="0">
              <a:spcAft>
                <a:spcPts val="359"/>
              </a:spcAft>
              <a:buFont typeface="Arial"/>
              <a:buNone/>
              <a:defRPr/>
            </a:pPr>
            <a:r>
              <a:rPr lang="en-US" sz="2000" b="0" i="0" u="none" strike="noStrike" cap="none" spc="0">
                <a:solidFill>
                  <a:schemeClr val="tx1"/>
                </a:solidFill>
                <a:latin typeface="Segoe UI Semibold"/>
                <a:ea typeface="Segoe UI Semibold"/>
                <a:cs typeface="Segoe UI Semibold"/>
              </a:rPr>
              <a:t>Image identity</a:t>
            </a:r>
            <a:endParaRPr sz="2000" b="0" i="0" u="none" strike="noStrike" cap="none" spc="0">
              <a:solidFill>
                <a:schemeClr val="tx1"/>
              </a:solidFill>
              <a:latin typeface="Segoe UI"/>
              <a:cs typeface="Segoe UI"/>
            </a:endParaRPr>
          </a:p>
          <a:p>
            <a:pPr>
              <a:defRPr/>
            </a:pPr>
            <a:r>
              <a:rPr lang="en-US" sz="1800" b="0" i="0" u="none" strike="noStrike" cap="none" spc="0">
                <a:solidFill>
                  <a:schemeClr val="tx1"/>
                </a:solidFill>
                <a:latin typeface="Segoe UI"/>
                <a:ea typeface="Segoe UI"/>
                <a:cs typeface="Segoe UI"/>
              </a:rPr>
              <a:t>Tags are convenient but mutable. Digests are immutable.</a:t>
            </a:r>
            <a:endParaRPr sz="1800" b="0" i="0" u="none" strike="noStrike" cap="none" spc="0">
              <a:solidFill>
                <a:schemeClr val="tx1"/>
              </a:solidFill>
              <a:latin typeface="Segoe UI"/>
              <a:cs typeface="Segoe UI"/>
            </a:endParaRPr>
          </a:p>
          <a:p>
            <a:pPr>
              <a:defRPr/>
            </a:pPr>
            <a:r>
              <a:rPr lang="en-US" sz="1800" b="0" i="0" u="none" strike="noStrike" cap="none" spc="0">
                <a:solidFill>
                  <a:schemeClr val="tx1"/>
                </a:solidFill>
                <a:latin typeface="Segoe UI"/>
                <a:ea typeface="Segoe UI"/>
                <a:cs typeface="Segoe UI"/>
              </a:rPr>
              <a:t>Use digests in production for traceability during incidents</a:t>
            </a:r>
            <a:endParaRPr sz="1800" b="0" i="0" u="none" strike="noStrike" cap="none" spc="0">
              <a:solidFill>
                <a:schemeClr val="tx1"/>
              </a:solidFill>
              <a:latin typeface="Segoe UI"/>
              <a:cs typeface="Segoe UI"/>
            </a:endParaRPr>
          </a:p>
          <a:p>
            <a:pPr>
              <a:defRPr/>
            </a:pPr>
            <a:r>
              <a:rPr lang="en-US" sz="1800" b="0" i="0" u="none" strike="noStrike" cap="none" spc="0">
                <a:solidFill>
                  <a:schemeClr val="tx1"/>
                </a:solidFill>
                <a:latin typeface="Segoe UI"/>
                <a:ea typeface="Segoe UI"/>
                <a:cs typeface="Segoe UI"/>
              </a:rPr>
              <a:t>Correlate operational behavior with a specific build artifact</a:t>
            </a:r>
            <a:endParaRPr sz="1800" b="0" i="0" u="none" strike="noStrike" cap="none" spc="0">
              <a:solidFill>
                <a:schemeClr val="tx1"/>
              </a:solidFill>
              <a:latin typeface="Segoe UI"/>
              <a:cs typeface="Segoe UI"/>
            </a:endParaRPr>
          </a:p>
          <a:p>
            <a:pPr marL="0" marR="0" indent="0" algn="l">
              <a:lnSpc>
                <a:spcPct val="100000"/>
              </a:lnSpc>
              <a:spcBef>
                <a:spcPts val="719"/>
              </a:spcBef>
              <a:spcAft>
                <a:spcPts val="359"/>
              </a:spcAft>
              <a:buFont typeface="Arial"/>
              <a:buNone/>
              <a:defRPr/>
            </a:pPr>
            <a:r>
              <a:rPr lang="en-US" sz="2000" b="0" i="0" u="none" strike="noStrike" cap="none" spc="0">
                <a:solidFill>
                  <a:schemeClr val="tx1"/>
                </a:solidFill>
                <a:latin typeface="Segoe UI Semibold"/>
                <a:ea typeface="Segoe UI Semibold"/>
                <a:cs typeface="Segoe UI Semibold"/>
              </a:rPr>
              <a:t>Revision workflow</a:t>
            </a:r>
            <a:endParaRPr sz="1800" b="0" i="0" u="none" strike="noStrike" cap="none" spc="0">
              <a:solidFill>
                <a:schemeClr val="tx1"/>
              </a:solidFill>
              <a:latin typeface="Segoe UI"/>
              <a:cs typeface="Segoe UI"/>
            </a:endParaRPr>
          </a:p>
          <a:p>
            <a:pPr marL="228600" marR="0" indent="-228600">
              <a:spcAft>
                <a:spcPts val="359"/>
              </a:spcAft>
              <a:defRPr/>
            </a:pPr>
            <a:r>
              <a:rPr lang="en-US" sz="1800" b="0" i="0" u="none" strike="noStrike" cap="none" spc="0">
                <a:solidFill>
                  <a:schemeClr val="tx1"/>
                </a:solidFill>
                <a:latin typeface="Segoe UI"/>
                <a:ea typeface="Segoe UI"/>
                <a:cs typeface="Segoe UI"/>
              </a:rPr>
              <a:t>Each image update creates a new revision</a:t>
            </a:r>
            <a:endParaRPr sz="1800" b="0" i="0" u="none" strike="noStrike" cap="none" spc="0">
              <a:solidFill>
                <a:schemeClr val="tx1"/>
              </a:solidFill>
              <a:latin typeface="Segoe UI"/>
              <a:cs typeface="Segoe UI"/>
            </a:endParaRPr>
          </a:p>
          <a:p>
            <a:pPr marL="228600" marR="0" indent="-228600">
              <a:spcAft>
                <a:spcPts val="359"/>
              </a:spcAft>
              <a:defRPr/>
            </a:pPr>
            <a:r>
              <a:rPr lang="en-US" sz="1800" b="0" i="0" u="none" strike="noStrike" cap="none" spc="0">
                <a:solidFill>
                  <a:schemeClr val="tx1"/>
                </a:solidFill>
                <a:latin typeface="Segoe UI"/>
                <a:ea typeface="Segoe UI"/>
                <a:cs typeface="Segoe UI"/>
              </a:rPr>
              <a:t>Verify health before shifting traffic</a:t>
            </a:r>
            <a:endParaRPr sz="1800" b="0" i="0" u="none" strike="noStrike" cap="none" spc="0">
              <a:solidFill>
                <a:schemeClr val="tx1"/>
              </a:solidFill>
              <a:latin typeface="Segoe UI"/>
              <a:cs typeface="Segoe UI"/>
            </a:endParaRPr>
          </a:p>
          <a:p>
            <a:pPr marL="228600" marR="0" indent="-228600">
              <a:spcAft>
                <a:spcPts val="359"/>
              </a:spcAft>
              <a:defRPr/>
            </a:pPr>
            <a:r>
              <a:rPr lang="en-US" sz="1800" b="0" i="0" u="none" strike="noStrike" cap="none" spc="0">
                <a:solidFill>
                  <a:schemeClr val="tx1"/>
                </a:solidFill>
                <a:latin typeface="Segoe UI"/>
                <a:ea typeface="Segoe UI"/>
                <a:cs typeface="Segoe UI"/>
              </a:rPr>
              <a:t>Deactivate problematic revisions. Preserve for investigation.</a:t>
            </a:r>
            <a:endParaRPr sz="1800" b="0" i="0" u="none" strike="noStrike" cap="none" spc="0">
              <a:solidFill>
                <a:schemeClr val="tx1"/>
              </a:solidFill>
              <a:latin typeface="Segoe UI"/>
              <a:cs typeface="Segoe UI"/>
            </a:endParaRPr>
          </a:p>
          <a:p>
            <a:pPr marL="228600" marR="0" indent="-228600">
              <a:spcAft>
                <a:spcPts val="359"/>
              </a:spcAft>
              <a:defRPr/>
            </a:pPr>
            <a:r>
              <a:rPr lang="en-US" sz="1800" b="0" i="0" u="none" strike="noStrike" cap="none" spc="0">
                <a:solidFill>
                  <a:schemeClr val="tx1"/>
                </a:solidFill>
                <a:latin typeface="Segoe UI"/>
                <a:ea typeface="Segoe UI"/>
                <a:cs typeface="Segoe UI"/>
              </a:rPr>
              <a:t>Define a retention strategy for inactive revisions</a:t>
            </a:r>
            <a:endParaRPr/>
          </a:p>
        </p:txBody>
      </p:sp>
      <p:pic>
        <p:nvPicPr>
          <p:cNvPr id="1373839879" name="Picture 1" descr="Vertical flow diagram showing the image update workflow: push image, create revision, verify health, shift traffic, with a rollback path on failure&#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6172200" y="1124711"/>
            <a:ext cx="5340095" cy="5074920"/>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99265380"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Manage the container app lifecycle</a:t>
            </a:r>
            <a:endParaRPr/>
          </a:p>
        </p:txBody>
      </p:sp>
      <p:sp>
        <p:nvSpPr>
          <p:cNvPr id="874920676" name="TextBox 2"/>
          <p:cNvSpPr txBox="1"/>
          <p:nvPr/>
        </p:nvSpPr>
        <p:spPr bwMode="auto">
          <a:xfrm>
            <a:off x="457199" y="1225296"/>
            <a:ext cx="9701144" cy="4952028"/>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2400" b="0" i="0" u="none" strike="noStrike" kern="0" cap="none" spc="0" normalizeH="0" baseline="0" noProof="0">
                <a:ln>
                  <a:noFill/>
                </a:ln>
                <a:solidFill>
                  <a:prstClr val="black"/>
                </a:solidFill>
                <a:effectLst/>
                <a:uLnTx/>
                <a:uFillTx/>
                <a:latin typeface="Segoe UI Semibold"/>
                <a:ea typeface="Segoe UI Semibold"/>
                <a:cs typeface="Segoe UI Semibold"/>
              </a:rPr>
              <a:t>Choose the right action</a:t>
            </a:r>
            <a:endParaRPr kumimoji="0" lang="en-US" sz="2000" b="0" i="0" u="none" strike="noStrike" kern="0" cap="none" spc="0" normalizeH="0" baseline="0" noProof="0">
              <a:ln>
                <a:noFill/>
              </a:ln>
              <a:solidFill>
                <a:prstClr val="black"/>
              </a:solidFill>
              <a:effectLst/>
              <a:uLnTx/>
              <a:uFillTx/>
              <a:latin typeface="Segoe UI"/>
              <a:cs typeface="Segoe UI"/>
            </a:endParaRPr>
          </a:p>
          <a:p>
            <a:pPr marL="283879" marR="0" lvl="0" indent="-283879" algn="l" defTabSz="914400" rtl="0" eaLnBrk="1" fontAlgn="auto" latinLnBrk="0" hangingPunct="1">
              <a:lnSpc>
                <a:spcPct val="100000"/>
              </a:lnSpc>
              <a:spcBef>
                <a:spcPts val="0"/>
              </a:spcBef>
              <a:spcAft>
                <a:spcPts val="359"/>
              </a:spcAft>
              <a:buClrTx/>
              <a:buSzTx/>
              <a:buFont typeface="Arial"/>
              <a:buChar char="•"/>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Stop:</a:t>
            </a:r>
            <a:r>
              <a:rPr kumimoji="0" lang="en-US" sz="2000" b="0" i="0" u="none" strike="noStrike" kern="0" cap="none" spc="0" normalizeH="0" baseline="0" noProof="0">
                <a:ln>
                  <a:noFill/>
                </a:ln>
                <a:solidFill>
                  <a:prstClr val="black"/>
                </a:solidFill>
                <a:effectLst/>
                <a:uLnTx/>
                <a:uFillTx/>
                <a:latin typeface="Segoe UI"/>
                <a:ea typeface="Segoe UI"/>
                <a:cs typeface="Segoe UI"/>
              </a:rPr>
              <a:t> Guarantees zero traffic. Broad scope. Use during incidents.</a:t>
            </a:r>
            <a:endParaRPr kumimoji="0" lang="en-US" sz="2000" b="0" i="0" u="none" strike="noStrike" kern="0" cap="none" spc="0" normalizeH="0" baseline="0" noProof="0">
              <a:ln>
                <a:noFill/>
              </a:ln>
              <a:solidFill>
                <a:prstClr val="black"/>
              </a:solidFill>
              <a:effectLst/>
              <a:uLnTx/>
              <a:uFillTx/>
              <a:latin typeface="Segoe UI"/>
              <a:cs typeface="Segoe UI"/>
            </a:endParaRPr>
          </a:p>
          <a:p>
            <a:pPr marL="283879" marR="0" lvl="0" indent="-283879" algn="l" defTabSz="914400" rtl="0" eaLnBrk="1" fontAlgn="auto" latinLnBrk="0" hangingPunct="1">
              <a:lnSpc>
                <a:spcPct val="100000"/>
              </a:lnSpc>
              <a:spcBef>
                <a:spcPts val="0"/>
              </a:spcBef>
              <a:spcAft>
                <a:spcPts val="359"/>
              </a:spcAft>
              <a:buClrTx/>
              <a:buSzTx/>
              <a:buFont typeface="Arial"/>
              <a:buChar char="•"/>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Restart:</a:t>
            </a:r>
            <a:r>
              <a:rPr kumimoji="0" lang="en-US" sz="2000" b="0" i="0" u="none" strike="noStrike" kern="0" cap="none" spc="0" normalizeH="0" baseline="0" noProof="0">
                <a:ln>
                  <a:noFill/>
                </a:ln>
                <a:solidFill>
                  <a:prstClr val="black"/>
                </a:solidFill>
                <a:effectLst/>
                <a:uLnTx/>
                <a:uFillTx/>
                <a:latin typeface="Segoe UI"/>
                <a:ea typeface="Segoe UI"/>
                <a:cs typeface="Segoe UI"/>
              </a:rPr>
              <a:t> Clears transient state. Use for deadlocks, stuck processes.</a:t>
            </a:r>
            <a:endParaRPr kumimoji="0" lang="en-US" sz="2000" b="0" i="0" u="none" strike="noStrike" kern="0" cap="none" spc="0" normalizeH="0" baseline="0" noProof="0">
              <a:ln>
                <a:noFill/>
              </a:ln>
              <a:solidFill>
                <a:prstClr val="black"/>
              </a:solidFill>
              <a:effectLst/>
              <a:uLnTx/>
              <a:uFillTx/>
              <a:latin typeface="Segoe UI"/>
              <a:cs typeface="Segoe UI"/>
            </a:endParaRPr>
          </a:p>
          <a:p>
            <a:pPr marL="283879" marR="0" lvl="0" indent="-283879" algn="l" defTabSz="914400" rtl="0" eaLnBrk="1" fontAlgn="auto" latinLnBrk="0" hangingPunct="1">
              <a:lnSpc>
                <a:spcPct val="100000"/>
              </a:lnSpc>
              <a:spcBef>
                <a:spcPts val="0"/>
              </a:spcBef>
              <a:spcAft>
                <a:spcPts val="359"/>
              </a:spcAft>
              <a:buClrTx/>
              <a:buSzTx/>
              <a:buFont typeface="Arial"/>
              <a:buChar char="•"/>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Deactivate revision:</a:t>
            </a:r>
            <a:r>
              <a:rPr kumimoji="0" lang="en-US" sz="2000" b="0" i="0" u="none" strike="noStrike" kern="0" cap="none" spc="0" normalizeH="0" baseline="0" noProof="0">
                <a:ln>
                  <a:noFill/>
                </a:ln>
                <a:solidFill>
                  <a:prstClr val="black"/>
                </a:solidFill>
                <a:effectLst/>
                <a:uLnTx/>
                <a:uFillTx/>
                <a:latin typeface="Segoe UI"/>
                <a:ea typeface="Segoe UI"/>
                <a:cs typeface="Segoe UI"/>
              </a:rPr>
              <a:t> Isolates one bad release. Safest first step.</a:t>
            </a:r>
            <a:endParaRPr kumimoji="0" lang="en-US" sz="20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719"/>
              </a:spcBef>
              <a:spcAft>
                <a:spcPts val="359"/>
              </a:spcAft>
              <a:buClrTx/>
              <a:buSzTx/>
              <a:buFontTx/>
              <a:buNone/>
              <a:tabLst/>
              <a:defRPr/>
            </a:pPr>
            <a:endParaRPr kumimoji="0" lang="en-US" sz="20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2200" b="0" i="0" u="none" strike="noStrike" kern="0" cap="none" spc="0" normalizeH="0" baseline="0" noProof="0">
                <a:ln>
                  <a:noFill/>
                </a:ln>
                <a:solidFill>
                  <a:prstClr val="black"/>
                </a:solidFill>
                <a:effectLst/>
                <a:uLnTx/>
                <a:uFillTx/>
                <a:latin typeface="Segoe UI Semibold"/>
                <a:ea typeface="Segoe UI Semibold"/>
                <a:cs typeface="Segoe UI Semibold"/>
              </a:rPr>
              <a:t>Common failure patterns to validate</a:t>
            </a:r>
            <a:endParaRPr kumimoji="0" sz="1800" b="0" i="0" u="none" strike="noStrike" kern="0" cap="none" spc="0" normalizeH="0" baseline="0" noProof="0">
              <a:ln>
                <a:noFill/>
              </a:ln>
              <a:solidFill>
                <a:prstClr val="black"/>
              </a:solidFill>
              <a:effectLst/>
              <a:uLnTx/>
              <a:uFillTx/>
              <a:latin typeface="Segoe UI"/>
              <a:cs typeface="Arial"/>
            </a:endParaRPr>
          </a:p>
          <a:p>
            <a:pPr marL="283879" marR="0" lvl="0" indent="-283879" algn="l" defTabSz="914400" rtl="0" eaLnBrk="1" fontAlgn="auto" latinLnBrk="0" hangingPunct="1">
              <a:lnSpc>
                <a:spcPct val="100000"/>
              </a:lnSpc>
              <a:spcBef>
                <a:spcPts val="0"/>
              </a:spcBef>
              <a:spcAft>
                <a:spcPts val="359"/>
              </a:spcAft>
              <a:buClrTx/>
              <a:buSzTx/>
              <a:buFont typeface="Arial"/>
              <a:buChar char="•"/>
              <a:tabLst/>
              <a:defRPr/>
            </a:pPr>
            <a:r>
              <a:rPr kumimoji="0" lang="en-US" sz="2000" b="0" i="0" u="none" strike="noStrike" kern="0" cap="none" spc="0" normalizeH="0" baseline="0" noProof="0">
                <a:ln>
                  <a:noFill/>
                </a:ln>
                <a:solidFill>
                  <a:prstClr val="black"/>
                </a:solidFill>
                <a:effectLst/>
                <a:uLnTx/>
                <a:uFillTx/>
                <a:latin typeface="Segoe UI"/>
                <a:ea typeface="Segoe UI"/>
                <a:cs typeface="Segoe UI"/>
              </a:rPr>
              <a:t>Image pull failures (registry credentials)</a:t>
            </a:r>
            <a:endParaRPr kumimoji="0" lang="en-US" sz="2000" b="0" i="0" u="none" strike="noStrike" kern="0" cap="none" spc="0" normalizeH="0" baseline="0" noProof="0">
              <a:ln>
                <a:noFill/>
              </a:ln>
              <a:solidFill>
                <a:prstClr val="black"/>
              </a:solidFill>
              <a:effectLst/>
              <a:uLnTx/>
              <a:uFillTx/>
              <a:latin typeface="Segoe UI"/>
              <a:cs typeface="Segoe UI"/>
            </a:endParaRPr>
          </a:p>
          <a:p>
            <a:pPr marL="283879" marR="0" lvl="0" indent="-283879" algn="l" defTabSz="914400" rtl="0" eaLnBrk="1" fontAlgn="auto" latinLnBrk="0" hangingPunct="1">
              <a:lnSpc>
                <a:spcPct val="100000"/>
              </a:lnSpc>
              <a:spcBef>
                <a:spcPts val="0"/>
              </a:spcBef>
              <a:spcAft>
                <a:spcPts val="359"/>
              </a:spcAft>
              <a:buClrTx/>
              <a:buSzTx/>
              <a:buFont typeface="Arial"/>
              <a:buChar char="•"/>
              <a:tabLst/>
              <a:defRPr/>
            </a:pPr>
            <a:r>
              <a:rPr kumimoji="0" lang="en-US" sz="2000" b="0" i="0" u="none" strike="noStrike" kern="0" cap="none" spc="0" normalizeH="0" baseline="0" noProof="0">
                <a:ln>
                  <a:noFill/>
                </a:ln>
                <a:solidFill>
                  <a:prstClr val="black"/>
                </a:solidFill>
                <a:effectLst/>
                <a:uLnTx/>
                <a:uFillTx/>
                <a:latin typeface="Segoe UI"/>
                <a:ea typeface="Segoe UI"/>
                <a:cs typeface="Segoe UI"/>
              </a:rPr>
              <a:t>Port mismatches (container vs. ingress config)</a:t>
            </a:r>
            <a:endParaRPr kumimoji="0" lang="en-US" sz="2000" b="0" i="0" u="none" strike="noStrike" kern="0" cap="none" spc="0" normalizeH="0" baseline="0" noProof="0">
              <a:ln>
                <a:noFill/>
              </a:ln>
              <a:solidFill>
                <a:prstClr val="black"/>
              </a:solidFill>
              <a:effectLst/>
              <a:uLnTx/>
              <a:uFillTx/>
              <a:latin typeface="Segoe UI"/>
              <a:cs typeface="Segoe UI"/>
            </a:endParaRPr>
          </a:p>
          <a:p>
            <a:pPr marL="283879" marR="0" lvl="0" indent="-283879" algn="l" defTabSz="914400" rtl="0" eaLnBrk="1" fontAlgn="auto" latinLnBrk="0" hangingPunct="1">
              <a:lnSpc>
                <a:spcPct val="100000"/>
              </a:lnSpc>
              <a:spcBef>
                <a:spcPts val="0"/>
              </a:spcBef>
              <a:spcAft>
                <a:spcPts val="359"/>
              </a:spcAft>
              <a:buClrTx/>
              <a:buSzTx/>
              <a:buFont typeface="Arial"/>
              <a:buChar char="•"/>
              <a:tabLst/>
              <a:defRPr/>
            </a:pPr>
            <a:r>
              <a:rPr kumimoji="0" lang="en-US" sz="2000" b="0" i="0" u="none" strike="noStrike" kern="0" cap="none" spc="0" normalizeH="0" baseline="0" noProof="0">
                <a:ln>
                  <a:noFill/>
                </a:ln>
                <a:solidFill>
                  <a:prstClr val="black"/>
                </a:solidFill>
                <a:effectLst/>
                <a:uLnTx/>
                <a:uFillTx/>
                <a:latin typeface="Segoe UI"/>
                <a:ea typeface="Segoe UI"/>
                <a:cs typeface="Segoe UI"/>
              </a:rPr>
              <a:t>Missing environment variables or secrets</a:t>
            </a:r>
            <a:endParaRPr kumimoji="0" lang="en-US" sz="2000" b="0" i="0" u="none" strike="noStrike" kern="0" cap="none" spc="0" normalizeH="0" baseline="0" noProof="0">
              <a:ln>
                <a:noFill/>
              </a:ln>
              <a:solidFill>
                <a:prstClr val="black"/>
              </a:solidFill>
              <a:effectLst/>
              <a:uLnTx/>
              <a:uFillTx/>
              <a:latin typeface="Segoe UI"/>
              <a:cs typeface="Segoe UI"/>
            </a:endParaRPr>
          </a:p>
          <a:p>
            <a:pPr marL="283879" marR="0" lvl="0" indent="-283879" algn="l" defTabSz="914400" rtl="0" eaLnBrk="1" fontAlgn="auto" latinLnBrk="0" hangingPunct="1">
              <a:lnSpc>
                <a:spcPct val="100000"/>
              </a:lnSpc>
              <a:spcBef>
                <a:spcPts val="0"/>
              </a:spcBef>
              <a:spcAft>
                <a:spcPts val="359"/>
              </a:spcAft>
              <a:buClrTx/>
              <a:buSzTx/>
              <a:buFont typeface="Arial"/>
              <a:buChar char="•"/>
              <a:tabLst/>
              <a:defRPr/>
            </a:pPr>
            <a:r>
              <a:rPr kumimoji="0" lang="en-US" sz="2000" b="0" i="0" u="none" strike="noStrike" kern="0" cap="none" spc="0" normalizeH="0" baseline="0" noProof="0">
                <a:ln>
                  <a:noFill/>
                </a:ln>
                <a:solidFill>
                  <a:prstClr val="black"/>
                </a:solidFill>
                <a:effectLst/>
                <a:uLnTx/>
                <a:uFillTx/>
                <a:latin typeface="Segoe UI"/>
                <a:ea typeface="Segoe UI"/>
                <a:cs typeface="Segoe UI"/>
              </a:rPr>
              <a:t>Probe failures (wrong path, short timeout)</a:t>
            </a:r>
            <a:endParaRPr kumimoji="0" lang="en-US" sz="20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2000" b="0" i="0" u="none" strike="noStrike" kern="0" cap="none" spc="0" normalizeH="0" baseline="0" noProof="0">
                <a:ln>
                  <a:noFill/>
                </a:ln>
                <a:solidFill>
                  <a:prstClr val="black"/>
                </a:solidFill>
                <a:effectLst/>
                <a:uLnTx/>
                <a:uFillTx/>
                <a:latin typeface="Segoe UI"/>
                <a:ea typeface="Segoe UI"/>
                <a:cs typeface="Segoe UI"/>
              </a:rPr>
              <a:t>Resource pressure (CPU throttling, OOM restarts)</a:t>
            </a:r>
            <a:endParaRPr kumimoji="0" sz="2000" b="0" i="0" u="none" strike="noStrike" kern="0" cap="none" spc="0" normalizeH="0" baseline="0" noProof="0">
              <a:ln>
                <a:noFill/>
              </a:ln>
              <a:solidFill>
                <a:prstClr val="black"/>
              </a:solidFill>
              <a:effectLst/>
              <a:uLnTx/>
              <a:uFillTx/>
              <a:latin typeface="Segoe UI"/>
              <a:cs typeface="Segoe UI"/>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49656602" name="Title 1"/>
          <p:cNvSpPr>
            <a:spLocks noGrp="1"/>
          </p:cNvSpPr>
          <p:nvPr>
            <p:ph type="title"/>
          </p:nvPr>
        </p:nvSpPr>
        <p:spPr bwMode="auto"/>
        <p:txBody>
          <a:bodyPr/>
          <a:lstStyle/>
          <a:p>
            <a:pPr marL="0" lvl="0" indent="0">
              <a:buNone/>
              <a:defRPr/>
            </a:pPr>
            <a:r>
              <a:rPr lang="en-US" sz="3200" b="0" i="0" u="none" strike="noStrike" cap="none" spc="0">
                <a:solidFill>
                  <a:schemeClr val="tx1"/>
                </a:solidFill>
                <a:latin typeface="Segoe UI Semibold"/>
                <a:ea typeface="+mj-ea"/>
                <a:cs typeface="Segoe UI Semibold"/>
              </a:rPr>
              <a:t>Monitor logs and troubleshoot issues</a:t>
            </a:r>
            <a:endParaRPr sz="3200"/>
          </a:p>
          <a:p>
            <a:pPr>
              <a:defRPr/>
            </a:pPr>
            <a:endParaRPr/>
          </a:p>
        </p:txBody>
      </p:sp>
      <p:pic>
        <p:nvPicPr>
          <p:cNvPr id="499249721" name="Picture 1" descr="Numbered steps showing four-step troubleshooting workflow: identify revision, stream logs, compare revisions, fix and verify&#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512064" y="1069847"/>
            <a:ext cx="4187952" cy="4187952"/>
          </a:xfrm>
          <a:prstGeom prst="rect">
            <a:avLst/>
          </a:prstGeom>
          <a:noFill/>
          <a:ln w="9525">
            <a:noFill/>
            <a:headEnd/>
            <a:tailEnd/>
          </a:ln>
        </p:spPr>
      </p:pic>
      <p:sp>
        <p:nvSpPr>
          <p:cNvPr id="1084326277" name="TextBox 2"/>
          <p:cNvSpPr txBox="1"/>
          <p:nvPr/>
        </p:nvSpPr>
        <p:spPr bwMode="auto">
          <a:xfrm>
            <a:off x="5178503" y="1071625"/>
            <a:ext cx="6357102" cy="5178102"/>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Log types</a:t>
            </a:r>
            <a:endParaRPr kumimoji="0" lang="en-US" sz="1800" b="0" i="0" u="none" strike="noStrike" kern="0" cap="none" spc="0" normalizeH="0" baseline="0" noProof="0">
              <a:ln>
                <a:noFill/>
              </a:ln>
              <a:solidFill>
                <a:prstClr val="black"/>
              </a:solidFill>
              <a:effectLst/>
              <a:uLnTx/>
              <a:uFillTx/>
              <a:latin typeface="Segoe UI"/>
              <a:cs typeface="Segoe UI"/>
            </a:endParaRPr>
          </a:p>
          <a:p>
            <a:pPr marL="283879" marR="0" lvl="0" indent="-283879"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Console logs: Application output (errors, startup messages)</a:t>
            </a:r>
            <a:endParaRPr kumimoji="0" lang="en-US" sz="1800" b="0" i="0" u="none" strike="noStrike" kern="0" cap="none" spc="0" normalizeH="0" baseline="0" noProof="0">
              <a:ln>
                <a:noFill/>
              </a:ln>
              <a:solidFill>
                <a:prstClr val="black"/>
              </a:solidFill>
              <a:effectLst/>
              <a:uLnTx/>
              <a:uFillTx/>
              <a:latin typeface="Segoe UI"/>
              <a:cs typeface="Segoe UI"/>
            </a:endParaRPr>
          </a:p>
          <a:p>
            <a:pPr marL="283879" marR="0" lvl="0" indent="-283879"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System logs: Platform events (image pull, scaling, probes)</a:t>
            </a:r>
            <a:endParaRPr kumimoji="0" lang="en-US"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Repeatable troubleshooting workflow</a:t>
            </a:r>
            <a:endParaRPr kumimoji="0" lang="en-US" sz="1800" b="0" i="0" u="none" strike="noStrike" kern="0" cap="none" spc="0" normalizeH="0" baseline="0" noProof="0">
              <a:ln>
                <a:noFill/>
              </a:ln>
              <a:solidFill>
                <a:prstClr val="black"/>
              </a:solidFill>
              <a:effectLst/>
              <a:uLnTx/>
              <a:uFillTx/>
              <a:latin typeface="Segoe UI"/>
              <a:cs typeface="Segoe UI"/>
            </a:endParaRPr>
          </a:p>
          <a:p>
            <a:pPr marL="283879" marR="0" lvl="0" indent="-283879"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Identify which revision is failing</a:t>
            </a:r>
            <a:endParaRPr kumimoji="0" lang="en-US" sz="1800" b="0" i="0" u="none" strike="noStrike" kern="0" cap="none" spc="0" normalizeH="0" baseline="0" noProof="0">
              <a:ln>
                <a:noFill/>
              </a:ln>
              <a:solidFill>
                <a:prstClr val="black"/>
              </a:solidFill>
              <a:effectLst/>
              <a:uLnTx/>
              <a:uFillTx/>
              <a:latin typeface="Segoe UI"/>
              <a:cs typeface="Segoe UI"/>
            </a:endParaRPr>
          </a:p>
          <a:p>
            <a:pPr marL="283879" marR="0" lvl="0" indent="-283879"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Stream logs while reproducing the issue</a:t>
            </a:r>
            <a:endParaRPr kumimoji="0" lang="en-US" sz="1800" b="0" i="0" u="none" strike="noStrike" kern="0" cap="none" spc="0" normalizeH="0" baseline="0" noProof="0">
              <a:ln>
                <a:noFill/>
              </a:ln>
              <a:solidFill>
                <a:prstClr val="black"/>
              </a:solidFill>
              <a:effectLst/>
              <a:uLnTx/>
              <a:uFillTx/>
              <a:latin typeface="Segoe UI"/>
              <a:cs typeface="Segoe UI"/>
            </a:endParaRPr>
          </a:p>
          <a:p>
            <a:pPr marL="283879" marR="0" lvl="0" indent="-283879"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Compare working vs. failing revision config</a:t>
            </a:r>
            <a:endParaRPr kumimoji="0" lang="en-US" sz="1800" b="0" i="0" u="none" strike="noStrike" kern="0" cap="none" spc="0" normalizeH="0" baseline="0" noProof="0">
              <a:ln>
                <a:noFill/>
              </a:ln>
              <a:solidFill>
                <a:prstClr val="black"/>
              </a:solidFill>
              <a:effectLst/>
              <a:uLnTx/>
              <a:uFillTx/>
              <a:latin typeface="Segoe UI"/>
              <a:cs typeface="Segoe UI"/>
            </a:endParaRPr>
          </a:p>
          <a:p>
            <a:pPr marL="283879" marR="0" lvl="0" indent="-283879"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Apply targeted fix, verify next revision is healthy</a:t>
            </a:r>
            <a:endParaRPr kumimoji="0" lang="en-US"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Structured logging tips</a:t>
            </a:r>
            <a:endParaRPr kumimoji="0" lang="en-US" sz="1800" b="0" i="0" u="none" strike="noStrike" kern="0" cap="none" spc="0" normalizeH="0" baseline="0" noProof="0">
              <a:ln>
                <a:noFill/>
              </a:ln>
              <a:solidFill>
                <a:prstClr val="black"/>
              </a:solidFill>
              <a:effectLst/>
              <a:uLnTx/>
              <a:uFillTx/>
              <a:latin typeface="Segoe UI"/>
              <a:cs typeface="Segoe UI"/>
            </a:endParaRPr>
          </a:p>
          <a:p>
            <a:pPr marL="283879" marR="0" lvl="0" indent="-283879"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Include request ID, revision ID, model version</a:t>
            </a:r>
            <a:endParaRPr kumimoji="0" lang="en-US" sz="1800" b="0" i="0" u="none" strike="noStrike" kern="0" cap="none" spc="0" normalizeH="0" baseline="0" noProof="0">
              <a:ln>
                <a:noFill/>
              </a:ln>
              <a:solidFill>
                <a:prstClr val="black"/>
              </a:solidFill>
              <a:effectLst/>
              <a:uLnTx/>
              <a:uFillTx/>
              <a:latin typeface="Segoe UI"/>
              <a:cs typeface="Segoe UI"/>
            </a:endParaRPr>
          </a:p>
          <a:p>
            <a:pPr marL="283879" marR="0" lvl="0" indent="-283879"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Log latency breakdowns for dependency calls</a:t>
            </a:r>
            <a:endParaRPr kumimoji="0" lang="en-US" sz="1800" b="0" i="0" u="none" strike="noStrike" kern="0" cap="none" spc="0" normalizeH="0" baseline="0" noProof="0">
              <a:ln>
                <a:noFill/>
              </a:ln>
              <a:solidFill>
                <a:prstClr val="black"/>
              </a:solidFill>
              <a:effectLst/>
              <a:uLnTx/>
              <a:uFillTx/>
              <a:latin typeface="Segoe UI"/>
              <a:cs typeface="Segoe UI"/>
            </a:endParaRPr>
          </a:p>
          <a:p>
            <a:pPr marL="283879" marR="0" lvl="0" indent="-283879"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Avoid logging sensitive content (prompts, documents)</a:t>
            </a:r>
            <a:endParaRPr kumimoji="0" lang="en-US" sz="1800" b="0" i="0" u="none" strike="noStrike" kern="0" cap="none" spc="0" normalizeH="0" baseline="0" noProof="0">
              <a:ln>
                <a:noFill/>
              </a:ln>
              <a:solidFill>
                <a:prstClr val="black"/>
              </a:solidFill>
              <a:effectLst/>
              <a:uLnTx/>
              <a:uFillTx/>
              <a:latin typeface="Segoe UI"/>
              <a:cs typeface="Segoe UI"/>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45791731"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Configure health probes and troubleshoot failures</a:t>
            </a:r>
            <a:endParaRPr/>
          </a:p>
        </p:txBody>
      </p:sp>
      <p:sp>
        <p:nvSpPr>
          <p:cNvPr id="2002306194" name="TextBox 2"/>
          <p:cNvSpPr txBox="1"/>
          <p:nvPr/>
        </p:nvSpPr>
        <p:spPr bwMode="auto">
          <a:xfrm>
            <a:off x="457200" y="1225296"/>
            <a:ext cx="4968740" cy="4952028"/>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Readiness vs. liveness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Readiness: Guards model loading and warmup.</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Liveness: Catches deadlocks. Triggers restart.</a:t>
            </a:r>
            <a:endParaRPr kumimoji="0" lang="en-US"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1799"/>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Tuning for AI services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Set </a:t>
            </a:r>
            <a:r>
              <a:rPr kumimoji="0" lang="en-US" sz="1800" b="0" i="0" u="none" strike="noStrike" kern="0" cap="none" spc="0" normalizeH="0" baseline="0" noProof="0">
                <a:ln>
                  <a:noFill/>
                </a:ln>
                <a:solidFill>
                  <a:prstClr val="black"/>
                </a:solidFill>
                <a:effectLst/>
                <a:uLnTx/>
                <a:uFillTx/>
                <a:latin typeface="Consolas"/>
                <a:ea typeface="Consolas"/>
                <a:cs typeface="Consolas"/>
              </a:rPr>
              <a:t>initialDelaySeconds</a:t>
            </a:r>
            <a:r>
              <a:rPr kumimoji="0" lang="en-US" sz="1800" b="0" i="0" u="none" strike="noStrike" kern="0" cap="none" spc="0" normalizeH="0" baseline="0" noProof="0">
                <a:ln>
                  <a:noFill/>
                </a:ln>
                <a:solidFill>
                  <a:prstClr val="black"/>
                </a:solidFill>
                <a:effectLst/>
                <a:uLnTx/>
                <a:uFillTx/>
                <a:latin typeface="Segoe UI"/>
                <a:ea typeface="Segoe UI"/>
                <a:cs typeface="Segoe UI"/>
              </a:rPr>
              <a:t> to cover model load time</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Use generous </a:t>
            </a:r>
            <a:r>
              <a:rPr kumimoji="0" lang="en-US" sz="1800" b="0" i="0" u="none" strike="noStrike" kern="0" cap="none" spc="0" normalizeH="0" baseline="0" noProof="0">
                <a:ln>
                  <a:noFill/>
                </a:ln>
                <a:solidFill>
                  <a:prstClr val="black"/>
                </a:solidFill>
                <a:effectLst/>
                <a:uLnTx/>
                <a:uFillTx/>
                <a:latin typeface="Consolas"/>
                <a:ea typeface="Consolas"/>
                <a:cs typeface="Consolas"/>
              </a:rPr>
              <a:t>failureThreshold</a:t>
            </a:r>
            <a:r>
              <a:rPr kumimoji="0" lang="en-US" sz="1800" b="0" i="0" u="none" strike="noStrike" kern="0" cap="none" spc="0" normalizeH="0" baseline="0" noProof="0">
                <a:ln>
                  <a:noFill/>
                </a:ln>
                <a:solidFill>
                  <a:prstClr val="black"/>
                </a:solidFill>
                <a:effectLst/>
                <a:uLnTx/>
                <a:uFillTx/>
                <a:latin typeface="Segoe UI"/>
                <a:ea typeface="Segoe UI"/>
                <a:cs typeface="Segoe UI"/>
              </a:rPr>
              <a:t> for slow warmup</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Don’t let liveness fire during startup</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Probe endpoints should not depend on external services</a:t>
            </a:r>
            <a:endParaRPr kumimoji="0" lang="en-US" sz="1800" b="0" i="0" u="none" strike="noStrike" kern="0" cap="none" spc="0" normalizeH="0" baseline="0" noProof="0">
              <a:ln>
                <a:noFill/>
              </a:ln>
              <a:solidFill>
                <a:prstClr val="black"/>
              </a:solidFill>
              <a:effectLst/>
              <a:uLnTx/>
              <a:uFillTx/>
              <a:latin typeface="Segoe UI"/>
              <a:cs typeface="Segoe UI"/>
            </a:endParaRPr>
          </a:p>
        </p:txBody>
      </p:sp>
      <p:sp>
        <p:nvSpPr>
          <p:cNvPr id="1807058148" name="TextBox 2"/>
          <p:cNvSpPr txBox="1"/>
          <p:nvPr/>
        </p:nvSpPr>
        <p:spPr bwMode="auto">
          <a:xfrm>
            <a:off x="5899991" y="1225296"/>
            <a:ext cx="5779818" cy="4952027"/>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718"/>
              </a:spcBef>
              <a:spcAft>
                <a:spcPts val="358"/>
              </a:spcAft>
              <a:buClrTx/>
              <a:buSzTx/>
              <a:buFontTx/>
              <a:buNone/>
              <a:tabLst/>
              <a:defRPr/>
            </a:pPr>
            <a:r>
              <a:rPr kumimoji="0" lang="en-US" sz="2200" b="0" i="0" u="none" strike="noStrike" kern="0" cap="none" spc="0" normalizeH="0" baseline="0" noProof="0">
                <a:ln>
                  <a:noFill/>
                </a:ln>
                <a:solidFill>
                  <a:prstClr val="black"/>
                </a:solidFill>
                <a:effectLst/>
                <a:uLnTx/>
                <a:uFillTx/>
                <a:latin typeface="Segoe UI Semibold"/>
                <a:ea typeface="Segoe UI Semibold"/>
                <a:cs typeface="Segoe UI Semibold"/>
              </a:rPr>
              <a:t>When probes fail immediately after deploy</a:t>
            </a:r>
            <a:endParaRPr kumimoji="0" lang="en-US" sz="20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2000" b="0" i="0" u="none" strike="noStrike" kern="0" cap="none" spc="0" normalizeH="0" baseline="0" noProof="0">
                <a:ln>
                  <a:noFill/>
                </a:ln>
                <a:solidFill>
                  <a:prstClr val="black"/>
                </a:solidFill>
                <a:effectLst/>
                <a:uLnTx/>
                <a:uFillTx/>
                <a:latin typeface="Segoe UI"/>
                <a:ea typeface="Segoe UI"/>
                <a:cs typeface="Segoe UI"/>
              </a:rPr>
              <a:t>Validate port and path match the container’s HTTP server</a:t>
            </a:r>
            <a:endParaRPr kumimoji="0" lang="en-US" sz="20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2000" b="0" i="0" u="none" strike="noStrike" kern="0" cap="none" spc="0" normalizeH="0" baseline="0" noProof="0">
                <a:ln>
                  <a:noFill/>
                </a:ln>
                <a:solidFill>
                  <a:prstClr val="black"/>
                </a:solidFill>
                <a:effectLst/>
                <a:uLnTx/>
                <a:uFillTx/>
                <a:latin typeface="Segoe UI"/>
                <a:ea typeface="Segoe UI"/>
                <a:cs typeface="Segoe UI"/>
              </a:rPr>
              <a:t>Check that timeout allows enough time for response</a:t>
            </a:r>
            <a:endParaRPr kumimoji="0" sz="2000" b="0" i="0" u="none" strike="noStrike" kern="0" cap="none" spc="0" normalizeH="0" baseline="0" noProof="0">
              <a:ln>
                <a:noFill/>
              </a:ln>
              <a:solidFill>
                <a:prstClr val="black"/>
              </a:solidFill>
              <a:effectLst/>
              <a:uLnTx/>
              <a:uFillTx/>
              <a:latin typeface="Segoe UI"/>
              <a:cs typeface="Segoe UI"/>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8998788"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Optimize container resources and scaling</a:t>
            </a:r>
            <a:endParaRPr/>
          </a:p>
        </p:txBody>
      </p:sp>
      <p:sp>
        <p:nvSpPr>
          <p:cNvPr id="1172384422" name="TextBox 2"/>
          <p:cNvSpPr txBox="1"/>
          <p:nvPr/>
        </p:nvSpPr>
        <p:spPr bwMode="auto">
          <a:xfrm>
            <a:off x="457200" y="1225296"/>
            <a:ext cx="5311921" cy="4952028"/>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Per-replica sizing</a:t>
            </a:r>
            <a:endParaRPr kumimoji="0" lang="en-US" sz="1800" b="0" i="0" u="none" strike="noStrike" kern="0" cap="none" spc="0" normalizeH="0" baseline="0" noProof="0">
              <a:ln>
                <a:noFill/>
              </a:ln>
              <a:solidFill>
                <a:prstClr val="black"/>
              </a:solidFill>
              <a:effectLst/>
              <a:uLnTx/>
              <a:uFillTx/>
              <a:latin typeface="Segoe UI"/>
              <a:cs typeface="Segoe UI"/>
            </a:endParaRPr>
          </a:p>
          <a:p>
            <a:pPr marL="283879" marR="0" lvl="0" indent="-283879"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CPU throttling = need more CPU per replica</a:t>
            </a:r>
            <a:endParaRPr kumimoji="0" lang="en-US" sz="1800" b="0" i="0" u="none" strike="noStrike" kern="0" cap="none" spc="0" normalizeH="0" baseline="0" noProof="0">
              <a:ln>
                <a:noFill/>
              </a:ln>
              <a:solidFill>
                <a:prstClr val="black"/>
              </a:solidFill>
              <a:effectLst/>
              <a:uLnTx/>
              <a:uFillTx/>
              <a:latin typeface="Segoe UI"/>
              <a:cs typeface="Segoe UI"/>
            </a:endParaRPr>
          </a:p>
          <a:p>
            <a:pPr marL="283879" marR="0" lvl="0" indent="-283879"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OOM restarts = need more memory per replica</a:t>
            </a:r>
            <a:endParaRPr kumimoji="0" lang="en-US" sz="1800" b="0" i="0" u="none" strike="noStrike" kern="0" cap="none" spc="0" normalizeH="0" baseline="0" noProof="0">
              <a:ln>
                <a:noFill/>
              </a:ln>
              <a:solidFill>
                <a:prstClr val="black"/>
              </a:solidFill>
              <a:effectLst/>
              <a:uLnTx/>
              <a:uFillTx/>
              <a:latin typeface="Segoe UI"/>
              <a:cs typeface="Segoe UI"/>
            </a:endParaRPr>
          </a:p>
          <a:p>
            <a:pPr marL="283879" marR="0" lvl="0" indent="-283879"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Total cost = per-replica size x replica count</a:t>
            </a:r>
            <a:endParaRPr kumimoji="0" lang="en-US"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Scaling strategies differ by workload</a:t>
            </a:r>
            <a:endParaRPr kumimoji="0" lang="en-US" sz="1800" b="0" i="0" u="none" strike="noStrike" kern="0" cap="none" spc="0" normalizeH="0" baseline="0" noProof="0">
              <a:ln>
                <a:noFill/>
              </a:ln>
              <a:solidFill>
                <a:prstClr val="black"/>
              </a:solidFill>
              <a:effectLst/>
              <a:uLnTx/>
              <a:uFillTx/>
              <a:latin typeface="Segoe UI"/>
              <a:cs typeface="Segoe UI"/>
            </a:endParaRPr>
          </a:p>
          <a:p>
            <a:pPr marL="283879" marR="0" lvl="0" indent="-283879"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Semibold"/>
                <a:ea typeface="Segoe UI Semibold"/>
                <a:cs typeface="Segoe UI Semibold"/>
              </a:rPr>
              <a:t>Sync API:</a:t>
            </a:r>
            <a:r>
              <a:rPr kumimoji="0" lang="en-US" sz="1800" b="0" i="0" u="none" strike="noStrike" kern="0" cap="none" spc="0" normalizeH="0" baseline="0" noProof="0">
                <a:ln>
                  <a:noFill/>
                </a:ln>
                <a:solidFill>
                  <a:prstClr val="black"/>
                </a:solidFill>
                <a:effectLst/>
                <a:uLnTx/>
                <a:uFillTx/>
                <a:latin typeface="Segoe UI"/>
                <a:ea typeface="Segoe UI"/>
                <a:cs typeface="Segoe UI"/>
              </a:rPr>
              <a:t> Minimum replicas to reduce cold starts. Optimize for latency.</a:t>
            </a:r>
            <a:endParaRPr kumimoji="0" lang="en-US" sz="1800" b="0" i="0" u="none" strike="noStrike" kern="0" cap="none" spc="0" normalizeH="0" baseline="0" noProof="0">
              <a:ln>
                <a:noFill/>
              </a:ln>
              <a:solidFill>
                <a:prstClr val="black"/>
              </a:solidFill>
              <a:effectLst/>
              <a:uLnTx/>
              <a:uFillTx/>
              <a:latin typeface="Segoe UI"/>
              <a:cs typeface="Segoe UI"/>
            </a:endParaRPr>
          </a:p>
          <a:p>
            <a:pPr marL="283879" marR="0" lvl="0" indent="-283879"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Semibold"/>
                <a:ea typeface="Segoe UI Semibold"/>
                <a:cs typeface="Segoe UI Semibold"/>
              </a:rPr>
              <a:t>Background worker:</a:t>
            </a:r>
            <a:r>
              <a:rPr kumimoji="0" lang="en-US" sz="1800" b="0" i="0" u="none" strike="noStrike" kern="0" cap="none" spc="0" normalizeH="0" baseline="0" noProof="0">
                <a:ln>
                  <a:noFill/>
                </a:ln>
                <a:solidFill>
                  <a:prstClr val="black"/>
                </a:solidFill>
                <a:effectLst/>
                <a:uLnTx/>
                <a:uFillTx/>
                <a:latin typeface="Segoe UI"/>
                <a:ea typeface="Segoe UI"/>
                <a:cs typeface="Segoe UI"/>
              </a:rPr>
              <a:t> Scale-to-zero if event-driven. Optimize for throughput.</a:t>
            </a:r>
            <a:endParaRPr kumimoji="0" lang="en-US"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Optimization approach</a:t>
            </a:r>
            <a:endParaRPr kumimoji="0" lang="en-US" sz="1800" b="0" i="0" u="none" strike="noStrike" kern="0" cap="none" spc="0" normalizeH="0" baseline="0" noProof="0">
              <a:ln>
                <a:noFill/>
              </a:ln>
              <a:solidFill>
                <a:prstClr val="black"/>
              </a:solidFill>
              <a:effectLst/>
              <a:uLnTx/>
              <a:uFillTx/>
              <a:latin typeface="Segoe UI"/>
              <a:cs typeface="Segoe UI"/>
            </a:endParaRPr>
          </a:p>
          <a:p>
            <a:pPr marL="283879" marR="0" lvl="0" indent="-283879"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Measure before changing (logs + metrics)</a:t>
            </a:r>
            <a:endParaRPr kumimoji="0" lang="en-US" sz="1800" b="0" i="0" u="none" strike="noStrike" kern="0" cap="none" spc="0" normalizeH="0" baseline="0" noProof="0">
              <a:ln>
                <a:noFill/>
              </a:ln>
              <a:solidFill>
                <a:prstClr val="black"/>
              </a:solidFill>
              <a:effectLst/>
              <a:uLnTx/>
              <a:uFillTx/>
              <a:latin typeface="Segoe UI"/>
              <a:cs typeface="Segoe UI"/>
            </a:endParaRPr>
          </a:p>
          <a:p>
            <a:pPr marL="283879" marR="0" lvl="0" indent="-283879"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Change one variable at a time</a:t>
            </a:r>
            <a:endParaRPr kumimoji="0" lang="en-US" sz="1800" b="0" i="0" u="none" strike="noStrike" kern="0" cap="none" spc="0" normalizeH="0" baseline="0" noProof="0">
              <a:ln>
                <a:noFill/>
              </a:ln>
              <a:solidFill>
                <a:prstClr val="black"/>
              </a:solidFill>
              <a:effectLst/>
              <a:uLnTx/>
              <a:uFillTx/>
              <a:latin typeface="Segoe UI"/>
              <a:cs typeface="Segoe UI"/>
            </a:endParaRPr>
          </a:p>
          <a:p>
            <a:pPr marL="283879" marR="0" lvl="0" indent="-283879"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Reassess after model version changes</a:t>
            </a:r>
            <a:endParaRPr kumimoji="0" sz="1800" b="0" i="0" u="none" strike="noStrike" kern="0" cap="none" spc="0" normalizeH="0" baseline="0" noProof="0">
              <a:ln>
                <a:noFill/>
              </a:ln>
              <a:solidFill>
                <a:prstClr val="black"/>
              </a:solidFill>
              <a:effectLst/>
              <a:uLnTx/>
              <a:uFillTx/>
              <a:latin typeface="Segoe UI"/>
              <a:cs typeface="Segoe UI"/>
            </a:endParaRPr>
          </a:p>
        </p:txBody>
      </p:sp>
      <p:pic>
        <p:nvPicPr>
          <p:cNvPr id="1352953201" name="Picture 1" descr="Diagram showing per-replica CPU and memory combined with scaling rules to determine total cost, with different optimization strategies for sync APIs versus background workers&#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6254496" y="1197864"/>
            <a:ext cx="5422391" cy="5257798"/>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51261354" name="Title 1"/>
          <p:cNvSpPr>
            <a:spLocks noGrp="1"/>
          </p:cNvSpPr>
          <p:nvPr>
            <p:ph type="title"/>
          </p:nvPr>
        </p:nvSpPr>
        <p:spPr bwMode="auto">
          <a:xfrm>
            <a:off x="588261" y="585216"/>
            <a:ext cx="5653640" cy="427079"/>
          </a:xfrm>
        </p:spPr>
        <p:txBody>
          <a:bodyPr/>
          <a:lstStyle/>
          <a:p>
            <a:pPr>
              <a:defRPr/>
            </a:pPr>
            <a:r>
              <a:rPr lang="en-US" sz="2800"/>
              <a:t>Exercise</a:t>
            </a:r>
            <a:endParaRPr sz="2800"/>
          </a:p>
        </p:txBody>
      </p:sp>
      <p:pic>
        <p:nvPicPr>
          <p:cNvPr id="704373849" name="Picture Placeholder 6"/>
          <p:cNvPicPr>
            <a:picLocks noGrp="1" noChangeAspect="1"/>
          </p:cNvPicPr>
          <p:nvPr>
            <p:ph type="pic" sz="quarter" idx="20"/>
          </p:nvPr>
        </p:nvPicPr>
        <p:blipFill rotWithShape="1">
          <a:blip r:embed="rId3"/>
          <a:srcRect l="118" r="117"/>
          <a:stretch/>
        </p:blipFill>
        <p:spPr bwMode="ltGray">
          <a:xfrm>
            <a:off x="7724773" y="2043463"/>
            <a:ext cx="4467224" cy="3307645"/>
          </a:xfrm>
          <a:prstGeom prst="rect">
            <a:avLst/>
          </a:prstGeom>
          <a:solidFill>
            <a:srgbClr val="F4F4F7"/>
          </a:solidFill>
          <a:ln>
            <a:noFill/>
          </a:ln>
        </p:spPr>
      </p:pic>
      <p:sp>
        <p:nvSpPr>
          <p:cNvPr id="170526848" name="Text Placeholder 4"/>
          <p:cNvSpPr>
            <a:spLocks noGrp="1"/>
          </p:cNvSpPr>
          <p:nvPr>
            <p:ph type="body" sz="quarter" idx="16"/>
          </p:nvPr>
        </p:nvSpPr>
        <p:spPr bwMode="auto">
          <a:xfrm>
            <a:off x="584199" y="1594153"/>
            <a:ext cx="5655291" cy="488039"/>
          </a:xfrm>
        </p:spPr>
        <p:txBody>
          <a:bodyPr/>
          <a:lstStyle/>
          <a:p>
            <a:pPr>
              <a:defRPr/>
            </a:pPr>
            <a:r>
              <a:rPr lang="en-US" sz="1600" b="0" i="0" u="none" strike="noStrike" cap="none" spc="0">
                <a:solidFill>
                  <a:srgbClr val="000000"/>
                </a:solidFill>
                <a:latin typeface="Segoe UI Semibold"/>
                <a:ea typeface="Segoe UI Semibold"/>
                <a:cs typeface="Segoe UI Semibold"/>
              </a:rPr>
              <a:t>Diagnose and fix a failing deployment</a:t>
            </a:r>
            <a:endParaRPr lang="en-US"/>
          </a:p>
          <a:p>
            <a:pPr>
              <a:defRPr/>
            </a:pPr>
            <a:endParaRPr lang="en-US"/>
          </a:p>
        </p:txBody>
      </p:sp>
      <p:sp>
        <p:nvSpPr>
          <p:cNvPr id="789606229" name="Text Placeholder 61"/>
          <p:cNvSpPr>
            <a:spLocks noGrp="1"/>
          </p:cNvSpPr>
          <p:nvPr>
            <p:ph type="body" sz="quarter" idx="15"/>
          </p:nvPr>
        </p:nvSpPr>
        <p:spPr bwMode="auto">
          <a:xfrm>
            <a:off x="579438" y="2501490"/>
            <a:ext cx="5654885" cy="2194920"/>
          </a:xfrm>
        </p:spPr>
        <p:txBody>
          <a:bodyPr vert="horz" wrap="square" lIns="0" tIns="0" rIns="0" bIns="0" rtlCol="0" anchor="t">
            <a:spAutoFit/>
          </a:bodyPr>
          <a:lstStyle/>
          <a:p>
            <a:pPr marL="0" indent="0">
              <a:buNone/>
              <a:defRPr/>
            </a:pPr>
            <a:r>
              <a:rPr lang="en-US" sz="1600" b="0" i="0" u="none" strike="noStrike" cap="none" spc="0">
                <a:solidFill>
                  <a:srgbClr val="000000"/>
                </a:solidFill>
                <a:latin typeface="Segoe UI"/>
                <a:ea typeface="Segoe UI"/>
                <a:cs typeface="Segoe UI"/>
              </a:rPr>
              <a:t>In this exercise, you troubleshoot a failing container app and apply targeted fixes. You use revision status, logs, and the Azure CLI to isolate deployment issues. </a:t>
            </a:r>
            <a:endParaRPr/>
          </a:p>
          <a:p>
            <a:pPr marL="0" indent="0">
              <a:buNone/>
              <a:defRPr/>
            </a:pPr>
            <a:endParaRPr lang="en-US">
              <a:cs typeface="Segoe UI"/>
            </a:endParaRPr>
          </a:p>
          <a:p>
            <a:pPr marL="0" indent="0">
              <a:buNone/>
              <a:defRPr/>
            </a:pPr>
            <a:r>
              <a:rPr lang="en-US">
                <a:latin typeface="Segoe UI Semibold"/>
                <a:cs typeface="Segoe UI Semibold"/>
              </a:rPr>
              <a:t>Estimated time:</a:t>
            </a:r>
            <a:r>
              <a:rPr lang="en-US">
                <a:cs typeface="Segoe UI"/>
              </a:rPr>
              <a:t> 30 minutes</a:t>
            </a:r>
            <a:endParaRPr/>
          </a:p>
          <a:p>
            <a:pPr>
              <a:defRPr/>
            </a:pPr>
            <a:endParaRPr lang="en-US">
              <a:cs typeface="Segoe UI"/>
            </a:endParaRPr>
          </a:p>
          <a:p>
            <a:pPr marL="0" indent="0">
              <a:buNone/>
              <a:defRPr/>
            </a:pPr>
            <a:r>
              <a:rPr lang="en-US">
                <a:cs typeface="Segoe UI"/>
              </a:rPr>
              <a:t>Start the exercise at:</a:t>
            </a:r>
            <a:endParaRPr lang="en-US"/>
          </a:p>
          <a:p>
            <a:pPr marL="0" indent="0">
              <a:buNone/>
              <a:defRPr/>
            </a:pPr>
            <a:r>
              <a:rPr lang="en-US" sz="1600" b="0" i="0" u="sng" strike="noStrike" cap="none" spc="0">
                <a:solidFill>
                  <a:schemeClr val="hlink"/>
                </a:solidFill>
                <a:latin typeface="Segoe UI"/>
                <a:ea typeface="Segoe UI"/>
                <a:cs typeface="Segoe UI"/>
                <a:hlinkClick r:id="rId4"/>
              </a:rPr>
              <a:t>https://go.microsoft.com/fwlink/?linkid=2348400</a:t>
            </a:r>
            <a:endParaRPr/>
          </a:p>
          <a:p>
            <a:pPr marL="0" indent="0">
              <a:buNone/>
              <a:defRPr/>
            </a:pPr>
            <a:endParaRPr lang="en-US"/>
          </a:p>
        </p:txBody>
      </p:sp>
      <p:sp>
        <p:nvSpPr>
          <p:cNvPr id="555593157" name="Footer Placeholder 4"/>
          <p:cNvSpPr>
            <a:spLocks noGrp="1"/>
          </p:cNvSpPr>
          <p:nvPr>
            <p:ph type="ftr" sz="quarter" idx="3"/>
          </p:nvPr>
        </p:nvSpPr>
        <p:spPr bwMode="auto">
          <a:xfrm>
            <a:off x="579438" y="6421082"/>
            <a:ext cx="4151311" cy="19797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UI"/>
                <a:cs typeface="Arial"/>
              </a:rPr>
              <a:t>© Copyright Microsoft Corporation. All rights reserved.</a:t>
            </a:r>
          </a:p>
        </p:txBody>
      </p:sp>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15511825" name="Title 2"/>
          <p:cNvSpPr>
            <a:spLocks noGrp="1"/>
          </p:cNvSpPr>
          <p:nvPr>
            <p:ph type="title"/>
          </p:nvPr>
        </p:nvSpPr>
        <p:spPr bwMode="auto"/>
        <p:txBody>
          <a:bodyPr/>
          <a:lstStyle/>
          <a:p>
            <a:pPr>
              <a:defRPr/>
            </a:pPr>
            <a:r>
              <a:rPr lang="en-US"/>
              <a:t>Module 3: </a:t>
            </a:r>
            <a:r>
              <a:rPr lang="en-US" spc="-49">
                <a:ea typeface="Segoe UI"/>
              </a:rPr>
              <a:t>Scale containers in Azure Container Apps</a:t>
            </a:r>
            <a:endParaRPr lang="en-US"/>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53420058"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Configure scale rules</a:t>
            </a:r>
            <a:endParaRPr/>
          </a:p>
        </p:txBody>
      </p:sp>
      <p:sp>
        <p:nvSpPr>
          <p:cNvPr id="428957134" name="TextBox 2"/>
          <p:cNvSpPr txBox="1"/>
          <p:nvPr/>
        </p:nvSpPr>
        <p:spPr bwMode="auto">
          <a:xfrm>
            <a:off x="457200" y="1225296"/>
            <a:ext cx="5335562" cy="4952028"/>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719"/>
              </a:spcAft>
              <a:buClrTx/>
              <a:buSzTx/>
              <a:buFontTx/>
              <a:buNone/>
              <a:tabLst/>
              <a:defRPr/>
            </a:pPr>
            <a:r>
              <a:rPr kumimoji="0" lang="en-US" sz="2200" b="0" i="0" u="none" strike="noStrike" kern="0" cap="none" spc="0" normalizeH="0" baseline="0" noProof="0">
                <a:ln>
                  <a:noFill/>
                </a:ln>
                <a:solidFill>
                  <a:prstClr val="black"/>
                </a:solidFill>
                <a:effectLst/>
                <a:uLnTx/>
                <a:uFillTx/>
                <a:latin typeface="Segoe UI Semibold"/>
                <a:ea typeface="Segoe UI Semibold"/>
                <a:cs typeface="Segoe UI Semibold"/>
              </a:rPr>
              <a:t>Scale definition components</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Limits: Min and max replica count (0 to 1000)</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Rules: Triggers that drive scaling decisions</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Behavior: Timing for polling, cool-down, stabilization</a:t>
            </a:r>
            <a:endParaRPr kumimoji="0" sz="20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719"/>
              </a:spcBef>
              <a:spcAft>
                <a:spcPts val="719"/>
              </a:spcAft>
              <a:buClrTx/>
              <a:buSzTx/>
              <a:buFontTx/>
              <a:buNone/>
              <a:tabLst/>
              <a:defRPr/>
            </a:pPr>
            <a:r>
              <a:rPr kumimoji="0" lang="en-US" sz="2200" b="0" i="0" u="none" strike="noStrike" kern="0" cap="none" spc="0" normalizeH="0" baseline="0" noProof="0">
                <a:ln>
                  <a:noFill/>
                </a:ln>
                <a:solidFill>
                  <a:prstClr val="black"/>
                </a:solidFill>
                <a:effectLst/>
                <a:uLnTx/>
                <a:uFillTx/>
                <a:latin typeface="Segoe UI Semibold"/>
                <a:ea typeface="Segoe UI Semibold"/>
                <a:cs typeface="Segoe UI Semibold"/>
              </a:rPr>
              <a:t>Built-in rule types</a:t>
            </a:r>
            <a:endParaRPr kumimoji="0" lang="en-US" sz="2200" b="0" i="0" u="none" strike="noStrike" kern="0" cap="none" spc="0" normalizeH="0" baseline="0" noProof="0">
              <a:ln>
                <a:noFill/>
              </a:ln>
              <a:solidFill>
                <a:prstClr val="black"/>
              </a:solidFill>
              <a:effectLst/>
              <a:uLnTx/>
              <a:uFillTx/>
              <a:latin typeface="Segoe UI Semibold"/>
              <a:cs typeface="Segoe UI Semibold"/>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HTTP: Concurrent requests per replica (default: 10)</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TCP: Concurrent connections for persistent protocols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CPU: Utilization percentage (cannot scale to zero)</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Memory: Consumption percentage (cannot scale to zero)</a:t>
            </a:r>
            <a:endParaRPr kumimoji="0" lang="en-US"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935"/>
              </a:spcBef>
              <a:spcAft>
                <a:spcPts val="0"/>
              </a:spcAft>
              <a:buClrTx/>
              <a:buSzTx/>
              <a:buFontTx/>
              <a:buNone/>
              <a:tabLst/>
              <a:defRPr/>
            </a:pPr>
            <a:r>
              <a:rPr kumimoji="0" lang="en-US" sz="1800" b="0" i="0" u="none" strike="noStrike" kern="0" cap="none" spc="0" normalizeH="0" baseline="0" noProof="0">
                <a:ln>
                  <a:noFill/>
                </a:ln>
                <a:solidFill>
                  <a:prstClr val="black"/>
                </a:solidFill>
                <a:effectLst/>
                <a:uLnTx/>
                <a:uFillTx/>
                <a:latin typeface="Segoe UI Semibold"/>
                <a:ea typeface="Segoe UI Semibold"/>
                <a:cs typeface="Segoe UI Semibold"/>
              </a:rPr>
              <a:t>Key behavior:</a:t>
            </a:r>
            <a:r>
              <a:rPr kumimoji="0" lang="en-US" sz="1800" b="0" i="0" u="none" strike="noStrike" kern="0" cap="none" spc="0" normalizeH="0" baseline="0" noProof="0">
                <a:ln>
                  <a:noFill/>
                </a:ln>
                <a:solidFill>
                  <a:prstClr val="black"/>
                </a:solidFill>
                <a:effectLst/>
                <a:uLnTx/>
                <a:uFillTx/>
                <a:latin typeface="Segoe UI"/>
                <a:ea typeface="+mn-ea"/>
                <a:cs typeface="Arial"/>
              </a:rPr>
              <a:t> Multiple rules use highest replica count</a:t>
            </a:r>
            <a:endParaRPr kumimoji="0" lang="en-US" sz="1800" b="0" i="0" u="none" strike="noStrike" kern="0" cap="none" spc="0" normalizeH="0" baseline="0" noProof="0">
              <a:ln>
                <a:noFill/>
              </a:ln>
              <a:solidFill>
                <a:prstClr val="black"/>
              </a:solidFill>
              <a:effectLst/>
              <a:uLnTx/>
              <a:uFillTx/>
              <a:latin typeface="Times New Roman"/>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Segoe UI"/>
              <a:cs typeface="Arial"/>
            </a:endParaRPr>
          </a:p>
        </p:txBody>
      </p:sp>
      <p:pic>
        <p:nvPicPr>
          <p:cNvPr id="315796594" name="Picture 1" descr="Flow diagram showing scale triggers flowing through threshold checks and scale decisions to scale-up or scale-down actions that adjust replica count&#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6839319" y="1033074"/>
            <a:ext cx="4352543" cy="5586983"/>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42333049"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Implement event-driven scaling with KEDA</a:t>
            </a:r>
            <a:endParaRPr lang="en-US"/>
          </a:p>
        </p:txBody>
      </p:sp>
      <p:sp>
        <p:nvSpPr>
          <p:cNvPr id="1192071432" name="TextBox 2"/>
          <p:cNvSpPr txBox="1"/>
          <p:nvPr/>
        </p:nvSpPr>
        <p:spPr bwMode="auto">
          <a:xfrm>
            <a:off x="582238" y="1229357"/>
            <a:ext cx="5941878" cy="4843370"/>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Azure-native scalers (first-party)</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Service Bus: Scale on queue/topic message count</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Event Hubs: Scale on partition consumer lag</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Storage Queue: Scale on approximate message count</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Blob Storage: Scale on blob count</a:t>
            </a:r>
            <a:endParaRPr kumimoji="0" sz="20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How it works</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KEDA polls event source every 30 seconds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Divides current metric by threshold to get replica count</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Supports scale-to-zero for idle queue processors</a:t>
            </a:r>
            <a:endParaRPr kumimoji="0" sz="20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Authentication</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Managed identity (recommended for production)</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Secrets-based connection strings</a:t>
            </a:r>
            <a:endParaRPr kumimoji="0" sz="1800" b="0" i="0" u="none" strike="noStrike" kern="0" cap="none" spc="0" normalizeH="0" baseline="0" noProof="0">
              <a:ln>
                <a:noFill/>
              </a:ln>
              <a:solidFill>
                <a:prstClr val="black"/>
              </a:solidFill>
              <a:effectLst/>
              <a:uLnTx/>
              <a:uFillTx/>
              <a:latin typeface="Segoe UI"/>
              <a:cs typeface="Arial"/>
            </a:endParaRPr>
          </a:p>
        </p:txBody>
      </p:sp>
      <p:pic>
        <p:nvPicPr>
          <p:cNvPr id="842399945" name="Picture 1" descr="Architecture diagram showing KEDA driving Container Apps replicas based on event sources including Service Bus, Event Hubs, Storage Queue, and Blob Storage, with managed identity and secrets authentication options&#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7219008" y="1069847"/>
            <a:ext cx="4112549" cy="5267563"/>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44262340"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Apply KEDA scalers for custom workloads</a:t>
            </a:r>
            <a:endParaRPr lang="en-US"/>
          </a:p>
        </p:txBody>
      </p:sp>
      <p:sp>
        <p:nvSpPr>
          <p:cNvPr id="1087664309" name="TextBox 2"/>
          <p:cNvSpPr txBox="1"/>
          <p:nvPr/>
        </p:nvSpPr>
        <p:spPr bwMode="auto">
          <a:xfrm>
            <a:off x="457199" y="1226083"/>
            <a:ext cx="4856682" cy="4405825"/>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1800" b="0" i="0" u="none" strike="noStrike" kern="0" cap="none" spc="0" normalizeH="0" baseline="0" noProof="0">
                <a:ln>
                  <a:noFill/>
                </a:ln>
                <a:solidFill>
                  <a:prstClr val="black"/>
                </a:solidFill>
                <a:effectLst/>
                <a:uLnTx/>
                <a:uFillTx/>
                <a:latin typeface="Segoe UI Semibold"/>
                <a:ea typeface="Segoe UI Semibold"/>
                <a:cs typeface="Segoe UI Semibold"/>
              </a:rPr>
              <a:t>Beyond Azure-native scalers</a:t>
            </a:r>
            <a:endParaRPr kumimoji="0" sz="20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287"/>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Kafka: Consumer group lag per partition</a:t>
            </a:r>
            <a:endParaRPr kumimoji="0" sz="20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287"/>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Redis: List length or stream pending entries</a:t>
            </a:r>
            <a:endParaRPr kumimoji="0" sz="20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287"/>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Cron: Time-based pre-scaling for known peaks</a:t>
            </a:r>
            <a:endParaRPr kumimoji="0" sz="20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287"/>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Prometheus: Custom PromQL business metrics</a:t>
            </a:r>
            <a:endParaRPr kumimoji="0" sz="20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1800" b="0" i="0" u="none" strike="noStrike" kern="0" cap="none" spc="0" normalizeH="0" baseline="0" noProof="0">
                <a:ln>
                  <a:noFill/>
                </a:ln>
                <a:solidFill>
                  <a:prstClr val="black"/>
                </a:solidFill>
                <a:effectLst/>
                <a:uLnTx/>
                <a:uFillTx/>
                <a:latin typeface="Segoe UI Semibold"/>
                <a:ea typeface="Segoe UI Semibold"/>
                <a:cs typeface="Segoe UI Semibold"/>
              </a:rPr>
              <a:t>Combining scalers</a:t>
            </a:r>
            <a:endParaRPr kumimoji="0" sz="20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287"/>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Cron establishes baseline capacity on schedule</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287"/>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HTTP or event scalers handle real-time demand</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287"/>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Platform uses highest replica count across all rules</a:t>
            </a:r>
            <a:endParaRPr kumimoji="0" sz="2000" b="0" i="0" u="none" strike="noStrike" kern="0" cap="none" spc="0" normalizeH="0" baseline="0" noProof="0">
              <a:ln>
                <a:noFill/>
              </a:ln>
              <a:solidFill>
                <a:prstClr val="black"/>
              </a:solidFill>
              <a:effectLst/>
              <a:uLnTx/>
              <a:uFillTx/>
              <a:latin typeface="Segoe UI"/>
              <a:cs typeface="Segoe UI"/>
            </a:endParaRPr>
          </a:p>
        </p:txBody>
      </p:sp>
      <p:sp>
        <p:nvSpPr>
          <p:cNvPr id="215109507" name="TextBox 2"/>
          <p:cNvSpPr txBox="1"/>
          <p:nvPr/>
        </p:nvSpPr>
        <p:spPr bwMode="auto">
          <a:xfrm>
            <a:off x="6068505" y="1226083"/>
            <a:ext cx="4856681" cy="4405825"/>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8"/>
              </a:spcAft>
              <a:buClrTx/>
              <a:buSzTx/>
              <a:buFontTx/>
              <a:buNone/>
              <a:tabLst/>
              <a:defRPr/>
            </a:pPr>
            <a:r>
              <a:rPr kumimoji="0" lang="en-US" sz="1800" b="0" i="0" u="none" strike="noStrike" kern="0" cap="none" spc="0" normalizeH="0" baseline="0" noProof="0">
                <a:ln>
                  <a:noFill/>
                </a:ln>
                <a:solidFill>
                  <a:prstClr val="black"/>
                </a:solidFill>
                <a:effectLst/>
                <a:uLnTx/>
                <a:uFillTx/>
                <a:latin typeface="Segoe UI Semibold"/>
                <a:ea typeface="Segoe UI Semibold"/>
                <a:cs typeface="Segoe UI Semibold"/>
              </a:rPr>
              <a:t>Migrating from Kubernetes KEDA</a:t>
            </a:r>
            <a:endParaRPr kumimoji="0" sz="20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286"/>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Map ScaledObject type to Container Apps rule type</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286"/>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Extract metadata and auth parameters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286"/>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Replace TriggerAuthentication with secrets or identity</a:t>
            </a:r>
            <a:endParaRPr kumimoji="0" sz="1800" b="0" i="0" u="none" strike="noStrike" kern="0" cap="none" spc="0" normalizeH="0" baseline="0" noProof="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78680492"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Select compute resources for performance and cost</a:t>
            </a:r>
            <a:endParaRPr lang="en-US"/>
          </a:p>
        </p:txBody>
      </p:sp>
      <p:sp>
        <p:nvSpPr>
          <p:cNvPr id="1716658320" name="TextBox 2"/>
          <p:cNvSpPr txBox="1"/>
          <p:nvPr/>
        </p:nvSpPr>
        <p:spPr bwMode="auto">
          <a:xfrm>
            <a:off x="457199" y="1226083"/>
            <a:ext cx="4807570" cy="4405825"/>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Resource allocation</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CPU in cores, memory in GiB per container</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Memory must be at least 2x CPU value</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Exceeding memory limit restarts the replica</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Exceeding CPU limit throttles (no restart)</a:t>
            </a:r>
            <a:endParaRPr kumimoji="0" lang="en-US"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1800" b="0" i="0" u="none" strike="noStrike" kern="0" cap="none" spc="0" normalizeH="0" baseline="0" noProof="0">
                <a:ln>
                  <a:noFill/>
                </a:ln>
                <a:solidFill>
                  <a:prstClr val="black"/>
                </a:solidFill>
                <a:effectLst/>
                <a:uLnTx/>
                <a:uFillTx/>
                <a:latin typeface="Segoe UI Semibold"/>
                <a:ea typeface="Segoe UI Semibold"/>
                <a:cs typeface="Segoe UI Semibold"/>
              </a:rPr>
              <a:t>Cost levers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Scale-to-zero eliminates idle compute charges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Right-size based on actual utilization, not estimates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Total capacity = per-replica resources x max replicas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Smaller replicas scale more precisely but more frequently</a:t>
            </a:r>
            <a:endParaRPr kumimoji="0" lang="en-US" sz="1800" b="0" i="0" u="none" strike="noStrike" kern="0" cap="none" spc="0" normalizeH="0" baseline="0" noProof="0">
              <a:ln>
                <a:noFill/>
              </a:ln>
              <a:solidFill>
                <a:prstClr val="black"/>
              </a:solidFill>
              <a:effectLst/>
              <a:uLnTx/>
              <a:uFillTx/>
              <a:latin typeface="Segoe UI"/>
              <a:cs typeface="Segoe UI"/>
            </a:endParaRPr>
          </a:p>
        </p:txBody>
      </p:sp>
      <p:pic>
        <p:nvPicPr>
          <p:cNvPr id="1085100381" name="Picture 1" descr="Side-by-side comparison of Consumption plan versus Dedicated workload profiles, showing trade-offs in billing, scale-to-zero support, resource limits, and infrastructure, plus key guidance on default sizing and memory constraints&#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6291071" y="1197864"/>
            <a:ext cx="4626863" cy="5148071"/>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10134072"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Choose and apply revision modes</a:t>
            </a:r>
            <a:endParaRPr lang="en-US"/>
          </a:p>
        </p:txBody>
      </p:sp>
      <p:pic>
        <p:nvPicPr>
          <p:cNvPr id="267336362" name="Picture 1" descr="Flow diagram showing single revision mode with automatic cutover from v1 to v2, and multiple revision mode with 80/20 traffic split between stable and canary revisions, plus blue and green revision labels&#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457200" y="1271015"/>
            <a:ext cx="3886199" cy="4663440"/>
          </a:xfrm>
          <a:prstGeom prst="rect">
            <a:avLst/>
          </a:prstGeom>
          <a:noFill/>
          <a:ln w="9525">
            <a:noFill/>
            <a:headEnd/>
            <a:tailEnd/>
          </a:ln>
        </p:spPr>
      </p:pic>
      <p:sp>
        <p:nvSpPr>
          <p:cNvPr id="1620295702" name="Content Placeholder 3"/>
          <p:cNvSpPr>
            <a:spLocks noGrp="1"/>
          </p:cNvSpPr>
          <p:nvPr/>
        </p:nvSpPr>
        <p:spPr bwMode="auto">
          <a:xfrm>
            <a:off x="5202936" y="1225296"/>
            <a:ext cx="6262975" cy="5044880"/>
          </a:xfrm>
        </p:spPr>
        <p:txBody>
          <a:bodyPr vertOverflow="overflow" horzOverflow="overflow" vert="horz" wrap="square" lIns="91440" tIns="45720" rIns="91440" bIns="45720" numCol="1" spcCol="0" rtlCol="0" fromWordArt="0" anchor="t" anchorCtr="0" forceAA="0" compatLnSpc="0">
            <a:noAutofit/>
          </a:bodyPr>
          <a:lstStyle>
            <a:lvl1pPr marL="228600" indent="-228600" algn="l" defTabSz="914400" rtl="0">
              <a:lnSpc>
                <a:spcPct val="100000"/>
              </a:lnSpc>
              <a:spcBef>
                <a:spcPts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ts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ts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ts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ts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59"/>
              </a:spcAft>
              <a:buClrTx/>
              <a:buSzTx/>
              <a:buFont typeface="Arial"/>
              <a:buNone/>
              <a:tabLst/>
              <a:defRPr/>
            </a:pPr>
            <a:r>
              <a:rPr kumimoji="0" lang="en-US" sz="1800" b="0" i="0" u="none" strike="noStrike" kern="0" cap="none" spc="0" normalizeH="0" baseline="0" noProof="0">
                <a:ln>
                  <a:noFill/>
                </a:ln>
                <a:solidFill>
                  <a:prstClr val="black"/>
                </a:solidFill>
                <a:effectLst/>
                <a:uLnTx/>
                <a:uFillTx/>
                <a:latin typeface="Segoe UI Semibold"/>
                <a:ea typeface="Segoe UI Semibold"/>
                <a:cs typeface="Segoe UI Semibold"/>
              </a:rPr>
              <a:t>Single revision mode (default)</a:t>
            </a:r>
            <a:endParaRPr kumimoji="0" lang="en-US" sz="1800" b="0" i="0" u="none" strike="noStrike" kern="0" cap="none" spc="0" normalizeH="0" baseline="0" noProof="0">
              <a:ln>
                <a:noFill/>
              </a:ln>
              <a:solidFill>
                <a:prstClr val="black"/>
              </a:solidFill>
              <a:effectLst/>
              <a:uLnTx/>
              <a:uFillTx/>
              <a:latin typeface="Segoe UI"/>
              <a:cs typeface="Segoe UI"/>
            </a:endParaRPr>
          </a:p>
          <a:p>
            <a:pPr marL="228599" marR="0" lvl="0" indent="-228599" algn="l" defTabSz="914400" rtl="0" eaLnBrk="1" fontAlgn="auto" latinLnBrk="0" hangingPunct="1">
              <a:lnSpc>
                <a:spcPct val="100000"/>
              </a:lnSpc>
              <a:spcBef>
                <a:spcPts val="0"/>
              </a:spcBef>
              <a:spcAft>
                <a:spcPts val="143"/>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One active revision at a time</a:t>
            </a:r>
            <a:endParaRPr kumimoji="0" lang="en-US" sz="1800" b="0" i="0" u="none" strike="noStrike" kern="0" cap="none" spc="0" normalizeH="0" baseline="0" noProof="0">
              <a:ln>
                <a:noFill/>
              </a:ln>
              <a:solidFill>
                <a:prstClr val="black"/>
              </a:solidFill>
              <a:effectLst/>
              <a:uLnTx/>
              <a:uFillTx/>
              <a:latin typeface="Segoe UI"/>
              <a:cs typeface="Segoe UI"/>
            </a:endParaRPr>
          </a:p>
          <a:p>
            <a:pPr marL="228599" marR="0" lvl="0" indent="-228599" algn="l" defTabSz="914400" rtl="0" eaLnBrk="1" fontAlgn="auto" latinLnBrk="0" hangingPunct="1">
              <a:lnSpc>
                <a:spcPct val="100000"/>
              </a:lnSpc>
              <a:spcBef>
                <a:spcPts val="0"/>
              </a:spcBef>
              <a:spcAft>
                <a:spcPts val="143"/>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Zero-downtime deployment is automatic</a:t>
            </a:r>
            <a:endParaRPr kumimoji="0" lang="en-US" sz="1800" b="0" i="0" u="none" strike="noStrike" kern="0" cap="none" spc="0" normalizeH="0" baseline="0" noProof="0">
              <a:ln>
                <a:noFill/>
              </a:ln>
              <a:solidFill>
                <a:prstClr val="black"/>
              </a:solidFill>
              <a:effectLst/>
              <a:uLnTx/>
              <a:uFillTx/>
              <a:latin typeface="Segoe UI"/>
              <a:cs typeface="Segoe UI"/>
            </a:endParaRPr>
          </a:p>
          <a:p>
            <a:pPr marL="228599" marR="0" lvl="0" indent="-228599" algn="l" defTabSz="914400" rtl="0" eaLnBrk="1" fontAlgn="auto" latinLnBrk="0" hangingPunct="1">
              <a:lnSpc>
                <a:spcPct val="100000"/>
              </a:lnSpc>
              <a:spcBef>
                <a:spcPts val="0"/>
              </a:spcBef>
              <a:spcAft>
                <a:spcPts val="143"/>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New revision replaces old after health checks pass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599" marR="0" lvl="0" indent="-228599" algn="l" defTabSz="914400" rtl="0" eaLnBrk="1" fontAlgn="auto" latinLnBrk="0" hangingPunct="1">
              <a:lnSpc>
                <a:spcPct val="100000"/>
              </a:lnSpc>
              <a:spcBef>
                <a:spcPts val="0"/>
              </a:spcBef>
              <a:spcAft>
                <a:spcPts val="143"/>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No traffic splitting capability</a:t>
            </a:r>
            <a:endParaRPr kumimoji="0" lang="en-US"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719"/>
              </a:spcBef>
              <a:spcAft>
                <a:spcPts val="359"/>
              </a:spcAft>
              <a:buClrTx/>
              <a:buSzTx/>
              <a:buFont typeface="Arial"/>
              <a:buNone/>
              <a:tabLst/>
              <a:defRPr/>
            </a:pPr>
            <a:r>
              <a:rPr kumimoji="0" lang="en-US" sz="1800" b="0" i="0" u="none" strike="noStrike" kern="0" cap="none" spc="0" normalizeH="0" baseline="0" noProof="0">
                <a:ln>
                  <a:noFill/>
                </a:ln>
                <a:solidFill>
                  <a:prstClr val="black"/>
                </a:solidFill>
                <a:effectLst/>
                <a:uLnTx/>
                <a:uFillTx/>
                <a:latin typeface="Segoe UI Semibold"/>
                <a:ea typeface="Segoe UI Semibold"/>
                <a:cs typeface="Segoe UI Semibold"/>
              </a:rPr>
              <a:t>Multiple revision mode</a:t>
            </a:r>
            <a:endParaRPr kumimoji="0" lang="en-US" sz="1800" b="0" i="0" u="none" strike="noStrike" kern="0" cap="none" spc="0" normalizeH="0" baseline="0" noProof="0">
              <a:ln>
                <a:noFill/>
              </a:ln>
              <a:solidFill>
                <a:prstClr val="black"/>
              </a:solidFill>
              <a:effectLst/>
              <a:uLnTx/>
              <a:uFillTx/>
              <a:latin typeface="Segoe UI"/>
              <a:cs typeface="Segoe UI"/>
            </a:endParaRPr>
          </a:p>
          <a:p>
            <a:pPr marL="228599" marR="0" lvl="0" indent="-228599" algn="l" defTabSz="914400" rtl="0" eaLnBrk="1" fontAlgn="auto" latinLnBrk="0" hangingPunct="1">
              <a:lnSpc>
                <a:spcPct val="100000"/>
              </a:lnSpc>
              <a:spcBef>
                <a:spcPts val="0"/>
              </a:spcBef>
              <a:spcAft>
                <a:spcPts val="215"/>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Multiple revisions active simultaneously</a:t>
            </a:r>
            <a:endParaRPr kumimoji="0" lang="en-US" sz="1800" b="0" i="0" u="none" strike="noStrike" kern="0" cap="none" spc="0" normalizeH="0" baseline="0" noProof="0">
              <a:ln>
                <a:noFill/>
              </a:ln>
              <a:solidFill>
                <a:prstClr val="black"/>
              </a:solidFill>
              <a:effectLst/>
              <a:uLnTx/>
              <a:uFillTx/>
              <a:latin typeface="Segoe UI"/>
              <a:cs typeface="Segoe UI"/>
            </a:endParaRPr>
          </a:p>
          <a:p>
            <a:pPr marL="228599" marR="0" lvl="0" indent="-228599" algn="l" defTabSz="914400" rtl="0" eaLnBrk="1" fontAlgn="auto" latinLnBrk="0" hangingPunct="1">
              <a:lnSpc>
                <a:spcPct val="100000"/>
              </a:lnSpc>
              <a:spcBef>
                <a:spcPts val="0"/>
              </a:spcBef>
              <a:spcAft>
                <a:spcPts val="215"/>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Traffic splitting by percentage weights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599" marR="0" lvl="0" indent="-228599" algn="l" defTabSz="914400" rtl="0" eaLnBrk="1" fontAlgn="auto" latinLnBrk="0" hangingPunct="1">
              <a:lnSpc>
                <a:spcPct val="100000"/>
              </a:lnSpc>
              <a:spcBef>
                <a:spcPts val="0"/>
              </a:spcBef>
              <a:spcAft>
                <a:spcPts val="215"/>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Canary releases, blue-green deployments, A/B testing</a:t>
            </a:r>
            <a:endParaRPr kumimoji="0" lang="en-US" sz="1800" b="0" i="0" u="none" strike="noStrike" kern="0" cap="none" spc="0" normalizeH="0" baseline="0" noProof="0">
              <a:ln>
                <a:noFill/>
              </a:ln>
              <a:solidFill>
                <a:prstClr val="black"/>
              </a:solidFill>
              <a:effectLst/>
              <a:uLnTx/>
              <a:uFillTx/>
              <a:latin typeface="Segoe UI"/>
              <a:cs typeface="Segoe UI"/>
            </a:endParaRPr>
          </a:p>
          <a:p>
            <a:pPr marL="228599" marR="0" lvl="0" indent="-228599" algn="l" defTabSz="914400" rtl="0" eaLnBrk="1" fontAlgn="auto" latinLnBrk="0" hangingPunct="1">
              <a:lnSpc>
                <a:spcPct val="100000"/>
              </a:lnSpc>
              <a:spcBef>
                <a:spcPts val="0"/>
              </a:spcBef>
              <a:spcAft>
                <a:spcPts val="215"/>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Must deactivate old revisions manually</a:t>
            </a:r>
            <a:endParaRPr kumimoji="0" lang="en-US"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719"/>
              </a:spcBef>
              <a:spcAft>
                <a:spcPts val="359"/>
              </a:spcAft>
              <a:buClrTx/>
              <a:buSzTx/>
              <a:buFont typeface="Arial"/>
              <a:buNone/>
              <a:tabLst/>
              <a:defRPr/>
            </a:pPr>
            <a:r>
              <a:rPr kumimoji="0" lang="en-US" sz="1800" b="0" i="0" u="none" strike="noStrike" kern="0" cap="none" spc="0" normalizeH="0" baseline="0" noProof="0">
                <a:ln>
                  <a:noFill/>
                </a:ln>
                <a:solidFill>
                  <a:prstClr val="black"/>
                </a:solidFill>
                <a:effectLst/>
                <a:uLnTx/>
                <a:uFillTx/>
                <a:latin typeface="Segoe UI Semibold"/>
                <a:ea typeface="Segoe UI Semibold"/>
                <a:cs typeface="Segoe UI Semibold"/>
              </a:rPr>
              <a:t>Revision labels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599" marR="0" lvl="0" indent="-228599" algn="l" defTabSz="914400" rtl="0" eaLnBrk="1" fontAlgn="auto" latinLnBrk="0" hangingPunct="1">
              <a:lnSpc>
                <a:spcPct val="100000"/>
              </a:lnSpc>
              <a:spcBef>
                <a:spcPts val="0"/>
              </a:spcBef>
              <a:spcAft>
                <a:spcPts val="215"/>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Named endpoints for direct revision access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599" marR="0" lvl="0" indent="-228599" algn="l" defTabSz="914400" rtl="0" eaLnBrk="1" fontAlgn="auto" latinLnBrk="0" hangingPunct="1">
              <a:lnSpc>
                <a:spcPct val="100000"/>
              </a:lnSpc>
              <a:spcBef>
                <a:spcPts val="0"/>
              </a:spcBef>
              <a:spcAft>
                <a:spcPts val="215"/>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Test specific revisions without affecting production traffic</a:t>
            </a:r>
            <a:endParaRPr kumimoji="0" lang="en-US" sz="1800" b="0" i="0" u="none" strike="noStrike" kern="0" cap="none" spc="0" normalizeH="0" baseline="0" noProof="0">
              <a:ln>
                <a:noFill/>
              </a:ln>
              <a:solidFill>
                <a:prstClr val="black"/>
              </a:solidFill>
              <a:effectLst/>
              <a:uLnTx/>
              <a:uFillTx/>
              <a:latin typeface="Segoe UI"/>
              <a:cs typeface="Segoe UI"/>
            </a:endParaRPr>
          </a:p>
          <a:p>
            <a:pPr marL="228599" marR="0" lvl="0" indent="-228599" algn="l" defTabSz="914400" rtl="0" eaLnBrk="1" fontAlgn="auto" latinLnBrk="0" hangingPunct="1">
              <a:lnSpc>
                <a:spcPct val="100000"/>
              </a:lnSpc>
              <a:spcBef>
                <a:spcPts val="0"/>
              </a:spcBef>
              <a:spcAft>
                <a:spcPts val="215"/>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Enable blue-green switching via label moves</a:t>
            </a:r>
            <a:endParaRPr kumimoji="0" lang="en-US" sz="1800" b="0" i="0" u="none" strike="noStrike" kern="0" cap="none" spc="0" normalizeH="0" baseline="0" noProof="0">
              <a:ln>
                <a:noFill/>
              </a:ln>
              <a:solidFill>
                <a:prstClr val="black"/>
              </a:solidFill>
              <a:effectLst/>
              <a:uLnTx/>
              <a:uFillTx/>
              <a:latin typeface="Segoe UI"/>
              <a:cs typeface="Segoe UI"/>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83624131" name="Title 1"/>
          <p:cNvSpPr>
            <a:spLocks noGrp="1"/>
          </p:cNvSpPr>
          <p:nvPr>
            <p:ph type="title"/>
          </p:nvPr>
        </p:nvSpPr>
        <p:spPr bwMode="auto">
          <a:xfrm>
            <a:off x="588261" y="585216"/>
            <a:ext cx="5653640" cy="427079"/>
          </a:xfrm>
        </p:spPr>
        <p:txBody>
          <a:bodyPr/>
          <a:lstStyle/>
          <a:p>
            <a:pPr>
              <a:defRPr/>
            </a:pPr>
            <a:r>
              <a:rPr lang="en-US" sz="2800"/>
              <a:t>Exercise</a:t>
            </a:r>
            <a:endParaRPr sz="2800"/>
          </a:p>
        </p:txBody>
      </p:sp>
      <p:pic>
        <p:nvPicPr>
          <p:cNvPr id="1620883680" name="Picture Placeholder 6"/>
          <p:cNvPicPr>
            <a:picLocks noGrp="1" noChangeAspect="1"/>
          </p:cNvPicPr>
          <p:nvPr>
            <p:ph type="pic" sz="quarter" idx="20"/>
          </p:nvPr>
        </p:nvPicPr>
        <p:blipFill rotWithShape="1">
          <a:blip r:embed="rId3"/>
          <a:srcRect l="118" r="117"/>
          <a:stretch/>
        </p:blipFill>
        <p:spPr bwMode="ltGray">
          <a:xfrm>
            <a:off x="7724773" y="2043463"/>
            <a:ext cx="4467224" cy="3307645"/>
          </a:xfrm>
          <a:prstGeom prst="rect">
            <a:avLst/>
          </a:prstGeom>
          <a:solidFill>
            <a:srgbClr val="F4F4F7"/>
          </a:solidFill>
          <a:ln>
            <a:noFill/>
          </a:ln>
        </p:spPr>
      </p:pic>
      <p:sp>
        <p:nvSpPr>
          <p:cNvPr id="1813424765" name="Text Placeholder 4"/>
          <p:cNvSpPr>
            <a:spLocks noGrp="1"/>
          </p:cNvSpPr>
          <p:nvPr>
            <p:ph type="body" sz="quarter" idx="16"/>
          </p:nvPr>
        </p:nvSpPr>
        <p:spPr bwMode="auto">
          <a:xfrm>
            <a:off x="584199" y="1594151"/>
            <a:ext cx="5655650" cy="488039"/>
          </a:xfrm>
        </p:spPr>
        <p:txBody>
          <a:bodyPr/>
          <a:lstStyle/>
          <a:p>
            <a:pPr>
              <a:defRPr/>
            </a:pPr>
            <a:r>
              <a:rPr lang="en-US" sz="1600" b="0" i="0" u="none" strike="noStrike" cap="none" spc="0">
                <a:solidFill>
                  <a:srgbClr val="000000"/>
                </a:solidFill>
                <a:latin typeface="Segoe UI Semibold"/>
                <a:ea typeface="Segoe UI Semibold"/>
                <a:cs typeface="Segoe UI Semibold"/>
              </a:rPr>
              <a:t>Configure autoscaling using KEDA triggers</a:t>
            </a:r>
            <a:endParaRPr lang="en-US"/>
          </a:p>
          <a:p>
            <a:pPr>
              <a:defRPr/>
            </a:pPr>
            <a:endParaRPr lang="en-US"/>
          </a:p>
        </p:txBody>
      </p:sp>
      <p:sp>
        <p:nvSpPr>
          <p:cNvPr id="960951558" name="Text Placeholder 61"/>
          <p:cNvSpPr>
            <a:spLocks noGrp="1"/>
          </p:cNvSpPr>
          <p:nvPr>
            <p:ph type="body" sz="quarter" idx="15"/>
          </p:nvPr>
        </p:nvSpPr>
        <p:spPr bwMode="auto">
          <a:xfrm>
            <a:off x="579438" y="2501489"/>
            <a:ext cx="5655244" cy="1951079"/>
          </a:xfrm>
        </p:spPr>
        <p:txBody>
          <a:bodyPr vert="horz" wrap="square" lIns="0" tIns="0" rIns="0" bIns="0" rtlCol="0" anchor="t">
            <a:spAutoFit/>
          </a:bodyPr>
          <a:lstStyle/>
          <a:p>
            <a:pPr marL="0" indent="0">
              <a:buNone/>
              <a:defRPr/>
            </a:pPr>
            <a:r>
              <a:rPr lang="en-US" sz="1600" b="0" i="0" u="none" strike="noStrike" cap="none" spc="0">
                <a:solidFill>
                  <a:srgbClr val="000000"/>
                </a:solidFill>
                <a:latin typeface="Segoe UI"/>
                <a:ea typeface="Segoe UI"/>
                <a:cs typeface="Segoe UI"/>
              </a:rPr>
              <a:t>In this exercise, you deploy a simple mock agent API and configure autoscaling based on HTTP concurrent requests. </a:t>
            </a:r>
            <a:endParaRPr/>
          </a:p>
          <a:p>
            <a:pPr marL="0" indent="0">
              <a:buNone/>
              <a:defRPr/>
            </a:pPr>
            <a:endParaRPr lang="en-US">
              <a:cs typeface="Segoe UI"/>
            </a:endParaRPr>
          </a:p>
          <a:p>
            <a:pPr marL="0" indent="0">
              <a:buNone/>
              <a:defRPr/>
            </a:pPr>
            <a:r>
              <a:rPr lang="en-US">
                <a:latin typeface="Segoe UI Semibold"/>
                <a:cs typeface="Segoe UI Semibold"/>
              </a:rPr>
              <a:t>Estimated time:</a:t>
            </a:r>
            <a:r>
              <a:rPr lang="en-US">
                <a:cs typeface="Segoe UI"/>
              </a:rPr>
              <a:t> 30 minutes</a:t>
            </a:r>
            <a:endParaRPr/>
          </a:p>
          <a:p>
            <a:pPr>
              <a:defRPr/>
            </a:pPr>
            <a:endParaRPr lang="en-US">
              <a:cs typeface="Segoe UI"/>
            </a:endParaRPr>
          </a:p>
          <a:p>
            <a:pPr marL="0" indent="0">
              <a:buNone/>
              <a:defRPr/>
            </a:pPr>
            <a:r>
              <a:rPr lang="en-US">
                <a:cs typeface="Segoe UI"/>
              </a:rPr>
              <a:t>Start the exercise at:</a:t>
            </a:r>
            <a:endParaRPr lang="en-US"/>
          </a:p>
          <a:p>
            <a:pPr marL="0" indent="0">
              <a:buNone/>
              <a:defRPr/>
            </a:pPr>
            <a:r>
              <a:rPr lang="en-US" sz="1600" b="0" i="0" u="sng" strike="noStrike" cap="none" spc="0">
                <a:solidFill>
                  <a:schemeClr val="hlink"/>
                </a:solidFill>
                <a:latin typeface="Segoe UI"/>
                <a:ea typeface="Segoe UI"/>
                <a:cs typeface="Segoe UI"/>
                <a:hlinkClick r:id="rId4"/>
              </a:rPr>
              <a:t>https://go.microsoft.com/fwlink/?linkid=2348401</a:t>
            </a:r>
            <a:endParaRPr/>
          </a:p>
          <a:p>
            <a:pPr marL="0" indent="0">
              <a:buNone/>
              <a:defRPr/>
            </a:pPr>
            <a:endParaRPr lang="en-US"/>
          </a:p>
        </p:txBody>
      </p:sp>
      <p:sp>
        <p:nvSpPr>
          <p:cNvPr id="1451285520" name="Footer Placeholder 4"/>
          <p:cNvSpPr>
            <a:spLocks noGrp="1"/>
          </p:cNvSpPr>
          <p:nvPr>
            <p:ph type="ftr" sz="quarter" idx="3"/>
          </p:nvPr>
        </p:nvSpPr>
        <p:spPr bwMode="auto">
          <a:xfrm>
            <a:off x="579438" y="6421082"/>
            <a:ext cx="4151311" cy="19797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UI"/>
                <a:cs typeface="Arial"/>
              </a:rPr>
              <a:t>© Copyright Microsoft Corporation. All rights reserved.</a:t>
            </a:r>
          </a:p>
        </p:txBody>
      </p:sp>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40869391" name="Title 6"/>
          <p:cNvSpPr>
            <a:spLocks noGrp="1"/>
          </p:cNvSpPr>
          <p:nvPr>
            <p:ph type="title"/>
          </p:nvPr>
        </p:nvSpPr>
        <p:spPr bwMode="auto">
          <a:xfrm>
            <a:off x="578963" y="2598003"/>
            <a:ext cx="5688751" cy="1661993"/>
          </a:xfrm>
        </p:spPr>
        <p:txBody>
          <a:bodyPr/>
          <a:lstStyle/>
          <a:p>
            <a:pPr>
              <a:defRPr/>
            </a:pPr>
            <a:r>
              <a:rPr lang="en-US" sz="4000" b="0" i="0" u="none" strike="noStrike" cap="none" spc="-46" dirty="0">
                <a:solidFill>
                  <a:schemeClr val="tx1"/>
                </a:solidFill>
                <a:latin typeface="Segoe UI"/>
                <a:ea typeface="Segoe UI"/>
                <a:cs typeface="Segoe UI"/>
              </a:rPr>
              <a:t>Deploy and monitor applications on Azure Kubernetes Service</a:t>
            </a:r>
            <a:endParaRPr lang="en-US" dirty="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Title 2">
            <a:extLst>
              <a:ext uri="{FF2B5EF4-FFF2-40B4-BE49-F238E27FC236}">
                <a16:creationId xmlns:a16="http://schemas.microsoft.com/office/drawing/2014/main" id="{CF99C2CA-4657-4057-8251-60F7F196DD9E}"/>
              </a:ext>
            </a:extLst>
          </p:cNvPr>
          <p:cNvSpPr>
            <a:spLocks noGrp="1"/>
          </p:cNvSpPr>
          <p:nvPr>
            <p:ph type="title"/>
          </p:nvPr>
        </p:nvSpPr>
        <p:spPr/>
        <p:txBody>
          <a:bodyPr/>
          <a:lstStyle/>
          <a:p>
            <a:r>
              <a:rPr lang="en-US" dirty="0"/>
              <a:t>Module 1: </a:t>
            </a:r>
            <a:r>
              <a:rPr lang="en-US" spc="-50" dirty="0">
                <a:ea typeface="+mn-lt"/>
              </a:rPr>
              <a:t>Deploy applications to Azure Kubernetes Service</a:t>
            </a:r>
            <a:endParaRPr lang="en-US" dirty="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16942480"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Create Kubernetes deployment manifests</a:t>
            </a:r>
            <a:endParaRPr/>
          </a:p>
        </p:txBody>
      </p:sp>
      <p:sp>
        <p:nvSpPr>
          <p:cNvPr id="325509392" name="Content Placeholder 3"/>
          <p:cNvSpPr>
            <a:spLocks noGrp="1"/>
          </p:cNvSpPr>
          <p:nvPr>
            <p:ph sz="quarter" idx="10"/>
          </p:nvPr>
        </p:nvSpPr>
        <p:spPr bwMode="auto">
          <a:xfrm>
            <a:off x="457199" y="1299653"/>
            <a:ext cx="5697123" cy="4816473"/>
          </a:xfrm>
        </p:spPr>
        <p:txBody>
          <a:bodyPr vertOverflow="overflow" horzOverflow="overflow" vert="horz" wrap="square" lIns="0" tIns="0" rIns="0" bIns="0" numCol="1" spcCol="0" rtlCol="0" fromWordArt="0" anchor="t" anchorCtr="0" forceAA="0" compatLnSpc="0">
            <a:normAutofit fontScale="92500"/>
          </a:bodyPr>
          <a:lstStyle/>
          <a:p>
            <a:pPr marL="0" indent="0">
              <a:spcAft>
                <a:spcPts val="359"/>
              </a:spcAft>
              <a:buFont typeface="Arial"/>
              <a:buNone/>
              <a:defRPr/>
            </a:pPr>
            <a:r>
              <a:rPr lang="en-US" sz="2000" b="0" i="0" u="none" strike="noStrike" cap="none" spc="0" dirty="0">
                <a:solidFill>
                  <a:schemeClr val="tx1"/>
                </a:solidFill>
                <a:latin typeface="Segoe UI Semibold"/>
                <a:ea typeface="Segoe UI Semibold"/>
                <a:cs typeface="Segoe UI Semibold"/>
              </a:rPr>
              <a:t>Desired state in YAML</a:t>
            </a:r>
            <a:endParaRPr sz="2000" b="0" i="0" u="none" strike="noStrike" cap="none" spc="0" dirty="0">
              <a:solidFill>
                <a:schemeClr val="tx1"/>
              </a:solidFill>
              <a:latin typeface="Segoe UI"/>
              <a:cs typeface="Segoe UI"/>
            </a:endParaRPr>
          </a:p>
          <a:p>
            <a:pPr marL="228600" marR="0" indent="-228600" algn="l">
              <a:lnSpc>
                <a:spcPct val="100000"/>
              </a:lnSpc>
              <a:spcBef>
                <a:spcPts val="0"/>
              </a:spcBef>
              <a:buChar char="•"/>
              <a:defRPr/>
            </a:pPr>
            <a:r>
              <a:rPr lang="en-US" sz="1800" b="0" i="0" u="none" strike="noStrike" cap="none" spc="0" dirty="0">
                <a:solidFill>
                  <a:schemeClr val="tx1"/>
                </a:solidFill>
                <a:latin typeface="Segoe UI"/>
                <a:ea typeface="Segoe UI"/>
                <a:cs typeface="Segoe UI"/>
              </a:rPr>
              <a:t>Define image, replica count, labels, and container port</a:t>
            </a:r>
            <a:endParaRPr lang="en-US" sz="1800" b="0" i="0" u="none" strike="noStrike" cap="none" spc="0" dirty="0">
              <a:solidFill>
                <a:schemeClr val="tx1"/>
              </a:solidFill>
              <a:latin typeface="Segoe UI"/>
              <a:cs typeface="Segoe UI"/>
            </a:endParaRPr>
          </a:p>
          <a:p>
            <a:pPr marL="228600" marR="0" indent="-228600" algn="l">
              <a:lnSpc>
                <a:spcPct val="100000"/>
              </a:lnSpc>
              <a:spcBef>
                <a:spcPts val="0"/>
              </a:spcBef>
              <a:buChar char="•"/>
              <a:defRPr/>
            </a:pPr>
            <a:r>
              <a:rPr lang="en-US" sz="1800" b="0" i="0" u="none" strike="noStrike" cap="none" spc="0" dirty="0">
                <a:solidFill>
                  <a:schemeClr val="tx1"/>
                </a:solidFill>
                <a:latin typeface="Segoe UI"/>
                <a:ea typeface="Segoe UI"/>
                <a:cs typeface="Segoe UI"/>
              </a:rPr>
              <a:t>Keep Pod labels aligned with selector labels</a:t>
            </a:r>
            <a:endParaRPr lang="en-US" sz="1800" b="0" i="0" u="none" strike="noStrike" cap="none" spc="0" dirty="0">
              <a:solidFill>
                <a:schemeClr val="tx1"/>
              </a:solidFill>
              <a:latin typeface="Segoe UI"/>
              <a:cs typeface="Segoe UI"/>
            </a:endParaRPr>
          </a:p>
          <a:p>
            <a:pPr marL="228600" marR="0" indent="-228600" algn="l">
              <a:lnSpc>
                <a:spcPct val="100000"/>
              </a:lnSpc>
              <a:spcBef>
                <a:spcPts val="0"/>
              </a:spcBef>
              <a:buChar char="•"/>
              <a:defRPr/>
            </a:pPr>
            <a:r>
              <a:rPr lang="en-US" sz="1800" b="0" i="0" u="none" strike="noStrike" cap="none" spc="0" dirty="0">
                <a:solidFill>
                  <a:schemeClr val="tx1"/>
                </a:solidFill>
                <a:latin typeface="Segoe UI"/>
                <a:ea typeface="Segoe UI"/>
                <a:cs typeface="Segoe UI"/>
              </a:rPr>
              <a:t>Treat the manifest as the source of truth for runtime intent</a:t>
            </a:r>
            <a:endParaRPr sz="2000" b="0" i="0" u="none" strike="noStrike" cap="none" spc="0" dirty="0">
              <a:solidFill>
                <a:schemeClr val="tx1"/>
              </a:solidFill>
              <a:latin typeface="Segoe UI"/>
              <a:cs typeface="Segoe UI"/>
            </a:endParaRPr>
          </a:p>
          <a:p>
            <a:pPr marL="0" marR="0" indent="0" algn="l">
              <a:lnSpc>
                <a:spcPct val="100000"/>
              </a:lnSpc>
              <a:spcBef>
                <a:spcPts val="719"/>
              </a:spcBef>
              <a:spcAft>
                <a:spcPts val="359"/>
              </a:spcAft>
              <a:buFont typeface="Arial"/>
              <a:buNone/>
              <a:defRPr/>
            </a:pPr>
            <a:r>
              <a:rPr lang="en-US" sz="2000" b="0" i="0" u="none" strike="noStrike" cap="none" spc="0" dirty="0">
                <a:solidFill>
                  <a:schemeClr val="tx1"/>
                </a:solidFill>
                <a:latin typeface="Segoe UI Semibold"/>
                <a:ea typeface="Segoe UI Semibold"/>
                <a:cs typeface="Segoe UI Semibold"/>
              </a:rPr>
              <a:t>Runtime sizing</a:t>
            </a:r>
            <a:endParaRPr sz="2000" b="0" i="0" u="none" strike="noStrike" cap="none" spc="0" dirty="0">
              <a:solidFill>
                <a:schemeClr val="tx1"/>
              </a:solidFill>
              <a:latin typeface="Segoe UI"/>
              <a:cs typeface="Segoe UI"/>
            </a:endParaRPr>
          </a:p>
          <a:p>
            <a:pPr>
              <a:lnSpc>
                <a:spcPct val="110000"/>
              </a:lnSpc>
              <a:spcAft>
                <a:spcPts val="359"/>
              </a:spcAft>
              <a:defRPr/>
            </a:pPr>
            <a:r>
              <a:rPr lang="en-US" sz="1800" dirty="0"/>
              <a:t>Requests reserve schedulable CPU and memory</a:t>
            </a:r>
          </a:p>
          <a:p>
            <a:pPr>
              <a:lnSpc>
                <a:spcPct val="110000"/>
              </a:lnSpc>
              <a:spcAft>
                <a:spcPts val="359"/>
              </a:spcAft>
              <a:defRPr/>
            </a:pPr>
            <a:r>
              <a:rPr lang="en-US" sz="1800" dirty="0"/>
              <a:t>Limits cap runaway usage and prevent noisy neighbors</a:t>
            </a:r>
          </a:p>
          <a:p>
            <a:pPr>
              <a:lnSpc>
                <a:spcPct val="110000"/>
              </a:lnSpc>
              <a:spcAft>
                <a:spcPts val="359"/>
              </a:spcAft>
              <a:defRPr/>
            </a:pPr>
            <a:r>
              <a:rPr lang="en-US" sz="1800" dirty="0"/>
              <a:t>Replica count trades cost for availability and throughput</a:t>
            </a:r>
            <a:endParaRPr sz="1800" dirty="0"/>
          </a:p>
          <a:p>
            <a:pPr marL="0" marR="0" indent="0" algn="l">
              <a:lnSpc>
                <a:spcPct val="100000"/>
              </a:lnSpc>
              <a:spcBef>
                <a:spcPts val="719"/>
              </a:spcBef>
              <a:spcAft>
                <a:spcPts val="359"/>
              </a:spcAft>
              <a:buFont typeface="Arial"/>
              <a:buNone/>
              <a:defRPr/>
            </a:pPr>
            <a:r>
              <a:rPr lang="en-US" sz="2000" b="0" i="0" u="none" strike="noStrike" cap="none" spc="0" dirty="0">
                <a:solidFill>
                  <a:schemeClr val="tx1"/>
                </a:solidFill>
                <a:latin typeface="Segoe UI Semibold"/>
                <a:ea typeface="Segoe UI Semibold"/>
                <a:cs typeface="Segoe UI Semibold"/>
              </a:rPr>
              <a:t>Configuration flow</a:t>
            </a:r>
            <a:endParaRPr sz="2000" b="0" i="0" u="none" strike="noStrike" cap="none" spc="0" dirty="0">
              <a:solidFill>
                <a:schemeClr val="tx1"/>
              </a:solidFill>
              <a:latin typeface="Segoe UI"/>
              <a:cs typeface="Segoe UI"/>
            </a:endParaRPr>
          </a:p>
          <a:p>
            <a:pPr marR="0">
              <a:lnSpc>
                <a:spcPct val="110000"/>
              </a:lnSpc>
              <a:spcAft>
                <a:spcPts val="359"/>
              </a:spcAft>
              <a:defRPr/>
            </a:pPr>
            <a:r>
              <a:rPr lang="en-US" sz="1800" dirty="0"/>
              <a:t>Use env vars for non-sensitive settings</a:t>
            </a:r>
          </a:p>
          <a:p>
            <a:pPr marR="0">
              <a:lnSpc>
                <a:spcPct val="110000"/>
              </a:lnSpc>
              <a:spcAft>
                <a:spcPts val="359"/>
              </a:spcAft>
              <a:defRPr/>
            </a:pPr>
            <a:r>
              <a:rPr lang="en-US" sz="1800" dirty="0"/>
              <a:t>Reference Secrets for keys and credentials</a:t>
            </a:r>
          </a:p>
          <a:p>
            <a:pPr marR="0">
              <a:lnSpc>
                <a:spcPct val="110000"/>
              </a:lnSpc>
              <a:spcAft>
                <a:spcPts val="359"/>
              </a:spcAft>
              <a:defRPr/>
            </a:pPr>
            <a:r>
              <a:rPr lang="en-US" sz="1800" dirty="0"/>
              <a:t>Avoid embedding secret values in the manifest</a:t>
            </a:r>
            <a:endParaRPr sz="1800" dirty="0"/>
          </a:p>
        </p:txBody>
      </p:sp>
      <p:sp>
        <p:nvSpPr>
          <p:cNvPr id="1297339437" name="Content Placeholder 2"/>
          <p:cNvSpPr>
            <a:spLocks noGrp="1"/>
          </p:cNvSpPr>
          <p:nvPr/>
        </p:nvSpPr>
        <p:spPr bwMode="auto">
          <a:xfrm>
            <a:off x="6786282" y="1407058"/>
            <a:ext cx="4746864" cy="4601665"/>
          </a:xfrm>
        </p:spPr>
        <p:txBody>
          <a:bodyPr vertOverflow="overflow" horzOverflow="overflow" vert="horz" wrap="square" lIns="0" tIns="0" rIns="0" bIns="0" numCol="1" spcCol="0" rtlCol="0" fromWordArt="0" anchor="t" anchorCtr="0" forceAA="0" compatLnSpc="0">
            <a:noAutofit/>
          </a:bodyPr>
          <a:lstStyle>
            <a:lvl1pPr marL="228600" indent="-228600" algn="l" defTabSz="914400" rtl="0">
              <a:lnSpc>
                <a:spcPct val="100000"/>
              </a:lnSpc>
              <a:spcBef>
                <a:spcPts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ts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ts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ts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ts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400" b="0" i="0" u="none" strike="noStrike" kern="0" cap="none" spc="0" normalizeH="0" baseline="0" noProof="0">
                <a:ln>
                  <a:noFill/>
                </a:ln>
                <a:solidFill>
                  <a:srgbClr val="800000"/>
                </a:solidFill>
                <a:effectLst/>
                <a:uLnTx/>
                <a:uFillTx/>
                <a:latin typeface="Consolas"/>
                <a:ea typeface="Consolas"/>
                <a:cs typeface="Consolas"/>
              </a:rPr>
              <a:t>apiVersion</a:t>
            </a:r>
            <a:r>
              <a:rPr kumimoji="0" sz="1400" b="0" i="0" u="none" strike="noStrike" kern="0" cap="none" spc="0" normalizeH="0" baseline="0" noProof="0">
                <a:ln>
                  <a:noFill/>
                </a:ln>
                <a:solidFill>
                  <a:srgbClr val="000000"/>
                </a:solidFill>
                <a:effectLst/>
                <a:uLnTx/>
                <a:uFillTx/>
                <a:latin typeface="Consolas"/>
                <a:ea typeface="Consolas"/>
                <a:cs typeface="Consolas"/>
              </a:rPr>
              <a:t>: </a:t>
            </a:r>
            <a:r>
              <a:rPr kumimoji="0" sz="1400" b="0" i="0" u="none" strike="noStrike" kern="0" cap="none" spc="0" normalizeH="0" baseline="0" noProof="0">
                <a:ln>
                  <a:noFill/>
                </a:ln>
                <a:solidFill>
                  <a:srgbClr val="0000FF"/>
                </a:solidFill>
                <a:effectLst/>
                <a:uLnTx/>
                <a:uFillTx/>
                <a:latin typeface="Consolas"/>
                <a:ea typeface="Consolas"/>
                <a:cs typeface="Consolas"/>
              </a:rPr>
              <a:t>apps/v1</a:t>
            </a:r>
            <a:endParaRPr kumimoji="0" sz="1400" b="0" i="0" u="none" strike="noStrike" kern="0" cap="none" spc="0" normalizeH="0" baseline="0" noProof="0">
              <a:ln>
                <a:noFill/>
              </a:ln>
              <a:solidFill>
                <a:prstClr val="black"/>
              </a:solidFill>
              <a:effectLst/>
              <a:uLnTx/>
              <a:uFillTx/>
              <a:latin typeface="Consolas"/>
              <a:cs typeface="Consolas"/>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400" b="0" i="0" u="none" strike="noStrike" kern="0" cap="none" spc="0" normalizeH="0" baseline="0" noProof="0">
                <a:ln>
                  <a:noFill/>
                </a:ln>
                <a:solidFill>
                  <a:srgbClr val="800000"/>
                </a:solidFill>
                <a:effectLst/>
                <a:uLnTx/>
                <a:uFillTx/>
                <a:latin typeface="Consolas"/>
                <a:ea typeface="Consolas"/>
                <a:cs typeface="Consolas"/>
              </a:rPr>
              <a:t>kind</a:t>
            </a:r>
            <a:r>
              <a:rPr kumimoji="0" sz="1400" b="0" i="0" u="none" strike="noStrike" kern="0" cap="none" spc="0" normalizeH="0" baseline="0" noProof="0">
                <a:ln>
                  <a:noFill/>
                </a:ln>
                <a:solidFill>
                  <a:srgbClr val="000000"/>
                </a:solidFill>
                <a:effectLst/>
                <a:uLnTx/>
                <a:uFillTx/>
                <a:latin typeface="Consolas"/>
                <a:ea typeface="Consolas"/>
                <a:cs typeface="Consolas"/>
              </a:rPr>
              <a:t>: </a:t>
            </a:r>
            <a:r>
              <a:rPr kumimoji="0" sz="1400" b="0" i="0" u="none" strike="noStrike" kern="0" cap="none" spc="0" normalizeH="0" baseline="0" noProof="0">
                <a:ln>
                  <a:noFill/>
                </a:ln>
                <a:solidFill>
                  <a:srgbClr val="0000FF"/>
                </a:solidFill>
                <a:effectLst/>
                <a:uLnTx/>
                <a:uFillTx/>
                <a:latin typeface="Consolas"/>
                <a:ea typeface="Consolas"/>
                <a:cs typeface="Consolas"/>
              </a:rPr>
              <a:t>Deployment</a:t>
            </a:r>
            <a:endParaRPr kumimoji="0" sz="1400" b="0" i="0" u="none" strike="noStrike" kern="0" cap="none" spc="0" normalizeH="0" baseline="0" noProof="0">
              <a:ln>
                <a:noFill/>
              </a:ln>
              <a:solidFill>
                <a:prstClr val="black"/>
              </a:solidFill>
              <a:effectLst/>
              <a:uLnTx/>
              <a:uFillTx/>
              <a:latin typeface="Consolas"/>
              <a:cs typeface="Consolas"/>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400" b="0" i="0" u="none" strike="noStrike" kern="0" cap="none" spc="0" normalizeH="0" baseline="0" noProof="0">
                <a:ln>
                  <a:noFill/>
                </a:ln>
                <a:solidFill>
                  <a:srgbClr val="800000"/>
                </a:solidFill>
                <a:effectLst/>
                <a:uLnTx/>
                <a:uFillTx/>
                <a:latin typeface="Consolas"/>
                <a:ea typeface="Consolas"/>
                <a:cs typeface="Consolas"/>
              </a:rPr>
              <a:t>metadata</a:t>
            </a:r>
            <a:r>
              <a:rPr kumimoji="0" sz="1400" b="0" i="0" u="none" strike="noStrike" kern="0" cap="none" spc="0" normalizeH="0" baseline="0" noProof="0">
                <a:ln>
                  <a:noFill/>
                </a:ln>
                <a:solidFill>
                  <a:srgbClr val="000000"/>
                </a:solidFill>
                <a:effectLst/>
                <a:uLnTx/>
                <a:uFillTx/>
                <a:latin typeface="Consolas"/>
                <a:ea typeface="Consolas"/>
                <a:cs typeface="Consolas"/>
              </a:rPr>
              <a:t>:</a:t>
            </a:r>
            <a:endParaRPr kumimoji="0" sz="1400" b="0" i="0" u="none" strike="noStrike" kern="0" cap="none" spc="0" normalizeH="0" baseline="0" noProof="0">
              <a:ln>
                <a:noFill/>
              </a:ln>
              <a:solidFill>
                <a:prstClr val="black"/>
              </a:solidFill>
              <a:effectLst/>
              <a:uLnTx/>
              <a:uFillTx/>
              <a:latin typeface="Consolas"/>
              <a:cs typeface="Consolas"/>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400" b="0" i="0" u="none" strike="noStrike" kern="0" cap="none" spc="0" normalizeH="0" baseline="0" noProof="0">
                <a:ln>
                  <a:noFill/>
                </a:ln>
                <a:solidFill>
                  <a:srgbClr val="000000"/>
                </a:solidFill>
                <a:effectLst/>
                <a:uLnTx/>
                <a:uFillTx/>
                <a:latin typeface="Consolas"/>
                <a:ea typeface="Consolas"/>
                <a:cs typeface="Consolas"/>
              </a:rPr>
              <a:t>  </a:t>
            </a:r>
            <a:r>
              <a:rPr kumimoji="0" sz="1400" b="0" i="0" u="none" strike="noStrike" kern="0" cap="none" spc="0" normalizeH="0" baseline="0" noProof="0">
                <a:ln>
                  <a:noFill/>
                </a:ln>
                <a:solidFill>
                  <a:srgbClr val="800000"/>
                </a:solidFill>
                <a:effectLst/>
                <a:uLnTx/>
                <a:uFillTx/>
                <a:latin typeface="Consolas"/>
                <a:ea typeface="Consolas"/>
                <a:cs typeface="Consolas"/>
              </a:rPr>
              <a:t>name</a:t>
            </a:r>
            <a:r>
              <a:rPr kumimoji="0" sz="1400" b="0" i="0" u="none" strike="noStrike" kern="0" cap="none" spc="0" normalizeH="0" baseline="0" noProof="0">
                <a:ln>
                  <a:noFill/>
                </a:ln>
                <a:solidFill>
                  <a:srgbClr val="000000"/>
                </a:solidFill>
                <a:effectLst/>
                <a:uLnTx/>
                <a:uFillTx/>
                <a:latin typeface="Consolas"/>
                <a:ea typeface="Consolas"/>
                <a:cs typeface="Consolas"/>
              </a:rPr>
              <a:t>: </a:t>
            </a:r>
            <a:r>
              <a:rPr kumimoji="0" sz="1400" b="0" i="0" u="none" strike="noStrike" kern="0" cap="none" spc="0" normalizeH="0" baseline="0" noProof="0">
                <a:ln>
                  <a:noFill/>
                </a:ln>
                <a:solidFill>
                  <a:srgbClr val="0000FF"/>
                </a:solidFill>
                <a:effectLst/>
                <a:uLnTx/>
                <a:uFillTx/>
                <a:latin typeface="Consolas"/>
                <a:ea typeface="Consolas"/>
                <a:cs typeface="Consolas"/>
              </a:rPr>
              <a:t>ai-api</a:t>
            </a:r>
            <a:endParaRPr kumimoji="0" sz="1400" b="0" i="0" u="none" strike="noStrike" kern="0" cap="none" spc="0" normalizeH="0" baseline="0" noProof="0">
              <a:ln>
                <a:noFill/>
              </a:ln>
              <a:solidFill>
                <a:prstClr val="black"/>
              </a:solidFill>
              <a:effectLst/>
              <a:uLnTx/>
              <a:uFillTx/>
              <a:latin typeface="Consolas"/>
              <a:cs typeface="Consolas"/>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400" b="0" i="0" u="none" strike="noStrike" kern="0" cap="none" spc="0" normalizeH="0" baseline="0" noProof="0">
                <a:ln>
                  <a:noFill/>
                </a:ln>
                <a:solidFill>
                  <a:srgbClr val="800000"/>
                </a:solidFill>
                <a:effectLst/>
                <a:uLnTx/>
                <a:uFillTx/>
                <a:latin typeface="Consolas"/>
                <a:ea typeface="Consolas"/>
                <a:cs typeface="Consolas"/>
              </a:rPr>
              <a:t>spec</a:t>
            </a:r>
            <a:r>
              <a:rPr kumimoji="0" sz="1400" b="0" i="0" u="none" strike="noStrike" kern="0" cap="none" spc="0" normalizeH="0" baseline="0" noProof="0">
                <a:ln>
                  <a:noFill/>
                </a:ln>
                <a:solidFill>
                  <a:srgbClr val="000000"/>
                </a:solidFill>
                <a:effectLst/>
                <a:uLnTx/>
                <a:uFillTx/>
                <a:latin typeface="Consolas"/>
                <a:ea typeface="Consolas"/>
                <a:cs typeface="Consolas"/>
              </a:rPr>
              <a:t>:</a:t>
            </a:r>
            <a:endParaRPr kumimoji="0" sz="1400" b="0" i="0" u="none" strike="noStrike" kern="0" cap="none" spc="0" normalizeH="0" baseline="0" noProof="0">
              <a:ln>
                <a:noFill/>
              </a:ln>
              <a:solidFill>
                <a:prstClr val="black"/>
              </a:solidFill>
              <a:effectLst/>
              <a:uLnTx/>
              <a:uFillTx/>
              <a:latin typeface="Consolas"/>
              <a:cs typeface="Consolas"/>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400" b="0" i="0" u="none" strike="noStrike" kern="0" cap="none" spc="0" normalizeH="0" baseline="0" noProof="0">
                <a:ln>
                  <a:noFill/>
                </a:ln>
                <a:solidFill>
                  <a:srgbClr val="000000"/>
                </a:solidFill>
                <a:effectLst/>
                <a:uLnTx/>
                <a:uFillTx/>
                <a:latin typeface="Consolas"/>
                <a:ea typeface="Consolas"/>
                <a:cs typeface="Consolas"/>
              </a:rPr>
              <a:t>  </a:t>
            </a:r>
            <a:r>
              <a:rPr kumimoji="0" sz="1400" b="0" i="0" u="none" strike="noStrike" kern="0" cap="none" spc="0" normalizeH="0" baseline="0" noProof="0">
                <a:ln>
                  <a:noFill/>
                </a:ln>
                <a:solidFill>
                  <a:srgbClr val="800000"/>
                </a:solidFill>
                <a:effectLst/>
                <a:uLnTx/>
                <a:uFillTx/>
                <a:latin typeface="Consolas"/>
                <a:ea typeface="Consolas"/>
                <a:cs typeface="Consolas"/>
              </a:rPr>
              <a:t>replicas</a:t>
            </a:r>
            <a:r>
              <a:rPr kumimoji="0" sz="1400" b="0" i="0" u="none" strike="noStrike" kern="0" cap="none" spc="0" normalizeH="0" baseline="0" noProof="0">
                <a:ln>
                  <a:noFill/>
                </a:ln>
                <a:solidFill>
                  <a:srgbClr val="000000"/>
                </a:solidFill>
                <a:effectLst/>
                <a:uLnTx/>
                <a:uFillTx/>
                <a:latin typeface="Consolas"/>
                <a:ea typeface="Consolas"/>
                <a:cs typeface="Consolas"/>
              </a:rPr>
              <a:t>: </a:t>
            </a:r>
            <a:r>
              <a:rPr kumimoji="0" sz="1400" b="0" i="0" u="none" strike="noStrike" kern="0" cap="none" spc="0" normalizeH="0" baseline="0" noProof="0">
                <a:ln>
                  <a:noFill/>
                </a:ln>
                <a:solidFill>
                  <a:srgbClr val="098658"/>
                </a:solidFill>
                <a:effectLst/>
                <a:uLnTx/>
                <a:uFillTx/>
                <a:latin typeface="Consolas"/>
                <a:ea typeface="Consolas"/>
                <a:cs typeface="Consolas"/>
              </a:rPr>
              <a:t>3</a:t>
            </a:r>
            <a:endParaRPr kumimoji="0" sz="1400" b="0" i="0" u="none" strike="noStrike" kern="0" cap="none" spc="0" normalizeH="0" baseline="0" noProof="0">
              <a:ln>
                <a:noFill/>
              </a:ln>
              <a:solidFill>
                <a:prstClr val="black"/>
              </a:solidFill>
              <a:effectLst/>
              <a:uLnTx/>
              <a:uFillTx/>
              <a:latin typeface="Consolas"/>
              <a:cs typeface="Consolas"/>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400" b="0" i="0" u="none" strike="noStrike" kern="0" cap="none" spc="0" normalizeH="0" baseline="0" noProof="0">
                <a:ln>
                  <a:noFill/>
                </a:ln>
                <a:solidFill>
                  <a:srgbClr val="000000"/>
                </a:solidFill>
                <a:effectLst/>
                <a:uLnTx/>
                <a:uFillTx/>
                <a:latin typeface="Consolas"/>
                <a:ea typeface="Consolas"/>
                <a:cs typeface="Consolas"/>
              </a:rPr>
              <a:t>  </a:t>
            </a:r>
            <a:r>
              <a:rPr kumimoji="0" sz="1400" b="0" i="0" u="none" strike="noStrike" kern="0" cap="none" spc="0" normalizeH="0" baseline="0" noProof="0">
                <a:ln>
                  <a:noFill/>
                </a:ln>
                <a:solidFill>
                  <a:srgbClr val="800000"/>
                </a:solidFill>
                <a:effectLst/>
                <a:uLnTx/>
                <a:uFillTx/>
                <a:latin typeface="Consolas"/>
                <a:ea typeface="Consolas"/>
                <a:cs typeface="Consolas"/>
              </a:rPr>
              <a:t>selector</a:t>
            </a:r>
            <a:r>
              <a:rPr kumimoji="0" sz="1400" b="0" i="0" u="none" strike="noStrike" kern="0" cap="none" spc="0" normalizeH="0" baseline="0" noProof="0">
                <a:ln>
                  <a:noFill/>
                </a:ln>
                <a:solidFill>
                  <a:srgbClr val="000000"/>
                </a:solidFill>
                <a:effectLst/>
                <a:uLnTx/>
                <a:uFillTx/>
                <a:latin typeface="Consolas"/>
                <a:ea typeface="Consolas"/>
                <a:cs typeface="Consolas"/>
              </a:rPr>
              <a:t>:</a:t>
            </a:r>
            <a:endParaRPr kumimoji="0" sz="1400" b="0" i="0" u="none" strike="noStrike" kern="0" cap="none" spc="0" normalizeH="0" baseline="0" noProof="0">
              <a:ln>
                <a:noFill/>
              </a:ln>
              <a:solidFill>
                <a:prstClr val="black"/>
              </a:solidFill>
              <a:effectLst/>
              <a:uLnTx/>
              <a:uFillTx/>
              <a:latin typeface="Consolas"/>
              <a:cs typeface="Consolas"/>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400" b="0" i="0" u="none" strike="noStrike" kern="0" cap="none" spc="0" normalizeH="0" baseline="0" noProof="0">
                <a:ln>
                  <a:noFill/>
                </a:ln>
                <a:solidFill>
                  <a:srgbClr val="000000"/>
                </a:solidFill>
                <a:effectLst/>
                <a:uLnTx/>
                <a:uFillTx/>
                <a:latin typeface="Consolas"/>
                <a:ea typeface="Consolas"/>
                <a:cs typeface="Consolas"/>
              </a:rPr>
              <a:t>    </a:t>
            </a:r>
            <a:r>
              <a:rPr kumimoji="0" sz="1400" b="0" i="0" u="none" strike="noStrike" kern="0" cap="none" spc="0" normalizeH="0" baseline="0" noProof="0">
                <a:ln>
                  <a:noFill/>
                </a:ln>
                <a:solidFill>
                  <a:srgbClr val="800000"/>
                </a:solidFill>
                <a:effectLst/>
                <a:uLnTx/>
                <a:uFillTx/>
                <a:latin typeface="Consolas"/>
                <a:ea typeface="Consolas"/>
                <a:cs typeface="Consolas"/>
              </a:rPr>
              <a:t>matchLabels</a:t>
            </a:r>
            <a:r>
              <a:rPr kumimoji="0" sz="1400" b="0" i="0" u="none" strike="noStrike" kern="0" cap="none" spc="0" normalizeH="0" baseline="0" noProof="0">
                <a:ln>
                  <a:noFill/>
                </a:ln>
                <a:solidFill>
                  <a:srgbClr val="000000"/>
                </a:solidFill>
                <a:effectLst/>
                <a:uLnTx/>
                <a:uFillTx/>
                <a:latin typeface="Consolas"/>
                <a:ea typeface="Consolas"/>
                <a:cs typeface="Consolas"/>
              </a:rPr>
              <a:t>:</a:t>
            </a:r>
            <a:endParaRPr kumimoji="0" sz="1400" b="0" i="0" u="none" strike="noStrike" kern="0" cap="none" spc="0" normalizeH="0" baseline="0" noProof="0">
              <a:ln>
                <a:noFill/>
              </a:ln>
              <a:solidFill>
                <a:prstClr val="black"/>
              </a:solidFill>
              <a:effectLst/>
              <a:uLnTx/>
              <a:uFillTx/>
              <a:latin typeface="Consolas"/>
              <a:cs typeface="Consolas"/>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400" b="0" i="0" u="none" strike="noStrike" kern="0" cap="none" spc="0" normalizeH="0" baseline="0" noProof="0">
                <a:ln>
                  <a:noFill/>
                </a:ln>
                <a:solidFill>
                  <a:srgbClr val="000000"/>
                </a:solidFill>
                <a:effectLst/>
                <a:uLnTx/>
                <a:uFillTx/>
                <a:latin typeface="Consolas"/>
                <a:ea typeface="Consolas"/>
                <a:cs typeface="Consolas"/>
              </a:rPr>
              <a:t>      </a:t>
            </a:r>
            <a:r>
              <a:rPr kumimoji="0" sz="1400" b="0" i="0" u="none" strike="noStrike" kern="0" cap="none" spc="0" normalizeH="0" baseline="0" noProof="0">
                <a:ln>
                  <a:noFill/>
                </a:ln>
                <a:solidFill>
                  <a:srgbClr val="800000"/>
                </a:solidFill>
                <a:effectLst/>
                <a:uLnTx/>
                <a:uFillTx/>
                <a:latin typeface="Consolas"/>
                <a:ea typeface="Consolas"/>
                <a:cs typeface="Consolas"/>
              </a:rPr>
              <a:t>app</a:t>
            </a:r>
            <a:r>
              <a:rPr kumimoji="0" sz="1400" b="0" i="0" u="none" strike="noStrike" kern="0" cap="none" spc="0" normalizeH="0" baseline="0" noProof="0">
                <a:ln>
                  <a:noFill/>
                </a:ln>
                <a:solidFill>
                  <a:srgbClr val="000000"/>
                </a:solidFill>
                <a:effectLst/>
                <a:uLnTx/>
                <a:uFillTx/>
                <a:latin typeface="Consolas"/>
                <a:ea typeface="Consolas"/>
                <a:cs typeface="Consolas"/>
              </a:rPr>
              <a:t>: </a:t>
            </a:r>
            <a:r>
              <a:rPr kumimoji="0" sz="1400" b="0" i="0" u="none" strike="noStrike" kern="0" cap="none" spc="0" normalizeH="0" baseline="0" noProof="0">
                <a:ln>
                  <a:noFill/>
                </a:ln>
                <a:solidFill>
                  <a:srgbClr val="0000FF"/>
                </a:solidFill>
                <a:effectLst/>
                <a:uLnTx/>
                <a:uFillTx/>
                <a:latin typeface="Consolas"/>
                <a:ea typeface="Consolas"/>
                <a:cs typeface="Consolas"/>
              </a:rPr>
              <a:t>ai-api</a:t>
            </a:r>
            <a:r>
              <a:rPr kumimoji="0" sz="1400" b="0" i="0" u="none" strike="noStrike" kern="0" cap="none" spc="0" normalizeH="0" baseline="0" noProof="0">
                <a:ln>
                  <a:noFill/>
                </a:ln>
                <a:solidFill>
                  <a:srgbClr val="000000"/>
                </a:solidFill>
                <a:effectLst/>
                <a:uLnTx/>
                <a:uFillTx/>
                <a:latin typeface="Consolas"/>
                <a:ea typeface="Consolas"/>
                <a:cs typeface="Consolas"/>
              </a:rPr>
              <a:t>    </a:t>
            </a:r>
            <a:r>
              <a:rPr kumimoji="0" sz="1400" b="0" i="0" u="none" strike="noStrike" kern="0" cap="none" spc="0" normalizeH="0" baseline="0" noProof="0">
                <a:ln>
                  <a:noFill/>
                </a:ln>
                <a:solidFill>
                  <a:srgbClr val="008000"/>
                </a:solidFill>
                <a:effectLst/>
                <a:uLnTx/>
                <a:uFillTx/>
                <a:latin typeface="Consolas"/>
                <a:ea typeface="Consolas"/>
                <a:cs typeface="Consolas"/>
              </a:rPr>
              <a:t># must match</a:t>
            </a:r>
            <a:endParaRPr kumimoji="0" sz="1400" b="0" i="0" u="none" strike="noStrike" kern="0" cap="none" spc="0" normalizeH="0" baseline="0" noProof="0">
              <a:ln>
                <a:noFill/>
              </a:ln>
              <a:solidFill>
                <a:prstClr val="black"/>
              </a:solidFill>
              <a:effectLst/>
              <a:uLnTx/>
              <a:uFillTx/>
              <a:latin typeface="Consolas"/>
              <a:cs typeface="Consolas"/>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400" b="0" i="0" u="none" strike="noStrike" kern="0" cap="none" spc="0" normalizeH="0" baseline="0" noProof="0">
                <a:ln>
                  <a:noFill/>
                </a:ln>
                <a:solidFill>
                  <a:srgbClr val="000000"/>
                </a:solidFill>
                <a:effectLst/>
                <a:uLnTx/>
                <a:uFillTx/>
                <a:latin typeface="Consolas"/>
                <a:ea typeface="Consolas"/>
                <a:cs typeface="Consolas"/>
              </a:rPr>
              <a:t>  </a:t>
            </a:r>
            <a:r>
              <a:rPr kumimoji="0" sz="1400" b="0" i="0" u="none" strike="noStrike" kern="0" cap="none" spc="0" normalizeH="0" baseline="0" noProof="0">
                <a:ln>
                  <a:noFill/>
                </a:ln>
                <a:solidFill>
                  <a:srgbClr val="800000"/>
                </a:solidFill>
                <a:effectLst/>
                <a:uLnTx/>
                <a:uFillTx/>
                <a:latin typeface="Consolas"/>
                <a:ea typeface="Consolas"/>
                <a:cs typeface="Consolas"/>
              </a:rPr>
              <a:t>template</a:t>
            </a:r>
            <a:r>
              <a:rPr kumimoji="0" sz="1400" b="0" i="0" u="none" strike="noStrike" kern="0" cap="none" spc="0" normalizeH="0" baseline="0" noProof="0">
                <a:ln>
                  <a:noFill/>
                </a:ln>
                <a:solidFill>
                  <a:srgbClr val="000000"/>
                </a:solidFill>
                <a:effectLst/>
                <a:uLnTx/>
                <a:uFillTx/>
                <a:latin typeface="Consolas"/>
                <a:ea typeface="Consolas"/>
                <a:cs typeface="Consolas"/>
              </a:rPr>
              <a:t>:</a:t>
            </a:r>
            <a:endParaRPr kumimoji="0" sz="1400" b="0" i="0" u="none" strike="noStrike" kern="0" cap="none" spc="0" normalizeH="0" baseline="0" noProof="0">
              <a:ln>
                <a:noFill/>
              </a:ln>
              <a:solidFill>
                <a:prstClr val="black"/>
              </a:solidFill>
              <a:effectLst/>
              <a:uLnTx/>
              <a:uFillTx/>
              <a:latin typeface="Consolas"/>
              <a:cs typeface="Consolas"/>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400" b="0" i="0" u="none" strike="noStrike" kern="0" cap="none" spc="0" normalizeH="0" baseline="0" noProof="0">
                <a:ln>
                  <a:noFill/>
                </a:ln>
                <a:solidFill>
                  <a:srgbClr val="000000"/>
                </a:solidFill>
                <a:effectLst/>
                <a:uLnTx/>
                <a:uFillTx/>
                <a:latin typeface="Consolas"/>
                <a:ea typeface="Consolas"/>
                <a:cs typeface="Consolas"/>
              </a:rPr>
              <a:t>    </a:t>
            </a:r>
            <a:r>
              <a:rPr kumimoji="0" sz="1400" b="0" i="0" u="none" strike="noStrike" kern="0" cap="none" spc="0" normalizeH="0" baseline="0" noProof="0">
                <a:ln>
                  <a:noFill/>
                </a:ln>
                <a:solidFill>
                  <a:srgbClr val="800000"/>
                </a:solidFill>
                <a:effectLst/>
                <a:uLnTx/>
                <a:uFillTx/>
                <a:latin typeface="Consolas"/>
                <a:ea typeface="Consolas"/>
                <a:cs typeface="Consolas"/>
              </a:rPr>
              <a:t>metadata</a:t>
            </a:r>
            <a:r>
              <a:rPr kumimoji="0" sz="1400" b="0" i="0" u="none" strike="noStrike" kern="0" cap="none" spc="0" normalizeH="0" baseline="0" noProof="0">
                <a:ln>
                  <a:noFill/>
                </a:ln>
                <a:solidFill>
                  <a:srgbClr val="000000"/>
                </a:solidFill>
                <a:effectLst/>
                <a:uLnTx/>
                <a:uFillTx/>
                <a:latin typeface="Consolas"/>
                <a:ea typeface="Consolas"/>
                <a:cs typeface="Consolas"/>
              </a:rPr>
              <a:t>:</a:t>
            </a:r>
            <a:endParaRPr kumimoji="0" sz="1400" b="0" i="0" u="none" strike="noStrike" kern="0" cap="none" spc="0" normalizeH="0" baseline="0" noProof="0">
              <a:ln>
                <a:noFill/>
              </a:ln>
              <a:solidFill>
                <a:prstClr val="black"/>
              </a:solidFill>
              <a:effectLst/>
              <a:uLnTx/>
              <a:uFillTx/>
              <a:latin typeface="Consolas"/>
              <a:cs typeface="Consolas"/>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400" b="0" i="0" u="none" strike="noStrike" kern="0" cap="none" spc="0" normalizeH="0" baseline="0" noProof="0">
                <a:ln>
                  <a:noFill/>
                </a:ln>
                <a:solidFill>
                  <a:srgbClr val="000000"/>
                </a:solidFill>
                <a:effectLst/>
                <a:uLnTx/>
                <a:uFillTx/>
                <a:latin typeface="Consolas"/>
                <a:ea typeface="Consolas"/>
                <a:cs typeface="Consolas"/>
              </a:rPr>
              <a:t>      </a:t>
            </a:r>
            <a:r>
              <a:rPr kumimoji="0" sz="1400" b="0" i="0" u="none" strike="noStrike" kern="0" cap="none" spc="0" normalizeH="0" baseline="0" noProof="0">
                <a:ln>
                  <a:noFill/>
                </a:ln>
                <a:solidFill>
                  <a:srgbClr val="800000"/>
                </a:solidFill>
                <a:effectLst/>
                <a:uLnTx/>
                <a:uFillTx/>
                <a:latin typeface="Consolas"/>
                <a:ea typeface="Consolas"/>
                <a:cs typeface="Consolas"/>
              </a:rPr>
              <a:t>labels</a:t>
            </a:r>
            <a:r>
              <a:rPr kumimoji="0" sz="1400" b="0" i="0" u="none" strike="noStrike" kern="0" cap="none" spc="0" normalizeH="0" baseline="0" noProof="0">
                <a:ln>
                  <a:noFill/>
                </a:ln>
                <a:solidFill>
                  <a:srgbClr val="000000"/>
                </a:solidFill>
                <a:effectLst/>
                <a:uLnTx/>
                <a:uFillTx/>
                <a:latin typeface="Consolas"/>
                <a:ea typeface="Consolas"/>
                <a:cs typeface="Consolas"/>
              </a:rPr>
              <a:t>:</a:t>
            </a:r>
            <a:endParaRPr kumimoji="0" sz="1400" b="0" i="0" u="none" strike="noStrike" kern="0" cap="none" spc="0" normalizeH="0" baseline="0" noProof="0">
              <a:ln>
                <a:noFill/>
              </a:ln>
              <a:solidFill>
                <a:prstClr val="black"/>
              </a:solidFill>
              <a:effectLst/>
              <a:uLnTx/>
              <a:uFillTx/>
              <a:latin typeface="Consolas"/>
              <a:cs typeface="Consolas"/>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400" b="0" i="0" u="none" strike="noStrike" kern="0" cap="none" spc="0" normalizeH="0" baseline="0" noProof="0">
                <a:ln>
                  <a:noFill/>
                </a:ln>
                <a:solidFill>
                  <a:srgbClr val="000000"/>
                </a:solidFill>
                <a:effectLst/>
                <a:uLnTx/>
                <a:uFillTx/>
                <a:latin typeface="Consolas"/>
                <a:ea typeface="Consolas"/>
                <a:cs typeface="Consolas"/>
              </a:rPr>
              <a:t>        </a:t>
            </a:r>
            <a:r>
              <a:rPr kumimoji="0" sz="1400" b="0" i="0" u="none" strike="noStrike" kern="0" cap="none" spc="0" normalizeH="0" baseline="0" noProof="0">
                <a:ln>
                  <a:noFill/>
                </a:ln>
                <a:solidFill>
                  <a:srgbClr val="800000"/>
                </a:solidFill>
                <a:effectLst/>
                <a:uLnTx/>
                <a:uFillTx/>
                <a:latin typeface="Consolas"/>
                <a:ea typeface="Consolas"/>
                <a:cs typeface="Consolas"/>
              </a:rPr>
              <a:t>app</a:t>
            </a:r>
            <a:r>
              <a:rPr kumimoji="0" sz="1400" b="0" i="0" u="none" strike="noStrike" kern="0" cap="none" spc="0" normalizeH="0" baseline="0" noProof="0">
                <a:ln>
                  <a:noFill/>
                </a:ln>
                <a:solidFill>
                  <a:srgbClr val="000000"/>
                </a:solidFill>
                <a:effectLst/>
                <a:uLnTx/>
                <a:uFillTx/>
                <a:latin typeface="Consolas"/>
                <a:ea typeface="Consolas"/>
                <a:cs typeface="Consolas"/>
              </a:rPr>
              <a:t>: </a:t>
            </a:r>
            <a:r>
              <a:rPr kumimoji="0" sz="1400" b="0" i="0" u="none" strike="noStrike" kern="0" cap="none" spc="0" normalizeH="0" baseline="0" noProof="0">
                <a:ln>
                  <a:noFill/>
                </a:ln>
                <a:solidFill>
                  <a:srgbClr val="0000FF"/>
                </a:solidFill>
                <a:effectLst/>
                <a:uLnTx/>
                <a:uFillTx/>
                <a:latin typeface="Consolas"/>
                <a:ea typeface="Consolas"/>
                <a:cs typeface="Consolas"/>
              </a:rPr>
              <a:t>ai-api</a:t>
            </a:r>
            <a:r>
              <a:rPr kumimoji="0" sz="1400" b="0" i="0" u="none" strike="noStrike" kern="0" cap="none" spc="0" normalizeH="0" baseline="0" noProof="0">
                <a:ln>
                  <a:noFill/>
                </a:ln>
                <a:solidFill>
                  <a:srgbClr val="000000"/>
                </a:solidFill>
                <a:effectLst/>
                <a:uLnTx/>
                <a:uFillTx/>
                <a:latin typeface="Consolas"/>
                <a:ea typeface="Consolas"/>
                <a:cs typeface="Consolas"/>
              </a:rPr>
              <a:t>  </a:t>
            </a:r>
            <a:r>
              <a:rPr kumimoji="0" sz="1400" b="0" i="0" u="none" strike="noStrike" kern="0" cap="none" spc="0" normalizeH="0" baseline="0" noProof="0">
                <a:ln>
                  <a:noFill/>
                </a:ln>
                <a:solidFill>
                  <a:srgbClr val="008000"/>
                </a:solidFill>
                <a:effectLst/>
                <a:uLnTx/>
                <a:uFillTx/>
                <a:latin typeface="Consolas"/>
                <a:ea typeface="Consolas"/>
                <a:cs typeface="Consolas"/>
              </a:rPr>
              <a:t># must match</a:t>
            </a:r>
            <a:endParaRPr kumimoji="0" sz="1400" b="0" i="0" u="none" strike="noStrike" kern="0" cap="none" spc="0" normalizeH="0" baseline="0" noProof="0">
              <a:ln>
                <a:noFill/>
              </a:ln>
              <a:solidFill>
                <a:prstClr val="black"/>
              </a:solidFill>
              <a:effectLst/>
              <a:uLnTx/>
              <a:uFillTx/>
              <a:latin typeface="Consolas"/>
              <a:cs typeface="Consolas"/>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400" b="0" i="0" u="none" strike="noStrike" kern="0" cap="none" spc="0" normalizeH="0" baseline="0" noProof="0">
                <a:ln>
                  <a:noFill/>
                </a:ln>
                <a:solidFill>
                  <a:srgbClr val="000000"/>
                </a:solidFill>
                <a:effectLst/>
                <a:uLnTx/>
                <a:uFillTx/>
                <a:latin typeface="Consolas"/>
                <a:ea typeface="Consolas"/>
                <a:cs typeface="Consolas"/>
              </a:rPr>
              <a:t>    </a:t>
            </a:r>
            <a:r>
              <a:rPr kumimoji="0" sz="1400" b="0" i="0" u="none" strike="noStrike" kern="0" cap="none" spc="0" normalizeH="0" baseline="0" noProof="0">
                <a:ln>
                  <a:noFill/>
                </a:ln>
                <a:solidFill>
                  <a:srgbClr val="800000"/>
                </a:solidFill>
                <a:effectLst/>
                <a:uLnTx/>
                <a:uFillTx/>
                <a:latin typeface="Consolas"/>
                <a:ea typeface="Consolas"/>
                <a:cs typeface="Consolas"/>
              </a:rPr>
              <a:t>spec</a:t>
            </a:r>
            <a:r>
              <a:rPr kumimoji="0" sz="1400" b="0" i="0" u="none" strike="noStrike" kern="0" cap="none" spc="0" normalizeH="0" baseline="0" noProof="0">
                <a:ln>
                  <a:noFill/>
                </a:ln>
                <a:solidFill>
                  <a:srgbClr val="000000"/>
                </a:solidFill>
                <a:effectLst/>
                <a:uLnTx/>
                <a:uFillTx/>
                <a:latin typeface="Consolas"/>
                <a:ea typeface="Consolas"/>
                <a:cs typeface="Consolas"/>
              </a:rPr>
              <a:t>:</a:t>
            </a:r>
            <a:endParaRPr kumimoji="0" sz="1400" b="0" i="0" u="none" strike="noStrike" kern="0" cap="none" spc="0" normalizeH="0" baseline="0" noProof="0">
              <a:ln>
                <a:noFill/>
              </a:ln>
              <a:solidFill>
                <a:prstClr val="black"/>
              </a:solidFill>
              <a:effectLst/>
              <a:uLnTx/>
              <a:uFillTx/>
              <a:latin typeface="Consolas"/>
              <a:cs typeface="Consolas"/>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400" b="0" i="0" u="none" strike="noStrike" kern="0" cap="none" spc="0" normalizeH="0" baseline="0" noProof="0">
                <a:ln>
                  <a:noFill/>
                </a:ln>
                <a:solidFill>
                  <a:srgbClr val="000000"/>
                </a:solidFill>
                <a:effectLst/>
                <a:uLnTx/>
                <a:uFillTx/>
                <a:latin typeface="Consolas"/>
                <a:ea typeface="Consolas"/>
                <a:cs typeface="Consolas"/>
              </a:rPr>
              <a:t>      </a:t>
            </a:r>
            <a:r>
              <a:rPr kumimoji="0" sz="1400" b="0" i="0" u="none" strike="noStrike" kern="0" cap="none" spc="0" normalizeH="0" baseline="0" noProof="0">
                <a:ln>
                  <a:noFill/>
                </a:ln>
                <a:solidFill>
                  <a:srgbClr val="800000"/>
                </a:solidFill>
                <a:effectLst/>
                <a:uLnTx/>
                <a:uFillTx/>
                <a:latin typeface="Consolas"/>
                <a:ea typeface="Consolas"/>
                <a:cs typeface="Consolas"/>
              </a:rPr>
              <a:t>containers</a:t>
            </a:r>
            <a:r>
              <a:rPr kumimoji="0" sz="1400" b="0" i="0" u="none" strike="noStrike" kern="0" cap="none" spc="0" normalizeH="0" baseline="0" noProof="0">
                <a:ln>
                  <a:noFill/>
                </a:ln>
                <a:solidFill>
                  <a:srgbClr val="000000"/>
                </a:solidFill>
                <a:effectLst/>
                <a:uLnTx/>
                <a:uFillTx/>
                <a:latin typeface="Consolas"/>
                <a:ea typeface="Consolas"/>
                <a:cs typeface="Consolas"/>
              </a:rPr>
              <a:t>:</a:t>
            </a:r>
            <a:endParaRPr kumimoji="0" sz="1400" b="0" i="0" u="none" strike="noStrike" kern="0" cap="none" spc="0" normalizeH="0" baseline="0" noProof="0">
              <a:ln>
                <a:noFill/>
              </a:ln>
              <a:solidFill>
                <a:prstClr val="black"/>
              </a:solidFill>
              <a:effectLst/>
              <a:uLnTx/>
              <a:uFillTx/>
              <a:latin typeface="Consolas"/>
              <a:cs typeface="Consolas"/>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400" b="0" i="0" u="none" strike="noStrike" kern="0" cap="none" spc="0" normalizeH="0" baseline="0" noProof="0">
                <a:ln>
                  <a:noFill/>
                </a:ln>
                <a:solidFill>
                  <a:srgbClr val="000000"/>
                </a:solidFill>
                <a:effectLst/>
                <a:uLnTx/>
                <a:uFillTx/>
                <a:latin typeface="Consolas"/>
                <a:ea typeface="Consolas"/>
                <a:cs typeface="Consolas"/>
              </a:rPr>
              <a:t>      - </a:t>
            </a:r>
            <a:r>
              <a:rPr kumimoji="0" sz="1400" b="0" i="0" u="none" strike="noStrike" kern="0" cap="none" spc="0" normalizeH="0" baseline="0" noProof="0">
                <a:ln>
                  <a:noFill/>
                </a:ln>
                <a:solidFill>
                  <a:srgbClr val="800000"/>
                </a:solidFill>
                <a:effectLst/>
                <a:uLnTx/>
                <a:uFillTx/>
                <a:latin typeface="Consolas"/>
                <a:ea typeface="Consolas"/>
                <a:cs typeface="Consolas"/>
              </a:rPr>
              <a:t>name</a:t>
            </a:r>
            <a:r>
              <a:rPr kumimoji="0" sz="1400" b="0" i="0" u="none" strike="noStrike" kern="0" cap="none" spc="0" normalizeH="0" baseline="0" noProof="0">
                <a:ln>
                  <a:noFill/>
                </a:ln>
                <a:solidFill>
                  <a:srgbClr val="000000"/>
                </a:solidFill>
                <a:effectLst/>
                <a:uLnTx/>
                <a:uFillTx/>
                <a:latin typeface="Consolas"/>
                <a:ea typeface="Consolas"/>
                <a:cs typeface="Consolas"/>
              </a:rPr>
              <a:t>: </a:t>
            </a:r>
            <a:r>
              <a:rPr kumimoji="0" sz="1400" b="0" i="0" u="none" strike="noStrike" kern="0" cap="none" spc="0" normalizeH="0" baseline="0" noProof="0">
                <a:ln>
                  <a:noFill/>
                </a:ln>
                <a:solidFill>
                  <a:srgbClr val="0000FF"/>
                </a:solidFill>
                <a:effectLst/>
                <a:uLnTx/>
                <a:uFillTx/>
                <a:latin typeface="Consolas"/>
                <a:ea typeface="Consolas"/>
                <a:cs typeface="Consolas"/>
              </a:rPr>
              <a:t>ai-api</a:t>
            </a:r>
            <a:endParaRPr kumimoji="0" sz="1400" b="0" i="0" u="none" strike="noStrike" kern="0" cap="none" spc="0" normalizeH="0" baseline="0" noProof="0">
              <a:ln>
                <a:noFill/>
              </a:ln>
              <a:solidFill>
                <a:prstClr val="black"/>
              </a:solidFill>
              <a:effectLst/>
              <a:uLnTx/>
              <a:uFillTx/>
              <a:latin typeface="Consolas"/>
              <a:cs typeface="Consolas"/>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400" b="0" i="0" u="none" strike="noStrike" kern="0" cap="none" spc="0" normalizeH="0" baseline="0" noProof="0">
                <a:ln>
                  <a:noFill/>
                </a:ln>
                <a:solidFill>
                  <a:srgbClr val="000000"/>
                </a:solidFill>
                <a:effectLst/>
                <a:uLnTx/>
                <a:uFillTx/>
                <a:latin typeface="Consolas"/>
                <a:ea typeface="Consolas"/>
                <a:cs typeface="Consolas"/>
              </a:rPr>
              <a:t>        </a:t>
            </a:r>
            <a:r>
              <a:rPr kumimoji="0" sz="1400" b="0" i="0" u="none" strike="noStrike" kern="0" cap="none" spc="0" normalizeH="0" baseline="0" noProof="0">
                <a:ln>
                  <a:noFill/>
                </a:ln>
                <a:solidFill>
                  <a:srgbClr val="800000"/>
                </a:solidFill>
                <a:effectLst/>
                <a:uLnTx/>
                <a:uFillTx/>
                <a:latin typeface="Consolas"/>
                <a:ea typeface="Consolas"/>
                <a:cs typeface="Consolas"/>
              </a:rPr>
              <a:t>image</a:t>
            </a:r>
            <a:r>
              <a:rPr kumimoji="0" sz="1400" b="0" i="0" u="none" strike="noStrike" kern="0" cap="none" spc="0" normalizeH="0" baseline="0" noProof="0">
                <a:ln>
                  <a:noFill/>
                </a:ln>
                <a:solidFill>
                  <a:srgbClr val="000000"/>
                </a:solidFill>
                <a:effectLst/>
                <a:uLnTx/>
                <a:uFillTx/>
                <a:latin typeface="Consolas"/>
                <a:ea typeface="Consolas"/>
                <a:cs typeface="Consolas"/>
              </a:rPr>
              <a:t>: </a:t>
            </a:r>
            <a:r>
              <a:rPr kumimoji="0" sz="1400" b="0" i="0" u="none" strike="noStrike" kern="0" cap="none" spc="0" normalizeH="0" baseline="0" noProof="0">
                <a:ln>
                  <a:noFill/>
                </a:ln>
                <a:solidFill>
                  <a:srgbClr val="0000FF"/>
                </a:solidFill>
                <a:effectLst/>
                <a:uLnTx/>
                <a:uFillTx/>
                <a:latin typeface="Consolas"/>
                <a:ea typeface="Consolas"/>
                <a:cs typeface="Consolas"/>
              </a:rPr>
              <a:t>myacr.azurecr.io/ai-api:v1</a:t>
            </a:r>
            <a:endParaRPr kumimoji="0" sz="1400" b="0" i="0" u="none" strike="noStrike" kern="0" cap="none" spc="0" normalizeH="0" baseline="0" noProof="0">
              <a:ln>
                <a:noFill/>
              </a:ln>
              <a:solidFill>
                <a:prstClr val="black"/>
              </a:solidFill>
              <a:effectLst/>
              <a:uLnTx/>
              <a:uFillTx/>
              <a:latin typeface="Consolas"/>
              <a:cs typeface="Consolas"/>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400" b="0" i="0" u="none" strike="noStrike" kern="0" cap="none" spc="0" normalizeH="0" baseline="0" noProof="0">
                <a:ln>
                  <a:noFill/>
                </a:ln>
                <a:solidFill>
                  <a:srgbClr val="000000"/>
                </a:solidFill>
                <a:effectLst/>
                <a:uLnTx/>
                <a:uFillTx/>
                <a:latin typeface="Consolas"/>
                <a:ea typeface="Consolas"/>
                <a:cs typeface="Consolas"/>
              </a:rPr>
              <a:t>        </a:t>
            </a:r>
            <a:r>
              <a:rPr kumimoji="0" sz="1400" b="0" i="0" u="none" strike="noStrike" kern="0" cap="none" spc="0" normalizeH="0" baseline="0" noProof="0">
                <a:ln>
                  <a:noFill/>
                </a:ln>
                <a:solidFill>
                  <a:srgbClr val="008000"/>
                </a:solidFill>
                <a:effectLst/>
                <a:uLnTx/>
                <a:uFillTx/>
                <a:latin typeface="Consolas"/>
                <a:ea typeface="Consolas"/>
                <a:cs typeface="Consolas"/>
              </a:rPr>
              <a:t># ports, resources, env, secrets</a:t>
            </a:r>
            <a:endParaRPr kumimoji="0" sz="1400" b="0" i="0" u="none" strike="noStrike" kern="0" cap="none" spc="0" normalizeH="0" baseline="0" noProof="0">
              <a:ln>
                <a:noFill/>
              </a:ln>
              <a:solidFill>
                <a:prstClr val="black"/>
              </a:solidFill>
              <a:effectLst/>
              <a:uLnTx/>
              <a:uFillTx/>
              <a:latin typeface="Consolas"/>
              <a:cs typeface="Consolas"/>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27115288"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Expose applications in Azure Kubernetes Services</a:t>
            </a:r>
            <a:endParaRPr/>
          </a:p>
        </p:txBody>
      </p:sp>
      <p:sp>
        <p:nvSpPr>
          <p:cNvPr id="1738876432" name="Content Placeholder 3"/>
          <p:cNvSpPr>
            <a:spLocks noGrp="1"/>
          </p:cNvSpPr>
          <p:nvPr>
            <p:ph sz="quarter" idx="10"/>
          </p:nvPr>
        </p:nvSpPr>
        <p:spPr bwMode="auto">
          <a:xfrm>
            <a:off x="457197" y="1358775"/>
            <a:ext cx="5212614" cy="4816472"/>
          </a:xfrm>
        </p:spPr>
        <p:txBody>
          <a:bodyPr vertOverflow="overflow" horzOverflow="overflow" vert="horz" wrap="square" lIns="0" tIns="0" rIns="0" bIns="0" numCol="1" spcCol="0" rtlCol="0" fromWordArt="0" anchor="t" anchorCtr="0" forceAA="0" compatLnSpc="0">
            <a:noAutofit/>
          </a:bodyPr>
          <a:lstStyle/>
          <a:p>
            <a:pPr>
              <a:defRPr/>
            </a:pPr>
            <a:r>
              <a:rPr lang="en-US" sz="1600" b="0" i="0" u="none" strike="noStrike" cap="none" spc="0" dirty="0" err="1">
                <a:solidFill>
                  <a:schemeClr val="tx1"/>
                </a:solidFill>
                <a:latin typeface="Segoe UI Semibold"/>
                <a:ea typeface="Segoe UI Semibold"/>
                <a:cs typeface="Segoe UI Semibold"/>
              </a:rPr>
              <a:t>ClusterIP</a:t>
            </a:r>
            <a:r>
              <a:rPr lang="en-US" sz="1600" b="0" i="0" u="none" strike="noStrike" cap="none" spc="0" dirty="0">
                <a:solidFill>
                  <a:schemeClr val="tx1"/>
                </a:solidFill>
                <a:latin typeface="Segoe UI Semibold"/>
                <a:ea typeface="Segoe UI Semibold"/>
                <a:cs typeface="Segoe UI Semibold"/>
              </a:rPr>
              <a:t>: </a:t>
            </a:r>
            <a:r>
              <a:rPr lang="en-US" sz="1600" b="0" i="0" u="none" strike="noStrike" cap="none" spc="0" dirty="0">
                <a:solidFill>
                  <a:schemeClr val="tx1"/>
                </a:solidFill>
                <a:latin typeface="Segoe UI"/>
                <a:ea typeface="Segoe UI"/>
                <a:cs typeface="Segoe UI"/>
              </a:rPr>
              <a:t>Internal-only endpoint for app-to-app traffic</a:t>
            </a:r>
            <a:endParaRPr sz="1600" b="0" i="0" u="none" strike="noStrike" cap="none" spc="0" dirty="0">
              <a:solidFill>
                <a:schemeClr val="tx1"/>
              </a:solidFill>
              <a:latin typeface="Segoe UI"/>
              <a:cs typeface="Segoe UI"/>
            </a:endParaRPr>
          </a:p>
          <a:p>
            <a:pPr marL="628649" marR="0" lvl="1" indent="-228600" algn="l">
              <a:lnSpc>
                <a:spcPct val="100000"/>
              </a:lnSpc>
              <a:spcBef>
                <a:spcPts val="0"/>
              </a:spcBef>
              <a:spcAft>
                <a:spcPts val="359"/>
              </a:spcAft>
              <a:buChar char="•"/>
              <a:defRPr/>
            </a:pPr>
            <a:r>
              <a:rPr lang="en-US" sz="1600" b="0" i="0" u="none" strike="noStrike" cap="none" spc="0" dirty="0">
                <a:solidFill>
                  <a:schemeClr val="tx1"/>
                </a:solidFill>
                <a:latin typeface="Segoe UI"/>
                <a:ea typeface="Segoe UI"/>
                <a:cs typeface="Segoe UI"/>
              </a:rPr>
              <a:t>Best fit for back-end services inside the cluster</a:t>
            </a:r>
            <a:endParaRPr sz="1600" b="0" i="0" u="none" strike="noStrike" cap="none" spc="0" dirty="0">
              <a:solidFill>
                <a:schemeClr val="tx1"/>
              </a:solidFill>
              <a:latin typeface="Segoe UI"/>
              <a:cs typeface="Segoe UI"/>
            </a:endParaRPr>
          </a:p>
          <a:p>
            <a:pPr algn="l">
              <a:lnSpc>
                <a:spcPct val="100000"/>
              </a:lnSpc>
              <a:spcBef>
                <a:spcPts val="719"/>
              </a:spcBef>
              <a:spcAft>
                <a:spcPts val="0"/>
              </a:spcAft>
              <a:defRPr/>
            </a:pPr>
            <a:r>
              <a:rPr lang="en-US" sz="1600" b="0" i="0" u="none" strike="noStrike" cap="none" spc="0" dirty="0" err="1">
                <a:solidFill>
                  <a:schemeClr val="tx1"/>
                </a:solidFill>
                <a:latin typeface="Segoe UI Semibold"/>
                <a:ea typeface="Segoe UI Semibold"/>
                <a:cs typeface="Segoe UI Semibold"/>
              </a:rPr>
              <a:t>NodePort</a:t>
            </a:r>
            <a:r>
              <a:rPr lang="en-US" sz="1600" b="0" i="0" u="none" strike="noStrike" cap="none" spc="0" dirty="0">
                <a:solidFill>
                  <a:schemeClr val="tx1"/>
                </a:solidFill>
                <a:latin typeface="Segoe UI Semibold"/>
                <a:ea typeface="Segoe UI Semibold"/>
                <a:cs typeface="Segoe UI Semibold"/>
              </a:rPr>
              <a:t>: </a:t>
            </a:r>
            <a:r>
              <a:rPr lang="en-US" sz="1600" b="0" i="0" u="none" strike="noStrike" cap="none" spc="0" dirty="0">
                <a:solidFill>
                  <a:schemeClr val="tx1"/>
                </a:solidFill>
                <a:latin typeface="Segoe UI"/>
                <a:ea typeface="Segoe UI"/>
                <a:cs typeface="Segoe UI"/>
              </a:rPr>
              <a:t>Opens a port on every node for basic external reachability</a:t>
            </a:r>
            <a:endParaRPr sz="1600" b="0" i="0" u="none" strike="noStrike" cap="none" spc="0" dirty="0">
              <a:solidFill>
                <a:schemeClr val="tx1"/>
              </a:solidFill>
              <a:latin typeface="Segoe UI"/>
              <a:cs typeface="Segoe UI"/>
            </a:endParaRPr>
          </a:p>
          <a:p>
            <a:pPr marL="628649" marR="0" indent="-228600" algn="l">
              <a:lnSpc>
                <a:spcPct val="100000"/>
              </a:lnSpc>
              <a:spcBef>
                <a:spcPts val="0"/>
              </a:spcBef>
              <a:spcAft>
                <a:spcPts val="359"/>
              </a:spcAft>
              <a:buFont typeface="Arial"/>
              <a:buChar char="•"/>
              <a:defRPr/>
            </a:pPr>
            <a:r>
              <a:rPr lang="en-US" sz="1600" b="0" i="0" u="none" strike="noStrike" cap="none" spc="0" dirty="0">
                <a:solidFill>
                  <a:schemeClr val="tx1"/>
                </a:solidFill>
                <a:latin typeface="Segoe UI"/>
                <a:ea typeface="Segoe UI"/>
                <a:cs typeface="Segoe UI"/>
              </a:rPr>
              <a:t>Useful for development and simple validation</a:t>
            </a:r>
            <a:endParaRPr sz="1600" b="0" i="0" u="none" strike="noStrike" cap="none" spc="0" dirty="0">
              <a:solidFill>
                <a:schemeClr val="tx1"/>
              </a:solidFill>
              <a:latin typeface="Segoe UI"/>
              <a:cs typeface="Segoe UI"/>
            </a:endParaRPr>
          </a:p>
          <a:p>
            <a:pPr algn="l">
              <a:lnSpc>
                <a:spcPct val="100000"/>
              </a:lnSpc>
              <a:spcBef>
                <a:spcPts val="719"/>
              </a:spcBef>
              <a:spcAft>
                <a:spcPts val="0"/>
              </a:spcAft>
              <a:defRPr/>
            </a:pPr>
            <a:r>
              <a:rPr lang="en-US" sz="1600" b="0" i="0" u="none" strike="noStrike" cap="none" spc="0" dirty="0" err="1">
                <a:solidFill>
                  <a:schemeClr val="tx1"/>
                </a:solidFill>
                <a:latin typeface="Segoe UI Semibold"/>
                <a:ea typeface="Segoe UI Semibold"/>
                <a:cs typeface="Segoe UI Semibold"/>
              </a:rPr>
              <a:t>LoadBalancer</a:t>
            </a:r>
            <a:r>
              <a:rPr lang="en-US" sz="1600" b="0" i="0" u="none" strike="noStrike" cap="none" spc="0" dirty="0">
                <a:solidFill>
                  <a:schemeClr val="tx1"/>
                </a:solidFill>
                <a:latin typeface="Segoe UI Semibold"/>
                <a:ea typeface="Segoe UI Semibold"/>
                <a:cs typeface="Segoe UI Semibold"/>
              </a:rPr>
              <a:t>: </a:t>
            </a:r>
            <a:r>
              <a:rPr lang="en-US" sz="1600" b="0" i="0" u="none" strike="noStrike" cap="none" spc="0" dirty="0">
                <a:solidFill>
                  <a:schemeClr val="tx1"/>
                </a:solidFill>
                <a:latin typeface="Segoe UI"/>
                <a:ea typeface="Segoe UI"/>
                <a:cs typeface="Segoe UI"/>
              </a:rPr>
              <a:t>Provisions an Azure-managed public entry point</a:t>
            </a:r>
            <a:endParaRPr sz="1600" b="0" i="0" u="none" strike="noStrike" cap="none" spc="0" dirty="0">
              <a:solidFill>
                <a:schemeClr val="tx1"/>
              </a:solidFill>
              <a:latin typeface="Segoe UI"/>
              <a:cs typeface="Segoe UI"/>
            </a:endParaRPr>
          </a:p>
          <a:p>
            <a:pPr marL="628649" marR="0" indent="-228600" algn="l">
              <a:lnSpc>
                <a:spcPct val="100000"/>
              </a:lnSpc>
              <a:spcBef>
                <a:spcPts val="0"/>
              </a:spcBef>
              <a:spcAft>
                <a:spcPts val="359"/>
              </a:spcAft>
              <a:buFont typeface="Arial"/>
              <a:buChar char="•"/>
              <a:defRPr/>
            </a:pPr>
            <a:r>
              <a:rPr lang="en-US" sz="1600" b="0" i="0" u="none" strike="noStrike" cap="none" spc="0" dirty="0">
                <a:solidFill>
                  <a:schemeClr val="tx1"/>
                </a:solidFill>
                <a:latin typeface="Segoe UI"/>
                <a:ea typeface="Segoe UI"/>
                <a:cs typeface="Segoe UI"/>
              </a:rPr>
              <a:t>Best fit for production APIs serving external clients</a:t>
            </a:r>
            <a:endParaRPr sz="1600" b="0" i="0" u="none" strike="noStrike" cap="none" spc="0" dirty="0">
              <a:solidFill>
                <a:schemeClr val="tx1"/>
              </a:solidFill>
              <a:latin typeface="Segoe UI"/>
              <a:cs typeface="Segoe UI"/>
            </a:endParaRPr>
          </a:p>
          <a:p>
            <a:pPr marL="0" marR="0" indent="0" algn="l">
              <a:lnSpc>
                <a:spcPct val="100000"/>
              </a:lnSpc>
              <a:spcBef>
                <a:spcPts val="0"/>
              </a:spcBef>
              <a:spcAft>
                <a:spcPts val="0"/>
              </a:spcAft>
              <a:buFont typeface="Arial"/>
              <a:buNone/>
              <a:defRPr/>
            </a:pPr>
            <a:endParaRPr sz="1600" b="0" i="0" u="none" strike="noStrike" cap="none" spc="0" dirty="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600" b="0" i="0" u="none" strike="noStrike" cap="none" spc="0" dirty="0">
                <a:solidFill>
                  <a:schemeClr val="tx1"/>
                </a:solidFill>
                <a:latin typeface="Segoe UI"/>
                <a:ea typeface="Segoe UI"/>
                <a:cs typeface="Segoe UI"/>
              </a:rPr>
              <a:t>Service selector must match Pod labels</a:t>
            </a:r>
            <a:endParaRPr sz="1600" b="0" i="0" u="none" strike="noStrike" cap="none" spc="0" dirty="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600" b="0" i="0" u="none" strike="noStrike" cap="none" spc="0" dirty="0">
                <a:solidFill>
                  <a:schemeClr val="tx1"/>
                </a:solidFill>
                <a:latin typeface="Consolas" panose="020B0609020204030204" pitchFamily="49" charset="0"/>
                <a:ea typeface="Segoe UI"/>
              </a:rPr>
              <a:t>port</a:t>
            </a:r>
            <a:r>
              <a:rPr lang="en-US" sz="1600" b="0" i="0" u="none" strike="noStrike" cap="none" spc="0" dirty="0">
                <a:solidFill>
                  <a:schemeClr val="tx1"/>
                </a:solidFill>
                <a:latin typeface="Segoe UI"/>
                <a:ea typeface="Segoe UI"/>
                <a:cs typeface="Segoe UI"/>
              </a:rPr>
              <a:t> is the client-facing port</a:t>
            </a:r>
            <a:endParaRPr sz="1600" b="0" i="0" u="none" strike="noStrike" cap="none" spc="0" dirty="0">
              <a:solidFill>
                <a:schemeClr val="tx1"/>
              </a:solidFill>
              <a:latin typeface="Segoe UI"/>
              <a:cs typeface="Segoe UI"/>
            </a:endParaRPr>
          </a:p>
          <a:p>
            <a:pPr marL="228600" marR="0" lvl="0" indent="-228600" algn="l">
              <a:lnSpc>
                <a:spcPct val="100000"/>
              </a:lnSpc>
              <a:spcBef>
                <a:spcPts val="0"/>
              </a:spcBef>
              <a:spcAft>
                <a:spcPts val="359"/>
              </a:spcAft>
              <a:buChar char="•"/>
              <a:defRPr/>
            </a:pPr>
            <a:r>
              <a:rPr lang="en-US" sz="1600" dirty="0" err="1">
                <a:latin typeface="Consolas" panose="020B0609020204030204" pitchFamily="49" charset="0"/>
              </a:rPr>
              <a:t>targetPort</a:t>
            </a:r>
            <a:r>
              <a:rPr lang="en-US" sz="1600" b="0" i="0" u="none" strike="noStrike" cap="none" spc="0" dirty="0">
                <a:solidFill>
                  <a:schemeClr val="tx1"/>
                </a:solidFill>
                <a:latin typeface="Segoe UI"/>
                <a:ea typeface="Segoe UI"/>
                <a:cs typeface="Segoe UI"/>
              </a:rPr>
              <a:t> is the container-facing port</a:t>
            </a:r>
            <a:endParaRPr sz="2000" dirty="0"/>
          </a:p>
        </p:txBody>
      </p:sp>
      <p:pic>
        <p:nvPicPr>
          <p:cNvPr id="1858196191" name="Picture 1" descr="Vertical comparison of ClusterIP, NodePort, and LoadBalancer traffic flows to Pods&#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6412865" y="1219199"/>
            <a:ext cx="5266943" cy="4956047"/>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11520645" name="Title 1"/>
          <p:cNvSpPr>
            <a:spLocks noGrp="1"/>
          </p:cNvSpPr>
          <p:nvPr>
            <p:ph type="title"/>
          </p:nvPr>
        </p:nvSpPr>
        <p:spPr bwMode="auto"/>
        <p:txBody>
          <a:bodyPr/>
          <a:lstStyle/>
          <a:p>
            <a:pPr>
              <a:defRPr/>
            </a:pPr>
            <a:r>
              <a:rPr lang="en-US" sz="2800" b="0" i="0" u="none" strike="noStrike" cap="none" spc="0">
                <a:solidFill>
                  <a:schemeClr val="tx1"/>
                </a:solidFill>
                <a:latin typeface="Segoe UI Semibold"/>
                <a:ea typeface="Segoe UI Semibold"/>
                <a:cs typeface="Segoe UI Semibold"/>
              </a:rPr>
              <a:t>Deploy applications to Azure Kubernetes Services</a:t>
            </a:r>
            <a:endParaRPr sz="2800"/>
          </a:p>
        </p:txBody>
      </p:sp>
      <p:sp>
        <p:nvSpPr>
          <p:cNvPr id="358012714" name="Content Placeholder 3"/>
          <p:cNvSpPr>
            <a:spLocks noGrp="1"/>
          </p:cNvSpPr>
          <p:nvPr/>
        </p:nvSpPr>
        <p:spPr bwMode="auto">
          <a:xfrm>
            <a:off x="457199" y="1234437"/>
            <a:ext cx="5462643" cy="5096288"/>
          </a:xfrm>
        </p:spPr>
        <p:txBody>
          <a:bodyPr vertOverflow="overflow" horzOverflow="overflow" vert="horz" wrap="square" lIns="0" tIns="0" rIns="0" bIns="0" numCol="1" spcCol="0" rtlCol="0" fromWordArt="0" anchor="t" anchorCtr="0" forceAA="0" compatLnSpc="0">
            <a:noAutofit/>
          </a:bodyPr>
          <a:lstStyle>
            <a:lvl1pPr marL="228600" indent="-228600" algn="l" defTabSz="914400" rtl="0">
              <a:lnSpc>
                <a:spcPct val="100000"/>
              </a:lnSpc>
              <a:spcBef>
                <a:spcPts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ts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ts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ts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ts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59"/>
              </a:spcAft>
              <a:buClrTx/>
              <a:buSzTx/>
              <a:buFont typeface="Arial"/>
              <a:buNone/>
              <a:tabLst/>
              <a:defRPr/>
            </a:pPr>
            <a:r>
              <a:rPr kumimoji="0" lang="en-US" sz="2000" b="0" i="0" u="none" strike="noStrike" kern="0" cap="none" spc="0" normalizeH="0" baseline="0" noProof="0">
                <a:ln>
                  <a:noFill/>
                </a:ln>
                <a:solidFill>
                  <a:srgbClr val="000000"/>
                </a:solidFill>
                <a:effectLst/>
                <a:uLnTx/>
                <a:uFillTx/>
                <a:latin typeface="Segoe UI Semibold"/>
                <a:ea typeface="Segoe UI Semibold"/>
                <a:cs typeface="Segoe UI Semibold"/>
              </a:rPr>
              <a:t>Deployment flow</a:t>
            </a:r>
            <a:endParaRPr kumimoji="0" lang="en-US" sz="2000" b="0" i="0" u="none" strike="noStrike" kern="0" cap="none" spc="0" normalizeH="0" baseline="0" noProof="0">
              <a:ln>
                <a:noFill/>
              </a:ln>
              <a:solidFill>
                <a:srgbClr val="000000"/>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2000" b="0" i="0" u="none" strike="noStrike" kern="0" cap="none" spc="0" normalizeH="0" baseline="0" noProof="0">
                <a:ln>
                  <a:noFill/>
                </a:ln>
                <a:solidFill>
                  <a:srgbClr val="000000"/>
                </a:solidFill>
                <a:effectLst/>
                <a:uLnTx/>
                <a:uFillTx/>
                <a:latin typeface="Segoe UI"/>
                <a:ea typeface="Segoe UI"/>
                <a:cs typeface="Segoe UI"/>
              </a:rPr>
              <a:t>Apply manifests and let the cluster reconcile state</a:t>
            </a:r>
            <a:endParaRPr kumimoji="0" lang="en-US" sz="2000" b="0" i="0" u="none" strike="noStrike" kern="0" cap="none" spc="0" normalizeH="0" baseline="0" noProof="0">
              <a:ln>
                <a:noFill/>
              </a:ln>
              <a:solidFill>
                <a:srgbClr val="000000"/>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2000" b="0" i="0" u="none" strike="noStrike" kern="0" cap="none" spc="0" normalizeH="0" baseline="0" noProof="0">
                <a:ln>
                  <a:noFill/>
                </a:ln>
                <a:solidFill>
                  <a:srgbClr val="000000"/>
                </a:solidFill>
                <a:effectLst/>
                <a:uLnTx/>
                <a:uFillTx/>
                <a:latin typeface="Segoe UI"/>
                <a:ea typeface="Segoe UI"/>
                <a:cs typeface="Segoe UI"/>
              </a:rPr>
              <a:t>Wait for Pods to reach Running and replicas to become Ready</a:t>
            </a:r>
            <a:endParaRPr kumimoji="0" lang="en-US" sz="2000" b="0" i="0" u="none" strike="noStrike" kern="0" cap="none" spc="0" normalizeH="0" baseline="0" noProof="0">
              <a:ln>
                <a:noFill/>
              </a:ln>
              <a:solidFill>
                <a:srgbClr val="000000"/>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2000" b="0" i="0" u="none" strike="noStrike" kern="0" cap="none" spc="0" normalizeH="0" baseline="0" noProof="0">
                <a:ln>
                  <a:noFill/>
                </a:ln>
                <a:solidFill>
                  <a:srgbClr val="000000"/>
                </a:solidFill>
                <a:effectLst/>
                <a:uLnTx/>
                <a:uFillTx/>
                <a:latin typeface="Segoe UI"/>
                <a:ea typeface="Segoe UI"/>
                <a:cs typeface="Segoe UI"/>
              </a:rPr>
              <a:t>Confirm the Service has endpoints and an address</a:t>
            </a:r>
            <a:endParaRPr kumimoji="0" lang="en-US" sz="2000" b="0" i="0" u="none" strike="noStrike" kern="0" cap="none" spc="0" normalizeH="0" baseline="0" noProof="0">
              <a:ln>
                <a:noFill/>
              </a:ln>
              <a:solidFill>
                <a:srgbClr val="000000"/>
              </a:solidFill>
              <a:effectLst/>
              <a:uLnTx/>
              <a:uFillTx/>
              <a:latin typeface="Segoe UI"/>
              <a:cs typeface="Segoe UI"/>
            </a:endParaRPr>
          </a:p>
          <a:p>
            <a:pPr marL="0" marR="0" lvl="0" indent="0" algn="l" defTabSz="914400" rtl="0" eaLnBrk="1" fontAlgn="auto" latinLnBrk="0" hangingPunct="1">
              <a:lnSpc>
                <a:spcPct val="100000"/>
              </a:lnSpc>
              <a:spcBef>
                <a:spcPts val="1439"/>
              </a:spcBef>
              <a:spcAft>
                <a:spcPts val="359"/>
              </a:spcAft>
              <a:buClrTx/>
              <a:buSzTx/>
              <a:buFont typeface="Arial"/>
              <a:buNone/>
              <a:tabLst/>
              <a:defRPr/>
            </a:pPr>
            <a:r>
              <a:rPr kumimoji="0" lang="en-US" sz="2000" b="0" i="0" u="none" strike="noStrike" kern="0" cap="none" spc="0" normalizeH="0" baseline="0" noProof="0">
                <a:ln>
                  <a:noFill/>
                </a:ln>
                <a:solidFill>
                  <a:srgbClr val="000000"/>
                </a:solidFill>
                <a:effectLst/>
                <a:uLnTx/>
                <a:uFillTx/>
                <a:latin typeface="Segoe UI Semibold"/>
                <a:ea typeface="Segoe UI Semibold"/>
                <a:cs typeface="Segoe UI Semibold"/>
              </a:rPr>
              <a:t>Verification order</a:t>
            </a:r>
            <a:endParaRPr kumimoji="0" lang="en-US" sz="2000" b="0" i="0" u="none" strike="noStrike" kern="0" cap="none" spc="0" normalizeH="0" baseline="0" noProof="0">
              <a:ln>
                <a:noFill/>
              </a:ln>
              <a:solidFill>
                <a:srgbClr val="000000"/>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2000" b="0" i="0" u="none" strike="noStrike" kern="0" cap="none" spc="0" normalizeH="0" baseline="0" noProof="0">
                <a:ln>
                  <a:noFill/>
                </a:ln>
                <a:solidFill>
                  <a:srgbClr val="000000"/>
                </a:solidFill>
                <a:effectLst/>
                <a:uLnTx/>
                <a:uFillTx/>
                <a:latin typeface="Segoe UI"/>
                <a:ea typeface="Segoe UI"/>
                <a:cs typeface="Segoe UI"/>
              </a:rPr>
              <a:t>Start with Pod and Deployment status</a:t>
            </a:r>
            <a:endParaRPr kumimoji="0" lang="en-US" sz="2000" b="0" i="0" u="none" strike="noStrike" kern="0" cap="none" spc="0" normalizeH="0" baseline="0" noProof="0">
              <a:ln>
                <a:noFill/>
              </a:ln>
              <a:solidFill>
                <a:srgbClr val="000000"/>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2000" b="0" i="0" u="none" strike="noStrike" kern="0" cap="none" spc="0" normalizeH="0" baseline="0" noProof="0">
                <a:ln>
                  <a:noFill/>
                </a:ln>
                <a:solidFill>
                  <a:srgbClr val="000000"/>
                </a:solidFill>
                <a:effectLst/>
                <a:uLnTx/>
                <a:uFillTx/>
                <a:latin typeface="Segoe UI"/>
                <a:ea typeface="Segoe UI"/>
                <a:cs typeface="Segoe UI"/>
              </a:rPr>
              <a:t>Check Service exposure and endpoint assignment</a:t>
            </a:r>
            <a:endParaRPr kumimoji="0" lang="en-US" sz="2000" b="0" i="0" u="none" strike="noStrike" kern="0" cap="none" spc="0" normalizeH="0" baseline="0" noProof="0">
              <a:ln>
                <a:noFill/>
              </a:ln>
              <a:solidFill>
                <a:srgbClr val="000000"/>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2000" b="0" i="0" u="none" strike="noStrike" kern="0" cap="none" spc="0" normalizeH="0" baseline="0" noProof="0">
                <a:ln>
                  <a:noFill/>
                </a:ln>
                <a:solidFill>
                  <a:srgbClr val="000000"/>
                </a:solidFill>
                <a:effectLst/>
                <a:uLnTx/>
                <a:uFillTx/>
                <a:latin typeface="Segoe UI"/>
                <a:ea typeface="Segoe UI"/>
                <a:cs typeface="Segoe UI"/>
              </a:rPr>
              <a:t>Read logs before changing configuration</a:t>
            </a:r>
            <a:endParaRPr kumimoji="0" sz="2800" b="0" i="0" u="none" strike="noStrike" kern="0" cap="none" spc="0" normalizeH="0" baseline="0" noProof="0">
              <a:ln>
                <a:noFill/>
              </a:ln>
              <a:solidFill>
                <a:prstClr val="black"/>
              </a:solidFill>
              <a:effectLst/>
              <a:uLnTx/>
              <a:uFillTx/>
              <a:latin typeface="Segoe UI"/>
              <a:cs typeface="Segoe UI"/>
            </a:endParaRPr>
          </a:p>
        </p:txBody>
      </p:sp>
      <p:sp>
        <p:nvSpPr>
          <p:cNvPr id="826757101" name="Content Placeholder 3"/>
          <p:cNvSpPr>
            <a:spLocks noGrp="1"/>
          </p:cNvSpPr>
          <p:nvPr/>
        </p:nvSpPr>
        <p:spPr bwMode="auto">
          <a:xfrm>
            <a:off x="6455567" y="1386837"/>
            <a:ext cx="5462642" cy="5096288"/>
          </a:xfrm>
        </p:spPr>
        <p:txBody>
          <a:bodyPr vertOverflow="overflow" horzOverflow="overflow" vert="horz" wrap="square" lIns="0" tIns="0" rIns="0" bIns="0" numCol="1" spcCol="0" rtlCol="0" fromWordArt="0" anchor="t" anchorCtr="0" forceAA="0" compatLnSpc="0">
            <a:noAutofit/>
          </a:bodyPr>
          <a:lstStyle>
            <a:lvl1pPr marL="228600" indent="-228600" algn="l" defTabSz="914400" rtl="0">
              <a:lnSpc>
                <a:spcPct val="100000"/>
              </a:lnSpc>
              <a:spcBef>
                <a:spcPts val="0"/>
              </a:spcBef>
              <a:buFont typeface="Arial"/>
              <a:buChar char="•"/>
              <a:defRPr sz="2800">
                <a:solidFill>
                  <a:schemeClr val="tx1"/>
                </a:solidFill>
                <a:latin typeface="Segoe UI"/>
                <a:ea typeface="+mn-ea"/>
                <a:cs typeface="Segoe UI"/>
              </a:defRPr>
            </a:lvl1pPr>
            <a:lvl2pPr marL="574673" indent="-234948" algn="l" defTabSz="914400" rtl="0">
              <a:lnSpc>
                <a:spcPct val="100000"/>
              </a:lnSpc>
              <a:spcBef>
                <a:spcPts val="0"/>
              </a:spcBef>
              <a:buFont typeface="Arial"/>
              <a:buChar char="•"/>
              <a:defRPr sz="2400">
                <a:solidFill>
                  <a:schemeClr val="tx1"/>
                </a:solidFill>
                <a:latin typeface="Segoe UI"/>
                <a:ea typeface="+mn-ea"/>
                <a:cs typeface="Segoe UI"/>
              </a:defRPr>
            </a:lvl2pPr>
            <a:lvl3pPr marL="914400" indent="-227010" algn="l" defTabSz="914400" rtl="0">
              <a:lnSpc>
                <a:spcPct val="100000"/>
              </a:lnSpc>
              <a:spcBef>
                <a:spcPts val="0"/>
              </a:spcBef>
              <a:buFont typeface="Arial"/>
              <a:buChar char="•"/>
              <a:defRPr sz="2000">
                <a:solidFill>
                  <a:schemeClr val="tx1"/>
                </a:solidFill>
                <a:latin typeface="Segoe UI"/>
                <a:ea typeface="+mn-ea"/>
                <a:cs typeface="Segoe UI"/>
              </a:defRPr>
            </a:lvl3pPr>
            <a:lvl4pPr marL="1141411" indent="-169860" algn="l" defTabSz="914400" rtl="0">
              <a:lnSpc>
                <a:spcPct val="100000"/>
              </a:lnSpc>
              <a:spcBef>
                <a:spcPts val="0"/>
              </a:spcBef>
              <a:buFont typeface="Arial"/>
              <a:buChar char="•"/>
              <a:defRPr sz="1800">
                <a:solidFill>
                  <a:schemeClr val="tx1"/>
                </a:solidFill>
                <a:latin typeface="Segoe UI"/>
                <a:ea typeface="+mn-ea"/>
                <a:cs typeface="Segoe UI"/>
              </a:defRPr>
            </a:lvl4pPr>
            <a:lvl5pPr marL="1376361" indent="-179386" algn="l" defTabSz="914400" rtl="0">
              <a:lnSpc>
                <a:spcPct val="100000"/>
              </a:lnSpc>
              <a:spcBef>
                <a:spcPts val="0"/>
              </a:spcBef>
              <a:buFont typeface="Arial"/>
              <a:buChar char="•"/>
              <a:defRPr sz="1800">
                <a:solidFill>
                  <a:schemeClr val="tx1"/>
                </a:solidFill>
                <a:latin typeface="Segoe UI"/>
                <a:ea typeface="+mn-ea"/>
                <a:cs typeface="Segoe UI"/>
              </a:defRPr>
            </a:lvl5pPr>
            <a:lvl6pPr marL="2514598" indent="-228600" algn="l" defTabSz="914400" rtl="0">
              <a:lnSpc>
                <a:spcPct val="90000"/>
              </a:lnSpc>
              <a:spcBef>
                <a:spcPts val="498"/>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8"/>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8"/>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8"/>
              </a:spcBef>
              <a:buFont typeface="Arial"/>
              <a:buChar char="•"/>
              <a:defRPr sz="18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59"/>
              </a:spcAft>
              <a:buClrTx/>
              <a:buSzTx/>
              <a:buFont typeface="Arial"/>
              <a:buNone/>
              <a:tabLst/>
              <a:defRPr/>
            </a:pPr>
            <a:r>
              <a:rPr kumimoji="0" lang="en-US" sz="2000" b="0" i="0" u="none" strike="noStrike" kern="0" cap="none" spc="0" normalizeH="0" baseline="0" noProof="0">
                <a:ln>
                  <a:noFill/>
                </a:ln>
                <a:solidFill>
                  <a:srgbClr val="000000"/>
                </a:solidFill>
                <a:effectLst/>
                <a:uLnTx/>
                <a:uFillTx/>
                <a:latin typeface="Segoe UI Semibold"/>
                <a:ea typeface="Segoe UI Semibold"/>
                <a:cs typeface="Segoe UI Semibold"/>
              </a:rPr>
              <a:t>Common failure signals</a:t>
            </a:r>
            <a:endParaRPr kumimoji="0" lang="en-US" sz="2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2000" b="0" i="0" u="none" strike="noStrike" kern="0" cap="none" spc="0" normalizeH="0" baseline="0" noProof="0">
                <a:ln>
                  <a:noFill/>
                </a:ln>
                <a:solidFill>
                  <a:srgbClr val="000000"/>
                </a:solidFill>
                <a:effectLst/>
                <a:uLnTx/>
                <a:uFillTx/>
                <a:latin typeface="Segoe UI"/>
                <a:ea typeface="Segoe UI"/>
                <a:cs typeface="Segoe UI"/>
              </a:rPr>
              <a:t>ImagePullBackOff: Registry path or pull access issue</a:t>
            </a:r>
            <a:endParaRPr kumimoji="0" lang="en-US" sz="2000" b="0" i="0" u="none" strike="noStrike" kern="0" cap="none" spc="0" normalizeH="0" baseline="0" noProof="0">
              <a:ln>
                <a:noFill/>
              </a:ln>
              <a:solidFill>
                <a:srgbClr val="000000"/>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2000" b="0" i="0" u="none" strike="noStrike" kern="0" cap="none" spc="0" normalizeH="0" baseline="0" noProof="0">
                <a:ln>
                  <a:noFill/>
                </a:ln>
                <a:solidFill>
                  <a:srgbClr val="000000"/>
                </a:solidFill>
                <a:effectLst/>
                <a:uLnTx/>
                <a:uFillTx/>
                <a:latin typeface="Segoe UI"/>
                <a:ea typeface="Segoe UI"/>
                <a:cs typeface="Segoe UI"/>
              </a:rPr>
              <a:t>CrashLoopBackOff: App starts, then exits or fails health checks</a:t>
            </a:r>
            <a:endParaRPr kumimoji="0" lang="en-US" sz="2000" b="0" i="0" u="none" strike="noStrike" kern="0" cap="none" spc="0" normalizeH="0" baseline="0" noProof="0">
              <a:ln>
                <a:noFill/>
              </a:ln>
              <a:solidFill>
                <a:srgbClr val="000000"/>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2000" b="0" i="0" u="none" strike="noStrike" kern="0" cap="none" spc="0" normalizeH="0" baseline="0" noProof="0">
                <a:ln>
                  <a:noFill/>
                </a:ln>
                <a:solidFill>
                  <a:srgbClr val="000000"/>
                </a:solidFill>
                <a:effectLst/>
                <a:uLnTx/>
                <a:uFillTx/>
                <a:latin typeface="Segoe UI"/>
                <a:ea typeface="Segoe UI"/>
                <a:cs typeface="Segoe UI"/>
              </a:rPr>
              <a:t>Pending: Resource requests exceed available node capacity</a:t>
            </a:r>
            <a:endParaRPr kumimoji="0" lang="en-US" sz="2000" b="0" i="0" u="none" strike="noStrike" kern="0" cap="none" spc="0" normalizeH="0" baseline="0" noProof="0">
              <a:ln>
                <a:noFill/>
              </a:ln>
              <a:solidFill>
                <a:srgbClr val="000000"/>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2000" b="0" i="0" u="none" strike="noStrike" kern="0" cap="none" spc="0" normalizeH="0" baseline="0" noProof="0">
                <a:ln>
                  <a:noFill/>
                </a:ln>
                <a:solidFill>
                  <a:srgbClr val="000000"/>
                </a:solidFill>
                <a:effectLst/>
                <a:uLnTx/>
                <a:uFillTx/>
                <a:latin typeface="Segoe UI"/>
                <a:ea typeface="Segoe UI"/>
                <a:cs typeface="Segoe UI"/>
              </a:rPr>
              <a:t>No endpoints: Service selector does not match Pod labels</a:t>
            </a:r>
            <a:endParaRPr kumimoji="0" sz="2800" b="0" i="0" u="none" strike="noStrike" kern="0" cap="none" spc="0" normalizeH="0" baseline="0" noProof="0">
              <a:ln>
                <a:noFill/>
              </a:ln>
              <a:solidFill>
                <a:prstClr val="black"/>
              </a:solidFill>
              <a:effectLst/>
              <a:uLnTx/>
              <a:uFillTx/>
              <a:latin typeface="Segoe UI"/>
              <a:cs typeface="Segoe UI"/>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08861280" name="Title 1"/>
          <p:cNvSpPr>
            <a:spLocks noGrp="1"/>
          </p:cNvSpPr>
          <p:nvPr>
            <p:ph type="title"/>
          </p:nvPr>
        </p:nvSpPr>
        <p:spPr bwMode="auto">
          <a:xfrm>
            <a:off x="588261" y="585216"/>
            <a:ext cx="5653640" cy="427079"/>
          </a:xfrm>
        </p:spPr>
        <p:txBody>
          <a:bodyPr/>
          <a:lstStyle/>
          <a:p>
            <a:pPr>
              <a:defRPr/>
            </a:pPr>
            <a:r>
              <a:rPr lang="en-US" sz="2800"/>
              <a:t>Exercise</a:t>
            </a:r>
            <a:endParaRPr sz="2800"/>
          </a:p>
        </p:txBody>
      </p:sp>
      <p:pic>
        <p:nvPicPr>
          <p:cNvPr id="1835007927" name="Picture Placeholder 6">
            <a:extLst>
              <a:ext uri="{C183D7F6-B498-43B3-948B-1728B52AA6E4}">
                <adec:decorative xmlns:adec="http://schemas.microsoft.com/office/drawing/2017/decorative" val="1"/>
              </a:ext>
            </a:extLst>
          </p:cNvPr>
          <p:cNvPicPr>
            <a:picLocks noGrp="1" noChangeAspect="1"/>
          </p:cNvPicPr>
          <p:nvPr>
            <p:ph type="pic" sz="quarter" idx="20"/>
          </p:nvPr>
        </p:nvPicPr>
        <p:blipFill rotWithShape="1">
          <a:blip r:embed="rId3"/>
          <a:srcRect l="118" r="117"/>
          <a:stretch/>
        </p:blipFill>
        <p:spPr bwMode="ltGray">
          <a:xfrm>
            <a:off x="7724774" y="2043464"/>
            <a:ext cx="4467225" cy="3307646"/>
          </a:xfrm>
          <a:prstGeom prst="rect">
            <a:avLst/>
          </a:prstGeom>
          <a:solidFill>
            <a:srgbClr val="F4F4F7"/>
          </a:solidFill>
          <a:ln>
            <a:noFill/>
          </a:ln>
        </p:spPr>
      </p:pic>
      <p:sp>
        <p:nvSpPr>
          <p:cNvPr id="27793059" name="Text Placeholder 4"/>
          <p:cNvSpPr>
            <a:spLocks noGrp="1"/>
          </p:cNvSpPr>
          <p:nvPr>
            <p:ph type="body" sz="quarter" idx="16"/>
          </p:nvPr>
        </p:nvSpPr>
        <p:spPr bwMode="auto">
          <a:xfrm>
            <a:off x="584199" y="1594153"/>
            <a:ext cx="5655291" cy="488039"/>
          </a:xfrm>
        </p:spPr>
        <p:txBody>
          <a:bodyPr/>
          <a:lstStyle/>
          <a:p>
            <a:pPr>
              <a:defRPr/>
            </a:pPr>
            <a:r>
              <a:rPr lang="en-US" sz="1600" b="0" i="0" u="none" strike="noStrike" cap="none" spc="0">
                <a:solidFill>
                  <a:srgbClr val="000000"/>
                </a:solidFill>
                <a:latin typeface="Segoe UI Semibold"/>
                <a:ea typeface="Segoe UI Semibold"/>
                <a:cs typeface="Segoe UI Semibold"/>
              </a:rPr>
              <a:t>Deploy an AI inference API to Azure Kubernetes Service</a:t>
            </a:r>
            <a:endParaRPr lang="en-US"/>
          </a:p>
          <a:p>
            <a:pPr>
              <a:defRPr/>
            </a:pPr>
            <a:endParaRPr lang="en-US"/>
          </a:p>
        </p:txBody>
      </p:sp>
      <p:sp>
        <p:nvSpPr>
          <p:cNvPr id="2030664011" name="Text Placeholder 61"/>
          <p:cNvSpPr>
            <a:spLocks noGrp="1"/>
          </p:cNvSpPr>
          <p:nvPr>
            <p:ph type="body" sz="quarter" idx="15"/>
          </p:nvPr>
        </p:nvSpPr>
        <p:spPr bwMode="auto">
          <a:xfrm>
            <a:off x="585786" y="2085975"/>
            <a:ext cx="5654525" cy="2194920"/>
          </a:xfrm>
        </p:spPr>
        <p:txBody>
          <a:bodyPr vert="horz" wrap="square" lIns="0" tIns="0" rIns="0" bIns="0" rtlCol="0" anchor="t">
            <a:spAutoFit/>
          </a:bodyPr>
          <a:lstStyle/>
          <a:p>
            <a:pPr marL="0" indent="0">
              <a:buNone/>
              <a:defRPr/>
            </a:pPr>
            <a:r>
              <a:rPr lang="en-US" sz="1600" b="0" i="0" u="none" strike="noStrike" cap="none" spc="0">
                <a:solidFill>
                  <a:srgbClr val="000000"/>
                </a:solidFill>
                <a:latin typeface="Segoe UI"/>
                <a:ea typeface="Segoe UI"/>
                <a:cs typeface="Segoe UI"/>
              </a:rPr>
              <a:t>In this exercise, you deploy Azure resources including a Microsoft Foundry AI model, Azure Container Registry (ACR), and Azure Kubernetes Service (AKS) cluster.</a:t>
            </a:r>
            <a:endParaRPr/>
          </a:p>
          <a:p>
            <a:pPr marL="0" indent="0">
              <a:buNone/>
              <a:defRPr/>
            </a:pPr>
            <a:endParaRPr lang="en-US">
              <a:cs typeface="Segoe UI"/>
            </a:endParaRPr>
          </a:p>
          <a:p>
            <a:pPr marL="0" indent="0">
              <a:buNone/>
              <a:defRPr/>
            </a:pPr>
            <a:r>
              <a:rPr lang="en-US">
                <a:latin typeface="Segoe UI Semibold"/>
                <a:cs typeface="Segoe UI Semibold"/>
              </a:rPr>
              <a:t>Estimated time:</a:t>
            </a:r>
            <a:r>
              <a:rPr lang="en-US">
                <a:cs typeface="Segoe UI"/>
              </a:rPr>
              <a:t> 30 minutes</a:t>
            </a:r>
            <a:endParaRPr/>
          </a:p>
          <a:p>
            <a:pPr>
              <a:defRPr/>
            </a:pPr>
            <a:endParaRPr lang="en-US">
              <a:cs typeface="Segoe UI"/>
            </a:endParaRPr>
          </a:p>
          <a:p>
            <a:pPr marL="0" indent="0">
              <a:buNone/>
              <a:defRPr/>
            </a:pPr>
            <a:r>
              <a:rPr lang="en-US">
                <a:cs typeface="Segoe UI"/>
              </a:rPr>
              <a:t>Start the exercise at:</a:t>
            </a:r>
            <a:endParaRPr lang="en-US"/>
          </a:p>
          <a:p>
            <a:pPr marL="0" indent="0">
              <a:buNone/>
              <a:defRPr/>
            </a:pPr>
            <a:r>
              <a:rPr lang="en-US" u="sng">
                <a:solidFill>
                  <a:schemeClr val="hlink"/>
                </a:solidFill>
                <a:latin typeface="Segoe UI"/>
                <a:cs typeface="Segoe UI"/>
                <a:hlinkClick r:id="rId4"/>
              </a:rPr>
              <a:t>https://go.microsoft.com/fwlink/?linkid=2345722</a:t>
            </a:r>
            <a:endParaRPr/>
          </a:p>
          <a:p>
            <a:pPr marL="0" indent="0">
              <a:buNone/>
              <a:defRPr/>
            </a:pPr>
            <a:endParaRPr lang="en-US"/>
          </a:p>
        </p:txBody>
      </p:sp>
      <p:sp>
        <p:nvSpPr>
          <p:cNvPr id="650076014" name="Footer Placeholder 4"/>
          <p:cNvSpPr>
            <a:spLocks noGrp="1"/>
          </p:cNvSpPr>
          <p:nvPr>
            <p:ph type="ftr" sz="quarter" idx="3"/>
          </p:nvPr>
        </p:nvSpPr>
        <p:spPr bwMode="auto">
          <a:xfrm>
            <a:off x="579438" y="6421083"/>
            <a:ext cx="4151312" cy="197976"/>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UI"/>
                <a:cs typeface="Arial"/>
              </a:rPr>
              <a:t>© Copyright Microsoft Corporation. All rights reserved.</a:t>
            </a:r>
          </a:p>
        </p:txBody>
      </p:sp>
    </p:spTree>
  </p:cSld>
  <p:clrMapOvr>
    <a:masterClrMapping/>
  </p:clrMapOvr>
  <mc:AlternateContent xmlns:mc="http://schemas.openxmlformats.org/markup-compatibility/2006" xmlns:p159="http://schemas.microsoft.com/office/powerpoint/2015/09/main">
    <mc:Choice Requires="p159">
      <p:transition>
        <p:fade/>
      </p:transition>
    </mc:Choice>
    <mc:Fallback xmlns:w="http://schemas.openxmlformats.org/wordprocessingml/2006/main" xmlns:m="http://schemas.openxmlformats.org/officeDocument/2006/math" xmlns="">
      <p:transition spd="fast" advClick="1">
        <p:fade thruBlk="0"/>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Title 2">
            <a:extLst>
              <a:ext uri="{FF2B5EF4-FFF2-40B4-BE49-F238E27FC236}">
                <a16:creationId xmlns:a16="http://schemas.microsoft.com/office/drawing/2014/main" id="{A091B98A-B302-3ABC-2068-D4FFAE45C52A}"/>
              </a:ext>
            </a:extLst>
          </p:cNvPr>
          <p:cNvSpPr>
            <a:spLocks noGrp="1"/>
          </p:cNvSpPr>
          <p:nvPr>
            <p:ph type="title"/>
          </p:nvPr>
        </p:nvSpPr>
        <p:spPr/>
        <p:txBody>
          <a:bodyPr/>
          <a:lstStyle/>
          <a:p>
            <a:r>
              <a:rPr lang="en-US" dirty="0"/>
              <a:t>Module 2: </a:t>
            </a:r>
            <a:r>
              <a:rPr lang="en-US" spc="-49" dirty="0">
                <a:ea typeface="Segoe UI"/>
              </a:rPr>
              <a:t>Configure applications on Azure Kubernetes Service</a:t>
            </a:r>
            <a:endParaRPr lang="en-US" dirty="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77878498"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Define ConfigMaps for application settings</a:t>
            </a:r>
            <a:endParaRPr lang="en-US"/>
          </a:p>
        </p:txBody>
      </p:sp>
      <p:sp>
        <p:nvSpPr>
          <p:cNvPr id="605297793" name="Content Placeholder 2"/>
          <p:cNvSpPr>
            <a:spLocks noGrp="1"/>
          </p:cNvSpPr>
          <p:nvPr>
            <p:ph sz="quarter" idx="10"/>
          </p:nvPr>
        </p:nvSpPr>
        <p:spPr bwMode="auto">
          <a:xfrm>
            <a:off x="457200" y="1224915"/>
            <a:ext cx="4877468" cy="4414385"/>
          </a:xfrm>
        </p:spPr>
        <p:txBody>
          <a:bodyPr vert="horz" wrap="square" lIns="45720" tIns="0" rIns="0" bIns="0" rtlCol="0" anchor="t">
            <a:noAutofit/>
          </a:bodyPr>
          <a:lstStyle/>
          <a:p>
            <a:pPr marL="0" indent="0">
              <a:spcAft>
                <a:spcPts val="359"/>
              </a:spcAft>
              <a:buFont typeface="Arial"/>
              <a:buNone/>
              <a:defRPr/>
            </a:pPr>
            <a:r>
              <a:rPr lang="en-US" sz="2000" b="0" i="0" u="none" strike="noStrike" cap="none" spc="0">
                <a:solidFill>
                  <a:schemeClr val="tx1"/>
                </a:solidFill>
                <a:latin typeface="Segoe UI Semibold"/>
                <a:ea typeface="Segoe UI Semibold"/>
                <a:cs typeface="Segoe UI Semibold"/>
              </a:rPr>
              <a:t>Key-value configuration</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Nonsensitive settings stored as string pairs, up to 1 MiB</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Update without rebuilding containers</a:t>
            </a:r>
            <a:endParaRPr lang="en-US" sz="1800" b="0" i="0" u="none" strike="noStrike" cap="none" spc="0">
              <a:solidFill>
                <a:schemeClr val="tx1"/>
              </a:solidFill>
              <a:latin typeface="Segoe UI"/>
              <a:cs typeface="Segoe UI"/>
            </a:endParaRPr>
          </a:p>
          <a:p>
            <a:pPr marL="0" marR="0" indent="0" algn="l">
              <a:lnSpc>
                <a:spcPct val="100000"/>
              </a:lnSpc>
              <a:spcBef>
                <a:spcPts val="719"/>
              </a:spcBef>
              <a:spcAft>
                <a:spcPts val="359"/>
              </a:spcAft>
              <a:buFont typeface="Arial"/>
              <a:buNone/>
              <a:defRPr/>
            </a:pPr>
            <a:r>
              <a:rPr lang="en-US" sz="2000" b="0" i="0" u="none" strike="noStrike" cap="none" spc="0">
                <a:solidFill>
                  <a:schemeClr val="tx1"/>
                </a:solidFill>
                <a:latin typeface="Segoe UI Semibold"/>
                <a:ea typeface="Segoe UI Semibold"/>
                <a:cs typeface="Segoe UI Semibold"/>
              </a:rPr>
              <a:t>Consumption patterns</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Environment variables via configMapKeyRef</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Volume mounts for file-based config, auto-update on sync</a:t>
            </a:r>
            <a:endParaRPr lang="en-US" sz="1800" b="0" i="0" u="none" strike="noStrike" cap="none" spc="0">
              <a:solidFill>
                <a:schemeClr val="tx1"/>
              </a:solidFill>
              <a:latin typeface="Segoe UI"/>
              <a:cs typeface="Segoe UI"/>
            </a:endParaRPr>
          </a:p>
          <a:p>
            <a:pPr marL="0" marR="0" indent="0" algn="l">
              <a:lnSpc>
                <a:spcPct val="100000"/>
              </a:lnSpc>
              <a:spcBef>
                <a:spcPts val="719"/>
              </a:spcBef>
              <a:spcAft>
                <a:spcPts val="359"/>
              </a:spcAft>
              <a:buFont typeface="Arial"/>
              <a:buNone/>
              <a:defRPr/>
            </a:pPr>
            <a:r>
              <a:rPr lang="en-US" sz="2000" b="0" i="0" u="none" strike="noStrike" cap="none" spc="0">
                <a:solidFill>
                  <a:schemeClr val="tx1"/>
                </a:solidFill>
                <a:latin typeface="Segoe UI Semibold"/>
                <a:ea typeface="Segoe UI Semibold"/>
                <a:cs typeface="Segoe UI Semibold"/>
              </a:rPr>
              <a:t>Immutable option</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Prevents changes, reduces API server load</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Requires delete and recreate to modify</a:t>
            </a:r>
            <a:endParaRPr/>
          </a:p>
        </p:txBody>
      </p:sp>
      <p:sp>
        <p:nvSpPr>
          <p:cNvPr id="71126671" name="Content Placeholder 2"/>
          <p:cNvSpPr>
            <a:spLocks noGrp="1"/>
          </p:cNvSpPr>
          <p:nvPr/>
        </p:nvSpPr>
        <p:spPr bwMode="auto">
          <a:xfrm>
            <a:off x="5895974" y="1293971"/>
            <a:ext cx="4877466" cy="4414384"/>
          </a:xfrm>
        </p:spPr>
        <p:txBody>
          <a:bodyPr vert="horz" wrap="square" lIns="45720" tIns="0" rIns="0" bIns="0" rtlCol="0" anchor="t">
            <a:noAutofit/>
          </a:bodyPr>
          <a:lstStyle>
            <a:lvl1pPr marL="228600" indent="-228600" algn="l" defTabSz="914400" rtl="0">
              <a:lnSpc>
                <a:spcPct val="100000"/>
              </a:lnSpc>
              <a:spcBef>
                <a:spcPts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ts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ts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ts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ts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215"/>
              </a:spcAft>
              <a:buClrTx/>
              <a:buSzTx/>
              <a:buFont typeface="Arial"/>
              <a:buNone/>
              <a:tabLst/>
              <a:defRPr/>
            </a:pPr>
            <a:r>
              <a:rPr kumimoji="0" sz="1800" b="0" i="0" u="none" strike="noStrike" kern="0" cap="none" spc="0" normalizeH="0" baseline="0" noProof="0">
                <a:ln>
                  <a:noFill/>
                </a:ln>
                <a:solidFill>
                  <a:srgbClr val="800000"/>
                </a:solidFill>
                <a:effectLst/>
                <a:uLnTx/>
                <a:uFillTx/>
                <a:latin typeface="Consolas"/>
                <a:ea typeface="Consolas"/>
                <a:cs typeface="Consolas"/>
              </a:rPr>
              <a:t>apiVersion</a:t>
            </a:r>
            <a:r>
              <a:rPr kumimoji="0" sz="1800" b="0" i="0" u="none" strike="noStrike" kern="0" cap="none" spc="0" normalizeH="0" baseline="0" noProof="0">
                <a:ln>
                  <a:noFill/>
                </a:ln>
                <a:solidFill>
                  <a:srgbClr val="000000"/>
                </a:solidFill>
                <a:effectLst/>
                <a:uLnTx/>
                <a:uFillTx/>
                <a:latin typeface="Consolas"/>
                <a:ea typeface="Consolas"/>
                <a:cs typeface="Consolas"/>
              </a:rPr>
              <a:t>: </a:t>
            </a:r>
            <a:r>
              <a:rPr kumimoji="0" sz="1800" b="0" i="0" u="none" strike="noStrike" kern="0" cap="none" spc="0" normalizeH="0" baseline="0" noProof="0">
                <a:ln>
                  <a:noFill/>
                </a:ln>
                <a:solidFill>
                  <a:srgbClr val="0000FF"/>
                </a:solidFill>
                <a:effectLst/>
                <a:uLnTx/>
                <a:uFillTx/>
                <a:latin typeface="Consolas"/>
                <a:ea typeface="Consolas"/>
                <a:cs typeface="Consolas"/>
              </a:rPr>
              <a:t>v1</a:t>
            </a:r>
            <a:endParaRPr kumimoji="0" sz="72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215"/>
              </a:spcAft>
              <a:buClrTx/>
              <a:buSzTx/>
              <a:buFont typeface="Arial"/>
              <a:buNone/>
              <a:tabLst/>
              <a:defRPr/>
            </a:pPr>
            <a:r>
              <a:rPr kumimoji="0" sz="1800" b="0" i="0" u="none" strike="noStrike" kern="0" cap="none" spc="0" normalizeH="0" baseline="0" noProof="0">
                <a:ln>
                  <a:noFill/>
                </a:ln>
                <a:solidFill>
                  <a:srgbClr val="800000"/>
                </a:solidFill>
                <a:effectLst/>
                <a:uLnTx/>
                <a:uFillTx/>
                <a:latin typeface="Consolas"/>
                <a:ea typeface="Consolas"/>
                <a:cs typeface="Consolas"/>
              </a:rPr>
              <a:t>kind</a:t>
            </a:r>
            <a:r>
              <a:rPr kumimoji="0" sz="1800" b="0" i="0" u="none" strike="noStrike" kern="0" cap="none" spc="0" normalizeH="0" baseline="0" noProof="0">
                <a:ln>
                  <a:noFill/>
                </a:ln>
                <a:solidFill>
                  <a:srgbClr val="000000"/>
                </a:solidFill>
                <a:effectLst/>
                <a:uLnTx/>
                <a:uFillTx/>
                <a:latin typeface="Consolas"/>
                <a:ea typeface="Consolas"/>
                <a:cs typeface="Consolas"/>
              </a:rPr>
              <a:t>: </a:t>
            </a:r>
            <a:r>
              <a:rPr kumimoji="0" sz="1800" b="0" i="0" u="none" strike="noStrike" kern="0" cap="none" spc="0" normalizeH="0" baseline="0" noProof="0">
                <a:ln>
                  <a:noFill/>
                </a:ln>
                <a:solidFill>
                  <a:srgbClr val="0000FF"/>
                </a:solidFill>
                <a:effectLst/>
                <a:uLnTx/>
                <a:uFillTx/>
                <a:latin typeface="Consolas"/>
                <a:ea typeface="Consolas"/>
                <a:cs typeface="Consolas"/>
              </a:rPr>
              <a:t>ConfigMap</a:t>
            </a:r>
            <a:endParaRPr kumimoji="0" sz="72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215"/>
              </a:spcAft>
              <a:buClrTx/>
              <a:buSzTx/>
              <a:buFont typeface="Arial"/>
              <a:buNone/>
              <a:tabLst/>
              <a:defRPr/>
            </a:pPr>
            <a:r>
              <a:rPr kumimoji="0" sz="1800" b="0" i="0" u="none" strike="noStrike" kern="0" cap="none" spc="0" normalizeH="0" baseline="0" noProof="0">
                <a:ln>
                  <a:noFill/>
                </a:ln>
                <a:solidFill>
                  <a:srgbClr val="800000"/>
                </a:solidFill>
                <a:effectLst/>
                <a:uLnTx/>
                <a:uFillTx/>
                <a:latin typeface="Consolas"/>
                <a:ea typeface="Consolas"/>
                <a:cs typeface="Consolas"/>
              </a:rPr>
              <a:t>metadata</a:t>
            </a:r>
            <a:r>
              <a:rPr kumimoji="0" sz="1800" b="0" i="0" u="none" strike="noStrike" kern="0" cap="none" spc="0" normalizeH="0" baseline="0" noProof="0">
                <a:ln>
                  <a:noFill/>
                </a:ln>
                <a:solidFill>
                  <a:srgbClr val="000000"/>
                </a:solidFill>
                <a:effectLst/>
                <a:uLnTx/>
                <a:uFillTx/>
                <a:latin typeface="Consolas"/>
                <a:ea typeface="Consolas"/>
                <a:cs typeface="Consolas"/>
              </a:rPr>
              <a:t>:</a:t>
            </a:r>
            <a:endParaRPr kumimoji="0" sz="72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215"/>
              </a:spcAft>
              <a:buClrTx/>
              <a:buSzTx/>
              <a:buFont typeface="Arial"/>
              <a:buNone/>
              <a:tabLst/>
              <a:defRPr/>
            </a:pPr>
            <a:r>
              <a:rPr kumimoji="0" sz="1800" b="0" i="0" u="none" strike="noStrike" kern="0" cap="none" spc="0" normalizeH="0" baseline="0" noProof="0">
                <a:ln>
                  <a:noFill/>
                </a:ln>
                <a:solidFill>
                  <a:srgbClr val="000000"/>
                </a:solidFill>
                <a:effectLst/>
                <a:uLnTx/>
                <a:uFillTx/>
                <a:latin typeface="Consolas"/>
                <a:ea typeface="Consolas"/>
                <a:cs typeface="Consolas"/>
              </a:rPr>
              <a:t>  </a:t>
            </a:r>
            <a:r>
              <a:rPr kumimoji="0" sz="1800" b="0" i="0" u="none" strike="noStrike" kern="0" cap="none" spc="0" normalizeH="0" baseline="0" noProof="0">
                <a:ln>
                  <a:noFill/>
                </a:ln>
                <a:solidFill>
                  <a:srgbClr val="800000"/>
                </a:solidFill>
                <a:effectLst/>
                <a:uLnTx/>
                <a:uFillTx/>
                <a:latin typeface="Consolas"/>
                <a:ea typeface="Consolas"/>
                <a:cs typeface="Consolas"/>
              </a:rPr>
              <a:t>name</a:t>
            </a:r>
            <a:r>
              <a:rPr kumimoji="0" sz="1800" b="0" i="0" u="none" strike="noStrike" kern="0" cap="none" spc="0" normalizeH="0" baseline="0" noProof="0">
                <a:ln>
                  <a:noFill/>
                </a:ln>
                <a:solidFill>
                  <a:srgbClr val="000000"/>
                </a:solidFill>
                <a:effectLst/>
                <a:uLnTx/>
                <a:uFillTx/>
                <a:latin typeface="Consolas"/>
                <a:ea typeface="Consolas"/>
                <a:cs typeface="Consolas"/>
              </a:rPr>
              <a:t>: </a:t>
            </a:r>
            <a:r>
              <a:rPr kumimoji="0" sz="1800" b="0" i="0" u="none" strike="noStrike" kern="0" cap="none" spc="0" normalizeH="0" baseline="0" noProof="0">
                <a:ln>
                  <a:noFill/>
                </a:ln>
                <a:solidFill>
                  <a:srgbClr val="0000FF"/>
                </a:solidFill>
                <a:effectLst/>
                <a:uLnTx/>
                <a:uFillTx/>
                <a:latin typeface="Consolas"/>
                <a:ea typeface="Consolas"/>
                <a:cs typeface="Consolas"/>
              </a:rPr>
              <a:t>app-settings</a:t>
            </a:r>
            <a:endParaRPr kumimoji="0" sz="72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215"/>
              </a:spcAft>
              <a:buClrTx/>
              <a:buSzTx/>
              <a:buFont typeface="Arial"/>
              <a:buNone/>
              <a:tabLst/>
              <a:defRPr/>
            </a:pPr>
            <a:r>
              <a:rPr kumimoji="0" sz="1800" b="0" i="0" u="none" strike="noStrike" kern="0" cap="none" spc="0" normalizeH="0" baseline="0" noProof="0">
                <a:ln>
                  <a:noFill/>
                </a:ln>
                <a:solidFill>
                  <a:srgbClr val="800000"/>
                </a:solidFill>
                <a:effectLst/>
                <a:uLnTx/>
                <a:uFillTx/>
                <a:latin typeface="Consolas"/>
                <a:ea typeface="Consolas"/>
                <a:cs typeface="Consolas"/>
              </a:rPr>
              <a:t>data</a:t>
            </a:r>
            <a:r>
              <a:rPr kumimoji="0" sz="1800" b="0" i="0" u="none" strike="noStrike" kern="0" cap="none" spc="0" normalizeH="0" baseline="0" noProof="0">
                <a:ln>
                  <a:noFill/>
                </a:ln>
                <a:solidFill>
                  <a:srgbClr val="000000"/>
                </a:solidFill>
                <a:effectLst/>
                <a:uLnTx/>
                <a:uFillTx/>
                <a:latin typeface="Consolas"/>
                <a:ea typeface="Consolas"/>
                <a:cs typeface="Consolas"/>
              </a:rPr>
              <a:t>:</a:t>
            </a:r>
            <a:endParaRPr kumimoji="0" sz="72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215"/>
              </a:spcAft>
              <a:buClrTx/>
              <a:buSzTx/>
              <a:buFont typeface="Arial"/>
              <a:buNone/>
              <a:tabLst/>
              <a:defRPr/>
            </a:pPr>
            <a:r>
              <a:rPr kumimoji="0" sz="1800" b="0" i="0" u="none" strike="noStrike" kern="0" cap="none" spc="0" normalizeH="0" baseline="0" noProof="0">
                <a:ln>
                  <a:noFill/>
                </a:ln>
                <a:solidFill>
                  <a:srgbClr val="000000"/>
                </a:solidFill>
                <a:effectLst/>
                <a:uLnTx/>
                <a:uFillTx/>
                <a:latin typeface="Consolas"/>
                <a:ea typeface="Consolas"/>
                <a:cs typeface="Consolas"/>
              </a:rPr>
              <a:t>  </a:t>
            </a:r>
            <a:r>
              <a:rPr kumimoji="0" sz="1800" b="0" i="0" u="none" strike="noStrike" kern="0" cap="none" spc="0" normalizeH="0" baseline="0" noProof="0">
                <a:ln>
                  <a:noFill/>
                </a:ln>
                <a:solidFill>
                  <a:srgbClr val="800000"/>
                </a:solidFill>
                <a:effectLst/>
                <a:uLnTx/>
                <a:uFillTx/>
                <a:latin typeface="Consolas"/>
                <a:ea typeface="Consolas"/>
                <a:cs typeface="Consolas"/>
              </a:rPr>
              <a:t>FEATURE_X_ENABLED</a:t>
            </a:r>
            <a:r>
              <a:rPr kumimoji="0" sz="1800" b="0" i="0" u="none" strike="noStrike" kern="0" cap="none" spc="0" normalizeH="0" baseline="0" noProof="0">
                <a:ln>
                  <a:noFill/>
                </a:ln>
                <a:solidFill>
                  <a:srgbClr val="000000"/>
                </a:solidFill>
                <a:effectLst/>
                <a:uLnTx/>
                <a:uFillTx/>
                <a:latin typeface="Consolas"/>
                <a:ea typeface="Consolas"/>
                <a:cs typeface="Consolas"/>
              </a:rPr>
              <a:t>: </a:t>
            </a:r>
            <a:r>
              <a:rPr kumimoji="0" sz="1800" b="0" i="0" u="none" strike="noStrike" kern="0" cap="none" spc="0" normalizeH="0" baseline="0" noProof="0">
                <a:ln>
                  <a:noFill/>
                </a:ln>
                <a:solidFill>
                  <a:srgbClr val="A31515"/>
                </a:solidFill>
                <a:effectLst/>
                <a:uLnTx/>
                <a:uFillTx/>
                <a:latin typeface="Consolas"/>
                <a:ea typeface="Consolas"/>
                <a:cs typeface="Consolas"/>
              </a:rPr>
              <a:t>"true"</a:t>
            </a:r>
            <a:endParaRPr kumimoji="0" sz="72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215"/>
              </a:spcAft>
              <a:buClrTx/>
              <a:buSzTx/>
              <a:buFont typeface="Arial"/>
              <a:buNone/>
              <a:tabLst/>
              <a:defRPr/>
            </a:pPr>
            <a:r>
              <a:rPr kumimoji="0" sz="1800" b="0" i="0" u="none" strike="noStrike" kern="0" cap="none" spc="0" normalizeH="0" baseline="0" noProof="0">
                <a:ln>
                  <a:noFill/>
                </a:ln>
                <a:solidFill>
                  <a:srgbClr val="000000"/>
                </a:solidFill>
                <a:effectLst/>
                <a:uLnTx/>
                <a:uFillTx/>
                <a:latin typeface="Consolas"/>
                <a:ea typeface="Consolas"/>
                <a:cs typeface="Consolas"/>
              </a:rPr>
              <a:t>  </a:t>
            </a:r>
            <a:r>
              <a:rPr kumimoji="0" sz="1800" b="0" i="0" u="none" strike="noStrike" kern="0" cap="none" spc="0" normalizeH="0" baseline="0" noProof="0">
                <a:ln>
                  <a:noFill/>
                </a:ln>
                <a:solidFill>
                  <a:srgbClr val="800000"/>
                </a:solidFill>
                <a:effectLst/>
                <a:uLnTx/>
                <a:uFillTx/>
                <a:latin typeface="Consolas"/>
                <a:ea typeface="Consolas"/>
                <a:cs typeface="Consolas"/>
              </a:rPr>
              <a:t>SERVICE_ENDPOINT</a:t>
            </a:r>
            <a:r>
              <a:rPr kumimoji="0" sz="1800" b="0" i="0" u="none" strike="noStrike" kern="0" cap="none" spc="0" normalizeH="0" baseline="0" noProof="0">
                <a:ln>
                  <a:noFill/>
                </a:ln>
                <a:solidFill>
                  <a:srgbClr val="000000"/>
                </a:solidFill>
                <a:effectLst/>
                <a:uLnTx/>
                <a:uFillTx/>
                <a:latin typeface="Consolas"/>
                <a:ea typeface="Consolas"/>
                <a:cs typeface="Consolas"/>
              </a:rPr>
              <a:t>: </a:t>
            </a:r>
            <a:r>
              <a:rPr kumimoji="0" sz="1800" b="0" i="0" u="none" strike="noStrike" kern="0" cap="none" spc="0" normalizeH="0" baseline="0" noProof="0">
                <a:ln>
                  <a:noFill/>
                </a:ln>
                <a:solidFill>
                  <a:srgbClr val="A31515"/>
                </a:solidFill>
                <a:effectLst/>
                <a:uLnTx/>
                <a:uFillTx/>
                <a:latin typeface="Consolas"/>
                <a:ea typeface="Consolas"/>
                <a:cs typeface="Consolas"/>
              </a:rPr>
              <a:t>"https://api.example.com"</a:t>
            </a:r>
            <a:endParaRPr kumimoji="0" sz="72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215"/>
              </a:spcAft>
              <a:buClrTx/>
              <a:buSzTx/>
              <a:buFont typeface="Arial"/>
              <a:buNone/>
              <a:tabLst/>
              <a:defRPr/>
            </a:pPr>
            <a:r>
              <a:rPr kumimoji="0" sz="1800" b="0" i="0" u="none" strike="noStrike" kern="0" cap="none" spc="0" normalizeH="0" baseline="0" noProof="0">
                <a:ln>
                  <a:noFill/>
                </a:ln>
                <a:solidFill>
                  <a:srgbClr val="000000"/>
                </a:solidFill>
                <a:effectLst/>
                <a:uLnTx/>
                <a:uFillTx/>
                <a:latin typeface="Consolas"/>
                <a:ea typeface="Consolas"/>
                <a:cs typeface="Consolas"/>
              </a:rPr>
              <a:t>  </a:t>
            </a:r>
            <a:r>
              <a:rPr kumimoji="0" sz="1800" b="0" i="0" u="none" strike="noStrike" kern="0" cap="none" spc="0" normalizeH="0" baseline="0" noProof="0">
                <a:ln>
                  <a:noFill/>
                </a:ln>
                <a:solidFill>
                  <a:srgbClr val="800000"/>
                </a:solidFill>
                <a:effectLst/>
                <a:uLnTx/>
                <a:uFillTx/>
                <a:latin typeface="Consolas"/>
                <a:ea typeface="Consolas"/>
                <a:cs typeface="Consolas"/>
              </a:rPr>
              <a:t>app.config</a:t>
            </a:r>
            <a:r>
              <a:rPr kumimoji="0" sz="1800" b="0" i="0" u="none" strike="noStrike" kern="0" cap="none" spc="0" normalizeH="0" baseline="0" noProof="0">
                <a:ln>
                  <a:noFill/>
                </a:ln>
                <a:solidFill>
                  <a:srgbClr val="000000"/>
                </a:solidFill>
                <a:effectLst/>
                <a:uLnTx/>
                <a:uFillTx/>
                <a:latin typeface="Consolas"/>
                <a:ea typeface="Consolas"/>
                <a:cs typeface="Consolas"/>
              </a:rPr>
              <a:t>: </a:t>
            </a:r>
            <a:r>
              <a:rPr kumimoji="0" sz="1800" b="0" i="0" u="none" strike="noStrike" kern="0" cap="none" spc="0" normalizeH="0" baseline="0" noProof="0">
                <a:ln>
                  <a:noFill/>
                </a:ln>
                <a:solidFill>
                  <a:srgbClr val="0000FF"/>
                </a:solidFill>
                <a:effectLst/>
                <a:uLnTx/>
                <a:uFillTx/>
                <a:latin typeface="Consolas"/>
                <a:ea typeface="Consolas"/>
                <a:cs typeface="Consolas"/>
              </a:rPr>
              <a:t>|</a:t>
            </a:r>
            <a:endParaRPr kumimoji="0" sz="72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215"/>
              </a:spcAft>
              <a:buClrTx/>
              <a:buSzTx/>
              <a:buFont typeface="Arial"/>
              <a:buNone/>
              <a:tabLst/>
              <a:defRPr/>
            </a:pPr>
            <a:r>
              <a:rPr kumimoji="0" sz="1800" b="0" i="0" u="none" strike="noStrike" kern="0" cap="none" spc="0" normalizeH="0" baseline="0" noProof="0">
                <a:ln>
                  <a:noFill/>
                </a:ln>
                <a:solidFill>
                  <a:srgbClr val="0000FF"/>
                </a:solidFill>
                <a:effectLst/>
                <a:uLnTx/>
                <a:uFillTx/>
                <a:latin typeface="Consolas"/>
                <a:ea typeface="Consolas"/>
                <a:cs typeface="Consolas"/>
              </a:rPr>
              <a:t>    log_level=info</a:t>
            </a:r>
            <a:endParaRPr kumimoji="0" sz="72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215"/>
              </a:spcAft>
              <a:buClrTx/>
              <a:buSzTx/>
              <a:buFont typeface="Arial"/>
              <a:buNone/>
              <a:tabLst/>
              <a:defRPr/>
            </a:pPr>
            <a:r>
              <a:rPr kumimoji="0" sz="1800" b="0" i="0" u="none" strike="noStrike" kern="0" cap="none" spc="0" normalizeH="0" baseline="0" noProof="0">
                <a:ln>
                  <a:noFill/>
                </a:ln>
                <a:solidFill>
                  <a:srgbClr val="0000FF"/>
                </a:solidFill>
                <a:effectLst/>
                <a:uLnTx/>
                <a:uFillTx/>
                <a:latin typeface="Consolas"/>
                <a:ea typeface="Consolas"/>
                <a:cs typeface="Consolas"/>
              </a:rPr>
              <a:t>    timeout_seconds=30</a:t>
            </a:r>
            <a:endParaRPr kumimoji="0" sz="2800" b="0" i="0" u="none" strike="noStrike" kern="0" cap="none" spc="0" normalizeH="0" baseline="0" noProof="0">
              <a:ln>
                <a:noFill/>
              </a:ln>
              <a:solidFill>
                <a:prstClr val="black"/>
              </a:solidFill>
              <a:effectLst/>
              <a:uLnTx/>
              <a:uFillTx/>
              <a:latin typeface="Segoe UI"/>
              <a:cs typeface="Segoe UI"/>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44528469"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Implement secrets for sensitive data</a:t>
            </a:r>
            <a:endParaRPr/>
          </a:p>
        </p:txBody>
      </p:sp>
      <p:sp>
        <p:nvSpPr>
          <p:cNvPr id="688923828" name="TextBox 2"/>
          <p:cNvSpPr txBox="1"/>
          <p:nvPr/>
        </p:nvSpPr>
        <p:spPr bwMode="auto">
          <a:xfrm>
            <a:off x="457198" y="1225296"/>
            <a:ext cx="4867332" cy="4952027"/>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Kubernetes Secrets</a:t>
            </a:r>
            <a:endParaRPr kumimoji="0" lang="en-US" sz="20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Store credentials, API keys, and connection strings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Inject via secretKeyRef or mount as files</a:t>
            </a:r>
            <a:endParaRPr kumimoji="0" lang="en-US" sz="20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Azure Key Vault integration</a:t>
            </a:r>
            <a:endParaRPr kumimoji="0" lang="en-US" sz="20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CSI driver mounts secrets directly from Key Vault into Pods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Automated rotation and audit logging</a:t>
            </a:r>
            <a:endParaRPr kumimoji="0" lang="en-US" sz="20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Best practices</a:t>
            </a:r>
            <a:endParaRPr kumimoji="0" lang="en-US" sz="20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Restrict access with RBAC, never commit literal values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Rotate credentials regularly and trigger rollouts</a:t>
            </a:r>
            <a:endParaRPr kumimoji="0" sz="2000" b="0" i="0" u="none" strike="noStrike" kern="0" cap="none" spc="0" normalizeH="0" baseline="0" noProof="0">
              <a:ln>
                <a:noFill/>
              </a:ln>
              <a:solidFill>
                <a:prstClr val="black"/>
              </a:solidFill>
              <a:effectLst/>
              <a:uLnTx/>
              <a:uFillTx/>
              <a:latin typeface="Segoe UI"/>
              <a:cs typeface="Segoe UI"/>
            </a:endParaRPr>
          </a:p>
        </p:txBody>
      </p:sp>
      <p:pic>
        <p:nvPicPr>
          <p:cNvPr id="1777229006" name="Picture 1" descr="Side-by-side comparison of Kubernetes Secrets and Azure Key Vault for secret management&#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5779008" y="1225296"/>
            <a:ext cx="5989319" cy="3090670"/>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59522985" name="Title 1"/>
          <p:cNvSpPr>
            <a:spLocks noGrp="1"/>
          </p:cNvSpPr>
          <p:nvPr>
            <p:ph type="title"/>
          </p:nvPr>
        </p:nvSpPr>
        <p:spPr bwMode="auto"/>
        <p:txBody>
          <a:bodyPr/>
          <a:lstStyle/>
          <a:p>
            <a:pPr marL="0" lvl="0" indent="0">
              <a:buNone/>
              <a:defRPr/>
            </a:pPr>
            <a:r>
              <a:rPr lang="en-US" sz="2800" b="0" i="0" u="none" strike="noStrike" cap="none" spc="0">
                <a:solidFill>
                  <a:schemeClr val="tx1"/>
                </a:solidFill>
                <a:latin typeface="Segoe UI Semibold"/>
                <a:ea typeface="Segoe UI Semibold"/>
                <a:cs typeface="Segoe UI Semibold"/>
              </a:rPr>
              <a:t>Attach persistent storage to an app</a:t>
            </a:r>
            <a:endParaRPr sz="2800"/>
          </a:p>
        </p:txBody>
      </p:sp>
      <p:pic>
        <p:nvPicPr>
          <p:cNvPr id="1829607673" name="Picture 1" descr="Decision tree showing PVC branching to Azure Disk for single-Pod access and Azure Files for shared access&#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228600" y="1335023"/>
            <a:ext cx="5367527" cy="4443984"/>
          </a:xfrm>
          <a:prstGeom prst="rect">
            <a:avLst/>
          </a:prstGeom>
          <a:noFill/>
          <a:ln w="9525">
            <a:noFill/>
            <a:headEnd/>
            <a:tailEnd/>
          </a:ln>
        </p:spPr>
      </p:pic>
      <p:sp>
        <p:nvSpPr>
          <p:cNvPr id="5329184" name="TextBox 2"/>
          <p:cNvSpPr txBox="1"/>
          <p:nvPr/>
        </p:nvSpPr>
        <p:spPr bwMode="auto">
          <a:xfrm>
            <a:off x="6146062" y="1335023"/>
            <a:ext cx="5389542" cy="4768905"/>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Storage model</a:t>
            </a:r>
            <a:endParaRPr kumimoji="0" lang="en-US" sz="1800" b="0" i="0" u="none" strike="noStrike" kern="0" cap="none" spc="0" normalizeH="0" baseline="0" noProof="0">
              <a:ln>
                <a:noFill/>
              </a:ln>
              <a:solidFill>
                <a:prstClr val="black"/>
              </a:solidFill>
              <a:effectLst/>
              <a:uLnTx/>
              <a:uFillTx/>
              <a:latin typeface="Segoe UI"/>
              <a:cs typeface="Segoe UI"/>
            </a:endParaRPr>
          </a:p>
          <a:p>
            <a:pPr marL="228599" marR="0" lvl="0" indent="-228599"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PVC requests storage with capacity and access mode</a:t>
            </a:r>
            <a:endParaRPr kumimoji="0" lang="en-US" sz="1800" b="0" i="0" u="none" strike="noStrike" kern="0" cap="none" spc="0" normalizeH="0" baseline="0" noProof="0">
              <a:ln>
                <a:noFill/>
              </a:ln>
              <a:solidFill>
                <a:prstClr val="black"/>
              </a:solidFill>
              <a:effectLst/>
              <a:uLnTx/>
              <a:uFillTx/>
              <a:latin typeface="Segoe UI"/>
              <a:cs typeface="Segoe UI"/>
            </a:endParaRPr>
          </a:p>
          <a:p>
            <a:pPr marL="228599" marR="0" lvl="0" indent="-228599"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StorageClass dynamically provisions Azure Disk or Azure Files</a:t>
            </a:r>
            <a:endParaRPr kumimoji="0" lang="en-US"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Access modes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599" marR="0" lvl="0" indent="-228599"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ReadWriteOnce: single-node block storage (Azure Disk)</a:t>
            </a:r>
            <a:endParaRPr kumimoji="0" lang="en-US" sz="1800" b="0" i="0" u="none" strike="noStrike" kern="0" cap="none" spc="0" normalizeH="0" baseline="0" noProof="0">
              <a:ln>
                <a:noFill/>
              </a:ln>
              <a:solidFill>
                <a:prstClr val="black"/>
              </a:solidFill>
              <a:effectLst/>
              <a:uLnTx/>
              <a:uFillTx/>
              <a:latin typeface="Segoe UI"/>
              <a:cs typeface="Segoe UI"/>
            </a:endParaRPr>
          </a:p>
          <a:p>
            <a:pPr marL="228599" marR="0" lvl="0" indent="-228599"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ReadWriteMany: shared file access across Pods (Azure Files)</a:t>
            </a:r>
            <a:endParaRPr kumimoji="0" lang="en-US"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Verification</a:t>
            </a:r>
            <a:endParaRPr kumimoji="0" lang="en-US" sz="1800" b="0" i="0" u="none" strike="noStrike" kern="0" cap="none" spc="0" normalizeH="0" baseline="0" noProof="0">
              <a:ln>
                <a:noFill/>
              </a:ln>
              <a:solidFill>
                <a:prstClr val="black"/>
              </a:solidFill>
              <a:effectLst/>
              <a:uLnTx/>
              <a:uFillTx/>
              <a:latin typeface="Segoe UI"/>
              <a:cs typeface="Segoe UI"/>
            </a:endParaRPr>
          </a:p>
          <a:p>
            <a:pPr marL="228599" marR="0" lvl="0" indent="-228599"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Confirm PVC status is Bound after applying</a:t>
            </a:r>
            <a:endParaRPr kumimoji="0" lang="en-US" sz="1800" b="0" i="0" u="none" strike="noStrike" kern="0" cap="none" spc="0" normalizeH="0" baseline="0" noProof="0">
              <a:ln>
                <a:noFill/>
              </a:ln>
              <a:solidFill>
                <a:prstClr val="black"/>
              </a:solidFill>
              <a:effectLst/>
              <a:uLnTx/>
              <a:uFillTx/>
              <a:latin typeface="Segoe UI"/>
              <a:cs typeface="Segoe UI"/>
            </a:endParaRPr>
          </a:p>
          <a:p>
            <a:pPr marL="228599" marR="0" lvl="0" indent="-228599"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Write a test file, delete the Pod, verify data persists</a:t>
            </a:r>
            <a:endParaRPr kumimoji="0" lang="en-US" sz="1800" b="0" i="0" u="none" strike="noStrike" kern="0" cap="none" spc="0" normalizeH="0" baseline="0" noProof="0">
              <a:ln>
                <a:noFill/>
              </a:ln>
              <a:solidFill>
                <a:prstClr val="black"/>
              </a:solidFill>
              <a:effectLst/>
              <a:uLnTx/>
              <a:uFillTx/>
              <a:latin typeface="Segoe UI"/>
              <a:cs typeface="Segoe UI"/>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11920080" name="Title 1"/>
          <p:cNvSpPr>
            <a:spLocks noGrp="1"/>
          </p:cNvSpPr>
          <p:nvPr>
            <p:ph type="title"/>
          </p:nvPr>
        </p:nvSpPr>
        <p:spPr bwMode="auto">
          <a:xfrm>
            <a:off x="588261" y="585216"/>
            <a:ext cx="5653640" cy="427079"/>
          </a:xfrm>
        </p:spPr>
        <p:txBody>
          <a:bodyPr/>
          <a:lstStyle/>
          <a:p>
            <a:pPr>
              <a:defRPr/>
            </a:pPr>
            <a:r>
              <a:rPr lang="en-US" sz="2800"/>
              <a:t>Exercise</a:t>
            </a:r>
            <a:endParaRPr sz="2800"/>
          </a:p>
        </p:txBody>
      </p:sp>
      <p:sp>
        <p:nvSpPr>
          <p:cNvPr id="577944618" name="Text Placeholder 4"/>
          <p:cNvSpPr>
            <a:spLocks noGrp="1"/>
          </p:cNvSpPr>
          <p:nvPr>
            <p:ph type="body" sz="quarter" idx="16"/>
          </p:nvPr>
        </p:nvSpPr>
        <p:spPr bwMode="auto">
          <a:xfrm>
            <a:off x="584199" y="1594151"/>
            <a:ext cx="5656010" cy="244199"/>
          </a:xfrm>
        </p:spPr>
        <p:txBody>
          <a:bodyPr/>
          <a:lstStyle/>
          <a:p>
            <a:pPr>
              <a:defRPr/>
            </a:pPr>
            <a:r>
              <a:rPr lang="en-US" sz="1600" b="0" i="0" u="none" strike="noStrike" cap="none" spc="0">
                <a:solidFill>
                  <a:srgbClr val="000000"/>
                </a:solidFill>
                <a:latin typeface="Segoe UI Semibold"/>
                <a:ea typeface="Segoe UI Semibold"/>
                <a:cs typeface="Segoe UI Semibold"/>
              </a:rPr>
              <a:t>Configure apps on Azure Kubernetes Service</a:t>
            </a:r>
            <a:endParaRPr lang="en-US"/>
          </a:p>
        </p:txBody>
      </p:sp>
      <p:pic>
        <p:nvPicPr>
          <p:cNvPr id="1098770204" name="Picture Placeholder 6">
            <a:extLst>
              <a:ext uri="{C183D7F6-B498-43B3-948B-1728B52AA6E4}">
                <adec:decorative xmlns:adec="http://schemas.microsoft.com/office/drawing/2017/decorative" val="1"/>
              </a:ext>
            </a:extLst>
          </p:cNvPr>
          <p:cNvPicPr>
            <a:picLocks noGrp="1" noChangeAspect="1"/>
          </p:cNvPicPr>
          <p:nvPr>
            <p:ph type="pic" sz="quarter" idx="20"/>
          </p:nvPr>
        </p:nvPicPr>
        <p:blipFill rotWithShape="1">
          <a:blip r:embed="rId3"/>
          <a:srcRect l="118" r="117"/>
          <a:stretch/>
        </p:blipFill>
        <p:spPr bwMode="ltGray">
          <a:xfrm>
            <a:off x="7724773" y="2043463"/>
            <a:ext cx="4467224" cy="3307645"/>
          </a:xfrm>
          <a:prstGeom prst="rect">
            <a:avLst/>
          </a:prstGeom>
          <a:solidFill>
            <a:srgbClr val="F4F4F7"/>
          </a:solidFill>
          <a:ln>
            <a:noFill/>
          </a:ln>
        </p:spPr>
      </p:pic>
      <p:sp>
        <p:nvSpPr>
          <p:cNvPr id="729975323" name="Text Placeholder 61"/>
          <p:cNvSpPr>
            <a:spLocks noGrp="1"/>
          </p:cNvSpPr>
          <p:nvPr>
            <p:ph type="body" sz="quarter" idx="15"/>
          </p:nvPr>
        </p:nvSpPr>
        <p:spPr bwMode="auto">
          <a:xfrm>
            <a:off x="579438" y="2501489"/>
            <a:ext cx="5655964" cy="2438759"/>
          </a:xfrm>
        </p:spPr>
        <p:txBody>
          <a:bodyPr vert="horz" wrap="square" lIns="0" tIns="0" rIns="0" bIns="0" rtlCol="0" anchor="t">
            <a:spAutoFit/>
          </a:bodyPr>
          <a:lstStyle/>
          <a:p>
            <a:pPr marL="0" indent="0">
              <a:buNone/>
              <a:defRPr/>
            </a:pPr>
            <a:r>
              <a:rPr lang="en-US" sz="1600" b="0" i="0" u="none" strike="noStrike" cap="none" spc="0">
                <a:solidFill>
                  <a:srgbClr val="000000"/>
                </a:solidFill>
                <a:latin typeface="Segoe UI"/>
                <a:ea typeface="Segoe UI"/>
                <a:cs typeface="Segoe UI"/>
              </a:rPr>
              <a:t>In this exercise, you learn how to configure Kubernetes deployments with ConfigMaps for non-sensitive settings, Secrets for sensitive credentials, and PersistentVolumeClaims for persistent storage.</a:t>
            </a:r>
            <a:endParaRPr/>
          </a:p>
          <a:p>
            <a:pPr marL="0" indent="0">
              <a:buNone/>
              <a:defRPr/>
            </a:pPr>
            <a:endParaRPr lang="en-US">
              <a:cs typeface="Segoe UI"/>
            </a:endParaRPr>
          </a:p>
          <a:p>
            <a:pPr marL="0" indent="0">
              <a:buNone/>
              <a:defRPr/>
            </a:pPr>
            <a:r>
              <a:rPr lang="en-US">
                <a:latin typeface="Segoe UI Semibold"/>
                <a:cs typeface="Segoe UI Semibold"/>
              </a:rPr>
              <a:t>Estimated time:</a:t>
            </a:r>
            <a:r>
              <a:rPr lang="en-US">
                <a:cs typeface="Segoe UI"/>
              </a:rPr>
              <a:t> 30 minutes</a:t>
            </a:r>
            <a:endParaRPr/>
          </a:p>
          <a:p>
            <a:pPr>
              <a:defRPr/>
            </a:pPr>
            <a:endParaRPr lang="en-US">
              <a:cs typeface="Segoe UI"/>
            </a:endParaRPr>
          </a:p>
          <a:p>
            <a:pPr marL="0" indent="0">
              <a:buNone/>
              <a:defRPr/>
            </a:pPr>
            <a:r>
              <a:rPr lang="en-US">
                <a:cs typeface="Segoe UI"/>
              </a:rPr>
              <a:t>Start the exercise at:</a:t>
            </a:r>
            <a:endParaRPr lang="en-US"/>
          </a:p>
          <a:p>
            <a:pPr marL="0" indent="0">
              <a:buNone/>
              <a:defRPr/>
            </a:pPr>
            <a:r>
              <a:rPr lang="en-US" sz="1600" b="0" i="0" u="sng" strike="noStrike" cap="none" spc="0">
                <a:solidFill>
                  <a:schemeClr val="hlink"/>
                </a:solidFill>
                <a:latin typeface="Segoe UI"/>
                <a:ea typeface="Segoe UI"/>
                <a:cs typeface="Segoe UI"/>
                <a:hlinkClick r:id="rId4"/>
              </a:rPr>
              <a:t>https://go.microsoft.com/fwlink/?linkid=2346339</a:t>
            </a:r>
            <a:endParaRPr/>
          </a:p>
          <a:p>
            <a:pPr marL="0" indent="0">
              <a:buNone/>
              <a:defRPr/>
            </a:pPr>
            <a:endParaRPr lang="en-US"/>
          </a:p>
        </p:txBody>
      </p:sp>
      <p:sp>
        <p:nvSpPr>
          <p:cNvPr id="424796632" name="Footer Placeholder 4"/>
          <p:cNvSpPr>
            <a:spLocks noGrp="1"/>
          </p:cNvSpPr>
          <p:nvPr>
            <p:ph type="ftr" sz="quarter" idx="3"/>
          </p:nvPr>
        </p:nvSpPr>
        <p:spPr bwMode="auto">
          <a:xfrm>
            <a:off x="579438" y="6421082"/>
            <a:ext cx="4151311" cy="19797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UI"/>
                <a:cs typeface="Arial"/>
              </a:rPr>
              <a:t>© Copyright Microsoft Corporation. All rights reserved.</a:t>
            </a:r>
          </a:p>
        </p:txBody>
      </p:sp>
    </p:spTree>
  </p:cSld>
  <p:clrMapOvr>
    <a:masterClrMapping/>
  </p:clrMapOvr>
  <mc:AlternateContent xmlns:mc="http://schemas.openxmlformats.org/markup-compatibility/2006" xmlns:p159="http://schemas.microsoft.com/office/powerpoint/2015/09/main">
    <mc:Choice Requires="p159">
      <p:transition>
        <p:fade/>
      </p:transition>
    </mc:Choice>
    <mc:Fallback xmlns:w="http://schemas.openxmlformats.org/wordprocessingml/2006/main" xmlns:m="http://schemas.openxmlformats.org/officeDocument/2006/math" xmlns="">
      <p:transition spd="fast" advClick="1">
        <p:fade thruBlk="0"/>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Title 2">
            <a:extLst>
              <a:ext uri="{FF2B5EF4-FFF2-40B4-BE49-F238E27FC236}">
                <a16:creationId xmlns:a16="http://schemas.microsoft.com/office/drawing/2014/main" id="{2040FF5F-B05F-55A6-C2E3-9E6737B556BE}"/>
              </a:ext>
            </a:extLst>
          </p:cNvPr>
          <p:cNvSpPr>
            <a:spLocks noGrp="1"/>
          </p:cNvSpPr>
          <p:nvPr>
            <p:ph type="title"/>
          </p:nvPr>
        </p:nvSpPr>
        <p:spPr/>
        <p:txBody>
          <a:bodyPr/>
          <a:lstStyle/>
          <a:p>
            <a:r>
              <a:rPr lang="en-US" dirty="0"/>
              <a:t>Module 3: </a:t>
            </a:r>
            <a:r>
              <a:rPr lang="en-US" spc="-48" dirty="0">
                <a:ea typeface="Segoe UI"/>
              </a:rPr>
              <a:t>Monitor and troubleshoot applications on Azure Kubernetes Service</a:t>
            </a:r>
            <a:endParaRPr lang="en-US" dirty="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42807707"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Monitor application logs and metrics</a:t>
            </a:r>
            <a:endParaRPr/>
          </a:p>
        </p:txBody>
      </p:sp>
      <p:sp>
        <p:nvSpPr>
          <p:cNvPr id="1471139398" name="TextBox 2"/>
          <p:cNvSpPr txBox="1"/>
          <p:nvPr/>
        </p:nvSpPr>
        <p:spPr bwMode="auto">
          <a:xfrm>
            <a:off x="457200" y="1225296"/>
            <a:ext cx="5335562" cy="4952028"/>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2200" b="0" i="0" u="none" strike="noStrike" kern="0" cap="none" spc="0" normalizeH="0" baseline="0" noProof="0">
                <a:ln>
                  <a:noFill/>
                </a:ln>
                <a:solidFill>
                  <a:prstClr val="black"/>
                </a:solidFill>
                <a:effectLst/>
                <a:uLnTx/>
                <a:uFillTx/>
                <a:latin typeface="Segoe UI Semibold"/>
                <a:ea typeface="Segoe UI Semibold"/>
                <a:cs typeface="Segoe UI Semibold"/>
              </a:rPr>
              <a:t>Key signals</a:t>
            </a:r>
            <a:endParaRPr kumimoji="0" sz="18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Response latency, error rates, and pod restart counts</a:t>
            </a:r>
            <a:endParaRPr kumimoji="0" sz="18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CPU and memory versus configured requests and limits</a:t>
            </a:r>
            <a:endParaRPr kumimoji="0" sz="18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Container exit codes and health probe results</a:t>
            </a:r>
            <a:endParaRPr kumimoji="0" sz="18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2200" b="0" i="0" u="none" strike="noStrike" kern="0" cap="none" spc="0" normalizeH="0" baseline="0" noProof="0">
                <a:ln>
                  <a:noFill/>
                </a:ln>
                <a:solidFill>
                  <a:prstClr val="black"/>
                </a:solidFill>
                <a:effectLst/>
                <a:uLnTx/>
                <a:uFillTx/>
                <a:latin typeface="Segoe UI Semibold"/>
                <a:ea typeface="Segoe UI Semibold"/>
                <a:cs typeface="Segoe UI Semibold"/>
              </a:rPr>
              <a:t>Observation tools</a:t>
            </a:r>
            <a:endParaRPr kumimoji="0" sz="18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Portal Monitoring tab and Container insights for cluster-wide views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Live Logs to stream container output in real time</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kubectl logs and kubectl top for targeted CLI queries</a:t>
            </a:r>
            <a:endParaRPr kumimoji="0" sz="18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Segoe UI"/>
              <a:cs typeface="Arial"/>
            </a:endParaRPr>
          </a:p>
        </p:txBody>
      </p:sp>
      <p:sp>
        <p:nvSpPr>
          <p:cNvPr id="1193536537" name="TextBox 2"/>
          <p:cNvSpPr txBox="1"/>
          <p:nvPr/>
        </p:nvSpPr>
        <p:spPr bwMode="auto">
          <a:xfrm>
            <a:off x="6237013" y="1322954"/>
            <a:ext cx="5335561" cy="4952027"/>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719"/>
              </a:spcAft>
              <a:buClrTx/>
              <a:buSzTx/>
              <a:buFontTx/>
              <a:buNone/>
              <a:tabLst/>
              <a:defRPr/>
            </a:pPr>
            <a:r>
              <a:rPr kumimoji="0" lang="en-US" sz="2000" b="0" i="0" u="none" strike="noStrike" kern="0" cap="none" spc="0" normalizeH="0" baseline="0" noProof="0">
                <a:ln>
                  <a:noFill/>
                </a:ln>
                <a:solidFill>
                  <a:srgbClr val="000000"/>
                </a:solidFill>
                <a:effectLst/>
                <a:uLnTx/>
                <a:uFillTx/>
                <a:latin typeface="Segoe UI Semibold"/>
                <a:ea typeface="Segoe UI Semibold"/>
                <a:cs typeface="Segoe UI Semibold"/>
              </a:rPr>
              <a:t>Command examples</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kubectl get pods </a:t>
            </a:r>
            <a:r>
              <a:rPr kumimoji="0" sz="1600" b="0" i="0" u="none" strike="noStrike" kern="0" cap="none" spc="0" normalizeH="0" baseline="0" noProof="0">
                <a:ln>
                  <a:noFill/>
                </a:ln>
                <a:solidFill>
                  <a:srgbClr val="000000"/>
                </a:solidFill>
                <a:effectLst/>
                <a:uLnTx/>
                <a:uFillTx/>
                <a:latin typeface="Consolas"/>
                <a:ea typeface="Consolas"/>
                <a:cs typeface="Consolas"/>
              </a:rPr>
              <a:t>-n </a:t>
            </a:r>
            <a:r>
              <a:rPr kumimoji="0" sz="1600" b="0" i="0" u="none" strike="noStrike" kern="0" cap="none" spc="0" normalizeH="0" baseline="0" noProof="0">
                <a:ln>
                  <a:noFill/>
                </a:ln>
                <a:solidFill>
                  <a:srgbClr val="A31515"/>
                </a:solidFill>
                <a:effectLst/>
                <a:uLnTx/>
                <a:uFillTx/>
                <a:latin typeface="Consolas"/>
                <a:ea typeface="Consolas"/>
                <a:cs typeface="Consolas"/>
              </a:rPr>
              <a:t>ai-workloads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kubectl logs &lt;pod-name&gt; </a:t>
            </a:r>
            <a:r>
              <a:rPr kumimoji="0" sz="1600" b="0" i="0" u="none" strike="noStrike" kern="0" cap="none" spc="0" normalizeH="0" baseline="0" noProof="0">
                <a:ln>
                  <a:noFill/>
                </a:ln>
                <a:solidFill>
                  <a:srgbClr val="000000"/>
                </a:solidFill>
                <a:effectLst/>
                <a:uLnTx/>
                <a:uFillTx/>
                <a:latin typeface="Consolas"/>
                <a:ea typeface="Consolas"/>
                <a:cs typeface="Consolas"/>
              </a:rPr>
              <a:t>-n </a:t>
            </a:r>
            <a:r>
              <a:rPr kumimoji="0" sz="1600" b="0" i="0" u="none" strike="noStrike" kern="0" cap="none" spc="0" normalizeH="0" baseline="0" noProof="0">
                <a:ln>
                  <a:noFill/>
                </a:ln>
                <a:solidFill>
                  <a:srgbClr val="A31515"/>
                </a:solidFill>
                <a:effectLst/>
                <a:uLnTx/>
                <a:uFillTx/>
                <a:latin typeface="Consolas"/>
                <a:ea typeface="Consolas"/>
                <a:cs typeface="Consolas"/>
              </a:rPr>
              <a:t>ai-workloads</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kubectl logs </a:t>
            </a:r>
            <a:r>
              <a:rPr kumimoji="0" sz="1600" b="0" i="0" u="none" strike="noStrike" kern="0" cap="none" spc="0" normalizeH="0" baseline="0" noProof="0">
                <a:ln>
                  <a:noFill/>
                </a:ln>
                <a:solidFill>
                  <a:srgbClr val="000000"/>
                </a:solidFill>
                <a:effectLst/>
                <a:uLnTx/>
                <a:uFillTx/>
                <a:latin typeface="Consolas"/>
                <a:ea typeface="Consolas"/>
                <a:cs typeface="Consolas"/>
              </a:rPr>
              <a:t>-f </a:t>
            </a:r>
            <a:r>
              <a:rPr kumimoji="0" sz="1600" b="0" i="0" u="none" strike="noStrike" kern="0" cap="none" spc="0" normalizeH="0" baseline="0" noProof="0">
                <a:ln>
                  <a:noFill/>
                </a:ln>
                <a:solidFill>
                  <a:srgbClr val="A31515"/>
                </a:solidFill>
                <a:effectLst/>
                <a:uLnTx/>
                <a:uFillTx/>
                <a:latin typeface="Consolas"/>
                <a:ea typeface="Consolas"/>
                <a:cs typeface="Consolas"/>
              </a:rPr>
              <a:t>&lt;pod-name&gt; </a:t>
            </a:r>
            <a:r>
              <a:rPr kumimoji="0" sz="1600" b="0" i="0" u="none" strike="noStrike" kern="0" cap="none" spc="0" normalizeH="0" baseline="0" noProof="0">
                <a:ln>
                  <a:noFill/>
                </a:ln>
                <a:solidFill>
                  <a:srgbClr val="000000"/>
                </a:solidFill>
                <a:effectLst/>
                <a:uLnTx/>
                <a:uFillTx/>
                <a:latin typeface="Consolas"/>
                <a:ea typeface="Consolas"/>
                <a:cs typeface="Consolas"/>
              </a:rPr>
              <a:t>-n </a:t>
            </a:r>
            <a:r>
              <a:rPr kumimoji="0" sz="1600" b="0" i="0" u="none" strike="noStrike" kern="0" cap="none" spc="0" normalizeH="0" baseline="0" noProof="0">
                <a:ln>
                  <a:noFill/>
                </a:ln>
                <a:solidFill>
                  <a:srgbClr val="A31515"/>
                </a:solidFill>
                <a:effectLst/>
                <a:uLnTx/>
                <a:uFillTx/>
                <a:latin typeface="Consolas"/>
                <a:ea typeface="Consolas"/>
                <a:cs typeface="Consolas"/>
              </a:rPr>
              <a:t>ai-workloads</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kubectl top pods </a:t>
            </a:r>
            <a:r>
              <a:rPr kumimoji="0" sz="1600" b="0" i="0" u="none" strike="noStrike" kern="0" cap="none" spc="0" normalizeH="0" baseline="0" noProof="0">
                <a:ln>
                  <a:noFill/>
                </a:ln>
                <a:solidFill>
                  <a:srgbClr val="000000"/>
                </a:solidFill>
                <a:effectLst/>
                <a:uLnTx/>
                <a:uFillTx/>
                <a:latin typeface="Consolas"/>
                <a:ea typeface="Consolas"/>
                <a:cs typeface="Consolas"/>
              </a:rPr>
              <a:t>-n </a:t>
            </a:r>
            <a:r>
              <a:rPr kumimoji="0" sz="1600" b="0" i="0" u="none" strike="noStrike" kern="0" cap="none" spc="0" normalizeH="0" baseline="0" noProof="0">
                <a:ln>
                  <a:noFill/>
                </a:ln>
                <a:solidFill>
                  <a:srgbClr val="A31515"/>
                </a:solidFill>
                <a:effectLst/>
                <a:uLnTx/>
                <a:uFillTx/>
                <a:latin typeface="Consolas"/>
                <a:ea typeface="Consolas"/>
                <a:cs typeface="Consolas"/>
              </a:rPr>
              <a:t>ai-workloads</a:t>
            </a:r>
            <a:br>
              <a:rPr kumimoji="0" sz="1600" b="0" i="0" u="none" strike="noStrike" kern="0" cap="none" spc="0" normalizeH="0" baseline="0" noProof="0">
                <a:ln>
                  <a:noFill/>
                </a:ln>
                <a:solidFill>
                  <a:srgbClr val="A31515"/>
                </a:solidFill>
                <a:effectLst/>
                <a:uLnTx/>
                <a:uFillTx/>
                <a:latin typeface="Consolas"/>
                <a:ea typeface="Consolas"/>
                <a:cs typeface="Consolas"/>
              </a:rPr>
            </a:br>
            <a:endParaRPr kumimoji="0" sz="1800" b="0" i="0" u="none" strike="noStrike" kern="0" cap="none" spc="0" normalizeH="0" baseline="0" noProof="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04361163"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Troubleshoot pods and services</a:t>
            </a:r>
            <a:endParaRPr lang="en-US"/>
          </a:p>
        </p:txBody>
      </p:sp>
      <p:sp>
        <p:nvSpPr>
          <p:cNvPr id="772086880" name="TextBox 2"/>
          <p:cNvSpPr txBox="1"/>
          <p:nvPr/>
        </p:nvSpPr>
        <p:spPr bwMode="auto">
          <a:xfrm>
            <a:off x="582238" y="1229357"/>
            <a:ext cx="5941878" cy="4843370"/>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2200" b="0" i="0" u="none" strike="noStrike" kern="0" cap="none" spc="0" normalizeH="0" baseline="0" noProof="0">
                <a:ln>
                  <a:noFill/>
                </a:ln>
                <a:solidFill>
                  <a:prstClr val="black"/>
                </a:solidFill>
                <a:effectLst/>
                <a:uLnTx/>
                <a:uFillTx/>
                <a:latin typeface="Segoe UI Semibold"/>
                <a:ea typeface="Segoe UI Semibold"/>
                <a:cs typeface="Segoe UI Semibold"/>
              </a:rPr>
              <a:t>Recognize failure states</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ImagePullBackOff: registry path or pull credentials</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CrashLoopBackOff: application exits or fails health checks</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Pending: resource requests exceed available node capacity</a:t>
            </a:r>
            <a:endParaRPr kumimoji="0" sz="20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2200" b="0" i="0" u="none" strike="noStrike" kern="0" cap="none" spc="0" normalizeH="0" baseline="0" noProof="0">
                <a:ln>
                  <a:noFill/>
                </a:ln>
                <a:solidFill>
                  <a:prstClr val="black"/>
                </a:solidFill>
                <a:effectLst/>
                <a:uLnTx/>
                <a:uFillTx/>
                <a:latin typeface="Segoe UI Semibold"/>
                <a:ea typeface="Segoe UI Semibold"/>
                <a:cs typeface="Segoe UI Semibold"/>
              </a:rPr>
              <a:t>Investigation steps</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Describe the pod and scan the Events section for clues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Check probes, environment variables, and mounted Secrets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Use portal Diagnose and solve problems for guided fixes</a:t>
            </a:r>
            <a:endParaRPr kumimoji="0" sz="20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Segoe UI"/>
              <a:cs typeface="Arial"/>
            </a:endParaRPr>
          </a:p>
        </p:txBody>
      </p:sp>
      <p:pic>
        <p:nvPicPr>
          <p:cNvPr id="1969966109" name="Picture 1" descr="Five numbered steps showing the troubleshooting sequence from checking pod status through validating the Service&#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7269480" y="1225296"/>
            <a:ext cx="4453128" cy="4599432"/>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88404970"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Verify service connectivity and endpoints</a:t>
            </a:r>
            <a:endParaRPr lang="en-US"/>
          </a:p>
        </p:txBody>
      </p:sp>
      <p:sp>
        <p:nvSpPr>
          <p:cNvPr id="1122145097" name="TextBox 2"/>
          <p:cNvSpPr txBox="1"/>
          <p:nvPr/>
        </p:nvSpPr>
        <p:spPr bwMode="auto">
          <a:xfrm>
            <a:off x="457199" y="1226083"/>
            <a:ext cx="4856682" cy="4405825"/>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2200" b="0" i="0" u="none" strike="noStrike" kern="0" cap="none" spc="0" normalizeH="0" baseline="0" noProof="0">
                <a:ln>
                  <a:noFill/>
                </a:ln>
                <a:solidFill>
                  <a:prstClr val="black"/>
                </a:solidFill>
                <a:effectLst/>
                <a:uLnTx/>
                <a:uFillTx/>
                <a:latin typeface="Segoe UI Semibold"/>
                <a:ea typeface="Segoe UI Semibold"/>
                <a:cs typeface="Segoe UI Semibold"/>
              </a:rPr>
              <a:t>Service exposure</a:t>
            </a:r>
            <a:endParaRPr kumimoji="0" sz="2200" b="0" i="0" u="none" strike="noStrike" kern="0" cap="none" spc="0" normalizeH="0" baseline="0" noProof="0">
              <a:ln>
                <a:noFill/>
              </a:ln>
              <a:solidFill>
                <a:prstClr val="black"/>
              </a:solidFill>
              <a:effectLst/>
              <a:uLnTx/>
              <a:uFillTx/>
              <a:latin typeface="Segoe UI"/>
              <a:cs typeface="Arial"/>
            </a:endParaRPr>
          </a:p>
          <a:p>
            <a:pPr marL="283879" marR="0" lvl="0" indent="-283879"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ClusterIP for internal traffic, LoadBalancer for external access</a:t>
            </a:r>
            <a:endParaRPr kumimoji="0" sz="1800" b="0" i="0" u="none" strike="noStrike" kern="0" cap="none" spc="0" normalizeH="0" baseline="0" noProof="0">
              <a:ln>
                <a:noFill/>
              </a:ln>
              <a:solidFill>
                <a:prstClr val="black"/>
              </a:solidFill>
              <a:effectLst/>
              <a:uLnTx/>
              <a:uFillTx/>
              <a:latin typeface="Segoe UI"/>
              <a:cs typeface="Arial"/>
            </a:endParaRPr>
          </a:p>
          <a:p>
            <a:pPr marL="283879" marR="0" lvl="0" indent="-283879"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Selector labels must match pod labels to create endpoints</a:t>
            </a:r>
            <a:endParaRPr kumimoji="0" sz="1800" b="0" i="0" u="none" strike="noStrike" kern="0" cap="none" spc="0" normalizeH="0" baseline="0" noProof="0">
              <a:ln>
                <a:noFill/>
              </a:ln>
              <a:solidFill>
                <a:prstClr val="black"/>
              </a:solidFill>
              <a:effectLst/>
              <a:uLnTx/>
              <a:uFillTx/>
              <a:latin typeface="Segoe UI"/>
              <a:cs typeface="Arial"/>
            </a:endParaRPr>
          </a:p>
          <a:p>
            <a:pPr marL="283879" marR="0" lvl="0" indent="-283879"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Ports and targetPorts must align with container ports</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2200" b="0" i="0" u="none" strike="noStrike" kern="0" cap="none" spc="0" normalizeH="0" baseline="0" noProof="0">
                <a:ln>
                  <a:noFill/>
                </a:ln>
                <a:solidFill>
                  <a:prstClr val="black"/>
                </a:solidFill>
                <a:effectLst/>
                <a:uLnTx/>
                <a:uFillTx/>
                <a:latin typeface="Segoe UI Semibold"/>
                <a:ea typeface="Segoe UI Semibold"/>
                <a:cs typeface="Segoe UI Semibold"/>
              </a:rPr>
              <a:t>Validation checks</a:t>
            </a:r>
            <a:endParaRPr kumimoji="0" sz="2200" b="0" i="0" u="none" strike="noStrike" kern="0" cap="none" spc="0" normalizeH="0" baseline="0" noProof="0">
              <a:ln>
                <a:noFill/>
              </a:ln>
              <a:solidFill>
                <a:prstClr val="black"/>
              </a:solidFill>
              <a:effectLst/>
              <a:uLnTx/>
              <a:uFillTx/>
              <a:latin typeface="Segoe UI"/>
              <a:cs typeface="Arial"/>
            </a:endParaRPr>
          </a:p>
          <a:p>
            <a:pPr marL="283879" marR="0" lvl="0" indent="-283879"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Inspect EndpointSlices to confirm pods back the Service</a:t>
            </a:r>
            <a:endParaRPr kumimoji="0" lang="en-US" sz="1800" b="0" i="0" u="none" strike="noStrike" kern="0" cap="none" spc="0" normalizeH="0" baseline="0" noProof="0">
              <a:ln>
                <a:noFill/>
              </a:ln>
              <a:solidFill>
                <a:prstClr val="black"/>
              </a:solidFill>
              <a:effectLst/>
              <a:uLnTx/>
              <a:uFillTx/>
              <a:latin typeface="Segoe UI"/>
              <a:cs typeface="Segoe UI"/>
            </a:endParaRPr>
          </a:p>
          <a:p>
            <a:pPr marL="283879" marR="0" lvl="0" indent="-283879"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Port-forward to test endpoints before external exposure</a:t>
            </a:r>
            <a:endParaRPr kumimoji="0" lang="en-US" sz="1800" b="0" i="0" u="none" strike="noStrike" kern="0" cap="none" spc="0" normalizeH="0" baseline="0" noProof="0">
              <a:ln>
                <a:noFill/>
              </a:ln>
              <a:solidFill>
                <a:prstClr val="black"/>
              </a:solidFill>
              <a:effectLst/>
              <a:uLnTx/>
              <a:uFillTx/>
              <a:latin typeface="Segoe UI"/>
              <a:cs typeface="Segoe UI"/>
            </a:endParaRPr>
          </a:p>
          <a:p>
            <a:pPr marL="283879" marR="0" lvl="0" indent="-283879"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Review Services and ingresses in the portal for external IPs</a:t>
            </a:r>
            <a:endParaRPr kumimoji="0" sz="2200" b="0" i="0" u="none" strike="noStrike" kern="0" cap="none" spc="0" normalizeH="0" baseline="0" noProof="0">
              <a:ln>
                <a:noFill/>
              </a:ln>
              <a:solidFill>
                <a:prstClr val="black"/>
              </a:solidFill>
              <a:effectLst/>
              <a:uLnTx/>
              <a:uFillTx/>
              <a:latin typeface="Segoe UI"/>
              <a:cs typeface="Arial"/>
            </a:endParaRPr>
          </a:p>
        </p:txBody>
      </p:sp>
      <p:pic>
        <p:nvPicPr>
          <p:cNvPr id="1494643523" name="Picture 1" descr="Stacked layer diagram showing the traffic path from Client through LoadBalancer, Service, and EndpointSlices to Pods&#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6355080" y="1124711"/>
            <a:ext cx="4791456" cy="4690872"/>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55534163" name="Title 1"/>
          <p:cNvSpPr>
            <a:spLocks noGrp="1"/>
          </p:cNvSpPr>
          <p:nvPr>
            <p:ph type="title"/>
          </p:nvPr>
        </p:nvSpPr>
        <p:spPr bwMode="auto">
          <a:xfrm>
            <a:off x="588261" y="585216"/>
            <a:ext cx="5653640" cy="427079"/>
          </a:xfrm>
        </p:spPr>
        <p:txBody>
          <a:bodyPr/>
          <a:lstStyle/>
          <a:p>
            <a:pPr>
              <a:defRPr/>
            </a:pPr>
            <a:r>
              <a:rPr lang="en-US" sz="2800"/>
              <a:t>Exercise</a:t>
            </a:r>
            <a:endParaRPr sz="2800"/>
          </a:p>
        </p:txBody>
      </p:sp>
      <p:sp>
        <p:nvSpPr>
          <p:cNvPr id="258068082" name="Text Placeholder 4"/>
          <p:cNvSpPr>
            <a:spLocks noGrp="1"/>
          </p:cNvSpPr>
          <p:nvPr>
            <p:ph type="body" sz="quarter" idx="16"/>
          </p:nvPr>
        </p:nvSpPr>
        <p:spPr bwMode="auto">
          <a:xfrm>
            <a:off x="584199" y="1594150"/>
            <a:ext cx="5656009" cy="488039"/>
          </a:xfrm>
        </p:spPr>
        <p:txBody>
          <a:bodyPr/>
          <a:lstStyle/>
          <a:p>
            <a:pPr>
              <a:defRPr/>
            </a:pPr>
            <a:r>
              <a:rPr lang="en-US" sz="1600" b="0" i="0" u="none" strike="noStrike" cap="none" spc="0">
                <a:solidFill>
                  <a:srgbClr val="000000"/>
                </a:solidFill>
                <a:latin typeface="Segoe UI Semibold"/>
                <a:ea typeface="Segoe UI Semibold"/>
                <a:cs typeface="Segoe UI Semibold"/>
              </a:rPr>
              <a:t>Troubleshoot apps on Azure Kubernetes Service</a:t>
            </a:r>
            <a:endParaRPr lang="en-US"/>
          </a:p>
          <a:p>
            <a:pPr>
              <a:defRPr/>
            </a:pPr>
            <a:endParaRPr lang="en-US"/>
          </a:p>
        </p:txBody>
      </p:sp>
      <p:sp>
        <p:nvSpPr>
          <p:cNvPr id="364091059" name="Text Placeholder 61"/>
          <p:cNvSpPr>
            <a:spLocks noGrp="1"/>
          </p:cNvSpPr>
          <p:nvPr>
            <p:ph type="body" sz="quarter" idx="15"/>
          </p:nvPr>
        </p:nvSpPr>
        <p:spPr bwMode="auto">
          <a:xfrm>
            <a:off x="579438" y="2501488"/>
            <a:ext cx="5656323" cy="2194920"/>
          </a:xfrm>
        </p:spPr>
        <p:txBody>
          <a:bodyPr vert="horz" wrap="square" lIns="0" tIns="0" rIns="0" bIns="0" rtlCol="0" anchor="t">
            <a:spAutoFit/>
          </a:bodyPr>
          <a:lstStyle/>
          <a:p>
            <a:pPr marL="0" indent="0">
              <a:buNone/>
              <a:defRPr/>
            </a:pPr>
            <a:r>
              <a:rPr lang="en-US" sz="1600" b="0" i="0" u="none" strike="noStrike" cap="none" spc="0">
                <a:solidFill>
                  <a:srgbClr val="000000"/>
                </a:solidFill>
                <a:latin typeface="Segoe UI"/>
                <a:ea typeface="Segoe UI"/>
                <a:cs typeface="Segoe UI"/>
              </a:rPr>
              <a:t>In this exercise, you deploy a containerized API to Azure Kubernetes Service (AKS) and then diagnose and resolve common Kubernetes issues.  </a:t>
            </a:r>
            <a:endParaRPr/>
          </a:p>
          <a:p>
            <a:pPr marL="0" indent="0">
              <a:buNone/>
              <a:defRPr/>
            </a:pPr>
            <a:endParaRPr lang="en-US">
              <a:cs typeface="Segoe UI"/>
            </a:endParaRPr>
          </a:p>
          <a:p>
            <a:pPr marL="0" indent="0">
              <a:buNone/>
              <a:defRPr/>
            </a:pPr>
            <a:r>
              <a:rPr lang="en-US">
                <a:latin typeface="Segoe UI Semibold"/>
                <a:cs typeface="Segoe UI Semibold"/>
              </a:rPr>
              <a:t>Estimated time:</a:t>
            </a:r>
            <a:r>
              <a:rPr lang="en-US">
                <a:cs typeface="Segoe UI"/>
              </a:rPr>
              <a:t> 30 minutes</a:t>
            </a:r>
            <a:endParaRPr/>
          </a:p>
          <a:p>
            <a:pPr>
              <a:defRPr/>
            </a:pPr>
            <a:endParaRPr lang="en-US">
              <a:cs typeface="Segoe UI"/>
            </a:endParaRPr>
          </a:p>
          <a:p>
            <a:pPr marL="0" indent="0">
              <a:buNone/>
              <a:defRPr/>
            </a:pPr>
            <a:r>
              <a:rPr lang="en-US">
                <a:cs typeface="Segoe UI"/>
              </a:rPr>
              <a:t>Start the exercise at:</a:t>
            </a:r>
            <a:endParaRPr lang="en-US"/>
          </a:p>
          <a:p>
            <a:pPr marL="0" indent="0">
              <a:buNone/>
              <a:defRPr/>
            </a:pPr>
            <a:r>
              <a:rPr lang="en-US" sz="1600" b="0" i="0" u="sng" strike="noStrike" cap="none" spc="0">
                <a:solidFill>
                  <a:schemeClr val="hlink"/>
                </a:solidFill>
                <a:latin typeface="Segoe UI"/>
                <a:ea typeface="Segoe UI"/>
                <a:cs typeface="Segoe UI"/>
                <a:hlinkClick r:id="rId3"/>
              </a:rPr>
              <a:t>https://go.microsoft.com/fwlink/?linkid=2346293</a:t>
            </a:r>
            <a:endParaRPr/>
          </a:p>
          <a:p>
            <a:pPr marL="0" indent="0">
              <a:buNone/>
              <a:defRPr/>
            </a:pPr>
            <a:endParaRPr lang="en-US"/>
          </a:p>
        </p:txBody>
      </p:sp>
      <p:pic>
        <p:nvPicPr>
          <p:cNvPr id="1543565172" name="Picture Placeholder 6"/>
          <p:cNvPicPr>
            <a:picLocks noGrp="1" noChangeAspect="1"/>
          </p:cNvPicPr>
          <p:nvPr>
            <p:ph type="pic" sz="quarter" idx="20"/>
          </p:nvPr>
        </p:nvPicPr>
        <p:blipFill rotWithShape="1">
          <a:blip r:embed="rId4"/>
          <a:srcRect l="118" r="117"/>
          <a:stretch/>
        </p:blipFill>
        <p:spPr bwMode="ltGray">
          <a:xfrm>
            <a:off x="7724773" y="2043463"/>
            <a:ext cx="4467224" cy="3307645"/>
          </a:xfrm>
          <a:prstGeom prst="rect">
            <a:avLst/>
          </a:prstGeom>
          <a:solidFill>
            <a:srgbClr val="F4F4F7"/>
          </a:solidFill>
          <a:ln>
            <a:noFill/>
          </a:ln>
        </p:spPr>
      </p:pic>
      <p:sp>
        <p:nvSpPr>
          <p:cNvPr id="555349781" name="Footer Placeholder 4"/>
          <p:cNvSpPr>
            <a:spLocks noGrp="1"/>
          </p:cNvSpPr>
          <p:nvPr>
            <p:ph type="ftr" sz="quarter" idx="3"/>
          </p:nvPr>
        </p:nvSpPr>
        <p:spPr bwMode="auto">
          <a:xfrm>
            <a:off x="579438" y="6421082"/>
            <a:ext cx="4151311" cy="19797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UI"/>
                <a:cs typeface="Arial"/>
              </a:rPr>
              <a:t>© Copyright Microsoft Corporation. All rights reserved.</a:t>
            </a:r>
          </a:p>
        </p:txBody>
      </p:sp>
    </p:spTree>
  </p:cSld>
  <p:clrMapOvr>
    <a:masterClrMapping/>
  </p:clrMapOvr>
  <mc:AlternateContent xmlns:mc="http://schemas.openxmlformats.org/markup-compatibility/2006" xmlns:p159="http://schemas.microsoft.com/office/powerpoint/2015/09/main">
    <mc:Choice Requires="p159">
      <p:transition>
        <p:fade/>
      </p:transition>
    </mc:Choice>
    <mc:Fallback xmlns:w="http://schemas.openxmlformats.org/wordprocessingml/2006/main" xmlns:m="http://schemas.openxmlformats.org/officeDocument/2006/math" xmlns="">
      <p:transition spd="fast" advClick="1">
        <p:fade thruBlk="0"/>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50215101" name="Title 6"/>
          <p:cNvSpPr>
            <a:spLocks noGrp="1"/>
          </p:cNvSpPr>
          <p:nvPr>
            <p:ph type="title"/>
          </p:nvPr>
        </p:nvSpPr>
        <p:spPr bwMode="auto">
          <a:xfrm>
            <a:off x="560858" y="2598003"/>
            <a:ext cx="5688033" cy="1661993"/>
          </a:xfrm>
        </p:spPr>
        <p:txBody>
          <a:bodyPr/>
          <a:lstStyle/>
          <a:p>
            <a:pPr>
              <a:defRPr/>
            </a:pPr>
            <a:r>
              <a:rPr lang="en-US" sz="4000" b="0" i="0" u="none" strike="noStrike" cap="none" spc="-49" dirty="0">
                <a:solidFill>
                  <a:schemeClr val="tx1"/>
                </a:solidFill>
                <a:latin typeface="Segoe UI"/>
                <a:ea typeface="Segoe UI"/>
                <a:cs typeface="Segoe UI"/>
              </a:rPr>
              <a:t>Develop AI solutions with Azure Cosmos DB for NoSQL</a:t>
            </a:r>
            <a:endParaRPr lang="en-US" dirty="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Title 2">
            <a:extLst>
              <a:ext uri="{FF2B5EF4-FFF2-40B4-BE49-F238E27FC236}">
                <a16:creationId xmlns:a16="http://schemas.microsoft.com/office/drawing/2014/main" id="{9FC8F2E2-F223-7DB7-536E-215810D3ACE3}"/>
              </a:ext>
            </a:extLst>
          </p:cNvPr>
          <p:cNvSpPr>
            <a:spLocks noGrp="1"/>
          </p:cNvSpPr>
          <p:nvPr>
            <p:ph type="title"/>
          </p:nvPr>
        </p:nvSpPr>
        <p:spPr/>
        <p:txBody>
          <a:bodyPr/>
          <a:lstStyle/>
          <a:p>
            <a:r>
              <a:rPr lang="en-US" dirty="0"/>
              <a:t>Module 1: </a:t>
            </a:r>
            <a:r>
              <a:rPr lang="en-US" spc="-50" dirty="0">
                <a:ea typeface="+mn-lt"/>
              </a:rPr>
              <a:t>Build queries for Azure Cosmos DB for NoSQL</a:t>
            </a:r>
            <a:endParaRPr lang="en-US" dirty="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6114679"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Explore Azure Cosmos DB for NoSQL</a:t>
            </a:r>
            <a:endParaRPr/>
          </a:p>
        </p:txBody>
      </p:sp>
      <p:pic>
        <p:nvPicPr>
          <p:cNvPr id="1353744555" name="Picture 1" descr="Diagram showing the Azure Cosmos DB resource hierarchy: Account at the top, containing Databases, which contain Containers, which contain Items&#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603504" y="1179576"/>
            <a:ext cx="4005072" cy="4864607"/>
          </a:xfrm>
          <a:prstGeom prst="rect">
            <a:avLst/>
          </a:prstGeom>
          <a:noFill/>
          <a:ln w="9525">
            <a:noFill/>
            <a:headEnd/>
            <a:tailEnd/>
          </a:ln>
        </p:spPr>
      </p:pic>
      <p:sp>
        <p:nvSpPr>
          <p:cNvPr id="51235438" name="Content Placeholder 3"/>
          <p:cNvSpPr>
            <a:spLocks noGrp="1"/>
          </p:cNvSpPr>
          <p:nvPr>
            <p:ph sz="quarter" idx="10"/>
          </p:nvPr>
        </p:nvSpPr>
        <p:spPr bwMode="auto">
          <a:xfrm>
            <a:off x="5281550" y="1299654"/>
            <a:ext cx="6398259" cy="4816474"/>
          </a:xfrm>
        </p:spPr>
        <p:txBody>
          <a:bodyPr vertOverflow="overflow" horzOverflow="overflow" vert="horz" wrap="square" lIns="0" tIns="0" rIns="0" bIns="0" numCol="1" spcCol="0" rtlCol="0" fromWordArt="0" anchor="t" anchorCtr="0" forceAA="0" compatLnSpc="0">
            <a:normAutofit/>
          </a:bodyPr>
          <a:lstStyle/>
          <a:p>
            <a:pPr marL="0" lvl="0" indent="0">
              <a:buNone/>
              <a:defRPr/>
            </a:pPr>
            <a:r>
              <a:rPr lang="en-US" sz="2200" b="0" i="0" u="none" strike="noStrike" cap="none" spc="0">
                <a:solidFill>
                  <a:schemeClr val="tx1"/>
                </a:solidFill>
                <a:latin typeface="Segoe UI Semibold"/>
                <a:ea typeface="Segoe UI Semibold"/>
                <a:cs typeface="Segoe UI Semibold"/>
              </a:rPr>
              <a:t>Resource hierarchy</a:t>
            </a:r>
            <a:endParaRPr sz="2200" b="0">
              <a:latin typeface="Segoe UI Semibold"/>
              <a:cs typeface="Segoe UI Semibold"/>
            </a:endParaRPr>
          </a:p>
          <a:p>
            <a:pPr lvl="0">
              <a:defRPr/>
            </a:pPr>
            <a:r>
              <a:rPr lang="en-US" sz="2000" b="0" i="0" u="none" strike="noStrike" cap="none" spc="0">
                <a:solidFill>
                  <a:schemeClr val="tx1"/>
                </a:solidFill>
                <a:latin typeface="Segoe UI"/>
                <a:ea typeface="+mn-ea"/>
                <a:cs typeface="Segoe UI"/>
              </a:rPr>
              <a:t>Account → Database → Container → Item</a:t>
            </a:r>
            <a:endParaRPr sz="2000"/>
          </a:p>
          <a:p>
            <a:pPr marL="0" lvl="0" indent="0">
              <a:buNone/>
              <a:defRPr/>
            </a:pPr>
            <a:endParaRPr sz="2000"/>
          </a:p>
          <a:p>
            <a:pPr marL="0" marR="0" lvl="0" indent="0" algn="l">
              <a:lnSpc>
                <a:spcPct val="100000"/>
              </a:lnSpc>
              <a:spcBef>
                <a:spcPts val="0"/>
              </a:spcBef>
              <a:spcAft>
                <a:spcPts val="0"/>
              </a:spcAft>
              <a:buFont typeface="Arial"/>
              <a:buNone/>
              <a:defRPr/>
            </a:pPr>
            <a:r>
              <a:rPr lang="en-US" sz="2200" b="0" i="0" u="none" strike="noStrike" cap="none" spc="0">
                <a:solidFill>
                  <a:schemeClr val="tx1"/>
                </a:solidFill>
                <a:latin typeface="Segoe UI Semibold"/>
                <a:ea typeface="Segoe UI Semibold"/>
                <a:cs typeface="Segoe UI Semibold"/>
              </a:rPr>
              <a:t>Partition key</a:t>
            </a:r>
            <a:endParaRPr lang="en-US" sz="2200" b="0" i="0" u="none" strike="noStrike" cap="none" spc="0">
              <a:solidFill>
                <a:schemeClr val="tx1"/>
              </a:solidFill>
              <a:latin typeface="Segoe UI Semibold"/>
              <a:cs typeface="Segoe UI Semibold"/>
            </a:endParaRPr>
          </a:p>
          <a:p>
            <a:pPr lvl="0">
              <a:defRPr/>
            </a:pPr>
            <a:r>
              <a:rPr lang="en-US" sz="2000" b="0" i="0" u="none" strike="noStrike" cap="none" spc="0">
                <a:solidFill>
                  <a:schemeClr val="tx1"/>
                </a:solidFill>
                <a:latin typeface="Segoe UI"/>
                <a:ea typeface="+mn-ea"/>
                <a:cs typeface="Segoe UI"/>
              </a:rPr>
              <a:t>Most critical design decision</a:t>
            </a:r>
            <a:endParaRPr sz="2000"/>
          </a:p>
          <a:p>
            <a:pPr marL="228600" marR="0" lvl="0" indent="-228600" algn="l">
              <a:lnSpc>
                <a:spcPct val="100000"/>
              </a:lnSpc>
              <a:spcBef>
                <a:spcPts val="0"/>
              </a:spcBef>
              <a:spcAft>
                <a:spcPts val="0"/>
              </a:spcAft>
              <a:buFont typeface="Arial"/>
              <a:buChar char="•"/>
              <a:defRPr/>
            </a:pPr>
            <a:r>
              <a:rPr lang="en-US" sz="2000" b="0" i="0" u="none" strike="noStrike" cap="none" spc="0">
                <a:solidFill>
                  <a:schemeClr val="tx1"/>
                </a:solidFill>
                <a:latin typeface="Segoe UI"/>
                <a:ea typeface="+mn-ea"/>
                <a:cs typeface="Segoe UI"/>
              </a:rPr>
              <a:t>Choose high-cardinality fields: </a:t>
            </a:r>
            <a:r>
              <a:rPr lang="en-US" sz="1800" b="0" i="0" u="none" strike="noStrike" cap="none" spc="0">
                <a:solidFill>
                  <a:schemeClr val="tx1"/>
                </a:solidFill>
                <a:latin typeface="Cascadia Code SemiLight"/>
                <a:ea typeface="Cascadia Code SemiLight"/>
                <a:cs typeface="Cascadia Code SemiLight"/>
              </a:rPr>
              <a:t>userId</a:t>
            </a:r>
            <a:r>
              <a:rPr lang="en-US" sz="2000" b="0" i="0" u="none" strike="noStrike" cap="none" spc="0">
                <a:solidFill>
                  <a:schemeClr val="tx1"/>
                </a:solidFill>
                <a:latin typeface="Segoe UI"/>
                <a:ea typeface="+mn-ea"/>
                <a:cs typeface="Segoe UI"/>
              </a:rPr>
              <a:t>, </a:t>
            </a:r>
            <a:r>
              <a:rPr lang="en-US" sz="1800" b="0" i="0" u="none" strike="noStrike" cap="none" spc="0">
                <a:solidFill>
                  <a:schemeClr val="tx1"/>
                </a:solidFill>
                <a:latin typeface="Cascadia Code SemiLight"/>
                <a:ea typeface="Cascadia Code SemiLight"/>
                <a:cs typeface="Cascadia Code SemiLight"/>
              </a:rPr>
              <a:t>tenantId</a:t>
            </a:r>
            <a:r>
              <a:rPr lang="en-US" sz="2000" b="0" i="0" u="none" strike="noStrike" cap="none" spc="0">
                <a:solidFill>
                  <a:schemeClr val="tx1"/>
                </a:solidFill>
                <a:latin typeface="Segoe UI"/>
                <a:ea typeface="+mn-ea"/>
                <a:cs typeface="Segoe UI"/>
              </a:rPr>
              <a:t>, </a:t>
            </a:r>
            <a:r>
              <a:rPr lang="en-US" sz="1800" b="0" i="0" u="none" strike="noStrike" cap="none" spc="0">
                <a:solidFill>
                  <a:schemeClr val="tx1"/>
                </a:solidFill>
                <a:latin typeface="Cascadia Code SemiLight"/>
                <a:ea typeface="Cascadia Code SemiLight"/>
                <a:cs typeface="Cascadia Code SemiLight"/>
              </a:rPr>
              <a:t>categoryId</a:t>
            </a:r>
            <a:endParaRPr sz="2000"/>
          </a:p>
          <a:p>
            <a:pPr marL="0" lvl="0" indent="0">
              <a:buNone/>
              <a:defRPr/>
            </a:pPr>
            <a:endParaRPr sz="2000"/>
          </a:p>
          <a:p>
            <a:pPr marL="0" marR="0" lvl="0" indent="0" algn="l">
              <a:lnSpc>
                <a:spcPct val="100000"/>
              </a:lnSpc>
              <a:spcBef>
                <a:spcPts val="0"/>
              </a:spcBef>
              <a:spcAft>
                <a:spcPts val="0"/>
              </a:spcAft>
              <a:buFont typeface="Arial"/>
              <a:buNone/>
              <a:defRPr/>
            </a:pPr>
            <a:r>
              <a:rPr lang="en-US" sz="2200" b="0" i="0" u="none" strike="noStrike" cap="none" spc="0">
                <a:solidFill>
                  <a:schemeClr val="tx1"/>
                </a:solidFill>
                <a:latin typeface="Segoe UI Semibold"/>
                <a:ea typeface="Segoe UI Semibold"/>
                <a:cs typeface="Segoe UI Semibold"/>
              </a:rPr>
              <a:t>Throughput</a:t>
            </a:r>
            <a:endParaRPr sz="2000" b="1" i="0" u="none" strike="noStrike" cap="none" spc="0">
              <a:solidFill>
                <a:schemeClr val="tx1"/>
              </a:solidFill>
              <a:latin typeface="Times New Roman"/>
              <a:cs typeface="Times New Roman"/>
            </a:endParaRPr>
          </a:p>
          <a:p>
            <a:pPr lvl="0">
              <a:defRPr/>
            </a:pPr>
            <a:r>
              <a:rPr lang="en-US" sz="2000" b="0" i="0" u="none" strike="noStrike" cap="none" spc="0">
                <a:solidFill>
                  <a:schemeClr val="tx1"/>
                </a:solidFill>
                <a:latin typeface="Segoe UI"/>
                <a:ea typeface="+mn-ea"/>
                <a:cs typeface="Segoe UI"/>
              </a:rPr>
              <a:t>Manual: fixed RU/s</a:t>
            </a:r>
            <a:endParaRPr lang="en-US" sz="2000" b="0" i="0" u="none" strike="noStrike" cap="none" spc="0">
              <a:solidFill>
                <a:schemeClr val="tx1"/>
              </a:solidFill>
              <a:latin typeface="Times New Roman"/>
              <a:cs typeface="Times New Roman"/>
            </a:endParaRPr>
          </a:p>
          <a:p>
            <a:pPr lvl="0">
              <a:defRPr/>
            </a:pPr>
            <a:r>
              <a:rPr lang="en-US" sz="2000" b="0" i="0" u="none" strike="noStrike" cap="none" spc="0">
                <a:solidFill>
                  <a:schemeClr val="tx1"/>
                </a:solidFill>
                <a:latin typeface="Segoe UI"/>
                <a:ea typeface="Arial"/>
                <a:cs typeface="Segoe UI"/>
              </a:rPr>
              <a:t>Autoscale: scales 10%–100% of max</a:t>
            </a:r>
            <a:endParaRPr sz="2000"/>
          </a:p>
          <a:p>
            <a:pPr>
              <a:defRPr/>
            </a:pPr>
            <a:r>
              <a:rPr lang="en-US" sz="2000" b="0" i="0" u="none" strike="noStrike" cap="none" spc="0">
                <a:solidFill>
                  <a:schemeClr val="tx1"/>
                </a:solidFill>
                <a:latin typeface="Segoe UI"/>
                <a:ea typeface="+mn-ea"/>
                <a:cs typeface="Segoe UI"/>
              </a:rPr>
              <a:t>All operations measured in Request Units (RUs). Point read ~1 RU, write ~5–10 RUs</a:t>
            </a:r>
            <a:endParaRPr sz="260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00938559"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Implement the Azure Cosmos DB for NoSQL SDK</a:t>
            </a:r>
            <a:endParaRPr/>
          </a:p>
        </p:txBody>
      </p:sp>
      <p:sp>
        <p:nvSpPr>
          <p:cNvPr id="92486436" name="Content Placeholder 3"/>
          <p:cNvSpPr>
            <a:spLocks noGrp="1"/>
          </p:cNvSpPr>
          <p:nvPr>
            <p:ph sz="quarter" idx="10"/>
          </p:nvPr>
        </p:nvSpPr>
        <p:spPr bwMode="auto">
          <a:xfrm>
            <a:off x="457199" y="1358776"/>
            <a:ext cx="5120536" cy="4816474"/>
          </a:xfrm>
        </p:spPr>
        <p:txBody>
          <a:bodyPr vertOverflow="overflow" horzOverflow="overflow" vert="horz" wrap="square" lIns="0" tIns="0" rIns="0" bIns="0" numCol="1" spcCol="0" rtlCol="0" fromWordArt="0" anchor="t" anchorCtr="0" forceAA="0" compatLnSpc="0">
            <a:noAutofit/>
          </a:bodyPr>
          <a:lstStyle/>
          <a:p>
            <a:pPr marL="0" lvl="0" indent="0">
              <a:lnSpc>
                <a:spcPct val="100000"/>
              </a:lnSpc>
              <a:spcBef>
                <a:spcPts val="0"/>
              </a:spcBef>
              <a:spcAft>
                <a:spcPts val="575"/>
              </a:spcAft>
              <a:buNone/>
              <a:defRPr/>
            </a:pPr>
            <a:r>
              <a:rPr lang="en-US" sz="2600" b="0" i="0" u="none" strike="noStrike" cap="none" spc="0">
                <a:solidFill>
                  <a:schemeClr val="tx1"/>
                </a:solidFill>
                <a:latin typeface="Segoe UI Semibold"/>
                <a:ea typeface="Segoe UI Semibold"/>
                <a:cs typeface="Segoe UI Semibold"/>
              </a:rPr>
              <a:t>Singleton client pattern</a:t>
            </a:r>
            <a:endParaRPr sz="2600" b="0">
              <a:latin typeface="Segoe UI Semibold"/>
              <a:cs typeface="Segoe UI Semibold"/>
            </a:endParaRPr>
          </a:p>
          <a:p>
            <a:pPr lvl="0">
              <a:lnSpc>
                <a:spcPct val="100000"/>
              </a:lnSpc>
              <a:spcBef>
                <a:spcPts val="0"/>
              </a:spcBef>
              <a:spcAft>
                <a:spcPts val="359"/>
              </a:spcAft>
              <a:defRPr/>
            </a:pPr>
            <a:r>
              <a:rPr lang="en-US" sz="2200" b="0" i="0" u="none" strike="noStrike" cap="none" spc="0">
                <a:latin typeface="Segoe UI"/>
                <a:ea typeface="+mn-ea"/>
                <a:cs typeface="Segoe UI"/>
              </a:rPr>
              <a:t>Reuse one </a:t>
            </a:r>
            <a:r>
              <a:rPr lang="en-US" sz="2200" b="0" i="0" u="none" strike="noStrike" cap="none" spc="0">
                <a:latin typeface="Consolas"/>
                <a:ea typeface="Cascadia Code Light"/>
                <a:cs typeface="Cascadia Code Light"/>
              </a:rPr>
              <a:t>CosmosClient</a:t>
            </a:r>
            <a:r>
              <a:rPr lang="en-US" sz="2200" b="0" i="0" u="none" strike="noStrike" cap="none" spc="0">
                <a:latin typeface="Segoe UI"/>
                <a:ea typeface="+mn-ea"/>
                <a:cs typeface="Segoe UI"/>
              </a:rPr>
              <a:t> for the app lifecycle</a:t>
            </a:r>
            <a:endParaRPr sz="2200"/>
          </a:p>
          <a:p>
            <a:pPr lvl="0">
              <a:lnSpc>
                <a:spcPct val="100000"/>
              </a:lnSpc>
              <a:spcBef>
                <a:spcPts val="0"/>
              </a:spcBef>
              <a:spcAft>
                <a:spcPts val="359"/>
              </a:spcAft>
              <a:defRPr/>
            </a:pPr>
            <a:r>
              <a:rPr lang="en-US" sz="2200" b="0" i="0" u="none" strike="noStrike" cap="none" spc="0">
                <a:latin typeface="Segoe UI"/>
                <a:ea typeface="+mn-ea"/>
                <a:cs typeface="Segoe UI"/>
              </a:rPr>
              <a:t>Client maintains connection pools, caches routing</a:t>
            </a:r>
            <a:endParaRPr sz="2200"/>
          </a:p>
          <a:p>
            <a:pPr marL="228600" marR="0" lvl="0" indent="-228600" algn="l">
              <a:lnSpc>
                <a:spcPct val="100000"/>
              </a:lnSpc>
              <a:spcBef>
                <a:spcPts val="0"/>
              </a:spcBef>
              <a:spcAft>
                <a:spcPts val="359"/>
              </a:spcAft>
              <a:buFont typeface="Arial"/>
              <a:buChar char="•"/>
              <a:defRPr/>
            </a:pPr>
            <a:r>
              <a:rPr lang="en-US" sz="2200" b="0" i="0" u="none" strike="noStrike" cap="none" spc="0">
                <a:latin typeface="Consolas"/>
                <a:ea typeface="Cascadia Code Light"/>
                <a:cs typeface="Cascadia Code Light"/>
              </a:rPr>
              <a:t>get_database_client()</a:t>
            </a:r>
            <a:r>
              <a:rPr lang="en-US" sz="2200" b="0" i="0" u="none" strike="noStrike" cap="none" spc="0">
                <a:latin typeface="Segoe UI"/>
                <a:ea typeface="+mn-ea"/>
                <a:cs typeface="Segoe UI"/>
              </a:rPr>
              <a:t> and </a:t>
            </a:r>
            <a:r>
              <a:rPr lang="en-US" sz="2200" b="0" i="0" u="none" strike="noStrike" cap="none" spc="0">
                <a:latin typeface="Consolas"/>
                <a:ea typeface="Cascadia Code Light"/>
                <a:cs typeface="Cascadia Code Light"/>
              </a:rPr>
              <a:t>get_container_client()</a:t>
            </a:r>
            <a:r>
              <a:rPr lang="en-US" sz="2200" b="0" i="0" u="none" strike="noStrike" cap="none" spc="0">
                <a:latin typeface="Segoe UI"/>
                <a:ea typeface="+mn-ea"/>
                <a:cs typeface="Segoe UI"/>
              </a:rPr>
              <a:t> are lightweight handles</a:t>
            </a:r>
            <a:endParaRPr sz="2200"/>
          </a:p>
          <a:p>
            <a:pPr marL="228600" marR="0" lvl="0" indent="-228600" algn="l">
              <a:lnSpc>
                <a:spcPct val="100000"/>
              </a:lnSpc>
              <a:spcBef>
                <a:spcPts val="0"/>
              </a:spcBef>
              <a:spcAft>
                <a:spcPts val="359"/>
              </a:spcAft>
              <a:buFont typeface="Arial"/>
              <a:buChar char="•"/>
              <a:defRPr/>
            </a:pPr>
            <a:r>
              <a:rPr lang="en-US" sz="2200" b="0" i="0" u="none" strike="noStrike" cap="none" spc="0">
                <a:latin typeface="Consolas"/>
                <a:ea typeface="Cascadia Code Light"/>
                <a:cs typeface="Cascadia Code Light"/>
              </a:rPr>
              <a:t>create_*_if_not_exists</a:t>
            </a:r>
            <a:r>
              <a:rPr lang="en-US" sz="2200" b="0" i="0" u="none" strike="noStrike" cap="none" spc="0">
                <a:latin typeface="Segoe UI"/>
                <a:ea typeface="+mn-ea"/>
                <a:cs typeface="Segoe UI"/>
              </a:rPr>
              <a:t> for idempotent setup</a:t>
            </a:r>
            <a:endParaRPr sz="2200"/>
          </a:p>
        </p:txBody>
      </p:sp>
      <p:graphicFrame>
        <p:nvGraphicFramePr>
          <p:cNvPr id="1060219154" name="Content Placeholder 5"/>
          <p:cNvGraphicFramePr>
            <a:graphicFrameLocks/>
          </p:cNvGraphicFramePr>
          <p:nvPr/>
        </p:nvGraphicFramePr>
        <p:xfrm>
          <a:off x="6373149" y="1358776"/>
          <a:ext cx="5207824" cy="3138299"/>
        </p:xfrm>
        <a:graphic>
          <a:graphicData uri="http://schemas.openxmlformats.org/drawingml/2006/table">
            <a:tbl>
              <a:tblPr firstRow="1" bandRow="1">
                <a:tableStyleId>{5C22544A-7EE6-4342-B048-85BDC9FD1C3A}</a:tableStyleId>
              </a:tblPr>
              <a:tblGrid>
                <a:gridCol w="1170000">
                  <a:extLst>
                    <a:ext uri="{9D8B030D-6E8A-4147-A177-3AD203B41FA5}">
                      <a16:colId xmlns:a16="http://schemas.microsoft.com/office/drawing/2014/main" val="20000"/>
                    </a:ext>
                  </a:extLst>
                </a:gridCol>
                <a:gridCol w="1890000">
                  <a:extLst>
                    <a:ext uri="{9D8B030D-6E8A-4147-A177-3AD203B41FA5}">
                      <a16:colId xmlns:a16="http://schemas.microsoft.com/office/drawing/2014/main" val="20001"/>
                    </a:ext>
                  </a:extLst>
                </a:gridCol>
                <a:gridCol w="2147824">
                  <a:extLst>
                    <a:ext uri="{9D8B030D-6E8A-4147-A177-3AD203B41FA5}">
                      <a16:colId xmlns:a16="http://schemas.microsoft.com/office/drawing/2014/main" val="20002"/>
                    </a:ext>
                  </a:extLst>
                </a:gridCol>
              </a:tblGrid>
              <a:tr h="389498">
                <a:tc>
                  <a:txBody>
                    <a:bodyPr/>
                    <a:lstStyle/>
                    <a:p>
                      <a:pPr>
                        <a:defRPr/>
                      </a:pPr>
                      <a:endParaRPr/>
                    </a:p>
                  </a:txBody>
                  <a:tcPr/>
                </a:tc>
                <a:tc>
                  <a:txBody>
                    <a:bodyPr/>
                    <a:lstStyle/>
                    <a:p>
                      <a:pPr marL="0" lvl="0" indent="0">
                        <a:buNone/>
                        <a:defRPr/>
                      </a:pPr>
                      <a:r>
                        <a:t>Point read</a:t>
                      </a:r>
                    </a:p>
                  </a:txBody>
                  <a:tcPr/>
                </a:tc>
                <a:tc>
                  <a:txBody>
                    <a:bodyPr/>
                    <a:lstStyle/>
                    <a:p>
                      <a:pPr marL="0" lvl="0" indent="0">
                        <a:buNone/>
                        <a:defRPr/>
                      </a:pPr>
                      <a:r>
                        <a:t>Query</a:t>
                      </a:r>
                    </a:p>
                  </a:txBody>
                  <a:tcPr/>
                </a:tc>
                <a:extLst>
                  <a:ext uri="{0D108BD9-81ED-4DB2-BD59-A6C34878D82A}">
                    <a16:rowId xmlns:a16="http://schemas.microsoft.com/office/drawing/2014/main" val="10000"/>
                  </a:ext>
                </a:extLst>
              </a:tr>
              <a:tr h="996061">
                <a:tc>
                  <a:txBody>
                    <a:bodyPr/>
                    <a:lstStyle/>
                    <a:p>
                      <a:pPr marL="0" lvl="0" indent="0">
                        <a:buNone/>
                        <a:defRPr/>
                      </a:pPr>
                      <a:r>
                        <a:rPr b="0">
                          <a:latin typeface="Segoe UI Semibold"/>
                          <a:ea typeface="Segoe UI Semibold"/>
                          <a:cs typeface="Segoe UI Semibold"/>
                        </a:rPr>
                        <a:t>When</a:t>
                      </a:r>
                      <a:endParaRPr b="0">
                        <a:latin typeface="Segoe UI Semibold"/>
                        <a:cs typeface="Segoe UI Semibold"/>
                      </a:endParaRPr>
                    </a:p>
                  </a:txBody>
                  <a:tcPr/>
                </a:tc>
                <a:tc>
                  <a:txBody>
                    <a:bodyPr/>
                    <a:lstStyle/>
                    <a:p>
                      <a:pPr marL="0" marR="0" lvl="0" indent="0" algn="l">
                        <a:lnSpc>
                          <a:spcPct val="100000"/>
                        </a:lnSpc>
                        <a:spcBef>
                          <a:spcPts val="0"/>
                        </a:spcBef>
                        <a:spcAft>
                          <a:spcPts val="0"/>
                        </a:spcAft>
                        <a:buNone/>
                        <a:defRPr/>
                      </a:pPr>
                      <a:r>
                        <a:t>Know </a:t>
                      </a:r>
                      <a:r>
                        <a:rPr lang="en-US" sz="1800" b="0" i="0" u="none" strike="noStrike" cap="none" spc="0">
                          <a:solidFill>
                            <a:schemeClr val="dk1"/>
                          </a:solidFill>
                          <a:latin typeface="Cascadia Code Light"/>
                          <a:ea typeface="Cascadia Code Light"/>
                          <a:cs typeface="Cascadia Code Light"/>
                        </a:rPr>
                        <a:t>id</a:t>
                      </a:r>
                      <a:r>
                        <a:t> + partition key</a:t>
                      </a:r>
                    </a:p>
                  </a:txBody>
                  <a:tcPr/>
                </a:tc>
                <a:tc>
                  <a:txBody>
                    <a:bodyPr/>
                    <a:lstStyle/>
                    <a:p>
                      <a:pPr marL="0" lvl="0" indent="0">
                        <a:buNone/>
                        <a:defRPr/>
                      </a:pPr>
                      <a:r>
                        <a:t>Need to filter/search</a:t>
                      </a:r>
                    </a:p>
                  </a:txBody>
                  <a:tcPr/>
                </a:tc>
                <a:extLst>
                  <a:ext uri="{0D108BD9-81ED-4DB2-BD59-A6C34878D82A}">
                    <a16:rowId xmlns:a16="http://schemas.microsoft.com/office/drawing/2014/main" val="10001"/>
                  </a:ext>
                </a:extLst>
              </a:tr>
              <a:tr h="681621">
                <a:tc>
                  <a:txBody>
                    <a:bodyPr/>
                    <a:lstStyle/>
                    <a:p>
                      <a:pPr marL="0" lvl="0" indent="0">
                        <a:buNone/>
                        <a:defRPr/>
                      </a:pPr>
                      <a:r>
                        <a:rPr b="0">
                          <a:latin typeface="Segoe UI Semibold"/>
                          <a:ea typeface="Segoe UI Semibold"/>
                          <a:cs typeface="Segoe UI Semibold"/>
                        </a:rPr>
                        <a:t>Cost</a:t>
                      </a:r>
                      <a:endParaRPr b="0">
                        <a:latin typeface="Segoe UI Semibold"/>
                        <a:cs typeface="Segoe UI Semibold"/>
                      </a:endParaRPr>
                    </a:p>
                  </a:txBody>
                  <a:tcPr/>
                </a:tc>
                <a:tc>
                  <a:txBody>
                    <a:bodyPr/>
                    <a:lstStyle/>
                    <a:p>
                      <a:pPr marL="0" lvl="0" indent="0">
                        <a:buNone/>
                        <a:defRPr/>
                      </a:pPr>
                      <a:r>
                        <a:t>~1 RU (1 KB)</a:t>
                      </a:r>
                    </a:p>
                  </a:txBody>
                  <a:tcPr/>
                </a:tc>
                <a:tc>
                  <a:txBody>
                    <a:bodyPr/>
                    <a:lstStyle/>
                    <a:p>
                      <a:pPr marL="0" lvl="0" indent="0">
                        <a:buNone/>
                        <a:defRPr/>
                      </a:pPr>
                      <a:r>
                        <a:t>3–hundreds of RUs</a:t>
                      </a:r>
                    </a:p>
                  </a:txBody>
                  <a:tcPr/>
                </a:tc>
                <a:extLst>
                  <a:ext uri="{0D108BD9-81ED-4DB2-BD59-A6C34878D82A}">
                    <a16:rowId xmlns:a16="http://schemas.microsoft.com/office/drawing/2014/main" val="10002"/>
                  </a:ext>
                </a:extLst>
              </a:tr>
              <a:tr h="389498">
                <a:tc>
                  <a:txBody>
                    <a:bodyPr/>
                    <a:lstStyle/>
                    <a:p>
                      <a:pPr marL="0" lvl="0" indent="0">
                        <a:buNone/>
                        <a:defRPr/>
                      </a:pPr>
                      <a:r>
                        <a:rPr b="0">
                          <a:latin typeface="Segoe UI Semibold"/>
                          <a:ea typeface="Segoe UI Semibold"/>
                          <a:cs typeface="Segoe UI Semibold"/>
                        </a:rPr>
                        <a:t>Latency</a:t>
                      </a:r>
                      <a:endParaRPr b="0">
                        <a:latin typeface="Segoe UI Semibold"/>
                        <a:cs typeface="Segoe UI Semibold"/>
                      </a:endParaRPr>
                    </a:p>
                  </a:txBody>
                  <a:tcPr/>
                </a:tc>
                <a:tc>
                  <a:txBody>
                    <a:bodyPr/>
                    <a:lstStyle/>
                    <a:p>
                      <a:pPr marL="0" lvl="0" indent="0">
                        <a:buNone/>
                        <a:defRPr/>
                      </a:pPr>
                      <a:r>
                        <a:t>Lowest</a:t>
                      </a:r>
                    </a:p>
                  </a:txBody>
                  <a:tcPr/>
                </a:tc>
                <a:tc>
                  <a:txBody>
                    <a:bodyPr/>
                    <a:lstStyle/>
                    <a:p>
                      <a:pPr marL="0" lvl="0" indent="0">
                        <a:buNone/>
                        <a:defRPr/>
                      </a:pPr>
                      <a:r>
                        <a:t>Varies</a:t>
                      </a:r>
                    </a:p>
                  </a:txBody>
                  <a:tcPr/>
                </a:tc>
                <a:extLst>
                  <a:ext uri="{0D108BD9-81ED-4DB2-BD59-A6C34878D82A}">
                    <a16:rowId xmlns:a16="http://schemas.microsoft.com/office/drawing/2014/main" val="10003"/>
                  </a:ext>
                </a:extLst>
              </a:tr>
              <a:tr h="681621">
                <a:tc>
                  <a:txBody>
                    <a:bodyPr/>
                    <a:lstStyle/>
                    <a:p>
                      <a:pPr marL="0" lvl="0" indent="0">
                        <a:buNone/>
                        <a:defRPr/>
                      </a:pPr>
                      <a:r>
                        <a:rPr b="0">
                          <a:latin typeface="Segoe UI Semibold"/>
                          <a:ea typeface="Segoe UI Semibold"/>
                          <a:cs typeface="Segoe UI Semibold"/>
                        </a:rPr>
                        <a:t>Method</a:t>
                      </a:r>
                      <a:endParaRPr b="0">
                        <a:latin typeface="Segoe UI Semibold"/>
                        <a:cs typeface="Segoe UI Semibold"/>
                      </a:endParaRPr>
                    </a:p>
                  </a:txBody>
                  <a:tcPr/>
                </a:tc>
                <a:tc>
                  <a:txBody>
                    <a:bodyPr/>
                    <a:lstStyle/>
                    <a:p>
                      <a:pPr marL="0" lvl="0" indent="0">
                        <a:buNone/>
                        <a:defRPr/>
                      </a:pPr>
                      <a:r>
                        <a:rPr sz="1800">
                          <a:latin typeface="Cascadia Code Light"/>
                          <a:ea typeface="Cascadia Code Light"/>
                          <a:cs typeface="Cascadia Code Light"/>
                        </a:rPr>
                        <a:t>read_item()</a:t>
                      </a:r>
                      <a:endParaRPr sz="1800">
                        <a:latin typeface="Cascadia Code Light"/>
                        <a:cs typeface="Cascadia Code Light"/>
                      </a:endParaRPr>
                    </a:p>
                  </a:txBody>
                  <a:tcPr/>
                </a:tc>
                <a:tc>
                  <a:txBody>
                    <a:bodyPr/>
                    <a:lstStyle/>
                    <a:p>
                      <a:pPr marL="0" lvl="0" indent="0">
                        <a:buNone/>
                        <a:defRPr/>
                      </a:pPr>
                      <a:r>
                        <a:rPr sz="1800" dirty="0" err="1">
                          <a:latin typeface="Cascadia Code Light"/>
                          <a:ea typeface="Cascadia Code Light"/>
                          <a:cs typeface="Cascadia Code Light"/>
                        </a:rPr>
                        <a:t>query_items</a:t>
                      </a:r>
                      <a:r>
                        <a:rPr sz="1800" dirty="0">
                          <a:latin typeface="Cascadia Code Light"/>
                          <a:ea typeface="Cascadia Code Light"/>
                          <a:cs typeface="Cascadia Code Light"/>
                        </a:rPr>
                        <a:t>()</a:t>
                      </a:r>
                      <a:endParaRPr sz="1800" dirty="0">
                        <a:latin typeface="Cascadia Code Light"/>
                        <a:cs typeface="Cascadia Code Light"/>
                      </a:endParaRPr>
                    </a:p>
                  </a:txBody>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132055481"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mj-ea"/>
                <a:cs typeface="Segoe UI Semibold"/>
              </a:rPr>
              <a:t>Query Azure Cosmos DB for NoSQL (1 of 2)</a:t>
            </a:r>
            <a:endParaRPr/>
          </a:p>
        </p:txBody>
      </p:sp>
      <p:sp>
        <p:nvSpPr>
          <p:cNvPr id="289457031" name="Content Placeholder 3"/>
          <p:cNvSpPr>
            <a:spLocks noGrp="1"/>
          </p:cNvSpPr>
          <p:nvPr>
            <p:ph sz="quarter" idx="10"/>
          </p:nvPr>
        </p:nvSpPr>
        <p:spPr bwMode="auto">
          <a:xfrm>
            <a:off x="457200" y="1234439"/>
            <a:ext cx="5037670" cy="4816474"/>
          </a:xfrm>
        </p:spPr>
        <p:txBody>
          <a:bodyPr vertOverflow="overflow" horzOverflow="overflow" vert="horz" wrap="square" lIns="0" tIns="0" rIns="0" bIns="0" numCol="1" spcCol="0" rtlCol="0" fromWordArt="0" anchor="t" anchorCtr="0" forceAA="0" compatLnSpc="0">
            <a:noAutofit/>
          </a:bodyPr>
          <a:lstStyle/>
          <a:p>
            <a:pPr marL="0" lvl="0" indent="0">
              <a:buNone/>
              <a:defRPr/>
            </a:pPr>
            <a:r>
              <a:rPr lang="en-US" sz="2800" b="0" i="0" u="none" strike="noStrike" cap="none" spc="0">
                <a:solidFill>
                  <a:schemeClr val="tx1"/>
                </a:solidFill>
                <a:latin typeface="Segoe UI Semibold"/>
                <a:ea typeface="Segoe UI Semibold"/>
                <a:cs typeface="Segoe UI Semibold"/>
              </a:rPr>
              <a:t>SQL syntax and filtering</a:t>
            </a:r>
            <a:endParaRPr lang="en-US" sz="2800" b="0" i="0" u="none" strike="noStrike" cap="none" spc="0">
              <a:solidFill>
                <a:schemeClr val="tx1"/>
              </a:solidFill>
              <a:latin typeface="Times New Roman"/>
              <a:cs typeface="Times New Roman"/>
            </a:endParaRPr>
          </a:p>
          <a:p>
            <a:pPr marL="0" lvl="0" indent="0">
              <a:buNone/>
              <a:defRPr/>
            </a:pPr>
            <a:endParaRPr sz="1000" b="0" i="0" u="none" strike="noStrike" cap="none" spc="0">
              <a:solidFill>
                <a:schemeClr val="tx1"/>
              </a:solidFill>
              <a:latin typeface="Segoe UI Semibold"/>
              <a:cs typeface="Segoe UI Semibold"/>
            </a:endParaRPr>
          </a:p>
          <a:p>
            <a:pPr marL="0" indent="0">
              <a:buFont typeface="Arial"/>
              <a:buNone/>
              <a:defRPr/>
            </a:pPr>
            <a:r>
              <a:rPr sz="1800" b="0" i="0" u="none">
                <a:solidFill>
                  <a:srgbClr val="0000FF"/>
                </a:solidFill>
                <a:latin typeface="Consolas"/>
                <a:ea typeface="Cascadia Code Light"/>
                <a:cs typeface="Cascadia Code Light"/>
              </a:rPr>
              <a:t>SELECT</a:t>
            </a:r>
            <a:r>
              <a:rPr sz="1800" b="0" i="0" u="none">
                <a:solidFill>
                  <a:srgbClr val="000000"/>
                </a:solidFill>
                <a:latin typeface="Consolas"/>
                <a:ea typeface="Cascadia Code Light"/>
                <a:cs typeface="Cascadia Code Light"/>
              </a:rPr>
              <a:t> p.id, p.name, p.price</a:t>
            </a:r>
            <a:endParaRPr sz="7200">
              <a:latin typeface="Consolas"/>
            </a:endParaRPr>
          </a:p>
          <a:p>
            <a:pPr marL="0" indent="0">
              <a:buFont typeface="Arial"/>
              <a:buNone/>
              <a:defRPr/>
            </a:pPr>
            <a:r>
              <a:rPr sz="1800" b="0" i="0" u="none">
                <a:solidFill>
                  <a:srgbClr val="0000FF"/>
                </a:solidFill>
                <a:latin typeface="Consolas"/>
                <a:ea typeface="Cascadia Code Light"/>
                <a:cs typeface="Cascadia Code Light"/>
              </a:rPr>
              <a:t>FROM</a:t>
            </a:r>
            <a:r>
              <a:rPr sz="1800" b="0" i="0" u="none">
                <a:solidFill>
                  <a:srgbClr val="000000"/>
                </a:solidFill>
                <a:latin typeface="Consolas"/>
                <a:ea typeface="Cascadia Code Light"/>
                <a:cs typeface="Cascadia Code Light"/>
              </a:rPr>
              <a:t> products p</a:t>
            </a:r>
            <a:endParaRPr sz="7200">
              <a:latin typeface="Consolas"/>
            </a:endParaRPr>
          </a:p>
          <a:p>
            <a:pPr marL="0" indent="0">
              <a:buFont typeface="Arial"/>
              <a:buNone/>
              <a:defRPr/>
            </a:pPr>
            <a:r>
              <a:rPr sz="1800" b="0" i="0" u="none">
                <a:solidFill>
                  <a:srgbClr val="0000FF"/>
                </a:solidFill>
                <a:latin typeface="Consolas"/>
                <a:ea typeface="Cascadia Code Light"/>
                <a:cs typeface="Cascadia Code Light"/>
              </a:rPr>
              <a:t>WHERE</a:t>
            </a:r>
            <a:r>
              <a:rPr sz="1800" b="0" i="0" u="none">
                <a:solidFill>
                  <a:srgbClr val="000000"/>
                </a:solidFill>
                <a:latin typeface="Consolas"/>
                <a:ea typeface="Cascadia Code Light"/>
                <a:cs typeface="Cascadia Code Light"/>
              </a:rPr>
              <a:t> p.categoryId = </a:t>
            </a:r>
            <a:r>
              <a:rPr sz="1800" b="0" i="0" u="none">
                <a:solidFill>
                  <a:srgbClr val="A31515"/>
                </a:solidFill>
                <a:latin typeface="Consolas"/>
                <a:ea typeface="Cascadia Code Light"/>
                <a:cs typeface="Cascadia Code Light"/>
              </a:rPr>
              <a:t>"electronics"</a:t>
            </a:r>
            <a:endParaRPr sz="7200">
              <a:latin typeface="Consolas"/>
            </a:endParaRPr>
          </a:p>
          <a:p>
            <a:pPr marL="0" indent="0">
              <a:buFont typeface="Arial"/>
              <a:buNone/>
              <a:defRPr/>
            </a:pPr>
            <a:r>
              <a:rPr sz="1800" b="0" i="0" u="none">
                <a:solidFill>
                  <a:srgbClr val="000000"/>
                </a:solidFill>
                <a:latin typeface="Consolas"/>
                <a:ea typeface="Cascadia Code Light"/>
                <a:cs typeface="Cascadia Code Light"/>
              </a:rPr>
              <a:t>  </a:t>
            </a:r>
            <a:r>
              <a:rPr sz="1800" b="0" i="0" u="none">
                <a:solidFill>
                  <a:srgbClr val="0000FF"/>
                </a:solidFill>
                <a:latin typeface="Consolas"/>
                <a:ea typeface="Cascadia Code Light"/>
                <a:cs typeface="Cascadia Code Light"/>
              </a:rPr>
              <a:t>AND</a:t>
            </a:r>
            <a:r>
              <a:rPr sz="1800" b="0" i="0" u="none">
                <a:solidFill>
                  <a:srgbClr val="000000"/>
                </a:solidFill>
                <a:latin typeface="Consolas"/>
                <a:ea typeface="Cascadia Code Light"/>
                <a:cs typeface="Cascadia Code Light"/>
              </a:rPr>
              <a:t> p.price &lt; </a:t>
            </a:r>
            <a:r>
              <a:rPr sz="1800" b="0" i="0" u="none">
                <a:solidFill>
                  <a:srgbClr val="098658"/>
                </a:solidFill>
                <a:latin typeface="Consolas"/>
                <a:ea typeface="Cascadia Code Light"/>
                <a:cs typeface="Cascadia Code Light"/>
              </a:rPr>
              <a:t>500</a:t>
            </a:r>
            <a:br>
              <a:rPr sz="1800" b="0" i="0" u="none">
                <a:latin typeface="Consolas"/>
                <a:ea typeface="Cascadia Code Light"/>
                <a:cs typeface="Cascadia Code Light"/>
              </a:rPr>
            </a:br>
            <a:endParaRPr sz="1800" b="0" i="0" u="none">
              <a:solidFill>
                <a:srgbClr val="098658"/>
              </a:solidFill>
              <a:latin typeface="Consolas"/>
              <a:ea typeface="Cascadia Code Light"/>
              <a:cs typeface="Cascadia Code Light"/>
            </a:endParaRPr>
          </a:p>
          <a:p>
            <a:pPr marL="0" indent="0">
              <a:buFont typeface="Arial"/>
              <a:buNone/>
              <a:defRPr/>
            </a:pPr>
            <a:r>
              <a:rPr sz="1800" b="0" i="0" u="none">
                <a:solidFill>
                  <a:srgbClr val="008000"/>
                </a:solidFill>
                <a:latin typeface="Consolas"/>
                <a:ea typeface="Cascadia Code Light"/>
                <a:cs typeface="Cascadia Code Light"/>
              </a:rPr>
              <a:t>-- String functions</a:t>
            </a:r>
            <a:endParaRPr sz="7200">
              <a:latin typeface="Consolas"/>
            </a:endParaRPr>
          </a:p>
          <a:p>
            <a:pPr marL="0" indent="0">
              <a:buFont typeface="Arial"/>
              <a:buNone/>
              <a:defRPr/>
            </a:pPr>
            <a:r>
              <a:rPr sz="1800" b="0" i="0" u="none">
                <a:solidFill>
                  <a:srgbClr val="0000FF"/>
                </a:solidFill>
                <a:latin typeface="Consolas"/>
                <a:ea typeface="Cascadia Code Light"/>
                <a:cs typeface="Cascadia Code Light"/>
              </a:rPr>
              <a:t>SELECT</a:t>
            </a:r>
            <a:r>
              <a:rPr sz="1800" b="0" i="0" u="none">
                <a:solidFill>
                  <a:srgbClr val="000000"/>
                </a:solidFill>
                <a:latin typeface="Consolas"/>
                <a:ea typeface="Cascadia Code Light"/>
                <a:cs typeface="Cascadia Code Light"/>
              </a:rPr>
              <a:t> * </a:t>
            </a:r>
            <a:r>
              <a:rPr sz="1800" b="0" i="0" u="none">
                <a:solidFill>
                  <a:srgbClr val="0000FF"/>
                </a:solidFill>
                <a:latin typeface="Consolas"/>
                <a:ea typeface="Cascadia Code Light"/>
                <a:cs typeface="Cascadia Code Light"/>
              </a:rPr>
              <a:t>FROM</a:t>
            </a:r>
            <a:r>
              <a:rPr sz="1800" b="0" i="0" u="none">
                <a:solidFill>
                  <a:srgbClr val="000000"/>
                </a:solidFill>
                <a:latin typeface="Consolas"/>
                <a:ea typeface="Cascadia Code Light"/>
                <a:cs typeface="Cascadia Code Light"/>
              </a:rPr>
              <a:t> products p</a:t>
            </a:r>
            <a:endParaRPr sz="7200">
              <a:latin typeface="Consolas"/>
            </a:endParaRPr>
          </a:p>
          <a:p>
            <a:pPr marL="0" lvl="0" indent="0">
              <a:buFont typeface="Arial"/>
              <a:buNone/>
              <a:defRPr/>
            </a:pPr>
            <a:r>
              <a:rPr sz="1800" b="0" i="0" u="none">
                <a:solidFill>
                  <a:srgbClr val="0000FF"/>
                </a:solidFill>
                <a:latin typeface="Consolas"/>
                <a:ea typeface="Cascadia Code Light"/>
                <a:cs typeface="Cascadia Code Light"/>
              </a:rPr>
              <a:t>WHERE</a:t>
            </a:r>
            <a:r>
              <a:rPr sz="1800" b="0" i="0" u="none">
                <a:solidFill>
                  <a:srgbClr val="000000"/>
                </a:solidFill>
                <a:latin typeface="Consolas"/>
                <a:ea typeface="Cascadia Code Light"/>
                <a:cs typeface="Cascadia Code Light"/>
              </a:rPr>
              <a:t> CONTAINS(p.name, </a:t>
            </a:r>
            <a:r>
              <a:rPr sz="1800" b="0" i="0" u="none">
                <a:solidFill>
                  <a:srgbClr val="A31515"/>
                </a:solidFill>
                <a:latin typeface="Consolas"/>
                <a:ea typeface="Cascadia Code Light"/>
                <a:cs typeface="Cascadia Code Light"/>
              </a:rPr>
              <a:t>"Speaker"</a:t>
            </a:r>
            <a:r>
              <a:rPr sz="1800" b="0" i="0" u="none">
                <a:solidFill>
                  <a:srgbClr val="000000"/>
                </a:solidFill>
                <a:latin typeface="Consolas"/>
                <a:ea typeface="Cascadia Code Light"/>
                <a:cs typeface="Cascadia Code Light"/>
              </a:rPr>
              <a:t>)</a:t>
            </a:r>
            <a:endParaRPr lang="en-US" sz="2800" b="0" i="0" u="none" strike="noStrike" cap="none" spc="0">
              <a:latin typeface="Consolas"/>
              <a:cs typeface="Times New Roman"/>
            </a:endParaRPr>
          </a:p>
        </p:txBody>
      </p:sp>
      <p:sp>
        <p:nvSpPr>
          <p:cNvPr id="897518370" name="Content Placeholder 3"/>
          <p:cNvSpPr>
            <a:spLocks noGrp="1"/>
          </p:cNvSpPr>
          <p:nvPr/>
        </p:nvSpPr>
        <p:spPr bwMode="auto">
          <a:xfrm>
            <a:off x="6019024" y="1234439"/>
            <a:ext cx="5561949" cy="4816474"/>
          </a:xfrm>
        </p:spPr>
        <p:txBody>
          <a:bodyPr vertOverflow="overflow" horzOverflow="overflow" vert="horz" wrap="square" lIns="0" tIns="0" rIns="0" bIns="0" numCol="1" spcCol="0" rtlCol="0" fromWordArt="0" anchor="t" anchorCtr="0" forceAA="0" compatLnSpc="0">
            <a:noAutofit/>
          </a:bodyPr>
          <a:lstStyle>
            <a:lvl1pPr marL="228600" indent="-228600" algn="l" defTabSz="914400" rtl="0">
              <a:lnSpc>
                <a:spcPct val="100000"/>
              </a:lnSpc>
              <a:spcBef>
                <a:spcPts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ts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ts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ts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ts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lang="en-US" sz="2800" b="0" i="0" u="none" strike="noStrike" kern="0" cap="none" spc="0" normalizeH="0" baseline="0" noProof="0">
                <a:ln>
                  <a:noFill/>
                </a:ln>
                <a:solidFill>
                  <a:prstClr val="black"/>
                </a:solidFill>
                <a:effectLst/>
                <a:uLnTx/>
                <a:uFillTx/>
                <a:latin typeface="Segoe UI Semibold"/>
                <a:ea typeface="Segoe UI Semibold"/>
                <a:cs typeface="Segoe UI Semibold"/>
              </a:rPr>
              <a:t>Parameterized queries</a:t>
            </a:r>
            <a:endParaRPr kumimoji="0" sz="2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endParaRPr kumimoji="0" lang="en-US" sz="800" b="0" i="0" u="none" strike="noStrike" kern="0" cap="none" spc="0" normalizeH="0" baseline="0" noProof="0">
              <a:ln>
                <a:noFill/>
              </a:ln>
              <a:solidFill>
                <a:prstClr val="black"/>
              </a:solidFill>
              <a:effectLst/>
              <a:uLnTx/>
              <a:uFillTx/>
              <a:latin typeface="Times New Roman"/>
              <a:cs typeface="Times New Roman"/>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800" b="0" i="0" u="none" strike="noStrike" kern="0" cap="none" spc="0" normalizeH="0" baseline="0" noProof="0">
                <a:ln>
                  <a:noFill/>
                </a:ln>
                <a:solidFill>
                  <a:srgbClr val="001080"/>
                </a:solidFill>
                <a:effectLst/>
                <a:uLnTx/>
                <a:uFillTx/>
                <a:latin typeface="Consolas"/>
                <a:ea typeface="Cascadia Code Light"/>
                <a:cs typeface="Cascadia Code Light"/>
              </a:rPr>
              <a:t>query</a:t>
            </a:r>
            <a:r>
              <a:rPr kumimoji="0" sz="1800" b="0" i="0" u="none" strike="noStrike" kern="0" cap="none" spc="0" normalizeH="0" baseline="0" noProof="0">
                <a:ln>
                  <a:noFill/>
                </a:ln>
                <a:solidFill>
                  <a:srgbClr val="000000"/>
                </a:solidFill>
                <a:effectLst/>
                <a:uLnTx/>
                <a:uFillTx/>
                <a:latin typeface="Consolas"/>
                <a:ea typeface="Cascadia Code Light"/>
                <a:cs typeface="Cascadia Code Light"/>
              </a:rPr>
              <a:t> = </a:t>
            </a:r>
            <a:r>
              <a:rPr kumimoji="0" sz="1800" b="0" i="0" u="none" strike="noStrike" kern="0" cap="none" spc="0" normalizeH="0" baseline="0" noProof="0">
                <a:ln>
                  <a:noFill/>
                </a:ln>
                <a:solidFill>
                  <a:srgbClr val="A31515"/>
                </a:solidFill>
                <a:effectLst/>
                <a:uLnTx/>
                <a:uFillTx/>
                <a:latin typeface="Consolas"/>
                <a:ea typeface="Cascadia Code Light"/>
                <a:cs typeface="Cascadia Code Light"/>
              </a:rPr>
              <a:t>"""</a:t>
            </a:r>
            <a:endParaRPr kumimoji="0" sz="1800" b="0" i="0" u="none" strike="noStrike" kern="0" cap="none" spc="0" normalizeH="0" baseline="0" noProof="0">
              <a:ln>
                <a:noFill/>
              </a:ln>
              <a:solidFill>
                <a:prstClr val="black"/>
              </a:solidFill>
              <a:effectLst/>
              <a:uLnTx/>
              <a:uFillTx/>
              <a:latin typeface="Consolas"/>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800" b="0" i="0" u="none" strike="noStrike" kern="0" cap="none" spc="0" normalizeH="0" baseline="0" noProof="0">
                <a:ln>
                  <a:noFill/>
                </a:ln>
                <a:solidFill>
                  <a:srgbClr val="A31515"/>
                </a:solidFill>
                <a:effectLst/>
                <a:uLnTx/>
                <a:uFillTx/>
                <a:latin typeface="Consolas"/>
                <a:ea typeface="Cascadia Code Light"/>
                <a:cs typeface="Cascadia Code Light"/>
              </a:rPr>
              <a:t>    SELECT * FROM products p</a:t>
            </a:r>
            <a:endParaRPr kumimoji="0" sz="1800" b="0" i="0" u="none" strike="noStrike" kern="0" cap="none" spc="0" normalizeH="0" baseline="0" noProof="0">
              <a:ln>
                <a:noFill/>
              </a:ln>
              <a:solidFill>
                <a:prstClr val="black"/>
              </a:solidFill>
              <a:effectLst/>
              <a:uLnTx/>
              <a:uFillTx/>
              <a:latin typeface="Consolas"/>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800" b="0" i="0" u="none" strike="noStrike" kern="0" cap="none" spc="0" normalizeH="0" baseline="0" noProof="0">
                <a:ln>
                  <a:noFill/>
                </a:ln>
                <a:solidFill>
                  <a:srgbClr val="A31515"/>
                </a:solidFill>
                <a:effectLst/>
                <a:uLnTx/>
                <a:uFillTx/>
                <a:latin typeface="Consolas"/>
                <a:ea typeface="Cascadia Code Light"/>
                <a:cs typeface="Cascadia Code Light"/>
              </a:rPr>
              <a:t>    WHERE p.categoryId = @category</a:t>
            </a:r>
            <a:endParaRPr kumimoji="0" sz="1800" b="0" i="0" u="none" strike="noStrike" kern="0" cap="none" spc="0" normalizeH="0" baseline="0" noProof="0">
              <a:ln>
                <a:noFill/>
              </a:ln>
              <a:solidFill>
                <a:prstClr val="black"/>
              </a:solidFill>
              <a:effectLst/>
              <a:uLnTx/>
              <a:uFillTx/>
              <a:latin typeface="Consolas"/>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800" b="0" i="0" u="none" strike="noStrike" kern="0" cap="none" spc="0" normalizeH="0" baseline="0" noProof="0">
                <a:ln>
                  <a:noFill/>
                </a:ln>
                <a:solidFill>
                  <a:srgbClr val="A31515"/>
                </a:solidFill>
                <a:effectLst/>
                <a:uLnTx/>
                <a:uFillTx/>
                <a:latin typeface="Consolas"/>
                <a:ea typeface="Cascadia Code Light"/>
                <a:cs typeface="Cascadia Code Light"/>
              </a:rPr>
              <a:t>      AND p.price &lt; @maxPrice</a:t>
            </a:r>
            <a:endParaRPr kumimoji="0" sz="1800" b="0" i="0" u="none" strike="noStrike" kern="0" cap="none" spc="0" normalizeH="0" baseline="0" noProof="0">
              <a:ln>
                <a:noFill/>
              </a:ln>
              <a:solidFill>
                <a:prstClr val="black"/>
              </a:solidFill>
              <a:effectLst/>
              <a:uLnTx/>
              <a:uFillTx/>
              <a:latin typeface="Consolas"/>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800" b="0" i="0" u="none" strike="noStrike" kern="0" cap="none" spc="0" normalizeH="0" baseline="0" noProof="0">
                <a:ln>
                  <a:noFill/>
                </a:ln>
                <a:solidFill>
                  <a:srgbClr val="A31515"/>
                </a:solidFill>
                <a:effectLst/>
                <a:uLnTx/>
                <a:uFillTx/>
                <a:latin typeface="Consolas"/>
                <a:ea typeface="Cascadia Code Light"/>
                <a:cs typeface="Cascadia Code Light"/>
              </a:rPr>
              <a:t>"""</a:t>
            </a:r>
            <a:endParaRPr kumimoji="0" sz="1800" b="0" i="0" u="none" strike="noStrike" kern="0" cap="none" spc="0" normalizeH="0" baseline="0" noProof="0">
              <a:ln>
                <a:noFill/>
              </a:ln>
              <a:solidFill>
                <a:prstClr val="black"/>
              </a:solidFill>
              <a:effectLst/>
              <a:uLnTx/>
              <a:uFillTx/>
              <a:latin typeface="Consolas"/>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800" b="0" i="0" u="none" strike="noStrike" kern="0" cap="none" spc="0" normalizeH="0" baseline="0" noProof="0">
                <a:ln>
                  <a:noFill/>
                </a:ln>
                <a:solidFill>
                  <a:srgbClr val="001080"/>
                </a:solidFill>
                <a:effectLst/>
                <a:uLnTx/>
                <a:uFillTx/>
                <a:latin typeface="Consolas"/>
                <a:ea typeface="Cascadia Code Light"/>
                <a:cs typeface="Cascadia Code Light"/>
              </a:rPr>
              <a:t>parameters</a:t>
            </a:r>
            <a:r>
              <a:rPr kumimoji="0" sz="1800" b="0" i="0" u="none" strike="noStrike" kern="0" cap="none" spc="0" normalizeH="0" baseline="0" noProof="0">
                <a:ln>
                  <a:noFill/>
                </a:ln>
                <a:solidFill>
                  <a:srgbClr val="000000"/>
                </a:solidFill>
                <a:effectLst/>
                <a:uLnTx/>
                <a:uFillTx/>
                <a:latin typeface="Consolas"/>
                <a:ea typeface="Cascadia Code Light"/>
                <a:cs typeface="Cascadia Code Light"/>
              </a:rPr>
              <a:t> = [</a:t>
            </a:r>
            <a:endParaRPr kumimoji="0" sz="1800" b="0" i="0" u="none" strike="noStrike" kern="0" cap="none" spc="0" normalizeH="0" baseline="0" noProof="0">
              <a:ln>
                <a:noFill/>
              </a:ln>
              <a:solidFill>
                <a:prstClr val="black"/>
              </a:solidFill>
              <a:effectLst/>
              <a:uLnTx/>
              <a:uFillTx/>
              <a:latin typeface="Consolas"/>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800" b="0" i="0" u="none" strike="noStrike" kern="0" cap="none" spc="0" normalizeH="0" baseline="0" noProof="0">
                <a:ln>
                  <a:noFill/>
                </a:ln>
                <a:solidFill>
                  <a:srgbClr val="000000"/>
                </a:solidFill>
                <a:effectLst/>
                <a:uLnTx/>
                <a:uFillTx/>
                <a:latin typeface="Consolas"/>
                <a:ea typeface="Cascadia Code Light"/>
                <a:cs typeface="Cascadia Code Light"/>
              </a:rPr>
              <a:t>    {</a:t>
            </a:r>
            <a:r>
              <a:rPr kumimoji="0" sz="1800" b="0" i="0" u="none" strike="noStrike" kern="0" cap="none" spc="0" normalizeH="0" baseline="0" noProof="0">
                <a:ln>
                  <a:noFill/>
                </a:ln>
                <a:solidFill>
                  <a:srgbClr val="A31515"/>
                </a:solidFill>
                <a:effectLst/>
                <a:uLnTx/>
                <a:uFillTx/>
                <a:latin typeface="Consolas"/>
                <a:ea typeface="Cascadia Code Light"/>
                <a:cs typeface="Cascadia Code Light"/>
              </a:rPr>
              <a:t>"name"</a:t>
            </a:r>
            <a:r>
              <a:rPr kumimoji="0" sz="1800" b="0" i="0" u="none" strike="noStrike" kern="0" cap="none" spc="0" normalizeH="0" baseline="0" noProof="0">
                <a:ln>
                  <a:noFill/>
                </a:ln>
                <a:solidFill>
                  <a:srgbClr val="000000"/>
                </a:solidFill>
                <a:effectLst/>
                <a:uLnTx/>
                <a:uFillTx/>
                <a:latin typeface="Consolas"/>
                <a:ea typeface="Cascadia Code Light"/>
                <a:cs typeface="Cascadia Code Light"/>
              </a:rPr>
              <a:t>: </a:t>
            </a:r>
            <a:r>
              <a:rPr kumimoji="0" sz="1800" b="0" i="0" u="none" strike="noStrike" kern="0" cap="none" spc="0" normalizeH="0" baseline="0" noProof="0">
                <a:ln>
                  <a:noFill/>
                </a:ln>
                <a:solidFill>
                  <a:srgbClr val="A31515"/>
                </a:solidFill>
                <a:effectLst/>
                <a:uLnTx/>
                <a:uFillTx/>
                <a:latin typeface="Consolas"/>
                <a:ea typeface="Cascadia Code Light"/>
                <a:cs typeface="Cascadia Code Light"/>
              </a:rPr>
              <a:t>"@category"</a:t>
            </a:r>
            <a:r>
              <a:rPr kumimoji="0" sz="1800" b="0" i="0" u="none" strike="noStrike" kern="0" cap="none" spc="0" normalizeH="0" baseline="0" noProof="0">
                <a:ln>
                  <a:noFill/>
                </a:ln>
                <a:solidFill>
                  <a:srgbClr val="000000"/>
                </a:solidFill>
                <a:effectLst/>
                <a:uLnTx/>
                <a:uFillTx/>
                <a:latin typeface="Consolas"/>
                <a:ea typeface="Cascadia Code Light"/>
                <a:cs typeface="Cascadia Code Light"/>
              </a:rPr>
              <a:t>,</a:t>
            </a:r>
            <a:endParaRPr kumimoji="0" sz="1800" b="0" i="0" u="none" strike="noStrike" kern="0" cap="none" spc="0" normalizeH="0" baseline="0" noProof="0">
              <a:ln>
                <a:noFill/>
              </a:ln>
              <a:solidFill>
                <a:prstClr val="black"/>
              </a:solidFill>
              <a:effectLst/>
              <a:uLnTx/>
              <a:uFillTx/>
              <a:latin typeface="Consolas"/>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800" b="0" i="0" u="none" strike="noStrike" kern="0" cap="none" spc="0" normalizeH="0" baseline="0" noProof="0">
                <a:ln>
                  <a:noFill/>
                </a:ln>
                <a:solidFill>
                  <a:srgbClr val="000000"/>
                </a:solidFill>
                <a:effectLst/>
                <a:uLnTx/>
                <a:uFillTx/>
                <a:latin typeface="Consolas"/>
                <a:ea typeface="Cascadia Code Light"/>
                <a:cs typeface="Cascadia Code Light"/>
              </a:rPr>
              <a:t>     </a:t>
            </a:r>
            <a:r>
              <a:rPr kumimoji="0" sz="1800" b="0" i="0" u="none" strike="noStrike" kern="0" cap="none" spc="0" normalizeH="0" baseline="0" noProof="0">
                <a:ln>
                  <a:noFill/>
                </a:ln>
                <a:solidFill>
                  <a:srgbClr val="A31515"/>
                </a:solidFill>
                <a:effectLst/>
                <a:uLnTx/>
                <a:uFillTx/>
                <a:latin typeface="Consolas"/>
                <a:ea typeface="Cascadia Code Light"/>
                <a:cs typeface="Cascadia Code Light"/>
              </a:rPr>
              <a:t>"value"</a:t>
            </a:r>
            <a:r>
              <a:rPr kumimoji="0" sz="1800" b="0" i="0" u="none" strike="noStrike" kern="0" cap="none" spc="0" normalizeH="0" baseline="0" noProof="0">
                <a:ln>
                  <a:noFill/>
                </a:ln>
                <a:solidFill>
                  <a:srgbClr val="000000"/>
                </a:solidFill>
                <a:effectLst/>
                <a:uLnTx/>
                <a:uFillTx/>
                <a:latin typeface="Consolas"/>
                <a:ea typeface="Cascadia Code Light"/>
                <a:cs typeface="Cascadia Code Light"/>
              </a:rPr>
              <a:t>: </a:t>
            </a:r>
            <a:r>
              <a:rPr kumimoji="0" sz="1800" b="0" i="0" u="none" strike="noStrike" kern="0" cap="none" spc="0" normalizeH="0" baseline="0" noProof="0">
                <a:ln>
                  <a:noFill/>
                </a:ln>
                <a:solidFill>
                  <a:srgbClr val="A31515"/>
                </a:solidFill>
                <a:effectLst/>
                <a:uLnTx/>
                <a:uFillTx/>
                <a:latin typeface="Consolas"/>
                <a:ea typeface="Cascadia Code Light"/>
                <a:cs typeface="Cascadia Code Light"/>
              </a:rPr>
              <a:t>"electronics"</a:t>
            </a:r>
            <a:r>
              <a:rPr kumimoji="0" sz="1800" b="0" i="0" u="none" strike="noStrike" kern="0" cap="none" spc="0" normalizeH="0" baseline="0" noProof="0">
                <a:ln>
                  <a:noFill/>
                </a:ln>
                <a:solidFill>
                  <a:srgbClr val="000000"/>
                </a:solidFill>
                <a:effectLst/>
                <a:uLnTx/>
                <a:uFillTx/>
                <a:latin typeface="Consolas"/>
                <a:ea typeface="Cascadia Code Light"/>
                <a:cs typeface="Cascadia Code Light"/>
              </a:rPr>
              <a:t>},</a:t>
            </a:r>
            <a:endParaRPr kumimoji="0" sz="1800" b="0" i="0" u="none" strike="noStrike" kern="0" cap="none" spc="0" normalizeH="0" baseline="0" noProof="0">
              <a:ln>
                <a:noFill/>
              </a:ln>
              <a:solidFill>
                <a:prstClr val="black"/>
              </a:solidFill>
              <a:effectLst/>
              <a:uLnTx/>
              <a:uFillTx/>
              <a:latin typeface="Consolas"/>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800" b="0" i="0" u="none" strike="noStrike" kern="0" cap="none" spc="0" normalizeH="0" baseline="0" noProof="0">
                <a:ln>
                  <a:noFill/>
                </a:ln>
                <a:solidFill>
                  <a:srgbClr val="000000"/>
                </a:solidFill>
                <a:effectLst/>
                <a:uLnTx/>
                <a:uFillTx/>
                <a:latin typeface="Consolas"/>
                <a:ea typeface="Cascadia Code Light"/>
                <a:cs typeface="Cascadia Code Light"/>
              </a:rPr>
              <a:t>    {</a:t>
            </a:r>
            <a:r>
              <a:rPr kumimoji="0" sz="1800" b="0" i="0" u="none" strike="noStrike" kern="0" cap="none" spc="0" normalizeH="0" baseline="0" noProof="0">
                <a:ln>
                  <a:noFill/>
                </a:ln>
                <a:solidFill>
                  <a:srgbClr val="A31515"/>
                </a:solidFill>
                <a:effectLst/>
                <a:uLnTx/>
                <a:uFillTx/>
                <a:latin typeface="Consolas"/>
                <a:ea typeface="Cascadia Code Light"/>
                <a:cs typeface="Cascadia Code Light"/>
              </a:rPr>
              <a:t>"name"</a:t>
            </a:r>
            <a:r>
              <a:rPr kumimoji="0" sz="1800" b="0" i="0" u="none" strike="noStrike" kern="0" cap="none" spc="0" normalizeH="0" baseline="0" noProof="0">
                <a:ln>
                  <a:noFill/>
                </a:ln>
                <a:solidFill>
                  <a:srgbClr val="000000"/>
                </a:solidFill>
                <a:effectLst/>
                <a:uLnTx/>
                <a:uFillTx/>
                <a:latin typeface="Consolas"/>
                <a:ea typeface="Cascadia Code Light"/>
                <a:cs typeface="Cascadia Code Light"/>
              </a:rPr>
              <a:t>: </a:t>
            </a:r>
            <a:r>
              <a:rPr kumimoji="0" sz="1800" b="0" i="0" u="none" strike="noStrike" kern="0" cap="none" spc="0" normalizeH="0" baseline="0" noProof="0">
                <a:ln>
                  <a:noFill/>
                </a:ln>
                <a:solidFill>
                  <a:srgbClr val="A31515"/>
                </a:solidFill>
                <a:effectLst/>
                <a:uLnTx/>
                <a:uFillTx/>
                <a:latin typeface="Consolas"/>
                <a:ea typeface="Cascadia Code Light"/>
                <a:cs typeface="Cascadia Code Light"/>
              </a:rPr>
              <a:t>"@maxPrice"</a:t>
            </a:r>
            <a:r>
              <a:rPr kumimoji="0" sz="1800" b="0" i="0" u="none" strike="noStrike" kern="0" cap="none" spc="0" normalizeH="0" baseline="0" noProof="0">
                <a:ln>
                  <a:noFill/>
                </a:ln>
                <a:solidFill>
                  <a:srgbClr val="000000"/>
                </a:solidFill>
                <a:effectLst/>
                <a:uLnTx/>
                <a:uFillTx/>
                <a:latin typeface="Consolas"/>
                <a:ea typeface="Cascadia Code Light"/>
                <a:cs typeface="Cascadia Code Light"/>
              </a:rPr>
              <a:t>,</a:t>
            </a:r>
            <a:endParaRPr kumimoji="0" sz="1800" b="0" i="0" u="none" strike="noStrike" kern="0" cap="none" spc="0" normalizeH="0" baseline="0" noProof="0">
              <a:ln>
                <a:noFill/>
              </a:ln>
              <a:solidFill>
                <a:prstClr val="black"/>
              </a:solidFill>
              <a:effectLst/>
              <a:uLnTx/>
              <a:uFillTx/>
              <a:latin typeface="Consolas"/>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800" b="0" i="0" u="none" strike="noStrike" kern="0" cap="none" spc="0" normalizeH="0" baseline="0" noProof="0">
                <a:ln>
                  <a:noFill/>
                </a:ln>
                <a:solidFill>
                  <a:srgbClr val="000000"/>
                </a:solidFill>
                <a:effectLst/>
                <a:uLnTx/>
                <a:uFillTx/>
                <a:latin typeface="Consolas"/>
                <a:ea typeface="Cascadia Code Light"/>
                <a:cs typeface="Cascadia Code Light"/>
              </a:rPr>
              <a:t>     </a:t>
            </a:r>
            <a:r>
              <a:rPr kumimoji="0" sz="1800" b="0" i="0" u="none" strike="noStrike" kern="0" cap="none" spc="0" normalizeH="0" baseline="0" noProof="0">
                <a:ln>
                  <a:noFill/>
                </a:ln>
                <a:solidFill>
                  <a:srgbClr val="A31515"/>
                </a:solidFill>
                <a:effectLst/>
                <a:uLnTx/>
                <a:uFillTx/>
                <a:latin typeface="Consolas"/>
                <a:ea typeface="Cascadia Code Light"/>
                <a:cs typeface="Cascadia Code Light"/>
              </a:rPr>
              <a:t>"value"</a:t>
            </a:r>
            <a:r>
              <a:rPr kumimoji="0" sz="1800" b="0" i="0" u="none" strike="noStrike" kern="0" cap="none" spc="0" normalizeH="0" baseline="0" noProof="0">
                <a:ln>
                  <a:noFill/>
                </a:ln>
                <a:solidFill>
                  <a:srgbClr val="000000"/>
                </a:solidFill>
                <a:effectLst/>
                <a:uLnTx/>
                <a:uFillTx/>
                <a:latin typeface="Consolas"/>
                <a:ea typeface="Cascadia Code Light"/>
                <a:cs typeface="Cascadia Code Light"/>
              </a:rPr>
              <a:t>: </a:t>
            </a:r>
            <a:r>
              <a:rPr kumimoji="0" sz="1800" b="0" i="0" u="none" strike="noStrike" kern="0" cap="none" spc="0" normalizeH="0" baseline="0" noProof="0">
                <a:ln>
                  <a:noFill/>
                </a:ln>
                <a:solidFill>
                  <a:srgbClr val="098658"/>
                </a:solidFill>
                <a:effectLst/>
                <a:uLnTx/>
                <a:uFillTx/>
                <a:latin typeface="Consolas"/>
                <a:ea typeface="Cascadia Code Light"/>
                <a:cs typeface="Cascadia Code Light"/>
              </a:rPr>
              <a:t>500.00</a:t>
            </a:r>
            <a:r>
              <a:rPr kumimoji="0" sz="1800" b="0" i="0" u="none" strike="noStrike" kern="0" cap="none" spc="0" normalizeH="0" baseline="0" noProof="0">
                <a:ln>
                  <a:noFill/>
                </a:ln>
                <a:solidFill>
                  <a:srgbClr val="000000"/>
                </a:solidFill>
                <a:effectLst/>
                <a:uLnTx/>
                <a:uFillTx/>
                <a:latin typeface="Consolas"/>
                <a:ea typeface="Cascadia Code Light"/>
                <a:cs typeface="Cascadia Code Light"/>
              </a:rPr>
              <a:t>}</a:t>
            </a:r>
            <a:endParaRPr kumimoji="0" sz="1800" b="0" i="0" u="none" strike="noStrike" kern="0" cap="none" spc="0" normalizeH="0" baseline="0" noProof="0">
              <a:ln>
                <a:noFill/>
              </a:ln>
              <a:solidFill>
                <a:prstClr val="black"/>
              </a:solidFill>
              <a:effectLst/>
              <a:uLnTx/>
              <a:uFillTx/>
              <a:latin typeface="Consolas"/>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800" b="0" i="0" u="none" strike="noStrike" kern="0" cap="none" spc="0" normalizeH="0" baseline="0" noProof="0">
                <a:ln>
                  <a:noFill/>
                </a:ln>
                <a:solidFill>
                  <a:srgbClr val="000000"/>
                </a:solidFill>
                <a:effectLst/>
                <a:uLnTx/>
                <a:uFillTx/>
                <a:latin typeface="Consolas"/>
                <a:ea typeface="Cascadia Code Light"/>
                <a:cs typeface="Cascadia Code Light"/>
              </a:rPr>
              <a:t>]</a:t>
            </a:r>
            <a:endParaRPr kumimoji="0" sz="1800" b="0" i="0" u="none" strike="noStrike" kern="0" cap="none" spc="0" normalizeH="0" baseline="0" noProof="0">
              <a:ln>
                <a:noFill/>
              </a:ln>
              <a:solidFill>
                <a:prstClr val="black"/>
              </a:solidFill>
              <a:effectLst/>
              <a:uLnTx/>
              <a:uFillTx/>
              <a:latin typeface="Consolas"/>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800" b="0" i="0" u="none" strike="noStrike" kern="0" cap="none" spc="0" normalizeH="0" baseline="0" noProof="0">
                <a:ln>
                  <a:noFill/>
                </a:ln>
                <a:solidFill>
                  <a:srgbClr val="001080"/>
                </a:solidFill>
                <a:effectLst/>
                <a:uLnTx/>
                <a:uFillTx/>
                <a:latin typeface="Consolas"/>
                <a:ea typeface="Cascadia Code Light"/>
                <a:cs typeface="Cascadia Code Light"/>
              </a:rPr>
              <a:t>items</a:t>
            </a:r>
            <a:r>
              <a:rPr kumimoji="0" sz="1800" b="0" i="0" u="none" strike="noStrike" kern="0" cap="none" spc="0" normalizeH="0" baseline="0" noProof="0">
                <a:ln>
                  <a:noFill/>
                </a:ln>
                <a:solidFill>
                  <a:srgbClr val="000000"/>
                </a:solidFill>
                <a:effectLst/>
                <a:uLnTx/>
                <a:uFillTx/>
                <a:latin typeface="Consolas"/>
                <a:ea typeface="Cascadia Code Light"/>
                <a:cs typeface="Cascadia Code Light"/>
              </a:rPr>
              <a:t> = container.query_items(</a:t>
            </a:r>
            <a:endParaRPr kumimoji="0" sz="1800" b="0" i="0" u="none" strike="noStrike" kern="0" cap="none" spc="0" normalizeH="0" baseline="0" noProof="0">
              <a:ln>
                <a:noFill/>
              </a:ln>
              <a:solidFill>
                <a:prstClr val="black"/>
              </a:solidFill>
              <a:effectLst/>
              <a:uLnTx/>
              <a:uFillTx/>
              <a:latin typeface="Consolas"/>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800" b="0" i="0" u="none" strike="noStrike" kern="0" cap="none" spc="0" normalizeH="0" baseline="0" noProof="0">
                <a:ln>
                  <a:noFill/>
                </a:ln>
                <a:solidFill>
                  <a:srgbClr val="000000"/>
                </a:solidFill>
                <a:effectLst/>
                <a:uLnTx/>
                <a:uFillTx/>
                <a:latin typeface="Consolas"/>
                <a:ea typeface="Cascadia Code Light"/>
                <a:cs typeface="Cascadia Code Light"/>
              </a:rPr>
              <a:t>    </a:t>
            </a:r>
            <a:r>
              <a:rPr kumimoji="0" sz="1800" b="0" i="0" u="none" strike="noStrike" kern="0" cap="none" spc="0" normalizeH="0" baseline="0" noProof="0">
                <a:ln>
                  <a:noFill/>
                </a:ln>
                <a:solidFill>
                  <a:srgbClr val="001080"/>
                </a:solidFill>
                <a:effectLst/>
                <a:uLnTx/>
                <a:uFillTx/>
                <a:latin typeface="Consolas"/>
                <a:ea typeface="Cascadia Code Light"/>
                <a:cs typeface="Cascadia Code Light"/>
              </a:rPr>
              <a:t>query</a:t>
            </a:r>
            <a:r>
              <a:rPr kumimoji="0" sz="1800" b="0" i="0" u="none" strike="noStrike" kern="0" cap="none" spc="0" normalizeH="0" baseline="0" noProof="0">
                <a:ln>
                  <a:noFill/>
                </a:ln>
                <a:solidFill>
                  <a:srgbClr val="000000"/>
                </a:solidFill>
                <a:effectLst/>
                <a:uLnTx/>
                <a:uFillTx/>
                <a:latin typeface="Consolas"/>
                <a:ea typeface="Cascadia Code Light"/>
                <a:cs typeface="Cascadia Code Light"/>
              </a:rPr>
              <a:t>=</a:t>
            </a:r>
            <a:r>
              <a:rPr kumimoji="0" sz="1800" b="0" i="0" u="none" strike="noStrike" kern="0" cap="none" spc="0" normalizeH="0" baseline="0" noProof="0">
                <a:ln>
                  <a:noFill/>
                </a:ln>
                <a:solidFill>
                  <a:srgbClr val="001080"/>
                </a:solidFill>
                <a:effectLst/>
                <a:uLnTx/>
                <a:uFillTx/>
                <a:latin typeface="Consolas"/>
                <a:ea typeface="Cascadia Code Light"/>
                <a:cs typeface="Cascadia Code Light"/>
              </a:rPr>
              <a:t>query</a:t>
            </a:r>
            <a:r>
              <a:rPr kumimoji="0" sz="1800" b="0" i="0" u="none" strike="noStrike" kern="0" cap="none" spc="0" normalizeH="0" baseline="0" noProof="0">
                <a:ln>
                  <a:noFill/>
                </a:ln>
                <a:solidFill>
                  <a:srgbClr val="000000"/>
                </a:solidFill>
                <a:effectLst/>
                <a:uLnTx/>
                <a:uFillTx/>
                <a:latin typeface="Consolas"/>
                <a:ea typeface="Cascadia Code Light"/>
                <a:cs typeface="Cascadia Code Light"/>
              </a:rPr>
              <a:t>,</a:t>
            </a:r>
            <a:endParaRPr kumimoji="0" sz="1800" b="0" i="0" u="none" strike="noStrike" kern="0" cap="none" spc="0" normalizeH="0" baseline="0" noProof="0">
              <a:ln>
                <a:noFill/>
              </a:ln>
              <a:solidFill>
                <a:prstClr val="black"/>
              </a:solidFill>
              <a:effectLst/>
              <a:uLnTx/>
              <a:uFillTx/>
              <a:latin typeface="Consolas"/>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800" b="0" i="0" u="none" strike="noStrike" kern="0" cap="none" spc="0" normalizeH="0" baseline="0" noProof="0">
                <a:ln>
                  <a:noFill/>
                </a:ln>
                <a:solidFill>
                  <a:srgbClr val="000000"/>
                </a:solidFill>
                <a:effectLst/>
                <a:uLnTx/>
                <a:uFillTx/>
                <a:latin typeface="Consolas"/>
                <a:ea typeface="Cascadia Code Light"/>
                <a:cs typeface="Cascadia Code Light"/>
              </a:rPr>
              <a:t>    </a:t>
            </a:r>
            <a:r>
              <a:rPr kumimoji="0" sz="1800" b="0" i="0" u="none" strike="noStrike" kern="0" cap="none" spc="0" normalizeH="0" baseline="0" noProof="0">
                <a:ln>
                  <a:noFill/>
                </a:ln>
                <a:solidFill>
                  <a:srgbClr val="001080"/>
                </a:solidFill>
                <a:effectLst/>
                <a:uLnTx/>
                <a:uFillTx/>
                <a:latin typeface="Consolas"/>
                <a:ea typeface="Cascadia Code Light"/>
                <a:cs typeface="Cascadia Code Light"/>
              </a:rPr>
              <a:t>parameters</a:t>
            </a:r>
            <a:r>
              <a:rPr kumimoji="0" sz="1800" b="0" i="0" u="none" strike="noStrike" kern="0" cap="none" spc="0" normalizeH="0" baseline="0" noProof="0">
                <a:ln>
                  <a:noFill/>
                </a:ln>
                <a:solidFill>
                  <a:srgbClr val="000000"/>
                </a:solidFill>
                <a:effectLst/>
                <a:uLnTx/>
                <a:uFillTx/>
                <a:latin typeface="Consolas"/>
                <a:ea typeface="Cascadia Code Light"/>
                <a:cs typeface="Cascadia Code Light"/>
              </a:rPr>
              <a:t>=</a:t>
            </a:r>
            <a:r>
              <a:rPr kumimoji="0" sz="1800" b="0" i="0" u="none" strike="noStrike" kern="0" cap="none" spc="0" normalizeH="0" baseline="0" noProof="0">
                <a:ln>
                  <a:noFill/>
                </a:ln>
                <a:solidFill>
                  <a:srgbClr val="001080"/>
                </a:solidFill>
                <a:effectLst/>
                <a:uLnTx/>
                <a:uFillTx/>
                <a:latin typeface="Consolas"/>
                <a:ea typeface="Cascadia Code Light"/>
                <a:cs typeface="Cascadia Code Light"/>
              </a:rPr>
              <a:t>parameters</a:t>
            </a:r>
            <a:r>
              <a:rPr kumimoji="0" sz="1800" b="0" i="0" u="none" strike="noStrike" kern="0" cap="none" spc="0" normalizeH="0" baseline="0" noProof="0">
                <a:ln>
                  <a:noFill/>
                </a:ln>
                <a:solidFill>
                  <a:srgbClr val="000000"/>
                </a:solidFill>
                <a:effectLst/>
                <a:uLnTx/>
                <a:uFillTx/>
                <a:latin typeface="Consolas"/>
                <a:ea typeface="Cascadia Code Light"/>
                <a:cs typeface="Cascadia Code Light"/>
              </a:rPr>
              <a:t>,</a:t>
            </a:r>
            <a:endParaRPr kumimoji="0" sz="1800" b="0" i="0" u="none" strike="noStrike" kern="0" cap="none" spc="0" normalizeH="0" baseline="0" noProof="0">
              <a:ln>
                <a:noFill/>
              </a:ln>
              <a:solidFill>
                <a:prstClr val="black"/>
              </a:solidFill>
              <a:effectLst/>
              <a:uLnTx/>
              <a:uFillTx/>
              <a:latin typeface="Consolas"/>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800" b="0" i="0" u="none" strike="noStrike" kern="0" cap="none" spc="0" normalizeH="0" baseline="0" noProof="0">
                <a:ln>
                  <a:noFill/>
                </a:ln>
                <a:solidFill>
                  <a:srgbClr val="000000"/>
                </a:solidFill>
                <a:effectLst/>
                <a:uLnTx/>
                <a:uFillTx/>
                <a:latin typeface="Consolas"/>
                <a:ea typeface="Cascadia Code Light"/>
                <a:cs typeface="Cascadia Code Light"/>
              </a:rPr>
              <a:t>    </a:t>
            </a:r>
            <a:r>
              <a:rPr kumimoji="0" sz="1800" b="0" i="0" u="none" strike="noStrike" kern="0" cap="none" spc="0" normalizeH="0" baseline="0" noProof="0">
                <a:ln>
                  <a:noFill/>
                </a:ln>
                <a:solidFill>
                  <a:srgbClr val="001080"/>
                </a:solidFill>
                <a:effectLst/>
                <a:uLnTx/>
                <a:uFillTx/>
                <a:latin typeface="Consolas"/>
                <a:ea typeface="Cascadia Code Light"/>
                <a:cs typeface="Cascadia Code Light"/>
              </a:rPr>
              <a:t>partition_key</a:t>
            </a:r>
            <a:r>
              <a:rPr kumimoji="0" sz="1800" b="0" i="0" u="none" strike="noStrike" kern="0" cap="none" spc="0" normalizeH="0" baseline="0" noProof="0">
                <a:ln>
                  <a:noFill/>
                </a:ln>
                <a:solidFill>
                  <a:srgbClr val="000000"/>
                </a:solidFill>
                <a:effectLst/>
                <a:uLnTx/>
                <a:uFillTx/>
                <a:latin typeface="Consolas"/>
                <a:ea typeface="Cascadia Code Light"/>
                <a:cs typeface="Cascadia Code Light"/>
              </a:rPr>
              <a:t>=</a:t>
            </a:r>
            <a:r>
              <a:rPr kumimoji="0" sz="1800" b="0" i="0" u="none" strike="noStrike" kern="0" cap="none" spc="0" normalizeH="0" baseline="0" noProof="0">
                <a:ln>
                  <a:noFill/>
                </a:ln>
                <a:solidFill>
                  <a:srgbClr val="A31515"/>
                </a:solidFill>
                <a:effectLst/>
                <a:uLnTx/>
                <a:uFillTx/>
                <a:latin typeface="Consolas"/>
                <a:ea typeface="Cascadia Code Light"/>
                <a:cs typeface="Cascadia Code Light"/>
              </a:rPr>
              <a:t>"electronics"</a:t>
            </a:r>
            <a:endParaRPr kumimoji="0" sz="1800" b="0" i="0" u="none" strike="noStrike" kern="0" cap="none" spc="0" normalizeH="0" baseline="0" noProof="0">
              <a:ln>
                <a:noFill/>
              </a:ln>
              <a:solidFill>
                <a:prstClr val="black"/>
              </a:solidFill>
              <a:effectLst/>
              <a:uLnTx/>
              <a:uFillTx/>
              <a:latin typeface="Consolas"/>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800" b="0" i="0" u="none" strike="noStrike" kern="0" cap="none" spc="0" normalizeH="0" baseline="0" noProof="0">
                <a:ln>
                  <a:noFill/>
                </a:ln>
                <a:solidFill>
                  <a:srgbClr val="000000"/>
                </a:solidFill>
                <a:effectLst/>
                <a:uLnTx/>
                <a:uFillTx/>
                <a:latin typeface="Consolas"/>
                <a:ea typeface="Cascadia Code Light"/>
                <a:cs typeface="Cascadia Code Light"/>
              </a:rPr>
              <a:t>)</a:t>
            </a:r>
            <a:endParaRPr kumimoji="0" lang="en-US" sz="2800" b="0" i="0" u="none" strike="noStrike" kern="0" cap="none" spc="0" normalizeH="0" baseline="0" noProof="0">
              <a:ln>
                <a:noFill/>
              </a:ln>
              <a:solidFill>
                <a:prstClr val="black"/>
              </a:solidFill>
              <a:effectLst/>
              <a:uLnTx/>
              <a:uFillTx/>
              <a:latin typeface="Consolas"/>
              <a:cs typeface="Times New Roman"/>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31812517"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Arial"/>
                <a:cs typeface="Segoe UI Semibold"/>
              </a:rPr>
              <a:t>Query Azure Cosmos DB for NoSQL (2 of 2)</a:t>
            </a:r>
            <a:endParaRPr/>
          </a:p>
        </p:txBody>
      </p:sp>
      <p:sp>
        <p:nvSpPr>
          <p:cNvPr id="971842263" name="Content Placeholder 3"/>
          <p:cNvSpPr>
            <a:spLocks noGrp="1"/>
          </p:cNvSpPr>
          <p:nvPr>
            <p:ph sz="quarter" idx="10"/>
          </p:nvPr>
        </p:nvSpPr>
        <p:spPr bwMode="auto">
          <a:xfrm>
            <a:off x="457200" y="1234439"/>
            <a:ext cx="5037670" cy="4816474"/>
          </a:xfrm>
        </p:spPr>
        <p:txBody>
          <a:bodyPr vertOverflow="overflow" horzOverflow="overflow" vert="horz" wrap="square" lIns="0" tIns="0" rIns="0" bIns="0" numCol="1" spcCol="0" rtlCol="0" fromWordArt="0" anchor="t" anchorCtr="0" forceAA="0" compatLnSpc="0">
            <a:noAutofit/>
          </a:bodyPr>
          <a:lstStyle/>
          <a:p>
            <a:pPr marL="0" lvl="0" indent="0">
              <a:buNone/>
              <a:defRPr/>
            </a:pPr>
            <a:r>
              <a:rPr lang="en-US" sz="2800" b="0" i="0" u="none" strike="noStrike" cap="none" spc="0" dirty="0">
                <a:solidFill>
                  <a:schemeClr val="tx1"/>
                </a:solidFill>
                <a:latin typeface="Segoe UI Semibold"/>
                <a:ea typeface="Segoe UI Semibold"/>
                <a:cs typeface="Segoe UI Semibold"/>
              </a:rPr>
              <a:t>Single-partition (preferred)</a:t>
            </a:r>
            <a:endParaRPr lang="en-US" sz="2800" b="0" i="0" u="none" strike="noStrike" cap="none" spc="0" dirty="0">
              <a:solidFill>
                <a:schemeClr val="tx1"/>
              </a:solidFill>
              <a:latin typeface="Times New Roman"/>
              <a:cs typeface="Times New Roman"/>
            </a:endParaRPr>
          </a:p>
          <a:p>
            <a:pPr marL="0" indent="0">
              <a:buNone/>
              <a:defRPr/>
            </a:pPr>
            <a:endParaRPr lang="en-US" sz="1800" dirty="0">
              <a:solidFill>
                <a:srgbClr val="001080"/>
              </a:solidFill>
              <a:latin typeface="Consolas"/>
              <a:ea typeface="Cascadia Code Light"/>
              <a:cs typeface="Cascadia Code Light"/>
            </a:endParaRPr>
          </a:p>
          <a:p>
            <a:pPr marL="0" indent="0">
              <a:buFont typeface="Arial"/>
              <a:buNone/>
              <a:defRPr/>
            </a:pPr>
            <a:r>
              <a:rPr sz="1800" b="0" i="0" u="none" dirty="0">
                <a:solidFill>
                  <a:srgbClr val="001080"/>
                </a:solidFill>
                <a:latin typeface="Consolas"/>
                <a:ea typeface="Consolas"/>
                <a:cs typeface="Consolas"/>
              </a:rPr>
              <a:t>items</a:t>
            </a:r>
            <a:r>
              <a:rPr sz="1800" b="0" i="0" u="none" dirty="0">
                <a:solidFill>
                  <a:srgbClr val="000000"/>
                </a:solidFill>
                <a:latin typeface="Consolas"/>
                <a:ea typeface="Consolas"/>
                <a:cs typeface="Consolas"/>
              </a:rPr>
              <a:t> = </a:t>
            </a:r>
            <a:r>
              <a:rPr sz="1800" b="0" i="0" u="none" dirty="0" err="1">
                <a:solidFill>
                  <a:srgbClr val="000000"/>
                </a:solidFill>
                <a:latin typeface="Consolas"/>
                <a:ea typeface="Consolas"/>
                <a:cs typeface="Consolas"/>
              </a:rPr>
              <a:t>container.query_items</a:t>
            </a:r>
            <a:r>
              <a:rPr sz="1800" b="0" i="0" u="none" dirty="0">
                <a:solidFill>
                  <a:srgbClr val="000000"/>
                </a:solidFill>
                <a:latin typeface="Consolas"/>
                <a:ea typeface="Consolas"/>
                <a:cs typeface="Consolas"/>
              </a:rPr>
              <a:t>(</a:t>
            </a:r>
            <a:endParaRPr sz="7200" dirty="0"/>
          </a:p>
          <a:p>
            <a:pPr marL="0" indent="0">
              <a:buFont typeface="Arial"/>
              <a:buNone/>
              <a:defRPr/>
            </a:pPr>
            <a:r>
              <a:rPr sz="1800" b="0" i="0" u="none" dirty="0">
                <a:solidFill>
                  <a:srgbClr val="000000"/>
                </a:solidFill>
                <a:latin typeface="Consolas"/>
                <a:ea typeface="Consolas"/>
                <a:cs typeface="Consolas"/>
              </a:rPr>
              <a:t>    </a:t>
            </a:r>
            <a:r>
              <a:rPr sz="1800" b="0" i="0" u="none" dirty="0">
                <a:solidFill>
                  <a:srgbClr val="001080"/>
                </a:solidFill>
                <a:latin typeface="Consolas"/>
                <a:ea typeface="Consolas"/>
                <a:cs typeface="Consolas"/>
              </a:rPr>
              <a:t>query</a:t>
            </a:r>
            <a:r>
              <a:rPr sz="1800" b="0" i="0" u="none" dirty="0">
                <a:solidFill>
                  <a:srgbClr val="000000"/>
                </a:solidFill>
                <a:latin typeface="Consolas"/>
                <a:ea typeface="Consolas"/>
                <a:cs typeface="Consolas"/>
              </a:rPr>
              <a:t>=query,</a:t>
            </a:r>
            <a:endParaRPr sz="7200" dirty="0"/>
          </a:p>
          <a:p>
            <a:pPr marL="0" indent="0">
              <a:buFont typeface="Arial"/>
              <a:buNone/>
              <a:defRPr/>
            </a:pPr>
            <a:r>
              <a:rPr sz="1800" b="0" i="0" u="none" dirty="0">
                <a:solidFill>
                  <a:srgbClr val="000000"/>
                </a:solidFill>
                <a:latin typeface="Consolas"/>
                <a:ea typeface="Consolas"/>
                <a:cs typeface="Consolas"/>
              </a:rPr>
              <a:t>    </a:t>
            </a:r>
            <a:r>
              <a:rPr sz="1800" b="0" i="0" u="none" dirty="0">
                <a:solidFill>
                  <a:srgbClr val="001080"/>
                </a:solidFill>
                <a:latin typeface="Consolas"/>
                <a:ea typeface="Consolas"/>
                <a:cs typeface="Consolas"/>
              </a:rPr>
              <a:t>parameters</a:t>
            </a:r>
            <a:r>
              <a:rPr sz="1800" b="0" i="0" u="none" dirty="0">
                <a:solidFill>
                  <a:srgbClr val="000000"/>
                </a:solidFill>
                <a:latin typeface="Consolas"/>
                <a:ea typeface="Consolas"/>
                <a:cs typeface="Consolas"/>
              </a:rPr>
              <a:t>=params,</a:t>
            </a:r>
            <a:endParaRPr sz="7200" dirty="0"/>
          </a:p>
          <a:p>
            <a:pPr marL="0" indent="0">
              <a:buFont typeface="Arial"/>
              <a:buNone/>
              <a:defRPr/>
            </a:pPr>
            <a:r>
              <a:rPr sz="1800" b="0" i="0" u="none" dirty="0">
                <a:solidFill>
                  <a:srgbClr val="000000"/>
                </a:solidFill>
                <a:latin typeface="Consolas"/>
                <a:ea typeface="Consolas"/>
                <a:cs typeface="Consolas"/>
              </a:rPr>
              <a:t>    </a:t>
            </a:r>
            <a:r>
              <a:rPr sz="1800" b="0" i="0" u="none" dirty="0" err="1">
                <a:solidFill>
                  <a:srgbClr val="001080"/>
                </a:solidFill>
                <a:latin typeface="Consolas"/>
                <a:ea typeface="Consolas"/>
                <a:cs typeface="Consolas"/>
              </a:rPr>
              <a:t>partition_key</a:t>
            </a:r>
            <a:r>
              <a:rPr sz="1800" b="0" i="0" u="none" dirty="0">
                <a:solidFill>
                  <a:srgbClr val="000000"/>
                </a:solidFill>
                <a:latin typeface="Consolas"/>
                <a:ea typeface="Consolas"/>
                <a:cs typeface="Consolas"/>
              </a:rPr>
              <a:t>=</a:t>
            </a:r>
            <a:r>
              <a:rPr sz="1800" b="0" i="0" u="none" dirty="0">
                <a:solidFill>
                  <a:srgbClr val="A31515"/>
                </a:solidFill>
                <a:latin typeface="Consolas"/>
                <a:ea typeface="Consolas"/>
                <a:cs typeface="Consolas"/>
              </a:rPr>
              <a:t>"electronics"</a:t>
            </a:r>
            <a:endParaRPr sz="7200" dirty="0"/>
          </a:p>
          <a:p>
            <a:pPr marL="0" indent="0">
              <a:buFont typeface="Arial"/>
              <a:buNone/>
              <a:defRPr/>
            </a:pPr>
            <a:r>
              <a:rPr sz="1800" b="0" i="0" u="none" dirty="0">
                <a:solidFill>
                  <a:srgbClr val="000000"/>
                </a:solidFill>
                <a:latin typeface="Consolas"/>
                <a:ea typeface="Consolas"/>
                <a:cs typeface="Consolas"/>
              </a:rPr>
              <a:t>)</a:t>
            </a:r>
            <a:endParaRPr sz="1800" dirty="0">
              <a:latin typeface="Consolas"/>
            </a:endParaRPr>
          </a:p>
          <a:p>
            <a:pPr marL="0" indent="0">
              <a:buFont typeface="Arial"/>
              <a:buNone/>
              <a:defRPr/>
            </a:pPr>
            <a:endParaRPr sz="1800" b="0" i="0" u="none" dirty="0">
              <a:solidFill>
                <a:srgbClr val="000000"/>
              </a:solidFill>
              <a:latin typeface="Consolas"/>
              <a:ea typeface="Cascadia Code Light"/>
              <a:cs typeface="Cascadia Code Light"/>
            </a:endParaRPr>
          </a:p>
          <a:p>
            <a:pPr lvl="0">
              <a:defRPr/>
            </a:pPr>
            <a:r>
              <a:rPr lang="en-US" sz="2000" b="0" i="0" u="none" strike="noStrike" cap="none" spc="0" dirty="0">
                <a:solidFill>
                  <a:schemeClr val="tx1"/>
                </a:solidFill>
                <a:latin typeface="Segoe UI"/>
                <a:ea typeface="Segoe UI"/>
                <a:cs typeface="Segoe UI"/>
              </a:rPr>
              <a:t>Routes to one partition</a:t>
            </a:r>
            <a:endParaRPr sz="2000" dirty="0">
              <a:latin typeface="Segoe UI"/>
              <a:cs typeface="Segoe UI"/>
            </a:endParaRPr>
          </a:p>
          <a:p>
            <a:pPr lvl="0">
              <a:defRPr/>
            </a:pPr>
            <a:r>
              <a:rPr lang="en-US" sz="2000" b="0" i="0" u="none" strike="noStrike" cap="none" spc="0" dirty="0">
                <a:solidFill>
                  <a:schemeClr val="tx1"/>
                </a:solidFill>
                <a:latin typeface="Segoe UI"/>
                <a:ea typeface="Segoe UI"/>
                <a:cs typeface="Segoe UI"/>
              </a:rPr>
              <a:t>Lower RU cost, lower latency</a:t>
            </a:r>
            <a:endParaRPr sz="2000" dirty="0">
              <a:latin typeface="Segoe UI"/>
              <a:cs typeface="Segoe UI"/>
            </a:endParaRPr>
          </a:p>
          <a:p>
            <a:pPr lvl="0">
              <a:defRPr/>
            </a:pPr>
            <a:r>
              <a:rPr lang="en-US" sz="2000" b="0" i="0" u="none" strike="noStrike" cap="none" spc="0" dirty="0">
                <a:latin typeface="Segoe UI"/>
                <a:ea typeface="Segoe UI"/>
                <a:cs typeface="Segoe UI"/>
              </a:rPr>
              <a:t>Specify </a:t>
            </a:r>
            <a:r>
              <a:rPr lang="en-US" sz="1800" b="0" i="0" u="none" strike="noStrike" cap="none" spc="0" dirty="0" err="1">
                <a:latin typeface="Cascadia Code Light"/>
                <a:ea typeface="Cascadia Code Light"/>
                <a:cs typeface="Cascadia Code Light"/>
              </a:rPr>
              <a:t>partition_key</a:t>
            </a:r>
            <a:r>
              <a:rPr lang="en-US" sz="2000" b="0" i="0" u="none" strike="noStrike" cap="none" spc="0" dirty="0">
                <a:latin typeface="Segoe UI"/>
                <a:ea typeface="Segoe UI"/>
                <a:cs typeface="Segoe UI"/>
              </a:rPr>
              <a:t> param or include in </a:t>
            </a:r>
            <a:r>
              <a:rPr lang="en-US" sz="2000" b="0" i="0" u="none" strike="noStrike" cap="none" spc="0" dirty="0">
                <a:latin typeface="Cascadia Code SemiLight"/>
                <a:ea typeface="Cascadia Code SemiLight"/>
                <a:cs typeface="Cascadia Code SemiLight"/>
              </a:rPr>
              <a:t>WHERE</a:t>
            </a:r>
            <a:endParaRPr sz="1600" dirty="0">
              <a:latin typeface="Segoe UI"/>
              <a:cs typeface="Segoe UI"/>
            </a:endParaRPr>
          </a:p>
        </p:txBody>
      </p:sp>
      <p:sp>
        <p:nvSpPr>
          <p:cNvPr id="620051253" name="Content Placeholder 3"/>
          <p:cNvSpPr>
            <a:spLocks noGrp="1"/>
          </p:cNvSpPr>
          <p:nvPr/>
        </p:nvSpPr>
        <p:spPr bwMode="auto">
          <a:xfrm>
            <a:off x="6019024" y="1234439"/>
            <a:ext cx="5561949" cy="4816474"/>
          </a:xfrm>
        </p:spPr>
        <p:txBody>
          <a:bodyPr vertOverflow="overflow" horzOverflow="overflow" vert="horz" wrap="square" lIns="0" tIns="0" rIns="0" bIns="0" numCol="1" spcCol="0" rtlCol="0" fromWordArt="0" anchor="t" anchorCtr="0" forceAA="0" compatLnSpc="0">
            <a:noAutofit/>
          </a:bodyPr>
          <a:lstStyle>
            <a:lvl1pPr marL="228600" indent="-228600" algn="l" defTabSz="914400" rtl="0">
              <a:lnSpc>
                <a:spcPct val="100000"/>
              </a:lnSpc>
              <a:spcBef>
                <a:spcPts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ts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ts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ts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ts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lang="en-US" sz="2800" b="0" i="0" u="none" strike="noStrike" kern="0" cap="none" spc="0" normalizeH="0" baseline="0" noProof="0" dirty="0">
                <a:ln>
                  <a:noFill/>
                </a:ln>
                <a:solidFill>
                  <a:prstClr val="black"/>
                </a:solidFill>
                <a:effectLst/>
                <a:uLnTx/>
                <a:uFillTx/>
                <a:latin typeface="Segoe UI Semibold"/>
                <a:ea typeface="Segoe UI Semibold"/>
                <a:cs typeface="Segoe UI Semibold"/>
              </a:rPr>
              <a:t>Cross-partition</a:t>
            </a:r>
            <a:endParaRPr kumimoji="0" sz="2800" b="0" i="0" u="none" strike="noStrike" kern="0" cap="none" spc="0" normalizeH="0" baseline="0" noProof="0" dirty="0">
              <a:ln>
                <a:noFill/>
              </a:ln>
              <a:solidFill>
                <a:prstClr val="black"/>
              </a:solidFill>
              <a:effectLst/>
              <a:uLnTx/>
              <a:uFillTx/>
              <a:latin typeface="Segoe UI Semibold"/>
              <a:cs typeface="Segoe UI Semibold"/>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endParaRPr kumimoji="0" lang="en-US" sz="1800" b="0" i="0" u="none" strike="noStrike" kern="0" cap="none" spc="0" normalizeH="0" baseline="0" noProof="0" dirty="0">
              <a:ln>
                <a:noFill/>
              </a:ln>
              <a:solidFill>
                <a:srgbClr val="001080"/>
              </a:solidFill>
              <a:effectLst/>
              <a:uLnTx/>
              <a:uFillTx/>
              <a:latin typeface="Consolas"/>
              <a:ea typeface="Cascadia Code Light"/>
              <a:cs typeface="Cascadia Code Light"/>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800" b="0" i="0" u="none" strike="noStrike" kern="0" cap="none" spc="0" normalizeH="0" baseline="0" noProof="0" dirty="0">
                <a:ln>
                  <a:noFill/>
                </a:ln>
                <a:solidFill>
                  <a:srgbClr val="001080"/>
                </a:solidFill>
                <a:effectLst/>
                <a:uLnTx/>
                <a:uFillTx/>
                <a:latin typeface="Consolas"/>
                <a:ea typeface="Cascadia Code Light"/>
                <a:cs typeface="Cascadia Code Light"/>
              </a:rPr>
              <a:t>items</a:t>
            </a:r>
            <a:r>
              <a:rPr kumimoji="0" sz="1800" b="0" i="0" u="none" strike="noStrike" kern="0" cap="none" spc="0" normalizeH="0" baseline="0" noProof="0" dirty="0">
                <a:ln>
                  <a:noFill/>
                </a:ln>
                <a:solidFill>
                  <a:srgbClr val="000000"/>
                </a:solidFill>
                <a:effectLst/>
                <a:uLnTx/>
                <a:uFillTx/>
                <a:latin typeface="Consolas"/>
                <a:ea typeface="Cascadia Code Light"/>
                <a:cs typeface="Cascadia Code Light"/>
              </a:rPr>
              <a:t> = </a:t>
            </a:r>
            <a:r>
              <a:rPr kumimoji="0" sz="1800" b="0" i="0" u="none" strike="noStrike" kern="0" cap="none" spc="0" normalizeH="0" baseline="0" noProof="0" dirty="0" err="1">
                <a:ln>
                  <a:noFill/>
                </a:ln>
                <a:solidFill>
                  <a:srgbClr val="000000"/>
                </a:solidFill>
                <a:effectLst/>
                <a:uLnTx/>
                <a:uFillTx/>
                <a:latin typeface="Consolas"/>
                <a:ea typeface="Cascadia Code Light"/>
                <a:cs typeface="Cascadia Code Light"/>
              </a:rPr>
              <a:t>container.query_items</a:t>
            </a:r>
            <a:r>
              <a:rPr kumimoji="0" sz="1800" b="0" i="0" u="none" strike="noStrike" kern="0" cap="none" spc="0" normalizeH="0" baseline="0" noProof="0" dirty="0">
                <a:ln>
                  <a:noFill/>
                </a:ln>
                <a:solidFill>
                  <a:srgbClr val="000000"/>
                </a:solidFill>
                <a:effectLst/>
                <a:uLnTx/>
                <a:uFillTx/>
                <a:latin typeface="Consolas"/>
                <a:ea typeface="Cascadia Code Light"/>
                <a:cs typeface="Cascadia Code Light"/>
              </a:rPr>
              <a:t>(</a:t>
            </a:r>
            <a:endParaRPr kumimoji="0" sz="1800" b="0" i="0" u="none" strike="noStrike" kern="0" cap="none" spc="0" normalizeH="0" baseline="0" noProof="0" dirty="0">
              <a:ln>
                <a:noFill/>
              </a:ln>
              <a:solidFill>
                <a:prstClr val="black"/>
              </a:solidFill>
              <a:effectLst/>
              <a:uLnTx/>
              <a:uFillTx/>
              <a:latin typeface="Consolas"/>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800" b="0" i="0" u="none" strike="noStrike" kern="0" cap="none" spc="0" normalizeH="0" baseline="0" noProof="0" dirty="0">
                <a:ln>
                  <a:noFill/>
                </a:ln>
                <a:solidFill>
                  <a:srgbClr val="000000"/>
                </a:solidFill>
                <a:effectLst/>
                <a:uLnTx/>
                <a:uFillTx/>
                <a:latin typeface="Consolas"/>
                <a:ea typeface="Cascadia Code Light"/>
                <a:cs typeface="Cascadia Code Light"/>
              </a:rPr>
              <a:t>    </a:t>
            </a:r>
            <a:r>
              <a:rPr kumimoji="0" sz="1800" b="0" i="0" u="none" strike="noStrike" kern="0" cap="none" spc="0" normalizeH="0" baseline="0" noProof="0" dirty="0">
                <a:ln>
                  <a:noFill/>
                </a:ln>
                <a:solidFill>
                  <a:srgbClr val="001080"/>
                </a:solidFill>
                <a:effectLst/>
                <a:uLnTx/>
                <a:uFillTx/>
                <a:latin typeface="Consolas"/>
                <a:ea typeface="Cascadia Code Light"/>
                <a:cs typeface="Cascadia Code Light"/>
              </a:rPr>
              <a:t>query</a:t>
            </a:r>
            <a:r>
              <a:rPr kumimoji="0" sz="1800" b="0" i="0" u="none" strike="noStrike" kern="0" cap="none" spc="0" normalizeH="0" baseline="0" noProof="0" dirty="0">
                <a:ln>
                  <a:noFill/>
                </a:ln>
                <a:solidFill>
                  <a:srgbClr val="000000"/>
                </a:solidFill>
                <a:effectLst/>
                <a:uLnTx/>
                <a:uFillTx/>
                <a:latin typeface="Consolas"/>
                <a:ea typeface="Cascadia Code Light"/>
                <a:cs typeface="Cascadia Code Light"/>
              </a:rPr>
              <a:t>=query,</a:t>
            </a:r>
            <a:endParaRPr kumimoji="0" sz="1800" b="0" i="0" u="none" strike="noStrike" kern="0" cap="none" spc="0" normalizeH="0" baseline="0" noProof="0" dirty="0">
              <a:ln>
                <a:noFill/>
              </a:ln>
              <a:solidFill>
                <a:prstClr val="black"/>
              </a:solidFill>
              <a:effectLst/>
              <a:uLnTx/>
              <a:uFillTx/>
              <a:latin typeface="Consolas"/>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800" b="0" i="0" u="none" strike="noStrike" kern="0" cap="none" spc="0" normalizeH="0" baseline="0" noProof="0" dirty="0">
                <a:ln>
                  <a:noFill/>
                </a:ln>
                <a:solidFill>
                  <a:srgbClr val="000000"/>
                </a:solidFill>
                <a:effectLst/>
                <a:uLnTx/>
                <a:uFillTx/>
                <a:latin typeface="Consolas"/>
                <a:ea typeface="Cascadia Code Light"/>
                <a:cs typeface="Cascadia Code Light"/>
              </a:rPr>
              <a:t>    </a:t>
            </a:r>
            <a:r>
              <a:rPr kumimoji="0" sz="1800" b="0" i="0" u="none" strike="noStrike" kern="0" cap="none" spc="0" normalizeH="0" baseline="0" noProof="0" dirty="0">
                <a:ln>
                  <a:noFill/>
                </a:ln>
                <a:solidFill>
                  <a:srgbClr val="001080"/>
                </a:solidFill>
                <a:effectLst/>
                <a:uLnTx/>
                <a:uFillTx/>
                <a:latin typeface="Consolas"/>
                <a:ea typeface="Cascadia Code Light"/>
                <a:cs typeface="Cascadia Code Light"/>
              </a:rPr>
              <a:t>parameters</a:t>
            </a:r>
            <a:r>
              <a:rPr kumimoji="0" sz="1800" b="0" i="0" u="none" strike="noStrike" kern="0" cap="none" spc="0" normalizeH="0" baseline="0" noProof="0" dirty="0">
                <a:ln>
                  <a:noFill/>
                </a:ln>
                <a:solidFill>
                  <a:srgbClr val="000000"/>
                </a:solidFill>
                <a:effectLst/>
                <a:uLnTx/>
                <a:uFillTx/>
                <a:latin typeface="Consolas"/>
                <a:ea typeface="Cascadia Code Light"/>
                <a:cs typeface="Cascadia Code Light"/>
              </a:rPr>
              <a:t>=params,</a:t>
            </a:r>
            <a:endParaRPr kumimoji="0" sz="1800" b="0" i="0" u="none" strike="noStrike" kern="0" cap="none" spc="0" normalizeH="0" baseline="0" noProof="0" dirty="0">
              <a:ln>
                <a:noFill/>
              </a:ln>
              <a:solidFill>
                <a:prstClr val="black"/>
              </a:solidFill>
              <a:effectLst/>
              <a:uLnTx/>
              <a:uFillTx/>
              <a:latin typeface="Consolas"/>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800" b="0" i="0" u="none" strike="noStrike" kern="0" cap="none" spc="0" normalizeH="0" baseline="0" noProof="0" dirty="0">
                <a:ln>
                  <a:noFill/>
                </a:ln>
                <a:solidFill>
                  <a:srgbClr val="000000"/>
                </a:solidFill>
                <a:effectLst/>
                <a:uLnTx/>
                <a:uFillTx/>
                <a:latin typeface="Consolas"/>
                <a:ea typeface="Cascadia Code Light"/>
                <a:cs typeface="Cascadia Code Light"/>
              </a:rPr>
              <a:t>    </a:t>
            </a:r>
            <a:r>
              <a:rPr kumimoji="0" sz="1800" b="0" i="0" u="none" strike="noStrike" kern="0" cap="none" spc="0" normalizeH="0" baseline="0" noProof="0" dirty="0" err="1">
                <a:ln>
                  <a:noFill/>
                </a:ln>
                <a:solidFill>
                  <a:srgbClr val="001080"/>
                </a:solidFill>
                <a:effectLst/>
                <a:uLnTx/>
                <a:uFillTx/>
                <a:latin typeface="Consolas"/>
                <a:ea typeface="Cascadia Code Light"/>
                <a:cs typeface="Cascadia Code Light"/>
              </a:rPr>
              <a:t>enable_cross_partition_query</a:t>
            </a:r>
            <a:r>
              <a:rPr kumimoji="0" sz="1800" b="0" i="0" u="none" strike="noStrike" kern="0" cap="none" spc="0" normalizeH="0" baseline="0" noProof="0" dirty="0">
                <a:ln>
                  <a:noFill/>
                </a:ln>
                <a:solidFill>
                  <a:srgbClr val="000000"/>
                </a:solidFill>
                <a:effectLst/>
                <a:uLnTx/>
                <a:uFillTx/>
                <a:latin typeface="Consolas"/>
                <a:ea typeface="Cascadia Code Light"/>
                <a:cs typeface="Cascadia Code Light"/>
              </a:rPr>
              <a:t>=</a:t>
            </a:r>
            <a:r>
              <a:rPr kumimoji="0" sz="1800" b="0" i="0" u="none" strike="noStrike" kern="0" cap="none" spc="0" normalizeH="0" baseline="0" noProof="0" dirty="0">
                <a:ln>
                  <a:noFill/>
                </a:ln>
                <a:solidFill>
                  <a:srgbClr val="0070C1"/>
                </a:solidFill>
                <a:effectLst/>
                <a:uLnTx/>
                <a:uFillTx/>
                <a:latin typeface="Consolas"/>
                <a:ea typeface="Cascadia Code Light"/>
                <a:cs typeface="Cascadia Code Light"/>
              </a:rPr>
              <a:t>True</a:t>
            </a:r>
            <a:endParaRPr kumimoji="0" sz="1800" b="0" i="0" u="none" strike="noStrike" kern="0" cap="none" spc="0" normalizeH="0" baseline="0" noProof="0" dirty="0">
              <a:ln>
                <a:noFill/>
              </a:ln>
              <a:solidFill>
                <a:prstClr val="black"/>
              </a:solidFill>
              <a:effectLst/>
              <a:uLnTx/>
              <a:uFillTx/>
              <a:latin typeface="Consolas"/>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800" b="0" i="0" u="none" strike="noStrike" kern="0" cap="none" spc="0" normalizeH="0" baseline="0" noProof="0" dirty="0">
                <a:ln>
                  <a:noFill/>
                </a:ln>
                <a:solidFill>
                  <a:srgbClr val="000000"/>
                </a:solidFill>
                <a:effectLst/>
                <a:uLnTx/>
                <a:uFillTx/>
                <a:latin typeface="Consolas"/>
                <a:ea typeface="Cascadia Code Light"/>
                <a:cs typeface="Cascadia Code Light"/>
              </a:rPr>
              <a:t>)</a:t>
            </a:r>
            <a:endParaRPr kumimoji="0" sz="1800" b="0" i="0" u="none" strike="noStrike" kern="0" cap="none" spc="0" normalizeH="0" baseline="0" noProof="0" dirty="0">
              <a:ln>
                <a:noFill/>
              </a:ln>
              <a:solidFill>
                <a:prstClr val="black"/>
              </a:solidFill>
              <a:effectLst/>
              <a:uLnTx/>
              <a:uFillTx/>
              <a:latin typeface="Consolas"/>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endParaRPr kumimoji="0" lang="en-US" sz="2800" b="0" i="0" u="none" strike="noStrike" kern="0" cap="none" spc="0" normalizeH="0" baseline="0" noProof="0" dirty="0">
              <a:ln>
                <a:noFill/>
              </a:ln>
              <a:solidFill>
                <a:prstClr val="black"/>
              </a:solidFill>
              <a:effectLst/>
              <a:uLnTx/>
              <a:uFillTx/>
              <a:latin typeface="Times New Roman"/>
              <a:cs typeface="Times New Roman"/>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2000" b="0" i="0" u="none" strike="noStrike" kern="0" cap="none" spc="0" normalizeH="0" baseline="0" noProof="0" dirty="0">
                <a:ln>
                  <a:noFill/>
                </a:ln>
                <a:solidFill>
                  <a:prstClr val="black"/>
                </a:solidFill>
                <a:effectLst/>
                <a:uLnTx/>
                <a:uFillTx/>
                <a:latin typeface="Segoe UI"/>
                <a:ea typeface="Segoe UI"/>
                <a:cs typeface="Segoe UI"/>
              </a:rPr>
              <a:t>Fans out to all partitions</a:t>
            </a:r>
            <a:endParaRPr kumimoji="0" lang="en-US" sz="2000" b="0" i="0" u="none" strike="noStrike" kern="0" cap="none" spc="0" normalizeH="0" baseline="0" noProof="0" dirty="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2000" b="0" i="0" u="none" strike="noStrike" kern="0" cap="none" spc="0" normalizeH="0" baseline="0" noProof="0" dirty="0">
                <a:ln>
                  <a:noFill/>
                </a:ln>
                <a:solidFill>
                  <a:prstClr val="black"/>
                </a:solidFill>
                <a:effectLst/>
                <a:uLnTx/>
                <a:uFillTx/>
                <a:latin typeface="Segoe UI"/>
                <a:ea typeface="Segoe UI"/>
                <a:cs typeface="Segoe UI"/>
              </a:rPr>
              <a:t>Higher RU cost</a:t>
            </a:r>
            <a:endParaRPr kumimoji="0" lang="en-US" sz="2000" b="0" i="0" u="none" strike="noStrike" kern="0" cap="none" spc="0" normalizeH="0" baseline="0" noProof="0" dirty="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2000" b="0" i="0" u="none" strike="noStrike" kern="0" cap="none" spc="0" normalizeH="0" baseline="0" noProof="0" dirty="0">
                <a:ln>
                  <a:noFill/>
                </a:ln>
                <a:solidFill>
                  <a:prstClr val="black"/>
                </a:solidFill>
                <a:effectLst/>
                <a:uLnTx/>
                <a:uFillTx/>
                <a:latin typeface="Segoe UI"/>
                <a:ea typeface="Segoe UI"/>
                <a:cs typeface="Segoe UI"/>
              </a:rPr>
              <a:t>Needed when filter doesn't include partition key</a:t>
            </a:r>
            <a:endParaRPr kumimoji="0" lang="en-US" sz="2000" b="0" i="0" u="none" strike="noStrike" kern="0" cap="none" spc="0" normalizeH="0" baseline="0" noProof="0" dirty="0">
              <a:ln>
                <a:noFill/>
              </a:ln>
              <a:solidFill>
                <a:prstClr val="black"/>
              </a:solidFill>
              <a:effectLst/>
              <a:uLnTx/>
              <a:uFillTx/>
              <a:latin typeface="Segoe UI"/>
              <a:cs typeface="Segoe UI"/>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55538029" name="Title 1"/>
          <p:cNvSpPr>
            <a:spLocks noGrp="1"/>
          </p:cNvSpPr>
          <p:nvPr>
            <p:ph type="title"/>
          </p:nvPr>
        </p:nvSpPr>
        <p:spPr bwMode="auto">
          <a:xfrm>
            <a:off x="588261" y="585216"/>
            <a:ext cx="5653640" cy="427079"/>
          </a:xfrm>
        </p:spPr>
        <p:txBody>
          <a:bodyPr/>
          <a:lstStyle/>
          <a:p>
            <a:pPr>
              <a:defRPr/>
            </a:pPr>
            <a:r>
              <a:rPr lang="en-US" sz="2800"/>
              <a:t>Exercise</a:t>
            </a:r>
            <a:endParaRPr sz="2800"/>
          </a:p>
        </p:txBody>
      </p:sp>
      <p:pic>
        <p:nvPicPr>
          <p:cNvPr id="316280387" name="Picture Placeholder 6">
            <a:extLst>
              <a:ext uri="{C183D7F6-B498-43B3-948B-1728B52AA6E4}">
                <adec:decorative xmlns:adec="http://schemas.microsoft.com/office/drawing/2017/decorative" val="1"/>
              </a:ext>
            </a:extLst>
          </p:cNvPr>
          <p:cNvPicPr>
            <a:picLocks noGrp="1" noChangeAspect="1"/>
          </p:cNvPicPr>
          <p:nvPr>
            <p:ph type="pic" sz="quarter" idx="20"/>
          </p:nvPr>
        </p:nvPicPr>
        <p:blipFill rotWithShape="1">
          <a:blip r:embed="rId3"/>
          <a:srcRect l="118" r="117"/>
          <a:stretch/>
        </p:blipFill>
        <p:spPr bwMode="ltGray">
          <a:xfrm>
            <a:off x="7724774" y="2043464"/>
            <a:ext cx="4467225" cy="3307646"/>
          </a:xfrm>
          <a:prstGeom prst="rect">
            <a:avLst/>
          </a:prstGeom>
          <a:solidFill>
            <a:srgbClr val="F4F4F7"/>
          </a:solidFill>
          <a:ln>
            <a:noFill/>
          </a:ln>
        </p:spPr>
      </p:pic>
      <p:sp>
        <p:nvSpPr>
          <p:cNvPr id="1073011004" name="Text Placeholder 4"/>
          <p:cNvSpPr>
            <a:spLocks noGrp="1"/>
          </p:cNvSpPr>
          <p:nvPr>
            <p:ph type="body" sz="quarter" idx="16"/>
          </p:nvPr>
        </p:nvSpPr>
        <p:spPr bwMode="auto">
          <a:xfrm>
            <a:off x="584199" y="1594155"/>
            <a:ext cx="5654573" cy="492443"/>
          </a:xfrm>
        </p:spPr>
        <p:txBody>
          <a:bodyPr/>
          <a:lstStyle/>
          <a:p>
            <a:pPr>
              <a:defRPr/>
            </a:pPr>
            <a:r>
              <a:rPr lang="en-US">
                <a:solidFill>
                  <a:srgbClr val="000000"/>
                </a:solidFill>
                <a:latin typeface="Segoe UI Semibold"/>
                <a:cs typeface="Segoe UI Semibold"/>
              </a:rPr>
              <a:t>Build a RAG document store on Azure Cosmos DB for NoSQL</a:t>
            </a:r>
            <a:endParaRPr lang="en-US"/>
          </a:p>
          <a:p>
            <a:pPr>
              <a:defRPr/>
            </a:pPr>
            <a:endParaRPr lang="en-US"/>
          </a:p>
        </p:txBody>
      </p:sp>
      <p:sp>
        <p:nvSpPr>
          <p:cNvPr id="1008492891" name="Text Placeholder 61"/>
          <p:cNvSpPr>
            <a:spLocks noGrp="1"/>
          </p:cNvSpPr>
          <p:nvPr>
            <p:ph type="body" sz="quarter" idx="15"/>
          </p:nvPr>
        </p:nvSpPr>
        <p:spPr bwMode="auto">
          <a:xfrm>
            <a:off x="585788" y="2085975"/>
            <a:ext cx="5653087" cy="2511457"/>
          </a:xfrm>
        </p:spPr>
        <p:txBody>
          <a:bodyPr vert="horz" wrap="square" lIns="0" tIns="0" rIns="0" bIns="0" rtlCol="0" anchor="t">
            <a:spAutoFit/>
          </a:bodyPr>
          <a:lstStyle/>
          <a:p>
            <a:pPr marL="0" indent="0">
              <a:buNone/>
              <a:defRPr/>
            </a:pPr>
            <a:r>
              <a:rPr lang="en-US">
                <a:solidFill>
                  <a:srgbClr val="000000"/>
                </a:solidFill>
                <a:cs typeface="Segoe UI"/>
              </a:rPr>
              <a:t>In this exercise, you create an Azure Cosmos DB for NoSQL database that serves as a document store for retrieval-augmented generation (RAG) applications.</a:t>
            </a:r>
            <a:endParaRPr/>
          </a:p>
          <a:p>
            <a:pPr marL="0" indent="0">
              <a:buNone/>
              <a:defRPr/>
            </a:pPr>
            <a:endParaRPr lang="en-US">
              <a:cs typeface="Segoe UI"/>
            </a:endParaRPr>
          </a:p>
          <a:p>
            <a:pPr marL="0" indent="0">
              <a:buNone/>
              <a:defRPr/>
            </a:pPr>
            <a:r>
              <a:rPr lang="en-US">
                <a:latin typeface="Segoe UI Semibold"/>
                <a:cs typeface="Segoe UI Semibold"/>
              </a:rPr>
              <a:t>Estimated time:</a:t>
            </a:r>
            <a:r>
              <a:rPr lang="en-US">
                <a:cs typeface="Segoe UI"/>
              </a:rPr>
              <a:t> 30 minutes</a:t>
            </a:r>
            <a:endParaRPr/>
          </a:p>
          <a:p>
            <a:pPr>
              <a:defRPr/>
            </a:pPr>
            <a:endParaRPr lang="en-US">
              <a:cs typeface="Segoe UI"/>
            </a:endParaRPr>
          </a:p>
          <a:p>
            <a:pPr marL="0" indent="0">
              <a:buNone/>
              <a:defRPr/>
            </a:pPr>
            <a:r>
              <a:rPr lang="en-US">
                <a:cs typeface="Segoe UI"/>
              </a:rPr>
              <a:t>Start the exercise at:</a:t>
            </a:r>
            <a:endParaRPr lang="en-US"/>
          </a:p>
          <a:p>
            <a:pPr marL="0" indent="0">
              <a:buNone/>
              <a:defRPr/>
            </a:pPr>
            <a:r>
              <a:rPr lang="en-US" u="sng">
                <a:solidFill>
                  <a:srgbClr val="000000"/>
                </a:solidFill>
                <a:latin typeface="Segoe UI"/>
                <a:cs typeface="Segoe UI"/>
                <a:hlinkClick r:id="rId4"/>
              </a:rPr>
              <a:t>https://go.microsoft.com/fwlink/?linkid=2350700</a:t>
            </a:r>
            <a:endParaRPr/>
          </a:p>
          <a:p>
            <a:pPr marL="0" indent="0">
              <a:buNone/>
              <a:defRPr/>
            </a:pPr>
            <a:endParaRPr lang="en-US"/>
          </a:p>
        </p:txBody>
      </p:sp>
      <p:sp>
        <p:nvSpPr>
          <p:cNvPr id="1176206297" name="Footer Placeholder 4"/>
          <p:cNvSpPr>
            <a:spLocks noGrp="1"/>
          </p:cNvSpPr>
          <p:nvPr>
            <p:ph type="ftr" sz="quarter" idx="3"/>
          </p:nvPr>
        </p:nvSpPr>
        <p:spPr bwMode="auto">
          <a:xfrm>
            <a:off x="579438" y="6421083"/>
            <a:ext cx="4151312" cy="197976"/>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UI"/>
                <a:cs typeface="Arial"/>
              </a:rPr>
              <a:t>© Copyright Microsoft Corporation. All rights reserved.</a:t>
            </a:r>
          </a:p>
        </p:txBody>
      </p:sp>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Title 2">
            <a:extLst>
              <a:ext uri="{FF2B5EF4-FFF2-40B4-BE49-F238E27FC236}">
                <a16:creationId xmlns:a16="http://schemas.microsoft.com/office/drawing/2014/main" id="{201955A5-5448-C5BE-0463-A17E1AC314BE}"/>
              </a:ext>
            </a:extLst>
          </p:cNvPr>
          <p:cNvSpPr>
            <a:spLocks noGrp="1"/>
          </p:cNvSpPr>
          <p:nvPr>
            <p:ph type="title"/>
          </p:nvPr>
        </p:nvSpPr>
        <p:spPr/>
        <p:txBody>
          <a:bodyPr/>
          <a:lstStyle/>
          <a:p>
            <a:r>
              <a:rPr lang="en-US" dirty="0"/>
              <a:t>Module 2: </a:t>
            </a:r>
            <a:r>
              <a:rPr lang="en-US" dirty="0">
                <a:ea typeface="Calibri"/>
              </a:rPr>
              <a:t>Implement vector search on Azure Cosmos DB for NoSQL</a:t>
            </a:r>
            <a:endParaRPr lang="en-US" dirty="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68532683" name="Title 1"/>
          <p:cNvSpPr>
            <a:spLocks noGrp="1"/>
          </p:cNvSpPr>
          <p:nvPr>
            <p:ph type="title"/>
          </p:nvPr>
        </p:nvSpPr>
        <p:spPr bwMode="auto"/>
        <p:txBody>
          <a:bodyPr/>
          <a:lstStyle/>
          <a:p>
            <a:pPr>
              <a:defRPr/>
            </a:pPr>
            <a:r>
              <a:rPr lang="en-US">
                <a:ea typeface="Calibri"/>
              </a:rPr>
              <a:t>Store and retrieve embeddings in Azure Cosmos DB</a:t>
            </a:r>
            <a:endParaRPr lang="en-US"/>
          </a:p>
        </p:txBody>
      </p:sp>
      <p:sp>
        <p:nvSpPr>
          <p:cNvPr id="809563951" name="Content Placeholder 2"/>
          <p:cNvSpPr>
            <a:spLocks noGrp="1"/>
          </p:cNvSpPr>
          <p:nvPr>
            <p:ph sz="quarter" idx="10"/>
          </p:nvPr>
        </p:nvSpPr>
        <p:spPr bwMode="auto">
          <a:xfrm>
            <a:off x="457200" y="1224915"/>
            <a:ext cx="4877468" cy="4414385"/>
          </a:xfrm>
        </p:spPr>
        <p:txBody>
          <a:bodyPr vert="horz" wrap="square" lIns="45720" tIns="0" rIns="0" bIns="0" rtlCol="0" anchor="t">
            <a:noAutofit/>
          </a:bodyPr>
          <a:lstStyle/>
          <a:p>
            <a:pPr marL="0" indent="0">
              <a:spcAft>
                <a:spcPts val="1000"/>
              </a:spcAft>
              <a:buNone/>
              <a:defRPr/>
            </a:pPr>
            <a:r>
              <a:rPr lang="en-US" sz="2000">
                <a:latin typeface="Segoe UI Semibold"/>
                <a:ea typeface="Calibri"/>
                <a:cs typeface="Segoe UI Semibold"/>
              </a:rPr>
              <a:t>Vector policy (set at container creation)</a:t>
            </a:r>
            <a:endParaRPr lang="en-US"/>
          </a:p>
          <a:p>
            <a:pPr>
              <a:defRPr/>
            </a:pPr>
            <a:r>
              <a:rPr lang="en-US" sz="1800">
                <a:latin typeface="Segoe UI Semibold"/>
                <a:ea typeface="Calibri"/>
                <a:cs typeface="Segoe UI Semibold"/>
              </a:rPr>
              <a:t>path:</a:t>
            </a:r>
            <a:r>
              <a:rPr lang="en-US" sz="1800">
                <a:latin typeface="Consolas"/>
                <a:ea typeface="Calibri"/>
              </a:rPr>
              <a:t> </a:t>
            </a:r>
            <a:r>
              <a:rPr lang="en-US" sz="1800">
                <a:ea typeface="Calibri"/>
              </a:rPr>
              <a:t>JSON path to embedding property</a:t>
            </a:r>
            <a:endParaRPr lang="en-US" sz="1800"/>
          </a:p>
          <a:p>
            <a:pPr>
              <a:defRPr/>
            </a:pPr>
            <a:r>
              <a:rPr lang="en-US" sz="1800">
                <a:latin typeface="Segoe UI Semibold"/>
                <a:ea typeface="Calibri"/>
                <a:cs typeface="Segoe UI Semibold"/>
              </a:rPr>
              <a:t>dataType:</a:t>
            </a:r>
            <a:r>
              <a:rPr lang="en-US" sz="1800">
                <a:ea typeface="Calibri"/>
              </a:rPr>
              <a:t> </a:t>
            </a:r>
            <a:r>
              <a:rPr lang="en-US" sz="1800">
                <a:latin typeface="Consolas"/>
                <a:ea typeface="Calibri"/>
              </a:rPr>
              <a:t>float32</a:t>
            </a:r>
            <a:r>
              <a:rPr lang="en-US" sz="1800">
                <a:ea typeface="+mn-lt"/>
                <a:cs typeface="+mn-lt"/>
              </a:rPr>
              <a:t>, </a:t>
            </a:r>
            <a:r>
              <a:rPr lang="en-US" sz="1800">
                <a:latin typeface="Consolas"/>
                <a:ea typeface="Calibri"/>
              </a:rPr>
              <a:t>float16</a:t>
            </a:r>
            <a:r>
              <a:rPr lang="en-US" sz="1800">
                <a:ea typeface="+mn-lt"/>
                <a:cs typeface="+mn-lt"/>
              </a:rPr>
              <a:t>, </a:t>
            </a:r>
            <a:r>
              <a:rPr lang="en-US" sz="1800">
                <a:latin typeface="Consolas"/>
                <a:ea typeface="Calibri"/>
              </a:rPr>
              <a:t>int8</a:t>
            </a:r>
            <a:r>
              <a:rPr lang="en-US" sz="1800">
                <a:ea typeface="Calibri"/>
              </a:rPr>
              <a:t>, </a:t>
            </a:r>
            <a:r>
              <a:rPr lang="en-US" sz="1800">
                <a:latin typeface="Consolas"/>
                <a:ea typeface="Calibri"/>
              </a:rPr>
              <a:t>uint8</a:t>
            </a:r>
            <a:endParaRPr/>
          </a:p>
          <a:p>
            <a:pPr>
              <a:defRPr/>
            </a:pPr>
            <a:r>
              <a:rPr lang="en-US" sz="1800">
                <a:latin typeface="Segoe UI Semibold"/>
                <a:ea typeface="Calibri"/>
                <a:cs typeface="Segoe UI Semibold"/>
              </a:rPr>
              <a:t>dimensions:</a:t>
            </a:r>
            <a:r>
              <a:rPr lang="en-US" sz="1800">
                <a:ea typeface="Calibri"/>
              </a:rPr>
              <a:t> must match your model (1536 for ada-002)</a:t>
            </a:r>
            <a:endParaRPr lang="en-US" sz="1800"/>
          </a:p>
          <a:p>
            <a:pPr>
              <a:defRPr/>
            </a:pPr>
            <a:r>
              <a:rPr lang="en-US" sz="1800">
                <a:latin typeface="Segoe UI Semibold"/>
                <a:ea typeface="Calibri"/>
                <a:cs typeface="Segoe UI Semibold"/>
              </a:rPr>
              <a:t>distanceFunction:</a:t>
            </a:r>
            <a:r>
              <a:rPr lang="en-US" sz="1800">
                <a:ea typeface="Calibri"/>
              </a:rPr>
              <a:t> cosine, dotproduct, euclidean</a:t>
            </a:r>
            <a:endParaRPr lang="en-US" sz="1800"/>
          </a:p>
          <a:p>
            <a:pPr marL="0" indent="0">
              <a:buNone/>
              <a:defRPr/>
            </a:pPr>
            <a:endParaRPr lang="en-US" sz="1800">
              <a:ea typeface="Calibri"/>
            </a:endParaRPr>
          </a:p>
          <a:p>
            <a:pPr marL="0" indent="0">
              <a:spcAft>
                <a:spcPts val="800"/>
              </a:spcAft>
              <a:buNone/>
              <a:defRPr/>
            </a:pPr>
            <a:r>
              <a:rPr lang="en-US" sz="2000">
                <a:latin typeface="Segoe UI Semibold"/>
                <a:ea typeface="Calibri"/>
                <a:cs typeface="Segoe UI Semibold"/>
              </a:rPr>
              <a:t>Index types</a:t>
            </a:r>
            <a:endParaRPr sz="2000">
              <a:latin typeface="Segoe UI Semibold"/>
              <a:ea typeface="Calibri"/>
              <a:cs typeface="Segoe UI Semibold"/>
            </a:endParaRPr>
          </a:p>
          <a:p>
            <a:pPr>
              <a:defRPr/>
            </a:pPr>
            <a:r>
              <a:rPr lang="en-US" sz="1800">
                <a:latin typeface="Segoe UI Semibold"/>
                <a:ea typeface="Calibri"/>
                <a:cs typeface="Segoe UI Semibold"/>
              </a:rPr>
              <a:t>flat:</a:t>
            </a:r>
            <a:r>
              <a:rPr lang="en-US" sz="1800">
                <a:ea typeface="Calibri"/>
              </a:rPr>
              <a:t> exact search, max 505 dimensions</a:t>
            </a:r>
            <a:endParaRPr sz="1800">
              <a:ea typeface="Calibri"/>
            </a:endParaRPr>
          </a:p>
          <a:p>
            <a:pPr>
              <a:defRPr/>
            </a:pPr>
            <a:r>
              <a:rPr lang="en-US" sz="1800">
                <a:latin typeface="Segoe UI Semibold"/>
                <a:ea typeface="Calibri"/>
                <a:cs typeface="Segoe UI Semibold"/>
              </a:rPr>
              <a:t>quantizedFlat:</a:t>
            </a:r>
            <a:r>
              <a:rPr lang="en-US" sz="1800">
                <a:ea typeface="Calibri"/>
              </a:rPr>
              <a:t> compressed, up to ~50K vectors/partition</a:t>
            </a:r>
            <a:endParaRPr sz="1800">
              <a:ea typeface="Calibri"/>
            </a:endParaRPr>
          </a:p>
          <a:p>
            <a:pPr>
              <a:defRPr/>
            </a:pPr>
            <a:r>
              <a:rPr lang="en-US" sz="1800">
                <a:latin typeface="Segoe UI Semibold"/>
                <a:ea typeface="Calibri"/>
                <a:cs typeface="Segoe UI Semibold"/>
              </a:rPr>
              <a:t>diskANN:</a:t>
            </a:r>
            <a:r>
              <a:rPr lang="en-US" sz="1800">
                <a:ea typeface="Calibri"/>
              </a:rPr>
              <a:t> best for large scale, up to 4096 dimensions</a:t>
            </a:r>
            <a:endParaRPr/>
          </a:p>
        </p:txBody>
      </p:sp>
      <p:sp>
        <p:nvSpPr>
          <p:cNvPr id="1969356935" name="TextBox 2"/>
          <p:cNvSpPr txBox="1"/>
          <p:nvPr/>
        </p:nvSpPr>
        <p:spPr bwMode="auto">
          <a:xfrm>
            <a:off x="6257636" y="1229359"/>
            <a:ext cx="5172363" cy="4405828"/>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cs typeface="Segoe UI Semibold"/>
              </a:rPr>
              <a:t>Document structure</a:t>
            </a:r>
            <a:endParaRPr kumimoji="0" sz="18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Consolas"/>
              <a:cs typeface="Segoe UI Semibold"/>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451A5"/>
                </a:solidFill>
                <a:effectLst/>
                <a:uLnTx/>
                <a:uFillTx/>
                <a:latin typeface="Consolas"/>
                <a:ea typeface="Consolas"/>
                <a:cs typeface="Consolas"/>
              </a:rPr>
              <a:t>"id"</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"doc-123"</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451A5"/>
                </a:solidFill>
                <a:effectLst/>
                <a:uLnTx/>
                <a:uFillTx/>
                <a:latin typeface="Consolas"/>
                <a:ea typeface="Consolas"/>
                <a:cs typeface="Consolas"/>
              </a:rPr>
              <a:t>"title"</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"WiFi troubleshooting"</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451A5"/>
                </a:solidFill>
                <a:effectLst/>
                <a:uLnTx/>
                <a:uFillTx/>
                <a:latin typeface="Consolas"/>
                <a:ea typeface="Consolas"/>
                <a:cs typeface="Consolas"/>
              </a:rPr>
              <a:t>"content"</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"Common WiFi issues..."</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451A5"/>
                </a:solidFill>
                <a:effectLst/>
                <a:uLnTx/>
                <a:uFillTx/>
                <a:latin typeface="Consolas"/>
                <a:ea typeface="Consolas"/>
                <a:cs typeface="Consolas"/>
              </a:rPr>
              <a:t>"category"</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"networking"</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451A5"/>
                </a:solidFill>
                <a:effectLst/>
                <a:uLnTx/>
                <a:uFillTx/>
                <a:latin typeface="Consolas"/>
                <a:ea typeface="Consolas"/>
                <a:cs typeface="Consolas"/>
              </a:rPr>
              <a:t>"embedding"</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98658"/>
                </a:solidFill>
                <a:effectLst/>
                <a:uLnTx/>
                <a:uFillTx/>
                <a:latin typeface="Consolas"/>
                <a:ea typeface="Consolas"/>
                <a:cs typeface="Consolas"/>
              </a:rPr>
              <a:t>0.023</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98658"/>
                </a:solidFill>
                <a:effectLst/>
                <a:uLnTx/>
                <a:uFillTx/>
                <a:latin typeface="Consolas"/>
                <a:ea typeface="Consolas"/>
                <a:cs typeface="Consolas"/>
              </a:rPr>
              <a:t>-0.041</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CD3131"/>
                </a:solidFill>
                <a:effectLst/>
                <a:uLnTx/>
                <a:uFillTx/>
                <a:latin typeface="Consolas"/>
                <a:ea typeface="Consolas"/>
                <a:cs typeface="Consolas"/>
              </a:rPr>
              <a:t>...</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5715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lang="en-US" sz="16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cs typeface="Segoe UI Semibold"/>
              </a:rPr>
              <a:t>Key decisions</a:t>
            </a:r>
            <a:endParaRPr kumimoji="0" lang="en-US" sz="18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Calibri"/>
                <a:cs typeface="Segoe UI"/>
              </a:rPr>
              <a:t>Exclude </a:t>
            </a:r>
            <a:r>
              <a:rPr kumimoji="0" lang="en-US" sz="1800" b="0" i="0" u="none" strike="noStrike" kern="0" cap="none" spc="0" normalizeH="0" baseline="0" noProof="0">
                <a:ln>
                  <a:noFill/>
                </a:ln>
                <a:solidFill>
                  <a:prstClr val="black"/>
                </a:solidFill>
                <a:effectLst/>
                <a:uLnTx/>
                <a:uFillTx/>
                <a:latin typeface="Consolas"/>
                <a:ea typeface="Calibri"/>
                <a:cs typeface="Segoe UI"/>
              </a:rPr>
              <a:t>/embedding/*</a:t>
            </a:r>
            <a:r>
              <a:rPr kumimoji="0" lang="en-US" sz="1800" b="0" i="0" u="none" strike="noStrike" kern="0" cap="none" spc="0" normalizeH="0" baseline="0" noProof="0">
                <a:ln>
                  <a:noFill/>
                </a:ln>
                <a:solidFill>
                  <a:prstClr val="black"/>
                </a:solidFill>
                <a:effectLst/>
                <a:uLnTx/>
                <a:uFillTx/>
                <a:latin typeface="Segoe UI"/>
                <a:ea typeface="Calibri"/>
                <a:cs typeface="Segoe UI"/>
              </a:rPr>
              <a:t> from standard range indexes</a:t>
            </a:r>
            <a:endParaRPr kumimoji="0" sz="18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Calibri"/>
                <a:cs typeface="Segoe UI"/>
              </a:rPr>
              <a:t>Vector policies can’t be modified after creation</a:t>
            </a:r>
            <a:endParaRPr kumimoji="0" sz="18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Consolas"/>
                <a:ea typeface="Calibri"/>
                <a:cs typeface="Segoe UI"/>
              </a:rPr>
              <a:t>float16</a:t>
            </a:r>
            <a:r>
              <a:rPr kumimoji="0" lang="en-US" sz="1800" b="0" i="0" u="none" strike="noStrike" kern="0" cap="none" spc="0" normalizeH="0" baseline="0" noProof="0">
                <a:ln>
                  <a:noFill/>
                </a:ln>
                <a:solidFill>
                  <a:prstClr val="black"/>
                </a:solidFill>
                <a:effectLst/>
                <a:uLnTx/>
                <a:uFillTx/>
                <a:latin typeface="Segoe UI"/>
                <a:ea typeface="Calibri"/>
                <a:cs typeface="Segoe UI"/>
              </a:rPr>
              <a:t> saves 50% storage with minimal quality loss</a:t>
            </a:r>
            <a:endParaRPr kumimoji="0" sz="1800" b="0" i="0" u="none" strike="noStrike" kern="0" cap="none" spc="0" normalizeH="0" baseline="0" noProof="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5418028" name="Title 1"/>
          <p:cNvSpPr>
            <a:spLocks noGrp="1"/>
          </p:cNvSpPr>
          <p:nvPr>
            <p:ph type="title"/>
          </p:nvPr>
        </p:nvSpPr>
        <p:spPr bwMode="auto"/>
        <p:txBody>
          <a:bodyPr/>
          <a:lstStyle/>
          <a:p>
            <a:pPr>
              <a:defRPr/>
            </a:pPr>
            <a:r>
              <a:rPr lang="en-US">
                <a:ea typeface="Calibri"/>
              </a:rPr>
              <a:t>Execute vector similarity queries for semantic search</a:t>
            </a:r>
            <a:endParaRPr/>
          </a:p>
        </p:txBody>
      </p:sp>
      <p:sp>
        <p:nvSpPr>
          <p:cNvPr id="1390930332" name="TextBox 2"/>
          <p:cNvSpPr txBox="1"/>
          <p:nvPr/>
        </p:nvSpPr>
        <p:spPr bwMode="auto">
          <a:xfrm>
            <a:off x="457200" y="1225296"/>
            <a:ext cx="5172363" cy="4952029"/>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cs typeface="Segoe UI Semibold"/>
              </a:rPr>
              <a:t>Query pattern</a:t>
            </a:r>
            <a:endParaRPr kumimoji="0" lang="en-US" sz="18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Consolas"/>
              <a:cs typeface="Segoe UI Semibold"/>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SELECT</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TOP</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98658"/>
                </a:solidFill>
                <a:effectLst/>
                <a:uLnTx/>
                <a:uFillTx/>
                <a:latin typeface="Consolas"/>
                <a:ea typeface="Consolas"/>
                <a:cs typeface="Consolas"/>
              </a:rPr>
              <a:t>10</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c.title,</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VectorDistance(c.embedding,</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@queryVector) </a:t>
            </a:r>
            <a:r>
              <a:rPr kumimoji="0" sz="1600" b="0" i="0" u="none" strike="noStrike" kern="0" cap="none" spc="0" normalizeH="0" baseline="0" noProof="0">
                <a:ln>
                  <a:noFill/>
                </a:ln>
                <a:solidFill>
                  <a:srgbClr val="0000FF"/>
                </a:solidFill>
                <a:effectLst/>
                <a:uLnTx/>
                <a:uFillTx/>
                <a:latin typeface="Consolas"/>
                <a:ea typeface="Consolas"/>
                <a:cs typeface="Consolas"/>
              </a:rPr>
              <a:t>AS</a:t>
            </a:r>
            <a:r>
              <a:rPr kumimoji="0" sz="1600" b="0" i="0" u="none" strike="noStrike" kern="0" cap="none" spc="0" normalizeH="0" baseline="0" noProof="0">
                <a:ln>
                  <a:noFill/>
                </a:ln>
                <a:solidFill>
                  <a:srgbClr val="000000"/>
                </a:solidFill>
                <a:effectLst/>
                <a:uLnTx/>
                <a:uFillTx/>
                <a:latin typeface="Consolas"/>
                <a:ea typeface="Consolas"/>
                <a:cs typeface="Consolas"/>
              </a:rPr>
              <a:t> Score</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FROM</a:t>
            </a:r>
            <a:r>
              <a:rPr kumimoji="0" sz="1600" b="0" i="0" u="none" strike="noStrike" kern="0" cap="none" spc="0" normalizeH="0" baseline="0" noProof="0">
                <a:ln>
                  <a:noFill/>
                </a:ln>
                <a:solidFill>
                  <a:srgbClr val="000000"/>
                </a:solidFill>
                <a:effectLst/>
                <a:uLnTx/>
                <a:uFillTx/>
                <a:latin typeface="Consolas"/>
                <a:ea typeface="Consolas"/>
                <a:cs typeface="Consolas"/>
              </a:rPr>
              <a:t> c</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ORDER BY</a:t>
            </a:r>
            <a:r>
              <a:rPr kumimoji="0" sz="1600" b="0" i="0" u="none" strike="noStrike" kern="0" cap="none" spc="0" normalizeH="0" baseline="0" noProof="0">
                <a:ln>
                  <a:noFill/>
                </a:ln>
                <a:solidFill>
                  <a:srgbClr val="000000"/>
                </a:solidFill>
                <a:effectLst/>
                <a:uLnTx/>
                <a:uFillTx/>
                <a:latin typeface="Consolas"/>
                <a:ea typeface="Consolas"/>
                <a:cs typeface="Consolas"/>
              </a:rPr>
              <a:t> VectorDistance(</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c.embedding, @queryVector)</a:t>
            </a:r>
            <a:br>
              <a:rPr kumimoji="0" sz="1600" b="0" i="0" u="none" strike="noStrike" kern="0" cap="none" spc="0" normalizeH="0" baseline="0" noProof="0">
                <a:ln>
                  <a:noFill/>
                </a:ln>
                <a:solidFill>
                  <a:srgbClr val="000000"/>
                </a:solidFill>
                <a:effectLst/>
                <a:uLnTx/>
                <a:uFillTx/>
                <a:latin typeface="Consolas"/>
                <a:ea typeface="Consolas"/>
                <a:cs typeface="Consolas"/>
              </a:rPr>
            </a:br>
            <a:endParaRPr kumimoji="0" lang="en-US" sz="2200" b="0" i="0" u="none" strike="noStrike" kern="0" cap="none" spc="0" normalizeH="0" baseline="0" noProof="0">
              <a:ln>
                <a:noFill/>
              </a:ln>
              <a:solidFill>
                <a:srgbClr val="1F2328"/>
              </a:solidFill>
              <a:effectLst/>
              <a:uLnTx/>
              <a:uFillTx/>
              <a:latin typeface="Consolas"/>
              <a:cs typeface="Arial"/>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cs typeface="Segoe UI Semibold"/>
              </a:rPr>
              <a:t>Essentials</a:t>
            </a:r>
            <a:endParaRPr kumimoji="0" lang="en-US" sz="18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Same embedding model for queries and documents</a:t>
            </a:r>
            <a:endParaRPr kumimoji="0"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0" cap="none" spc="0" normalizeH="0" baseline="0" noProof="0">
                <a:ln>
                  <a:noFill/>
                </a:ln>
                <a:solidFill>
                  <a:prstClr val="black"/>
                </a:solidFill>
                <a:effectLst/>
                <a:uLnTx/>
                <a:uFillTx/>
                <a:latin typeface="Consolas"/>
                <a:ea typeface="Consolas"/>
                <a:cs typeface="Consolas"/>
              </a:rPr>
              <a:t>TOP N</a:t>
            </a:r>
            <a:r>
              <a:rPr kumimoji="0" lang="en-US" sz="1800" b="0" i="0" u="none" strike="noStrike" kern="0" cap="none" spc="0" normalizeH="0" baseline="0" noProof="0">
                <a:ln>
                  <a:noFill/>
                </a:ln>
                <a:solidFill>
                  <a:prstClr val="black"/>
                </a:solidFill>
                <a:effectLst/>
                <a:uLnTx/>
                <a:uFillTx/>
                <a:latin typeface="Segoe UI"/>
                <a:ea typeface="Segoe UI"/>
                <a:cs typeface="Segoe UI"/>
              </a:rPr>
              <a:t> is required. Omitting it scans everything</a:t>
            </a:r>
            <a:endParaRPr kumimoji="0"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Parameterize with </a:t>
            </a:r>
            <a:r>
              <a:rPr kumimoji="0" lang="en-US" sz="1800" b="0" i="0" u="none" strike="noStrike" kern="0" cap="none" spc="0" normalizeH="0" baseline="0" noProof="0">
                <a:ln>
                  <a:noFill/>
                </a:ln>
                <a:solidFill>
                  <a:prstClr val="black"/>
                </a:solidFill>
                <a:effectLst/>
                <a:uLnTx/>
                <a:uFillTx/>
                <a:latin typeface="Consolas"/>
                <a:ea typeface="Consolas"/>
                <a:cs typeface="Consolas"/>
              </a:rPr>
              <a:t>@queryVector</a:t>
            </a:r>
            <a:r>
              <a:rPr kumimoji="0" lang="en-US" sz="1800" b="0" i="0" u="none" strike="noStrike" kern="0" cap="none" spc="0" normalizeH="0" baseline="0" noProof="0">
                <a:ln>
                  <a:noFill/>
                </a:ln>
                <a:solidFill>
                  <a:prstClr val="black"/>
                </a:solidFill>
                <a:effectLst/>
                <a:uLnTx/>
                <a:uFillTx/>
                <a:latin typeface="Segoe UI"/>
                <a:ea typeface="Segoe UI"/>
                <a:cs typeface="Segoe UI"/>
              </a:rPr>
              <a:t> for plan caching</a:t>
            </a:r>
            <a:endParaRPr kumimoji="0"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Scores: +1 identical, 0.7-0.9 highly similar</a:t>
            </a:r>
            <a:endParaRPr kumimoji="0" sz="1800" b="0" i="0" u="none" strike="noStrike" kern="0" cap="none" spc="0" normalizeH="0" baseline="0" noProof="0">
              <a:ln>
                <a:noFill/>
              </a:ln>
              <a:solidFill>
                <a:prstClr val="black"/>
              </a:solidFill>
              <a:effectLst/>
              <a:uLnTx/>
              <a:uFillTx/>
              <a:latin typeface="Segoe UI"/>
              <a:cs typeface="Segoe UI"/>
            </a:endParaRPr>
          </a:p>
        </p:txBody>
      </p:sp>
      <p:pic>
        <p:nvPicPr>
          <p:cNvPr id="376096093" name="Picture 1" descr="Diagram showing vector search query flow: user query text goes through embedding API to produce a query vector, which is compared using VectorDistance in Cosmos DB with DiskANN index to return ranked results&#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6766560" y="1115567"/>
            <a:ext cx="4160519" cy="5276088"/>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85938791"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Combine vector similarity results with metadata filtering</a:t>
            </a:r>
            <a:endParaRPr lang="en-US"/>
          </a:p>
        </p:txBody>
      </p:sp>
      <p:sp>
        <p:nvSpPr>
          <p:cNvPr id="1689308254" name="TextBox 2"/>
          <p:cNvSpPr txBox="1"/>
          <p:nvPr/>
        </p:nvSpPr>
        <p:spPr bwMode="auto">
          <a:xfrm>
            <a:off x="457199" y="1226085"/>
            <a:ext cx="4807572" cy="4405827"/>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71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cs typeface="Segoe UI Semibold"/>
              </a:rPr>
              <a:t>Filtered vector search</a:t>
            </a:r>
            <a:endParaRPr kumimoji="0" sz="18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SELECT</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TOP</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98658"/>
                </a:solidFill>
                <a:effectLst/>
                <a:uLnTx/>
                <a:uFillTx/>
                <a:latin typeface="Consolas"/>
                <a:ea typeface="Consolas"/>
                <a:cs typeface="Consolas"/>
              </a:rPr>
              <a:t>10</a:t>
            </a:r>
            <a:r>
              <a:rPr kumimoji="0" sz="1600" b="0" i="0" u="none" strike="noStrike" kern="0" cap="none" spc="0" normalizeH="0" baseline="0" noProof="0">
                <a:ln>
                  <a:noFill/>
                </a:ln>
                <a:solidFill>
                  <a:srgbClr val="000000"/>
                </a:solidFill>
                <a:effectLst/>
                <a:uLnTx/>
                <a:uFillTx/>
                <a:latin typeface="Consolas"/>
                <a:ea typeface="Consolas"/>
                <a:cs typeface="Consolas"/>
              </a:rPr>
              <a:t> c.title,</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VectorDistance(c.embedding,</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@queryVector) </a:t>
            </a:r>
            <a:r>
              <a:rPr kumimoji="0" sz="1600" b="0" i="0" u="none" strike="noStrike" kern="0" cap="none" spc="0" normalizeH="0" baseline="0" noProof="0">
                <a:ln>
                  <a:noFill/>
                </a:ln>
                <a:solidFill>
                  <a:srgbClr val="0000FF"/>
                </a:solidFill>
                <a:effectLst/>
                <a:uLnTx/>
                <a:uFillTx/>
                <a:latin typeface="Consolas"/>
                <a:ea typeface="Consolas"/>
                <a:cs typeface="Consolas"/>
              </a:rPr>
              <a:t>AS</a:t>
            </a:r>
            <a:r>
              <a:rPr kumimoji="0" sz="1600" b="0" i="0" u="none" strike="noStrike" kern="0" cap="none" spc="0" normalizeH="0" baseline="0" noProof="0">
                <a:ln>
                  <a:noFill/>
                </a:ln>
                <a:solidFill>
                  <a:srgbClr val="000000"/>
                </a:solidFill>
                <a:effectLst/>
                <a:uLnTx/>
                <a:uFillTx/>
                <a:latin typeface="Consolas"/>
                <a:ea typeface="Consolas"/>
                <a:cs typeface="Consolas"/>
              </a:rPr>
              <a:t> Score</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FROM</a:t>
            </a:r>
            <a:r>
              <a:rPr kumimoji="0" sz="1600" b="0" i="0" u="none" strike="noStrike" kern="0" cap="none" spc="0" normalizeH="0" baseline="0" noProof="0">
                <a:ln>
                  <a:noFill/>
                </a:ln>
                <a:solidFill>
                  <a:srgbClr val="000000"/>
                </a:solidFill>
                <a:effectLst/>
                <a:uLnTx/>
                <a:uFillTx/>
                <a:latin typeface="Consolas"/>
                <a:ea typeface="Consolas"/>
                <a:cs typeface="Consolas"/>
              </a:rPr>
              <a:t> c</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WHERE</a:t>
            </a:r>
            <a:r>
              <a:rPr kumimoji="0" sz="1600" b="0" i="0" u="none" strike="noStrike" kern="0" cap="none" spc="0" normalizeH="0" baseline="0" noProof="0">
                <a:ln>
                  <a:noFill/>
                </a:ln>
                <a:solidFill>
                  <a:srgbClr val="000000"/>
                </a:solidFill>
                <a:effectLst/>
                <a:uLnTx/>
                <a:uFillTx/>
                <a:latin typeface="Consolas"/>
                <a:ea typeface="Consolas"/>
                <a:cs typeface="Consolas"/>
              </a:rPr>
              <a:t> c.category = @category</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AND</a:t>
            </a:r>
            <a:r>
              <a:rPr kumimoji="0" sz="1600" b="0" i="0" u="none" strike="noStrike" kern="0" cap="none" spc="0" normalizeH="0" baseline="0" noProof="0">
                <a:ln>
                  <a:noFill/>
                </a:ln>
                <a:solidFill>
                  <a:srgbClr val="000000"/>
                </a:solidFill>
                <a:effectLst/>
                <a:uLnTx/>
                <a:uFillTx/>
                <a:latin typeface="Consolas"/>
                <a:ea typeface="Consolas"/>
                <a:cs typeface="Consolas"/>
              </a:rPr>
              <a:t> c.createdDate &gt; @startDate</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ORDER BY</a:t>
            </a:r>
            <a:r>
              <a:rPr kumimoji="0" sz="1600" b="0" i="0" u="none" strike="noStrike" kern="0" cap="none" spc="0" normalizeH="0" baseline="0" noProof="0">
                <a:ln>
                  <a:noFill/>
                </a:ln>
                <a:solidFill>
                  <a:srgbClr val="000000"/>
                </a:solidFill>
                <a:effectLst/>
                <a:uLnTx/>
                <a:uFillTx/>
                <a:latin typeface="Consolas"/>
                <a:ea typeface="Consolas"/>
                <a:cs typeface="Consolas"/>
              </a:rPr>
              <a:t> VectorDistance(</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c.embedding, @queryVector)</a:t>
            </a:r>
            <a:endParaRPr kumimoji="0" lang="en-US" sz="18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799"/>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Pre-filtering reduces search space</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Partition key in WHERE enables single-partition routing</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Pass </a:t>
            </a:r>
            <a:r>
              <a:rPr kumimoji="0" lang="en-US" sz="1800" b="0" i="0" u="none" strike="noStrike" kern="0" cap="none" spc="0" normalizeH="0" baseline="0" noProof="0">
                <a:ln>
                  <a:noFill/>
                </a:ln>
                <a:solidFill>
                  <a:prstClr val="black"/>
                </a:solidFill>
                <a:effectLst/>
                <a:uLnTx/>
                <a:uFillTx/>
                <a:latin typeface="Consolas"/>
                <a:ea typeface="Consolas"/>
                <a:cs typeface="Consolas"/>
              </a:rPr>
              <a:t>partition_key</a:t>
            </a:r>
            <a:r>
              <a:rPr kumimoji="0" lang="en-US" sz="1800" b="0" i="0" u="none" strike="noStrike" kern="0" cap="none" spc="0" normalizeH="0" baseline="0" noProof="0">
                <a:ln>
                  <a:noFill/>
                </a:ln>
                <a:solidFill>
                  <a:prstClr val="black"/>
                </a:solidFill>
                <a:effectLst/>
                <a:uLnTx/>
                <a:uFillTx/>
                <a:latin typeface="Segoe UI"/>
                <a:ea typeface="Segoe UI"/>
                <a:cs typeface="Segoe UI"/>
              </a:rPr>
              <a:t> parameter for maximum efficiency</a:t>
            </a:r>
            <a:endParaRPr kumimoji="0" sz="1800" b="0" i="0" u="none" strike="noStrike" kern="0" cap="none" spc="0" normalizeH="0" baseline="0" noProof="0">
              <a:ln>
                <a:noFill/>
              </a:ln>
              <a:solidFill>
                <a:prstClr val="black"/>
              </a:solidFill>
              <a:effectLst/>
              <a:uLnTx/>
              <a:uFillTx/>
              <a:latin typeface="Segoe UI"/>
              <a:cs typeface="Segoe UI"/>
            </a:endParaRPr>
          </a:p>
        </p:txBody>
      </p:sp>
      <p:sp>
        <p:nvSpPr>
          <p:cNvPr id="1579110271" name="TextBox 2"/>
          <p:cNvSpPr txBox="1"/>
          <p:nvPr/>
        </p:nvSpPr>
        <p:spPr bwMode="auto">
          <a:xfrm>
            <a:off x="5526038" y="1226085"/>
            <a:ext cx="5242067" cy="4405827"/>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718"/>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cs typeface="Segoe UI Semibold"/>
              </a:rPr>
              <a:t>Hybrid search with RRF</a:t>
            </a:r>
            <a:endParaRPr kumimoji="0" sz="18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SELECT</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TOP</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98658"/>
                </a:solidFill>
                <a:effectLst/>
                <a:uLnTx/>
                <a:uFillTx/>
                <a:latin typeface="Consolas"/>
                <a:ea typeface="Consolas"/>
                <a:cs typeface="Consolas"/>
              </a:rPr>
              <a:t>10</a:t>
            </a:r>
            <a:r>
              <a:rPr kumimoji="0" sz="1600" b="0" i="0" u="none" strike="noStrike" kern="0" cap="none" spc="0" normalizeH="0" baseline="0" noProof="0">
                <a:ln>
                  <a:noFill/>
                </a:ln>
                <a:solidFill>
                  <a:srgbClr val="000000"/>
                </a:solidFill>
                <a:effectLst/>
                <a:uLnTx/>
                <a:uFillTx/>
                <a:latin typeface="Consolas"/>
                <a:ea typeface="Consolas"/>
                <a:cs typeface="Consolas"/>
              </a:rPr>
              <a:t> *</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FROM</a:t>
            </a:r>
            <a:r>
              <a:rPr kumimoji="0" sz="1600" b="0" i="0" u="none" strike="noStrike" kern="0" cap="none" spc="0" normalizeH="0" baseline="0" noProof="0">
                <a:ln>
                  <a:noFill/>
                </a:ln>
                <a:solidFill>
                  <a:srgbClr val="000000"/>
                </a:solidFill>
                <a:effectLst/>
                <a:uLnTx/>
                <a:uFillTx/>
                <a:latin typeface="Consolas"/>
                <a:ea typeface="Consolas"/>
                <a:cs typeface="Consolas"/>
              </a:rPr>
              <a:t> c</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ORDER BY</a:t>
            </a:r>
            <a:r>
              <a:rPr kumimoji="0" sz="1600" b="0" i="0" u="none" strike="noStrike" kern="0" cap="none" spc="0" normalizeH="0" baseline="0" noProof="0">
                <a:ln>
                  <a:noFill/>
                </a:ln>
                <a:solidFill>
                  <a:srgbClr val="000000"/>
                </a:solidFill>
                <a:effectLst/>
                <a:uLnTx/>
                <a:uFillTx/>
                <a:latin typeface="Consolas"/>
                <a:ea typeface="Consolas"/>
                <a:cs typeface="Consolas"/>
              </a:rPr>
              <a:t> RANK RRF(</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VectorDistance(c.embedding,</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@queryVector),</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FullTextScore(c.content,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@searchTerms)</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799"/>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000" b="0" i="0" u="none" strike="noStrike" kern="0" cap="none" spc="0" normalizeH="0" baseline="0" noProof="0">
              <a:ln>
                <a:noFill/>
              </a:ln>
              <a:solidFill>
                <a:srgbClr val="1F2328"/>
              </a:solidFill>
              <a:effectLst/>
              <a:uLnTx/>
              <a:uFillTx/>
              <a:latin typeface="Consolas"/>
              <a:ea typeface="Consolas"/>
              <a:cs typeface="Consolas"/>
            </a:endParaRPr>
          </a:p>
          <a:p>
            <a:pPr marL="0" marR="0" lvl="0" indent="0" algn="l" defTabSz="914400" rtl="0" eaLnBrk="1" fontAlgn="auto" latinLnBrk="0" hangingPunct="1">
              <a:lnSpc>
                <a:spcPct val="100000"/>
              </a:lnSpc>
              <a:spcBef>
                <a:spcPts val="0"/>
              </a:spcBef>
              <a:spcAft>
                <a:spcPts val="797"/>
              </a:spcAft>
              <a:buClrTx/>
              <a:buSzTx/>
              <a:buFontTx/>
              <a:buNone/>
              <a:tabLst/>
              <a:defRPr/>
            </a:pPr>
            <a:endParaRPr kumimoji="0" sz="16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RRF merges semantic + keyword rankings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Requires full-text policy and full-text index</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Weights adjust influence: </a:t>
            </a:r>
            <a:r>
              <a:rPr kumimoji="0" lang="en-US" sz="1800" b="0" i="0" u="none" strike="noStrike" kern="0" cap="none" spc="0" normalizeH="0" baseline="0" noProof="0">
                <a:ln>
                  <a:noFill/>
                </a:ln>
                <a:solidFill>
                  <a:prstClr val="black"/>
                </a:solidFill>
                <a:effectLst/>
                <a:uLnTx/>
                <a:uFillTx/>
                <a:latin typeface="Consolas"/>
                <a:ea typeface="Consolas"/>
                <a:cs typeface="Consolas"/>
              </a:rPr>
              <a:t>[2, 1]</a:t>
            </a:r>
            <a:r>
              <a:rPr kumimoji="0" lang="en-US" sz="1800" b="0" i="0" u="none" strike="noStrike" kern="0" cap="none" spc="0" normalizeH="0" baseline="0" noProof="0">
                <a:ln>
                  <a:noFill/>
                </a:ln>
                <a:solidFill>
                  <a:prstClr val="black"/>
                </a:solidFill>
                <a:effectLst/>
                <a:uLnTx/>
                <a:uFillTx/>
                <a:latin typeface="Segoe UI"/>
                <a:ea typeface="Segoe UI"/>
                <a:cs typeface="Segoe UI"/>
              </a:rPr>
              <a:t> favors vector</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Ideal for error codes, product names + natural language</a:t>
            </a:r>
            <a:endParaRPr kumimoji="0" lang="en-US" sz="1800" b="0" i="0" u="none" strike="noStrike" kern="0" cap="none" spc="0" normalizeH="0" baseline="0" noProof="0">
              <a:ln>
                <a:noFill/>
              </a:ln>
              <a:solidFill>
                <a:prstClr val="black"/>
              </a:solidFill>
              <a:effectLst/>
              <a:uLnTx/>
              <a:uFillTx/>
              <a:latin typeface="Segoe UI"/>
              <a:cs typeface="Segoe UI"/>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1724747"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Use the change feed to trigger embedding refresh</a:t>
            </a:r>
            <a:endParaRPr/>
          </a:p>
        </p:txBody>
      </p:sp>
      <p:sp>
        <p:nvSpPr>
          <p:cNvPr id="2016174857" name="TextBox 2"/>
          <p:cNvSpPr txBox="1"/>
          <p:nvPr/>
        </p:nvSpPr>
        <p:spPr bwMode="auto">
          <a:xfrm>
            <a:off x="457200" y="1225296"/>
            <a:ext cx="5859929" cy="4952029"/>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719"/>
              </a:spcAft>
              <a:buClrTx/>
              <a:buSzTx/>
              <a:buFontTx/>
              <a:buNone/>
              <a:tabLst/>
              <a:defRPr/>
            </a:pPr>
            <a:r>
              <a:rPr kumimoji="0" lang="en-US" sz="1800" b="1" i="0" u="none" strike="noStrike" kern="0" cap="none" spc="0" normalizeH="0" baseline="0" noProof="0">
                <a:ln>
                  <a:noFill/>
                </a:ln>
                <a:solidFill>
                  <a:prstClr val="black"/>
                </a:solidFill>
                <a:effectLst/>
                <a:uLnTx/>
                <a:uFillTx/>
                <a:latin typeface="Segoe UI"/>
                <a:ea typeface="+mn-ea"/>
                <a:cs typeface="Arial"/>
              </a:rPr>
              <a:t>Push model (Azure Functions)</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Cosmos DB trigger auto-delivers changes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Lease container tracks partitions and checkpoints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Handles failover and horizontal scaling</a:t>
            </a:r>
            <a:endParaRPr kumimoji="0" sz="20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719"/>
              </a:spcBef>
              <a:spcAft>
                <a:spcPts val="719"/>
              </a:spcAft>
              <a:buClrTx/>
              <a:buSzTx/>
              <a:buFontTx/>
              <a:buNone/>
              <a:tabLst/>
              <a:defRPr/>
            </a:pPr>
            <a:r>
              <a:rPr kumimoji="0" lang="en-US" sz="1800" b="1" i="0" u="none" strike="noStrike" kern="0" cap="none" spc="0" normalizeH="0" baseline="0" noProof="0">
                <a:ln>
                  <a:noFill/>
                </a:ln>
                <a:solidFill>
                  <a:prstClr val="black"/>
                </a:solidFill>
                <a:effectLst/>
                <a:uLnTx/>
                <a:uFillTx/>
                <a:latin typeface="Segoe UI"/>
                <a:ea typeface="Segoe UI"/>
                <a:cs typeface="Segoe UI"/>
              </a:rPr>
              <a:t>Selective refresh</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Hash content fields to detect meaningful changes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Metadata-only updates skip embedding regeneration</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Batch embedding API calls for high-volume scenarios</a:t>
            </a:r>
            <a:endParaRPr kumimoji="0" sz="20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719"/>
              </a:spcBef>
              <a:spcAft>
                <a:spcPts val="719"/>
              </a:spcAft>
              <a:buClrTx/>
              <a:buSzTx/>
              <a:buFontTx/>
              <a:buNone/>
              <a:tabLst/>
              <a:defRPr/>
            </a:pPr>
            <a:r>
              <a:rPr kumimoji="0" lang="en-US" sz="1800" b="1" i="0" u="none" strike="noStrike" kern="0" cap="none" spc="0" normalizeH="0" baseline="0" noProof="0">
                <a:ln>
                  <a:noFill/>
                </a:ln>
                <a:solidFill>
                  <a:prstClr val="black"/>
                </a:solidFill>
                <a:effectLst/>
                <a:uLnTx/>
                <a:uFillTx/>
                <a:latin typeface="Segoe UI"/>
                <a:ea typeface="Segoe UI"/>
                <a:cs typeface="Segoe UI"/>
              </a:rPr>
              <a:t>Error handling</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Processing must be idempotent</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Handle deleted documents gracefully</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Use dead-letter queues for persistent failures</a:t>
            </a:r>
            <a:endParaRPr kumimoji="0" sz="1800" b="0" i="0" u="none" strike="noStrike" kern="0" cap="none" spc="0" normalizeH="0" baseline="0" noProof="0">
              <a:ln>
                <a:noFill/>
              </a:ln>
              <a:solidFill>
                <a:prstClr val="black"/>
              </a:solidFill>
              <a:effectLst/>
              <a:uLnTx/>
              <a:uFillTx/>
              <a:latin typeface="Segoe UI"/>
              <a:cs typeface="Segoe UI"/>
            </a:endParaRPr>
          </a:p>
        </p:txBody>
      </p:sp>
      <p:pic>
        <p:nvPicPr>
          <p:cNvPr id="737912748" name="Picture 1" descr="Diagram showing change feed embedding refresh flow: a document update triggers the change feed ordered log, which invokes an Azure Function with Cosmos DB trigger that regenerates the embedding and upserts the updated document back, with a lease container tracking progress&#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7324343" y="1051559"/>
            <a:ext cx="3639312" cy="5074920"/>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65722222" name="Title 1"/>
          <p:cNvSpPr>
            <a:spLocks noGrp="1"/>
          </p:cNvSpPr>
          <p:nvPr>
            <p:ph type="title"/>
          </p:nvPr>
        </p:nvSpPr>
        <p:spPr bwMode="auto">
          <a:xfrm>
            <a:off x="588261" y="585216"/>
            <a:ext cx="5653640" cy="427079"/>
          </a:xfrm>
        </p:spPr>
        <p:txBody>
          <a:bodyPr/>
          <a:lstStyle/>
          <a:p>
            <a:pPr>
              <a:defRPr/>
            </a:pPr>
            <a:r>
              <a:rPr lang="en-US" sz="2800"/>
              <a:t>Exercise</a:t>
            </a:r>
            <a:endParaRPr sz="2800"/>
          </a:p>
        </p:txBody>
      </p:sp>
      <p:pic>
        <p:nvPicPr>
          <p:cNvPr id="962161890" name="Picture Placeholder 6">
            <a:extLst>
              <a:ext uri="{C183D7F6-B498-43B3-948B-1728B52AA6E4}">
                <adec:decorative xmlns:adec="http://schemas.microsoft.com/office/drawing/2017/decorative" val="1"/>
              </a:ext>
            </a:extLst>
          </p:cNvPr>
          <p:cNvPicPr>
            <a:picLocks noGrp="1" noChangeAspect="1"/>
          </p:cNvPicPr>
          <p:nvPr>
            <p:ph type="pic" sz="quarter" idx="20"/>
          </p:nvPr>
        </p:nvPicPr>
        <p:blipFill rotWithShape="1">
          <a:blip r:embed="rId3"/>
          <a:srcRect l="118" r="117"/>
          <a:stretch/>
        </p:blipFill>
        <p:spPr bwMode="ltGray">
          <a:xfrm>
            <a:off x="7724773" y="2043463"/>
            <a:ext cx="4467224" cy="3307645"/>
          </a:xfrm>
          <a:prstGeom prst="rect">
            <a:avLst/>
          </a:prstGeom>
          <a:solidFill>
            <a:srgbClr val="F4F4F7"/>
          </a:solidFill>
          <a:ln>
            <a:noFill/>
          </a:ln>
        </p:spPr>
      </p:pic>
      <p:sp>
        <p:nvSpPr>
          <p:cNvPr id="1361556300" name="Text Placeholder 4"/>
          <p:cNvSpPr>
            <a:spLocks noGrp="1"/>
          </p:cNvSpPr>
          <p:nvPr>
            <p:ph type="body" sz="quarter" idx="16"/>
          </p:nvPr>
        </p:nvSpPr>
        <p:spPr bwMode="auto">
          <a:xfrm>
            <a:off x="584199" y="1594154"/>
            <a:ext cx="5654932" cy="731879"/>
          </a:xfrm>
        </p:spPr>
        <p:txBody>
          <a:bodyPr/>
          <a:lstStyle/>
          <a:p>
            <a:pPr>
              <a:defRPr/>
            </a:pPr>
            <a:r>
              <a:rPr lang="en-US" sz="1600" b="0" i="0" u="none" strike="noStrike" cap="none" spc="0">
                <a:solidFill>
                  <a:srgbClr val="000000"/>
                </a:solidFill>
                <a:latin typeface="Segoe UI Semibold"/>
                <a:ea typeface="Segoe UI Semibold"/>
                <a:cs typeface="Segoe UI Semibold"/>
              </a:rPr>
              <a:t>Build a semantic search application with Azure Cosmos DB for NoSQL</a:t>
            </a:r>
            <a:endParaRPr lang="en-US"/>
          </a:p>
          <a:p>
            <a:pPr>
              <a:defRPr/>
            </a:pPr>
            <a:endParaRPr lang="en-US"/>
          </a:p>
        </p:txBody>
      </p:sp>
      <p:sp>
        <p:nvSpPr>
          <p:cNvPr id="1819634493" name="Text Placeholder 61"/>
          <p:cNvSpPr>
            <a:spLocks noGrp="1"/>
          </p:cNvSpPr>
          <p:nvPr>
            <p:ph type="body" sz="quarter" idx="15"/>
          </p:nvPr>
        </p:nvSpPr>
        <p:spPr bwMode="auto">
          <a:xfrm>
            <a:off x="579438" y="2501491"/>
            <a:ext cx="5653806" cy="1951079"/>
          </a:xfrm>
        </p:spPr>
        <p:txBody>
          <a:bodyPr vert="horz" wrap="square" lIns="0" tIns="0" rIns="0" bIns="0" rtlCol="0" anchor="t">
            <a:spAutoFit/>
          </a:bodyPr>
          <a:lstStyle/>
          <a:p>
            <a:pPr marL="0" indent="0">
              <a:buNone/>
              <a:defRPr/>
            </a:pPr>
            <a:r>
              <a:rPr lang="en-US" sz="1600" b="0" i="0" u="none" strike="noStrike" cap="none" spc="0">
                <a:solidFill>
                  <a:srgbClr val="000000"/>
                </a:solidFill>
                <a:latin typeface="Segoe UI"/>
                <a:ea typeface="Segoe UI"/>
                <a:cs typeface="Segoe UI"/>
              </a:rPr>
              <a:t>In this exercise, you implement vector similarity search using Azure Cosmos DB for NoSQL.</a:t>
            </a:r>
            <a:endParaRPr/>
          </a:p>
          <a:p>
            <a:pPr marL="0" indent="0">
              <a:buNone/>
              <a:defRPr/>
            </a:pPr>
            <a:endParaRPr lang="en-US">
              <a:cs typeface="Segoe UI"/>
            </a:endParaRPr>
          </a:p>
          <a:p>
            <a:pPr marL="0" indent="0">
              <a:buNone/>
              <a:defRPr/>
            </a:pPr>
            <a:r>
              <a:rPr lang="en-US">
                <a:latin typeface="Segoe UI Semibold"/>
                <a:cs typeface="Segoe UI Semibold"/>
              </a:rPr>
              <a:t>Estimated time:</a:t>
            </a:r>
            <a:r>
              <a:rPr lang="en-US">
                <a:cs typeface="Segoe UI"/>
              </a:rPr>
              <a:t> 30 minutes</a:t>
            </a:r>
            <a:endParaRPr/>
          </a:p>
          <a:p>
            <a:pPr>
              <a:defRPr/>
            </a:pPr>
            <a:endParaRPr lang="en-US">
              <a:cs typeface="Segoe UI"/>
            </a:endParaRPr>
          </a:p>
          <a:p>
            <a:pPr marL="0" indent="0">
              <a:buNone/>
              <a:defRPr/>
            </a:pPr>
            <a:r>
              <a:rPr lang="en-US">
                <a:cs typeface="Segoe UI"/>
              </a:rPr>
              <a:t>Start the exercise at:</a:t>
            </a:r>
            <a:endParaRPr lang="en-US"/>
          </a:p>
          <a:p>
            <a:pPr marL="0" indent="0">
              <a:buNone/>
              <a:defRPr/>
            </a:pPr>
            <a:r>
              <a:rPr lang="en-US" sz="1600" b="0" i="0" u="sng" strike="noStrike" cap="none" spc="0">
                <a:solidFill>
                  <a:schemeClr val="tx1"/>
                </a:solidFill>
                <a:latin typeface="Segoe UI"/>
                <a:ea typeface="Segoe UI"/>
                <a:cs typeface="Segoe UI"/>
                <a:hlinkClick r:id="rId4"/>
              </a:rPr>
              <a:t>https://go.microsoft.com/fwlink/?linkid=2350601</a:t>
            </a:r>
            <a:endParaRPr/>
          </a:p>
          <a:p>
            <a:pPr marL="0" indent="0">
              <a:buNone/>
              <a:defRPr/>
            </a:pPr>
            <a:endParaRPr lang="en-US"/>
          </a:p>
        </p:txBody>
      </p:sp>
      <p:sp>
        <p:nvSpPr>
          <p:cNvPr id="1938170014" name="Footer Placeholder 4"/>
          <p:cNvSpPr>
            <a:spLocks noGrp="1"/>
          </p:cNvSpPr>
          <p:nvPr>
            <p:ph type="ftr" sz="quarter" idx="3"/>
          </p:nvPr>
        </p:nvSpPr>
        <p:spPr bwMode="auto">
          <a:xfrm>
            <a:off x="579438" y="6421082"/>
            <a:ext cx="4151311" cy="19797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UI"/>
                <a:cs typeface="Arial"/>
              </a:rPr>
              <a:t>© Copyright Microsoft Corporation. All rights reserved.</a:t>
            </a:r>
          </a:p>
        </p:txBody>
      </p:sp>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Title 2">
            <a:extLst>
              <a:ext uri="{FF2B5EF4-FFF2-40B4-BE49-F238E27FC236}">
                <a16:creationId xmlns:a16="http://schemas.microsoft.com/office/drawing/2014/main" id="{74DA67AF-0ADC-7A19-6514-B8AAA6680772}"/>
              </a:ext>
            </a:extLst>
          </p:cNvPr>
          <p:cNvSpPr>
            <a:spLocks noGrp="1"/>
          </p:cNvSpPr>
          <p:nvPr>
            <p:ph type="title"/>
          </p:nvPr>
        </p:nvSpPr>
        <p:spPr/>
        <p:txBody>
          <a:bodyPr/>
          <a:lstStyle/>
          <a:p>
            <a:r>
              <a:rPr lang="en-US" dirty="0"/>
              <a:t>Module 3: </a:t>
            </a:r>
            <a:r>
              <a:rPr lang="en-US" spc="-50" dirty="0">
                <a:ea typeface="Segoe UI"/>
              </a:rPr>
              <a:t>Optimize query performance for Azure Cosmos DB for NoSQL</a:t>
            </a:r>
            <a:endParaRPr lang="en-US" dirty="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11628342"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Understand indexes in Azure Cosmos DB</a:t>
            </a:r>
            <a:endParaRPr/>
          </a:p>
        </p:txBody>
      </p:sp>
      <p:sp>
        <p:nvSpPr>
          <p:cNvPr id="91023336" name="TextBox 2"/>
          <p:cNvSpPr txBox="1"/>
          <p:nvPr/>
        </p:nvSpPr>
        <p:spPr bwMode="auto">
          <a:xfrm>
            <a:off x="457199" y="1225296"/>
            <a:ext cx="10666890" cy="4952026"/>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Index types</a:t>
            </a:r>
            <a:endParaRPr kumimoji="0" sz="22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Range: equality, range filters, single-property ORDER BY</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Composite: multi-property sort and combined filter + sort</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Vector: VectorDistance similarity search (flat, quantizedFlat, diskANN)</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Spatial: geospatial queries (ST_DISTANCE, ST_WITHIN)</a:t>
            </a:r>
            <a:endParaRPr kumimoji="0" sz="20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2231"/>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Path syntax</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Consolas"/>
                <a:ea typeface="Consolas"/>
                <a:cs typeface="Consolas"/>
              </a:rPr>
              <a:t>/*</a:t>
            </a:r>
            <a:r>
              <a:rPr kumimoji="0" lang="en-US" sz="1800" b="0" i="0" u="none" strike="noStrike" kern="0" cap="none" spc="0" normalizeH="0" baseline="0" noProof="0">
                <a:ln>
                  <a:noFill/>
                </a:ln>
                <a:solidFill>
                  <a:prstClr val="black"/>
                </a:solidFill>
                <a:effectLst/>
                <a:uLnTx/>
                <a:uFillTx/>
                <a:latin typeface="Segoe UI"/>
                <a:ea typeface="Segoe UI"/>
                <a:cs typeface="Segoe UI"/>
              </a:rPr>
              <a:t> indexes all properties recursively</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Consolas"/>
                <a:ea typeface="Consolas"/>
                <a:cs typeface="Consolas"/>
              </a:rPr>
              <a:t>/property/?</a:t>
            </a:r>
            <a:r>
              <a:rPr kumimoji="0" lang="en-US" sz="1800" b="0" i="0" u="none" strike="noStrike" kern="0" cap="none" spc="0" normalizeH="0" baseline="0" noProof="0">
                <a:ln>
                  <a:noFill/>
                </a:ln>
                <a:solidFill>
                  <a:prstClr val="black"/>
                </a:solidFill>
                <a:effectLst/>
                <a:uLnTx/>
                <a:uFillTx/>
                <a:latin typeface="Segoe UI"/>
                <a:ea typeface="Segoe UI"/>
                <a:cs typeface="Segoe UI"/>
              </a:rPr>
              <a:t> indexes a scalar value</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Consolas"/>
                <a:ea typeface="Consolas"/>
                <a:cs typeface="Consolas"/>
              </a:rPr>
              <a:t>/array/[]</a:t>
            </a:r>
            <a:r>
              <a:rPr kumimoji="0" lang="en-US" sz="1800" b="0" i="0" u="none" strike="noStrike" kern="0" cap="none" spc="0" normalizeH="0" baseline="0" noProof="0">
                <a:ln>
                  <a:noFill/>
                </a:ln>
                <a:solidFill>
                  <a:prstClr val="black"/>
                </a:solidFill>
                <a:effectLst/>
                <a:uLnTx/>
                <a:uFillTx/>
                <a:latin typeface="Segoe UI"/>
                <a:ea typeface="Segoe UI"/>
                <a:cs typeface="Segoe UI"/>
              </a:rPr>
              <a:t> indexes array elements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More specific paths override general ones</a:t>
            </a:r>
            <a:endParaRPr kumimoji="0" sz="2000" b="0" i="0" u="none" strike="noStrike" kern="0" cap="none" spc="0" normalizeH="0" baseline="0" noProof="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38575405"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Configure range and composite indexes</a:t>
            </a:r>
            <a:endParaRPr lang="en-US"/>
          </a:p>
        </p:txBody>
      </p:sp>
      <p:sp>
        <p:nvSpPr>
          <p:cNvPr id="905129102" name="TextBox 2"/>
          <p:cNvSpPr txBox="1"/>
          <p:nvPr/>
        </p:nvSpPr>
        <p:spPr bwMode="auto">
          <a:xfrm>
            <a:off x="582239" y="1229358"/>
            <a:ext cx="5172363" cy="4843371"/>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71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Range indexes for filters</a:t>
            </a:r>
            <a:endParaRPr kumimoji="0" sz="18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SELECT</a:t>
            </a:r>
            <a:r>
              <a:rPr kumimoji="0" sz="1600" b="0" i="0" u="none" strike="noStrike" kern="0" cap="none" spc="0" normalizeH="0" baseline="0" noProof="0">
                <a:ln>
                  <a:noFill/>
                </a:ln>
                <a:solidFill>
                  <a:srgbClr val="000000"/>
                </a:solidFill>
                <a:effectLst/>
                <a:uLnTx/>
                <a:uFillTx/>
                <a:latin typeface="Consolas"/>
                <a:ea typeface="Consolas"/>
                <a:cs typeface="Consolas"/>
              </a:rPr>
              <a:t> * </a:t>
            </a:r>
            <a:r>
              <a:rPr kumimoji="0" sz="1600" b="0" i="0" u="none" strike="noStrike" kern="0" cap="none" spc="0" normalizeH="0" baseline="0" noProof="0">
                <a:ln>
                  <a:noFill/>
                </a:ln>
                <a:solidFill>
                  <a:srgbClr val="0000FF"/>
                </a:solidFill>
                <a:effectLst/>
                <a:uLnTx/>
                <a:uFillTx/>
                <a:latin typeface="Consolas"/>
                <a:ea typeface="Consolas"/>
                <a:cs typeface="Consolas"/>
              </a:rPr>
              <a:t>FROM</a:t>
            </a:r>
            <a:r>
              <a:rPr kumimoji="0" sz="1600" b="0" i="0" u="none" strike="noStrike" kern="0" cap="none" spc="0" normalizeH="0" baseline="0" noProof="0">
                <a:ln>
                  <a:noFill/>
                </a:ln>
                <a:solidFill>
                  <a:srgbClr val="000000"/>
                </a:solidFill>
                <a:effectLst/>
                <a:uLnTx/>
                <a:uFillTx/>
                <a:latin typeface="Consolas"/>
                <a:ea typeface="Consolas"/>
                <a:cs typeface="Consolas"/>
              </a:rPr>
              <a:t> c</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WHERE</a:t>
            </a:r>
            <a:r>
              <a:rPr kumimoji="0" sz="1600" b="0" i="0" u="none" strike="noStrike" kern="0" cap="none" spc="0" normalizeH="0" baseline="0" noProof="0">
                <a:ln>
                  <a:noFill/>
                </a:ln>
                <a:solidFill>
                  <a:srgbClr val="000000"/>
                </a:solidFill>
                <a:effectLst/>
                <a:uLnTx/>
                <a:uFillTx/>
                <a:latin typeface="Consolas"/>
                <a:ea typeface="Consolas"/>
                <a:cs typeface="Consolas"/>
              </a:rPr>
              <a:t> c.documentType = </a:t>
            </a:r>
            <a:r>
              <a:rPr kumimoji="0" sz="1600" b="0" i="0" u="none" strike="noStrike" kern="0" cap="none" spc="0" normalizeH="0" baseline="0" noProof="0">
                <a:ln>
                  <a:noFill/>
                </a:ln>
                <a:solidFill>
                  <a:srgbClr val="A31515"/>
                </a:solidFill>
                <a:effectLst/>
                <a:uLnTx/>
                <a:uFillTx/>
                <a:latin typeface="Consolas"/>
                <a:ea typeface="Consolas"/>
                <a:cs typeface="Consolas"/>
              </a:rPr>
              <a:t>'pdf'</a:t>
            </a:r>
            <a:endParaRPr kumimoji="0" sz="16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AND</a:t>
            </a:r>
            <a:r>
              <a:rPr kumimoji="0" sz="1600" b="0" i="0" u="none" strike="noStrike" kern="0" cap="none" spc="0" normalizeH="0" baseline="0" noProof="0">
                <a:ln>
                  <a:noFill/>
                </a:ln>
                <a:solidFill>
                  <a:srgbClr val="000000"/>
                </a:solidFill>
                <a:effectLst/>
                <a:uLnTx/>
                <a:uFillTx/>
                <a:latin typeface="Consolas"/>
                <a:ea typeface="Consolas"/>
                <a:cs typeface="Consolas"/>
              </a:rPr>
              <a:t> c.uploadDate &gt; </a:t>
            </a:r>
            <a:r>
              <a:rPr kumimoji="0" sz="1600" b="0" i="0" u="none" strike="noStrike" kern="0" cap="none" spc="0" normalizeH="0" baseline="0" noProof="0">
                <a:ln>
                  <a:noFill/>
                </a:ln>
                <a:solidFill>
                  <a:srgbClr val="A31515"/>
                </a:solidFill>
                <a:effectLst/>
                <a:uLnTx/>
                <a:uFillTx/>
                <a:latin typeface="Consolas"/>
                <a:ea typeface="Consolas"/>
                <a:cs typeface="Consolas"/>
              </a:rPr>
              <a:t>'2024-01-01'</a:t>
            </a:r>
            <a:endParaRPr kumimoji="0" lang="en-US" sz="18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1439"/>
              </a:spcBef>
              <a:spcAft>
                <a:spcPts val="71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Composite indexes for sorting</a:t>
            </a:r>
            <a:endParaRPr kumimoji="0" sz="20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SELECT</a:t>
            </a:r>
            <a:r>
              <a:rPr kumimoji="0" sz="1600" b="0" i="0" u="none" strike="noStrike" kern="0" cap="none" spc="0" normalizeH="0" baseline="0" noProof="0">
                <a:ln>
                  <a:noFill/>
                </a:ln>
                <a:solidFill>
                  <a:srgbClr val="000000"/>
                </a:solidFill>
                <a:effectLst/>
                <a:uLnTx/>
                <a:uFillTx/>
                <a:latin typeface="Consolas"/>
                <a:ea typeface="Consolas"/>
                <a:cs typeface="Consolas"/>
              </a:rPr>
              <a:t> * </a:t>
            </a:r>
            <a:r>
              <a:rPr kumimoji="0" sz="1600" b="0" i="0" u="none" strike="noStrike" kern="0" cap="none" spc="0" normalizeH="0" baseline="0" noProof="0">
                <a:ln>
                  <a:noFill/>
                </a:ln>
                <a:solidFill>
                  <a:srgbClr val="0000FF"/>
                </a:solidFill>
                <a:effectLst/>
                <a:uLnTx/>
                <a:uFillTx/>
                <a:latin typeface="Consolas"/>
                <a:ea typeface="Consolas"/>
                <a:cs typeface="Consolas"/>
              </a:rPr>
              <a:t>FROM</a:t>
            </a:r>
            <a:r>
              <a:rPr kumimoji="0" sz="1600" b="0" i="0" u="none" strike="noStrike" kern="0" cap="none" spc="0" normalizeH="0" baseline="0" noProof="0">
                <a:ln>
                  <a:noFill/>
                </a:ln>
                <a:solidFill>
                  <a:srgbClr val="000000"/>
                </a:solidFill>
                <a:effectLst/>
                <a:uLnTx/>
                <a:uFillTx/>
                <a:latin typeface="Consolas"/>
                <a:ea typeface="Consolas"/>
                <a:cs typeface="Consolas"/>
              </a:rPr>
              <a:t> c</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ORDER BY</a:t>
            </a:r>
            <a:r>
              <a:rPr kumimoji="0" sz="1600" b="0" i="0" u="none" strike="noStrike" kern="0" cap="none" spc="0" normalizeH="0" baseline="0" noProof="0">
                <a:ln>
                  <a:noFill/>
                </a:ln>
                <a:solidFill>
                  <a:srgbClr val="000000"/>
                </a:solidFill>
                <a:effectLst/>
                <a:uLnTx/>
                <a:uFillTx/>
                <a:latin typeface="Consolas"/>
                <a:ea typeface="Consolas"/>
                <a:cs typeface="Consolas"/>
              </a:rPr>
              <a:t> c.relevanceScore </a:t>
            </a:r>
            <a:r>
              <a:rPr kumimoji="0" sz="1600" b="0" i="0" u="none" strike="noStrike" kern="0" cap="none" spc="0" normalizeH="0" baseline="0" noProof="0">
                <a:ln>
                  <a:noFill/>
                </a:ln>
                <a:solidFill>
                  <a:srgbClr val="0000FF"/>
                </a:solidFill>
                <a:effectLst/>
                <a:uLnTx/>
                <a:uFillTx/>
                <a:latin typeface="Consolas"/>
                <a:ea typeface="Consolas"/>
                <a:cs typeface="Consolas"/>
              </a:rPr>
              <a:t>DESC</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719"/>
              </a:spcBef>
              <a:spcAft>
                <a:spcPts val="719"/>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c.uploadDate </a:t>
            </a:r>
            <a:r>
              <a:rPr kumimoji="0" sz="1600" b="0" i="0" u="none" strike="noStrike" kern="0" cap="none" spc="0" normalizeH="0" baseline="0" noProof="0">
                <a:ln>
                  <a:noFill/>
                </a:ln>
                <a:solidFill>
                  <a:srgbClr val="0000FF"/>
                </a:solidFill>
                <a:effectLst/>
                <a:uLnTx/>
                <a:uFillTx/>
                <a:latin typeface="Consolas"/>
                <a:ea typeface="Consolas"/>
                <a:cs typeface="Consolas"/>
              </a:rPr>
              <a:t>DESC</a:t>
            </a:r>
            <a:br>
              <a:rPr kumimoji="0" sz="1600" b="0" i="0" u="none" strike="noStrike" kern="0" cap="none" spc="0" normalizeH="0" baseline="0" noProof="0">
                <a:ln>
                  <a:noFill/>
                </a:ln>
                <a:solidFill>
                  <a:srgbClr val="0000FF"/>
                </a:solidFill>
                <a:effectLst/>
                <a:uLnTx/>
                <a:uFillTx/>
                <a:latin typeface="Consolas"/>
                <a:ea typeface="Consolas"/>
                <a:cs typeface="Consolas"/>
              </a:rPr>
            </a:br>
            <a:endParaRPr kumimoji="0" lang="en-US" sz="1800" b="0" i="0" u="none" strike="noStrike" kern="0" cap="none" spc="0" normalizeH="0" baseline="0" noProof="0">
              <a:ln>
                <a:noFill/>
              </a:ln>
              <a:solidFill>
                <a:prstClr val="black"/>
              </a:solidFill>
              <a:effectLst/>
              <a:uLnTx/>
              <a:uFillTx/>
              <a:latin typeface="Times New Roman"/>
              <a:cs typeface="Times New Roman"/>
            </a:endParaRPr>
          </a:p>
          <a:p>
            <a:pPr marL="0" marR="0" lvl="0" indent="0" algn="l" defTabSz="914400" rtl="0" eaLnBrk="1" fontAlgn="auto" latinLnBrk="0" hangingPunct="1">
              <a:lnSpc>
                <a:spcPct val="100000"/>
              </a:lnSpc>
              <a:spcBef>
                <a:spcPts val="719"/>
              </a:spcBef>
              <a:spcAft>
                <a:spcPts val="719"/>
              </a:spcAft>
              <a:buClrTx/>
              <a:buSzTx/>
              <a:buFontTx/>
              <a:buNone/>
              <a:tabLst/>
              <a:defRPr/>
            </a:pPr>
            <a:r>
              <a:rPr kumimoji="0" lang="en-US" sz="1800" b="0" i="0" u="none" strike="noStrike" kern="0" cap="none" spc="0" normalizeH="0" baseline="0" noProof="0">
                <a:ln>
                  <a:noFill/>
                </a:ln>
                <a:solidFill>
                  <a:prstClr val="black"/>
                </a:solidFill>
                <a:effectLst/>
                <a:uLnTx/>
                <a:uFillTx/>
                <a:latin typeface="Segoe UI"/>
                <a:ea typeface="Arial"/>
                <a:cs typeface="Arial"/>
              </a:rPr>
              <a:t>Requires a matching composite index:</a:t>
            </a:r>
            <a:endParaRPr kumimoji="0" sz="20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 </a:t>
            </a:r>
            <a:r>
              <a:rPr kumimoji="0" sz="1600" b="0" i="0" u="none" strike="noStrike" kern="0" cap="none" spc="0" normalizeH="0" baseline="0" noProof="0">
                <a:ln>
                  <a:noFill/>
                </a:ln>
                <a:solidFill>
                  <a:srgbClr val="0451A5"/>
                </a:solidFill>
                <a:effectLst/>
                <a:uLnTx/>
                <a:uFillTx/>
                <a:latin typeface="Consolas"/>
                <a:ea typeface="Consolas"/>
                <a:cs typeface="Consolas"/>
              </a:rPr>
              <a:t>"path"</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"/relevanceScore"</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451A5"/>
                </a:solidFill>
                <a:effectLst/>
                <a:uLnTx/>
                <a:uFillTx/>
                <a:latin typeface="Consolas"/>
                <a:ea typeface="Consolas"/>
                <a:cs typeface="Consolas"/>
              </a:rPr>
              <a:t>"order"</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"descending"</a:t>
            </a:r>
            <a:r>
              <a:rPr kumimoji="0" sz="1600" b="0" i="0" u="none" strike="noStrike" kern="0" cap="none" spc="0" normalizeH="0" baseline="0" noProof="0">
                <a:ln>
                  <a:noFill/>
                </a:ln>
                <a:solidFill>
                  <a:srgbClr val="000000"/>
                </a:solidFill>
                <a:effectLst/>
                <a:uLnTx/>
                <a:uFillTx/>
                <a:latin typeface="Consolas"/>
                <a:ea typeface="Consolas"/>
                <a:cs typeface="Consolas"/>
              </a:rPr>
              <a:t> },</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 </a:t>
            </a:r>
            <a:r>
              <a:rPr kumimoji="0" sz="1600" b="0" i="0" u="none" strike="noStrike" kern="0" cap="none" spc="0" normalizeH="0" baseline="0" noProof="0">
                <a:ln>
                  <a:noFill/>
                </a:ln>
                <a:solidFill>
                  <a:srgbClr val="0451A5"/>
                </a:solidFill>
                <a:effectLst/>
                <a:uLnTx/>
                <a:uFillTx/>
                <a:latin typeface="Consolas"/>
                <a:ea typeface="Consolas"/>
                <a:cs typeface="Consolas"/>
              </a:rPr>
              <a:t>"path"</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"/uploadDate"</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451A5"/>
                </a:solidFill>
                <a:effectLst/>
                <a:uLnTx/>
                <a:uFillTx/>
                <a:latin typeface="Consolas"/>
                <a:ea typeface="Consolas"/>
                <a:cs typeface="Consolas"/>
              </a:rPr>
              <a:t>"order"</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"descending"</a:t>
            </a:r>
            <a:r>
              <a:rPr kumimoji="0" sz="1600" b="0" i="0" u="none" strike="noStrike" kern="0" cap="none" spc="0" normalizeH="0" baseline="0" noProof="0">
                <a:ln>
                  <a:noFill/>
                </a:ln>
                <a:solidFill>
                  <a:srgbClr val="000000"/>
                </a:solidFill>
                <a:effectLst/>
                <a:uLnTx/>
                <a:uFillTx/>
                <a:latin typeface="Consolas"/>
                <a:ea typeface="Consolas"/>
                <a:cs typeface="Consolas"/>
              </a:rPr>
              <a:t> }</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000" b="0" i="0" u="none" strike="noStrike" kern="0" cap="none" spc="0" normalizeH="0" baseline="0" noProof="0">
              <a:ln>
                <a:noFill/>
              </a:ln>
              <a:solidFill>
                <a:prstClr val="black"/>
              </a:solidFill>
              <a:effectLst/>
              <a:uLnTx/>
              <a:uFillTx/>
              <a:latin typeface="Segoe UI"/>
              <a:cs typeface="Arial"/>
            </a:endParaRPr>
          </a:p>
        </p:txBody>
      </p:sp>
      <p:sp>
        <p:nvSpPr>
          <p:cNvPr id="211804652" name="TextBox 2"/>
          <p:cNvSpPr txBox="1"/>
          <p:nvPr/>
        </p:nvSpPr>
        <p:spPr bwMode="auto">
          <a:xfrm>
            <a:off x="6257635" y="1279490"/>
            <a:ext cx="5172363" cy="4843371"/>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71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Filter + sort optimization</a:t>
            </a:r>
            <a:endParaRPr kumimoji="0" lang="en-US" sz="2000" b="0" i="0" u="none" strike="noStrike" kern="0" cap="none" spc="0" normalizeH="0" baseline="0" noProof="0">
              <a:ln>
                <a:noFill/>
              </a:ln>
              <a:solidFill>
                <a:prstClr val="black"/>
              </a:solidFill>
              <a:effectLst/>
              <a:uLnTx/>
              <a:uFillTx/>
              <a:latin typeface="Segoe UI Semibold"/>
              <a:cs typeface="Segoe UI Semibold"/>
            </a:endParaRPr>
          </a:p>
          <a:p>
            <a:pPr marL="0" marR="0" lvl="0" indent="0" algn="l" defTabSz="914400" rtl="0" eaLnBrk="1" fontAlgn="auto" latinLnBrk="0" hangingPunct="1">
              <a:lnSpc>
                <a:spcPct val="100000"/>
              </a:lnSpc>
              <a:spcBef>
                <a:spcPts val="0"/>
              </a:spcBef>
              <a:spcAft>
                <a:spcPts val="1439"/>
              </a:spcAft>
              <a:buClrTx/>
              <a:buSzTx/>
              <a:buFontTx/>
              <a:buNone/>
              <a:tabLst/>
              <a:defRPr/>
            </a:pPr>
            <a:r>
              <a:rPr kumimoji="0" lang="en-US" sz="1600" b="0" i="0" u="none" strike="noStrike" kern="0" cap="none" spc="0" normalizeH="0" baseline="0" noProof="0">
                <a:ln>
                  <a:noFill/>
                </a:ln>
                <a:solidFill>
                  <a:prstClr val="black"/>
                </a:solidFill>
                <a:effectLst/>
                <a:uLnTx/>
                <a:uFillTx/>
                <a:latin typeface="Segoe UI"/>
                <a:ea typeface="+mn-ea"/>
                <a:cs typeface="Arial"/>
              </a:rPr>
              <a:t>Include filter property in ORDER BY to use one composite index:</a:t>
            </a:r>
            <a:endParaRPr kumimoji="0" sz="1600" b="0" i="0" u="none" strike="noStrike" kern="0" cap="none" spc="0" normalizeH="0" baseline="0" noProof="0">
              <a:ln>
                <a:noFill/>
              </a:ln>
              <a:solidFill>
                <a:srgbClr val="000000"/>
              </a:solidFill>
              <a:effectLst/>
              <a:uLnTx/>
              <a:uFillTx/>
              <a:latin typeface="Consolas"/>
              <a:ea typeface="Consolas"/>
              <a:cs typeface="Consola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SELECT</a:t>
            </a:r>
            <a:r>
              <a:rPr kumimoji="0" sz="1600" b="0" i="0" u="none" strike="noStrike" kern="0" cap="none" spc="0" normalizeH="0" baseline="0" noProof="0">
                <a:ln>
                  <a:noFill/>
                </a:ln>
                <a:solidFill>
                  <a:srgbClr val="000000"/>
                </a:solidFill>
                <a:effectLst/>
                <a:uLnTx/>
                <a:uFillTx/>
                <a:latin typeface="Consolas"/>
                <a:ea typeface="Consolas"/>
                <a:cs typeface="Consolas"/>
              </a:rPr>
              <a:t> * </a:t>
            </a:r>
            <a:r>
              <a:rPr kumimoji="0" sz="1600" b="0" i="0" u="none" strike="noStrike" kern="0" cap="none" spc="0" normalizeH="0" baseline="0" noProof="0">
                <a:ln>
                  <a:noFill/>
                </a:ln>
                <a:solidFill>
                  <a:srgbClr val="0000FF"/>
                </a:solidFill>
                <a:effectLst/>
                <a:uLnTx/>
                <a:uFillTx/>
                <a:latin typeface="Consolas"/>
                <a:ea typeface="Consolas"/>
                <a:cs typeface="Consolas"/>
              </a:rPr>
              <a:t>FROM</a:t>
            </a:r>
            <a:r>
              <a:rPr kumimoji="0" sz="1600" b="0" i="0" u="none" strike="noStrike" kern="0" cap="none" spc="0" normalizeH="0" baseline="0" noProof="0">
                <a:ln>
                  <a:noFill/>
                </a:ln>
                <a:solidFill>
                  <a:srgbClr val="000000"/>
                </a:solidFill>
                <a:effectLst/>
                <a:uLnTx/>
                <a:uFillTx/>
                <a:latin typeface="Consolas"/>
                <a:ea typeface="Consolas"/>
                <a:cs typeface="Consolas"/>
              </a:rPr>
              <a:t> c</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WHERE</a:t>
            </a:r>
            <a:r>
              <a:rPr kumimoji="0" sz="1600" b="0" i="0" u="none" strike="noStrike" kern="0" cap="none" spc="0" normalizeH="0" baseline="0" noProof="0">
                <a:ln>
                  <a:noFill/>
                </a:ln>
                <a:solidFill>
                  <a:srgbClr val="000000"/>
                </a:solidFill>
                <a:effectLst/>
                <a:uLnTx/>
                <a:uFillTx/>
                <a:latin typeface="Consolas"/>
                <a:ea typeface="Consolas"/>
                <a:cs typeface="Consolas"/>
              </a:rPr>
              <a:t> c.documentType = </a:t>
            </a:r>
            <a:r>
              <a:rPr kumimoji="0" sz="1600" b="0" i="0" u="none" strike="noStrike" kern="0" cap="none" spc="0" normalizeH="0" baseline="0" noProof="0">
                <a:ln>
                  <a:noFill/>
                </a:ln>
                <a:solidFill>
                  <a:srgbClr val="A31515"/>
                </a:solidFill>
                <a:effectLst/>
                <a:uLnTx/>
                <a:uFillTx/>
                <a:latin typeface="Consolas"/>
                <a:ea typeface="Consolas"/>
                <a:cs typeface="Consolas"/>
              </a:rPr>
              <a:t>'pdf'</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ORDER BY</a:t>
            </a:r>
            <a:r>
              <a:rPr kumimoji="0" sz="1600" b="0" i="0" u="none" strike="noStrike" kern="0" cap="none" spc="0" normalizeH="0" baseline="0" noProof="0">
                <a:ln>
                  <a:noFill/>
                </a:ln>
                <a:solidFill>
                  <a:srgbClr val="000000"/>
                </a:solidFill>
                <a:effectLst/>
                <a:uLnTx/>
                <a:uFillTx/>
                <a:latin typeface="Consolas"/>
                <a:ea typeface="Consolas"/>
                <a:cs typeface="Consolas"/>
              </a:rPr>
              <a:t> c.documentType,</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c.uploadDate </a:t>
            </a:r>
            <a:r>
              <a:rPr kumimoji="0" sz="1600" b="0" i="0" u="none" strike="noStrike" kern="0" cap="none" spc="0" normalizeH="0" baseline="0" noProof="0">
                <a:ln>
                  <a:noFill/>
                </a:ln>
                <a:solidFill>
                  <a:srgbClr val="0000FF"/>
                </a:solidFill>
                <a:effectLst/>
                <a:uLnTx/>
                <a:uFillTx/>
                <a:latin typeface="Consolas"/>
                <a:ea typeface="Consolas"/>
                <a:cs typeface="Consolas"/>
              </a:rPr>
              <a:t>DESC</a:t>
            </a:r>
            <a:endParaRPr kumimoji="0" lang="en-US" sz="16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1439"/>
              </a:spcBef>
              <a:spcAft>
                <a:spcPts val="71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Composite index rules</a:t>
            </a:r>
            <a:endParaRPr kumimoji="0" lang="en-US" sz="2000" b="0" i="0" u="none" strike="noStrike" kern="0" cap="none" spc="0" normalizeH="0" baseline="0" noProof="0">
              <a:ln>
                <a:noFill/>
              </a:ln>
              <a:solidFill>
                <a:prstClr val="black"/>
              </a:solidFill>
              <a:effectLst/>
              <a:uLnTx/>
              <a:uFillTx/>
              <a:latin typeface="Segoe UI Semibold"/>
              <a:cs typeface="Segoe UI Semibold"/>
            </a:endParaRP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Property sequence must match ORDER BY exactly</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Supports reversed order on all paths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Mixed orders need separate indexes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Equality filters first, then one range filter last</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Each composite index adds write overhead</a:t>
            </a:r>
            <a:endParaRPr kumimoji="0" sz="1800" b="0" i="0" u="none" strike="noStrike" kern="0" cap="none" spc="0" normalizeH="0" baseline="0" noProof="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67117971"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Tune vector indexes for embedding workloads</a:t>
            </a:r>
            <a:endParaRPr lang="en-US"/>
          </a:p>
        </p:txBody>
      </p:sp>
      <p:graphicFrame>
        <p:nvGraphicFramePr>
          <p:cNvPr id="2046815798" name="Content Placeholder 5"/>
          <p:cNvGraphicFramePr>
            <a:graphicFrameLocks/>
          </p:cNvGraphicFramePr>
          <p:nvPr/>
        </p:nvGraphicFramePr>
        <p:xfrm>
          <a:off x="457200" y="1394326"/>
          <a:ext cx="4898390" cy="2560320"/>
        </p:xfrm>
        <a:graphic>
          <a:graphicData uri="http://schemas.openxmlformats.org/drawingml/2006/table">
            <a:tbl>
              <a:tblPr firstRow="1" bandRow="1">
                <a:tableStyleId>{5C22544A-7EE6-4342-B048-85BDC9FD1C3A}</a:tableStyleId>
              </a:tblPr>
              <a:tblGrid>
                <a:gridCol w="1632797">
                  <a:extLst>
                    <a:ext uri="{9D8B030D-6E8A-4147-A177-3AD203B41FA5}">
                      <a16:colId xmlns:a16="http://schemas.microsoft.com/office/drawing/2014/main" val="20000"/>
                    </a:ext>
                  </a:extLst>
                </a:gridCol>
                <a:gridCol w="1877202">
                  <a:extLst>
                    <a:ext uri="{9D8B030D-6E8A-4147-A177-3AD203B41FA5}">
                      <a16:colId xmlns:a16="http://schemas.microsoft.com/office/drawing/2014/main" val="20001"/>
                    </a:ext>
                  </a:extLst>
                </a:gridCol>
                <a:gridCol w="1388391">
                  <a:extLst>
                    <a:ext uri="{9D8B030D-6E8A-4147-A177-3AD203B41FA5}">
                      <a16:colId xmlns:a16="http://schemas.microsoft.com/office/drawing/2014/main" val="20002"/>
                    </a:ext>
                  </a:extLst>
                </a:gridCol>
              </a:tblGrid>
              <a:tr h="365760">
                <a:tc>
                  <a:txBody>
                    <a:bodyPr/>
                    <a:lstStyle/>
                    <a:p>
                      <a:pPr marL="0" lvl="0" indent="0">
                        <a:buNone/>
                        <a:defRPr/>
                      </a:pPr>
                      <a:r>
                        <a:t>Type</a:t>
                      </a:r>
                    </a:p>
                  </a:txBody>
                  <a:tcPr/>
                </a:tc>
                <a:tc>
                  <a:txBody>
                    <a:bodyPr/>
                    <a:lstStyle/>
                    <a:p>
                      <a:pPr marL="0" lvl="0" indent="0">
                        <a:buNone/>
                        <a:defRPr/>
                      </a:pPr>
                      <a:r>
                        <a:t>Best for</a:t>
                      </a:r>
                    </a:p>
                  </a:txBody>
                  <a:tcPr/>
                </a:tc>
                <a:tc>
                  <a:txBody>
                    <a:bodyPr/>
                    <a:lstStyle/>
                    <a:p>
                      <a:pPr marL="0" lvl="0" indent="0">
                        <a:buNone/>
                        <a:defRPr/>
                      </a:pPr>
                      <a:r>
                        <a:t>Max dims</a:t>
                      </a:r>
                    </a:p>
                  </a:txBody>
                  <a:tcPr/>
                </a:tc>
                <a:extLst>
                  <a:ext uri="{0D108BD9-81ED-4DB2-BD59-A6C34878D82A}">
                    <a16:rowId xmlns:a16="http://schemas.microsoft.com/office/drawing/2014/main" val="10000"/>
                  </a:ext>
                </a:extLst>
              </a:tr>
              <a:tr h="914400">
                <a:tc>
                  <a:txBody>
                    <a:bodyPr/>
                    <a:lstStyle/>
                    <a:p>
                      <a:pPr marL="0" lvl="0" indent="0">
                        <a:buNone/>
                        <a:defRPr/>
                      </a:pPr>
                      <a:r>
                        <a:t>flat</a:t>
                      </a:r>
                    </a:p>
                  </a:txBody>
                  <a:tcPr/>
                </a:tc>
                <a:tc>
                  <a:txBody>
                    <a:bodyPr/>
                    <a:lstStyle/>
                    <a:p>
                      <a:pPr marL="0" lvl="0" indent="0">
                        <a:buNone/>
                        <a:defRPr/>
                      </a:pPr>
                      <a:r>
                        <a:t>&lt;1K vectors, exact</a:t>
                      </a:r>
                    </a:p>
                  </a:txBody>
                  <a:tcPr/>
                </a:tc>
                <a:tc>
                  <a:txBody>
                    <a:bodyPr/>
                    <a:lstStyle/>
                    <a:p>
                      <a:pPr marL="0" lvl="0" indent="0">
                        <a:buNone/>
                        <a:defRPr/>
                      </a:pPr>
                      <a:r>
                        <a:t>505</a:t>
                      </a:r>
                    </a:p>
                  </a:txBody>
                  <a:tcPr/>
                </a:tc>
                <a:extLst>
                  <a:ext uri="{0D108BD9-81ED-4DB2-BD59-A6C34878D82A}">
                    <a16:rowId xmlns:a16="http://schemas.microsoft.com/office/drawing/2014/main" val="10001"/>
                  </a:ext>
                </a:extLst>
              </a:tr>
              <a:tr h="640080">
                <a:tc>
                  <a:txBody>
                    <a:bodyPr/>
                    <a:lstStyle/>
                    <a:p>
                      <a:pPr marL="0" lvl="0" indent="0">
                        <a:buNone/>
                        <a:defRPr/>
                      </a:pPr>
                      <a:r>
                        <a:t>quantizedFlat</a:t>
                      </a:r>
                    </a:p>
                  </a:txBody>
                  <a:tcPr/>
                </a:tc>
                <a:tc>
                  <a:txBody>
                    <a:bodyPr/>
                    <a:lstStyle/>
                    <a:p>
                      <a:pPr marL="0" lvl="0" indent="0">
                        <a:buNone/>
                        <a:defRPr/>
                      </a:pPr>
                      <a:r>
                        <a:t>1K-50K vectors</a:t>
                      </a:r>
                    </a:p>
                  </a:txBody>
                  <a:tcPr/>
                </a:tc>
                <a:tc>
                  <a:txBody>
                    <a:bodyPr/>
                    <a:lstStyle/>
                    <a:p>
                      <a:pPr marL="0" lvl="0" indent="0">
                        <a:buNone/>
                        <a:defRPr/>
                      </a:pPr>
                      <a:r>
                        <a:t>4,096</a:t>
                      </a:r>
                    </a:p>
                  </a:txBody>
                  <a:tcPr/>
                </a:tc>
                <a:extLst>
                  <a:ext uri="{0D108BD9-81ED-4DB2-BD59-A6C34878D82A}">
                    <a16:rowId xmlns:a16="http://schemas.microsoft.com/office/drawing/2014/main" val="10002"/>
                  </a:ext>
                </a:extLst>
              </a:tr>
              <a:tr h="640080">
                <a:tc>
                  <a:txBody>
                    <a:bodyPr/>
                    <a:lstStyle/>
                    <a:p>
                      <a:pPr marL="0" lvl="0" indent="0">
                        <a:buNone/>
                        <a:defRPr/>
                      </a:pPr>
                      <a:r>
                        <a:t>diskANN</a:t>
                      </a:r>
                    </a:p>
                  </a:txBody>
                  <a:tcPr/>
                </a:tc>
                <a:tc>
                  <a:txBody>
                    <a:bodyPr/>
                    <a:lstStyle/>
                    <a:p>
                      <a:pPr marL="0" lvl="0" indent="0">
                        <a:buNone/>
                        <a:defRPr/>
                      </a:pPr>
                      <a:r>
                        <a:t>&gt;50K vectors</a:t>
                      </a:r>
                    </a:p>
                  </a:txBody>
                  <a:tcPr/>
                </a:tc>
                <a:tc>
                  <a:txBody>
                    <a:bodyPr/>
                    <a:lstStyle/>
                    <a:p>
                      <a:pPr marL="0" lvl="0" indent="0">
                        <a:buNone/>
                        <a:defRPr/>
                      </a:pPr>
                      <a:r>
                        <a:rPr dirty="0"/>
                        <a:t>4,096</a:t>
                      </a:r>
                    </a:p>
                  </a:txBody>
                  <a:tcPr/>
                </a:tc>
                <a:extLst>
                  <a:ext uri="{0D108BD9-81ED-4DB2-BD59-A6C34878D82A}">
                    <a16:rowId xmlns:a16="http://schemas.microsoft.com/office/drawing/2014/main" val="10003"/>
                  </a:ext>
                </a:extLst>
              </a:tr>
            </a:tbl>
          </a:graphicData>
        </a:graphic>
      </p:graphicFrame>
      <p:sp>
        <p:nvSpPr>
          <p:cNvPr id="1896441832" name="TextBox 2"/>
          <p:cNvSpPr txBox="1"/>
          <p:nvPr/>
        </p:nvSpPr>
        <p:spPr bwMode="auto">
          <a:xfrm>
            <a:off x="6284995" y="1226084"/>
            <a:ext cx="4807571" cy="4405826"/>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1439"/>
              </a:spcBef>
              <a:spcAft>
                <a:spcPts val="71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Key decisions</a:t>
            </a:r>
            <a:endParaRPr kumimoji="0" lang="en-US" sz="1800" b="0" i="0" u="none" strike="noStrike" kern="0" cap="none" spc="0" normalizeH="0" baseline="0" noProof="0">
              <a:ln>
                <a:noFill/>
              </a:ln>
              <a:solidFill>
                <a:prstClr val="black"/>
              </a:solidFill>
              <a:effectLst/>
              <a:uLnTx/>
              <a:uFillTx/>
              <a:latin typeface="Times New Roman"/>
              <a:cs typeface="Times New Roman"/>
            </a:endParaRPr>
          </a:p>
          <a:p>
            <a:pPr marL="228599" marR="0" lvl="0" indent="-228599" algn="l" defTabSz="914400" rtl="0" eaLnBrk="1" fontAlgn="auto" latinLnBrk="0" hangingPunct="1">
              <a:lnSpc>
                <a:spcPct val="100000"/>
              </a:lnSpc>
              <a:spcBef>
                <a:spcPts val="0"/>
              </a:spcBef>
              <a:spcAft>
                <a:spcPts val="575"/>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quantizedFlat and diskANN need 1,000+ vectors to activate</a:t>
            </a:r>
            <a:endParaRPr kumimoji="0" sz="1800" b="0" i="0" u="none" strike="noStrike" kern="0" cap="none" spc="0" normalizeH="0" baseline="0" noProof="0">
              <a:ln>
                <a:noFill/>
              </a:ln>
              <a:solidFill>
                <a:prstClr val="black"/>
              </a:solidFill>
              <a:effectLst/>
              <a:uLnTx/>
              <a:uFillTx/>
              <a:latin typeface="Segoe UI"/>
              <a:cs typeface="Arial"/>
            </a:endParaRPr>
          </a:p>
          <a:p>
            <a:pPr marL="228599" marR="0" lvl="0" indent="-228599" algn="l" defTabSz="914400" rtl="0" eaLnBrk="1" fontAlgn="auto" latinLnBrk="0" hangingPunct="1">
              <a:lnSpc>
                <a:spcPct val="100000"/>
              </a:lnSpc>
              <a:spcBef>
                <a:spcPts val="0"/>
              </a:spcBef>
              <a:spcAft>
                <a:spcPts val="575"/>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Below threshold: falls back to brute-force scan</a:t>
            </a:r>
            <a:endParaRPr kumimoji="0" sz="1800" b="0" i="0" u="none" strike="noStrike" kern="0" cap="none" spc="0" normalizeH="0" baseline="0" noProof="0">
              <a:ln>
                <a:noFill/>
              </a:ln>
              <a:solidFill>
                <a:prstClr val="black"/>
              </a:solidFill>
              <a:effectLst/>
              <a:uLnTx/>
              <a:uFillTx/>
              <a:latin typeface="Segoe UI"/>
              <a:cs typeface="Arial"/>
            </a:endParaRPr>
          </a:p>
          <a:p>
            <a:pPr marL="228599" marR="0" lvl="0" indent="-228599" algn="l" defTabSz="914400" rtl="0" eaLnBrk="1" fontAlgn="auto" latinLnBrk="0" hangingPunct="1">
              <a:lnSpc>
                <a:spcPct val="100000"/>
              </a:lnSpc>
              <a:spcBef>
                <a:spcPts val="0"/>
              </a:spcBef>
              <a:spcAft>
                <a:spcPts val="575"/>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DiskANN recommended for production AI apps</a:t>
            </a:r>
            <a:endParaRPr kumimoji="0" sz="1800" b="0" i="0" u="none" strike="noStrike" kern="0" cap="none" spc="0" normalizeH="0" baseline="0" noProof="0">
              <a:ln>
                <a:noFill/>
              </a:ln>
              <a:solidFill>
                <a:prstClr val="black"/>
              </a:solidFill>
              <a:effectLst/>
              <a:uLnTx/>
              <a:uFillTx/>
              <a:latin typeface="Segoe UI"/>
              <a:cs typeface="Arial"/>
            </a:endParaRPr>
          </a:p>
          <a:p>
            <a:pPr marL="228599" marR="0" lvl="0" indent="-228599" algn="l" defTabSz="914400" rtl="0" eaLnBrk="1" fontAlgn="auto" latinLnBrk="0" hangingPunct="1">
              <a:lnSpc>
                <a:spcPct val="100000"/>
              </a:lnSpc>
              <a:spcBef>
                <a:spcPts val="0"/>
              </a:spcBef>
              <a:spcAft>
                <a:spcPts val="575"/>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Exclude embeddings from range indexes</a:t>
            </a:r>
            <a:endParaRPr kumimoji="0" sz="1800" b="0" i="0" u="none" strike="noStrike" kern="0" cap="none" spc="0" normalizeH="0" baseline="0" noProof="0">
              <a:ln>
                <a:noFill/>
              </a:ln>
              <a:solidFill>
                <a:prstClr val="black"/>
              </a:solidFill>
              <a:effectLst/>
              <a:uLnTx/>
              <a:uFillTx/>
              <a:latin typeface="Segoe UI"/>
              <a:cs typeface="Arial"/>
            </a:endParaRPr>
          </a:p>
          <a:p>
            <a:pPr marL="228599" marR="0" lvl="0" indent="-228599" algn="l" defTabSz="914400" rtl="0" eaLnBrk="1" fontAlgn="auto" latinLnBrk="0" hangingPunct="1">
              <a:lnSpc>
                <a:spcPct val="100000"/>
              </a:lnSpc>
              <a:spcBef>
                <a:spcPts val="0"/>
              </a:spcBef>
              <a:spcAft>
                <a:spcPts val="575"/>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Vector policies are immutable after container creation</a:t>
            </a:r>
            <a:endParaRPr kumimoji="0" sz="1800" b="0" i="0" u="none" strike="noStrike" kern="0" cap="none" spc="0" normalizeH="0" baseline="0" noProof="0">
              <a:ln>
                <a:noFill/>
              </a:ln>
              <a:solidFill>
                <a:prstClr val="black"/>
              </a:solidFill>
              <a:effectLst/>
              <a:uLnTx/>
              <a:uFillTx/>
              <a:latin typeface="Segoe UI"/>
              <a:cs typeface="Arial"/>
            </a:endParaRPr>
          </a:p>
          <a:p>
            <a:pPr marL="228599" marR="0" lvl="0" indent="-228599" algn="l" defTabSz="914400" rtl="0" eaLnBrk="1" fontAlgn="auto" latinLnBrk="0" hangingPunct="1">
              <a:lnSpc>
                <a:spcPct val="100000"/>
              </a:lnSpc>
              <a:spcBef>
                <a:spcPts val="0"/>
              </a:spcBef>
              <a:spcAft>
                <a:spcPts val="575"/>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float16 saves 50% storage vs float32</a:t>
            </a:r>
            <a:endParaRPr kumimoji="0" sz="1800" b="0" i="0" u="none" strike="noStrike" kern="0" cap="none" spc="0" normalizeH="0" baseline="0" noProof="0">
              <a:ln>
                <a:noFill/>
              </a:ln>
              <a:solidFill>
                <a:prstClr val="black"/>
              </a:solidFill>
              <a:effectLst/>
              <a:uLnTx/>
              <a:uFillTx/>
              <a:latin typeface="Segoe UI"/>
              <a:cs typeface="Arial"/>
            </a:endParaRPr>
          </a:p>
          <a:p>
            <a:pPr marL="228599" marR="0" lvl="0" indent="-228599" algn="l" defTabSz="914400" rtl="0" eaLnBrk="1" fontAlgn="auto" latinLnBrk="0" hangingPunct="1">
              <a:lnSpc>
                <a:spcPct val="100000"/>
              </a:lnSpc>
              <a:spcBef>
                <a:spcPts val="0"/>
              </a:spcBef>
              <a:spcAft>
                <a:spcPts val="575"/>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Pre-filtering with metadata indexes reduces vector search RU cost</a:t>
            </a:r>
            <a:endParaRPr kumimoji="0" sz="1800" b="0" i="0" u="none" strike="noStrike" kern="0" cap="none" spc="0" normalizeH="0" baseline="0" noProof="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80607839"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Reduce RU costs with strategic indexing</a:t>
            </a:r>
            <a:endParaRPr lang="en-US"/>
          </a:p>
        </p:txBody>
      </p:sp>
      <p:sp>
        <p:nvSpPr>
          <p:cNvPr id="27259137" name="TextBox 2"/>
          <p:cNvSpPr txBox="1"/>
          <p:nvPr/>
        </p:nvSpPr>
        <p:spPr bwMode="auto">
          <a:xfrm>
            <a:off x="457199" y="1226083"/>
            <a:ext cx="4807570" cy="4405825"/>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1438"/>
              </a:spcBef>
              <a:spcAft>
                <a:spcPts val="718"/>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Analyze before indexing</a:t>
            </a:r>
            <a:endParaRPr kumimoji="0" sz="1600" b="0" i="0" u="none" strike="noStrike" kern="0" cap="none" spc="0" normalizeH="0" baseline="0" noProof="0">
              <a:ln>
                <a:noFill/>
              </a:ln>
              <a:solidFill>
                <a:prstClr val="black"/>
              </a:solidFill>
              <a:effectLst/>
              <a:uLnTx/>
              <a:uFillTx/>
              <a:latin typeface="Segoe UI"/>
              <a:cs typeface="Segoe UI"/>
            </a:endParaRPr>
          </a:p>
          <a:p>
            <a:pPr marL="228600" marR="0" lvl="0" indent="-226729" algn="l" defTabSz="914400" rtl="0" eaLnBrk="1" fontAlgn="auto" latinLnBrk="0" hangingPunct="1">
              <a:lnSpc>
                <a:spcPct val="100000"/>
              </a:lnSpc>
              <a:spcBef>
                <a:spcPts val="0"/>
              </a:spcBef>
              <a:spcAft>
                <a:spcPts val="287"/>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Catalog filter properties (WHERE clauses)</a:t>
            </a:r>
            <a:endParaRPr kumimoji="0" sz="1800" b="0" i="0" u="none" strike="noStrike" kern="0" cap="none" spc="0" normalizeH="0" baseline="0" noProof="0">
              <a:ln>
                <a:noFill/>
              </a:ln>
              <a:solidFill>
                <a:prstClr val="black"/>
              </a:solidFill>
              <a:effectLst/>
              <a:uLnTx/>
              <a:uFillTx/>
              <a:latin typeface="Segoe UI"/>
              <a:cs typeface="Segoe UI"/>
            </a:endParaRPr>
          </a:p>
          <a:p>
            <a:pPr marL="228600" marR="0" lvl="0" indent="-226729" algn="l" defTabSz="914400" rtl="0" eaLnBrk="1" fontAlgn="auto" latinLnBrk="0" hangingPunct="1">
              <a:lnSpc>
                <a:spcPct val="100000"/>
              </a:lnSpc>
              <a:spcBef>
                <a:spcPts val="0"/>
              </a:spcBef>
              <a:spcAft>
                <a:spcPts val="287"/>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Catalog sort properties (ORDER BY)</a:t>
            </a:r>
            <a:endParaRPr kumimoji="0" sz="1800" b="0" i="0" u="none" strike="noStrike" kern="0" cap="none" spc="0" normalizeH="0" baseline="0" noProof="0">
              <a:ln>
                <a:noFill/>
              </a:ln>
              <a:solidFill>
                <a:prstClr val="black"/>
              </a:solidFill>
              <a:effectLst/>
              <a:uLnTx/>
              <a:uFillTx/>
              <a:latin typeface="Segoe UI"/>
              <a:cs typeface="Segoe UI"/>
            </a:endParaRPr>
          </a:p>
          <a:p>
            <a:pPr marL="228600" marR="0" lvl="0" indent="-226729" algn="l" defTabSz="914400" rtl="0" eaLnBrk="1" fontAlgn="auto" latinLnBrk="0" hangingPunct="1">
              <a:lnSpc>
                <a:spcPct val="100000"/>
              </a:lnSpc>
              <a:spcBef>
                <a:spcPts val="0"/>
              </a:spcBef>
              <a:spcAft>
                <a:spcPts val="287"/>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Identify property combinations in queries</a:t>
            </a:r>
            <a:endParaRPr kumimoji="0" sz="1800" b="0" i="0" u="none" strike="noStrike" kern="0" cap="none" spc="0" normalizeH="0" baseline="0" noProof="0">
              <a:ln>
                <a:noFill/>
              </a:ln>
              <a:solidFill>
                <a:prstClr val="black"/>
              </a:solidFill>
              <a:effectLst/>
              <a:uLnTx/>
              <a:uFillTx/>
              <a:latin typeface="Segoe UI"/>
              <a:cs typeface="Segoe UI"/>
            </a:endParaRPr>
          </a:p>
          <a:p>
            <a:pPr marL="228600" marR="0" lvl="0" indent="-226729" algn="l" defTabSz="914400" rtl="0" eaLnBrk="1" fontAlgn="auto" latinLnBrk="0" hangingPunct="1">
              <a:lnSpc>
                <a:spcPct val="100000"/>
              </a:lnSpc>
              <a:spcBef>
                <a:spcPts val="0"/>
              </a:spcBef>
              <a:spcAft>
                <a:spcPts val="287"/>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Prioritize by query frequency</a:t>
            </a:r>
            <a:endParaRPr kumimoji="0" lang="en-US"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1438"/>
              </a:spcBef>
              <a:spcAft>
                <a:spcPts val="718"/>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Query metrics to monitor</a:t>
            </a:r>
            <a:endParaRPr kumimoji="0" sz="1600" b="0" i="0" u="none" strike="noStrike" kern="0" cap="none" spc="0" normalizeH="0" baseline="0" noProof="0">
              <a:ln>
                <a:noFill/>
              </a:ln>
              <a:solidFill>
                <a:prstClr val="black"/>
              </a:solidFill>
              <a:effectLst/>
              <a:uLnTx/>
              <a:uFillTx/>
              <a:latin typeface="Segoe UI"/>
              <a:cs typeface="Segoe UI"/>
            </a:endParaRPr>
          </a:p>
          <a:p>
            <a:pPr marL="228600" marR="0" lvl="0" indent="-226729" algn="l" defTabSz="914400" rtl="0" eaLnBrk="1" fontAlgn="auto" latinLnBrk="0" hangingPunct="1">
              <a:lnSpc>
                <a:spcPct val="100000"/>
              </a:lnSpc>
              <a:spcBef>
                <a:spcPts val="0"/>
              </a:spcBef>
              <a:spcAft>
                <a:spcPts val="287"/>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Index utilization percentage</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6729" algn="l" defTabSz="914400" rtl="0" eaLnBrk="1" fontAlgn="auto" latinLnBrk="0" hangingPunct="1">
              <a:lnSpc>
                <a:spcPct val="100000"/>
              </a:lnSpc>
              <a:spcBef>
                <a:spcPts val="0"/>
              </a:spcBef>
              <a:spcAft>
                <a:spcPts val="287"/>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Retrieved vs. output document count</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6729" algn="l" defTabSz="914400" rtl="0" eaLnBrk="1" fontAlgn="auto" latinLnBrk="0" hangingPunct="1">
              <a:lnSpc>
                <a:spcPct val="100000"/>
              </a:lnSpc>
              <a:spcBef>
                <a:spcPts val="0"/>
              </a:spcBef>
              <a:spcAft>
                <a:spcPts val="287"/>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RU charge per query (x-ms-request-charge)</a:t>
            </a:r>
            <a:endParaRPr kumimoji="0" lang="en-US" sz="1800" b="0" i="0" u="none" strike="noStrike" kern="0" cap="none" spc="0" normalizeH="0" baseline="0" noProof="0">
              <a:ln>
                <a:noFill/>
              </a:ln>
              <a:solidFill>
                <a:prstClr val="black"/>
              </a:solidFill>
              <a:effectLst/>
              <a:uLnTx/>
              <a:uFillTx/>
              <a:latin typeface="Segoe UI"/>
              <a:cs typeface="Segoe UI"/>
            </a:endParaRPr>
          </a:p>
        </p:txBody>
      </p:sp>
      <p:sp>
        <p:nvSpPr>
          <p:cNvPr id="1385694788" name="TextBox 2"/>
          <p:cNvSpPr txBox="1"/>
          <p:nvPr/>
        </p:nvSpPr>
        <p:spPr bwMode="auto">
          <a:xfrm>
            <a:off x="6284994" y="1226083"/>
            <a:ext cx="4807570" cy="5148392"/>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1438"/>
              </a:spcBef>
              <a:spcAft>
                <a:spcPts val="718"/>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Selective indexing strategy</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6729" algn="l" defTabSz="914400" rtl="0" eaLnBrk="1" fontAlgn="auto" latinLnBrk="0" hangingPunct="1">
              <a:lnSpc>
                <a:spcPct val="100000"/>
              </a:lnSpc>
              <a:spcBef>
                <a:spcPts val="0"/>
              </a:spcBef>
              <a:spcAft>
                <a:spcPts val="287"/>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Exclude all by default: </a:t>
            </a:r>
            <a:r>
              <a:rPr kumimoji="0" lang="en-US" sz="1600" b="0" i="0" u="none" strike="noStrike" kern="0" cap="none" spc="0" normalizeH="0" baseline="0" noProof="0">
                <a:ln>
                  <a:noFill/>
                </a:ln>
                <a:solidFill>
                  <a:prstClr val="black"/>
                </a:solidFill>
                <a:effectLst/>
                <a:uLnTx/>
                <a:uFillTx/>
                <a:latin typeface="Consolas"/>
                <a:ea typeface="Consolas"/>
                <a:cs typeface="Consolas"/>
              </a:rPr>
              <a:t>"excludedPaths": [{"path": "/*"}]</a:t>
            </a:r>
            <a:endParaRPr kumimoji="0" sz="1600" b="0" i="0" u="none" strike="noStrike" kern="0" cap="none" spc="0" normalizeH="0" baseline="0" noProof="0">
              <a:ln>
                <a:noFill/>
              </a:ln>
              <a:solidFill>
                <a:prstClr val="black"/>
              </a:solidFill>
              <a:effectLst/>
              <a:uLnTx/>
              <a:uFillTx/>
              <a:latin typeface="Consolas"/>
              <a:cs typeface="Consolas"/>
            </a:endParaRPr>
          </a:p>
          <a:p>
            <a:pPr marL="228600" marR="0" lvl="0" indent="-226729" algn="l" defTabSz="914400" rtl="0" eaLnBrk="1" fontAlgn="auto" latinLnBrk="0" hangingPunct="1">
              <a:lnSpc>
                <a:spcPct val="100000"/>
              </a:lnSpc>
              <a:spcBef>
                <a:spcPts val="0"/>
              </a:spcBef>
              <a:spcAft>
                <a:spcPts val="287"/>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Include only queried properties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6729" algn="l" defTabSz="914400" rtl="0" eaLnBrk="1" fontAlgn="auto" latinLnBrk="0" hangingPunct="1">
              <a:lnSpc>
                <a:spcPct val="100000"/>
              </a:lnSpc>
              <a:spcBef>
                <a:spcPts val="0"/>
              </a:spcBef>
              <a:spcAft>
                <a:spcPts val="287"/>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Don’t index: large text, summaries, raw metadata</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6729" algn="l" defTabSz="914400" rtl="0" eaLnBrk="1" fontAlgn="auto" latinLnBrk="0" hangingPunct="1">
              <a:lnSpc>
                <a:spcPct val="100000"/>
              </a:lnSpc>
              <a:spcBef>
                <a:spcPts val="0"/>
              </a:spcBef>
              <a:spcAft>
                <a:spcPts val="287"/>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Always include partition key path</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6729" algn="l" defTabSz="914400" rtl="0" eaLnBrk="1" fontAlgn="auto" latinLnBrk="0" hangingPunct="1">
              <a:lnSpc>
                <a:spcPct val="100000"/>
              </a:lnSpc>
              <a:spcBef>
                <a:spcPts val="0"/>
              </a:spcBef>
              <a:spcAft>
                <a:spcPts val="287"/>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Focus composite indexes on top 5-10 query patterns</a:t>
            </a:r>
            <a:endParaRPr kumimoji="0" lang="en-US"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1438"/>
              </a:spcBef>
              <a:spcAft>
                <a:spcPts val="718"/>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Workload profile</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6729" algn="l" defTabSz="914400" rtl="0" eaLnBrk="1" fontAlgn="auto" latinLnBrk="0" hangingPunct="1">
              <a:lnSpc>
                <a:spcPct val="100000"/>
              </a:lnSpc>
              <a:spcBef>
                <a:spcPts val="0"/>
              </a:spcBef>
              <a:spcAft>
                <a:spcPts val="287"/>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Write-heavy: minimize indexes, accept higher query cost</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6729" algn="l" defTabSz="914400" rtl="0" eaLnBrk="1" fontAlgn="auto" latinLnBrk="0" hangingPunct="1">
              <a:lnSpc>
                <a:spcPct val="100000"/>
              </a:lnSpc>
              <a:spcBef>
                <a:spcPts val="0"/>
              </a:spcBef>
              <a:spcAft>
                <a:spcPts val="287"/>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Read-heavy: invest in indexes, most AI apps are here</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6729" algn="l" defTabSz="914400" rtl="0" eaLnBrk="1" fontAlgn="auto" latinLnBrk="0" hangingPunct="1">
              <a:lnSpc>
                <a:spcPct val="100000"/>
              </a:lnSpc>
              <a:spcBef>
                <a:spcPts val="0"/>
              </a:spcBef>
              <a:spcAft>
                <a:spcPts val="287"/>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Each composite index increases write RU cost</a:t>
            </a:r>
            <a:endParaRPr kumimoji="0" lang="en-US" sz="1800" b="0" i="0" u="none" strike="noStrike" kern="0" cap="none" spc="0" normalizeH="0" baseline="0" noProof="0">
              <a:ln>
                <a:noFill/>
              </a:ln>
              <a:solidFill>
                <a:prstClr val="black"/>
              </a:solidFill>
              <a:effectLst/>
              <a:uLnTx/>
              <a:uFillTx/>
              <a:latin typeface="Segoe UI"/>
              <a:cs typeface="Segoe UI"/>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8628315"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Choose consistency levels for optimal performance</a:t>
            </a:r>
            <a:endParaRPr lang="en-US"/>
          </a:p>
        </p:txBody>
      </p:sp>
      <p:graphicFrame>
        <p:nvGraphicFramePr>
          <p:cNvPr id="101663065" name="Content Placeholder 5"/>
          <p:cNvGraphicFramePr>
            <a:graphicFrameLocks/>
          </p:cNvGraphicFramePr>
          <p:nvPr/>
        </p:nvGraphicFramePr>
        <p:xfrm>
          <a:off x="457200" y="1226083"/>
          <a:ext cx="4038597" cy="2743200"/>
        </p:xfrm>
        <a:graphic>
          <a:graphicData uri="http://schemas.openxmlformats.org/drawingml/2006/table">
            <a:tbl>
              <a:tblPr firstRow="1" bandRow="1">
                <a:tableStyleId>{5C22544A-7EE6-4342-B048-85BDC9FD1C3A}</a:tableStyleId>
              </a:tblPr>
              <a:tblGrid>
                <a:gridCol w="1346199">
                  <a:extLst>
                    <a:ext uri="{9D8B030D-6E8A-4147-A177-3AD203B41FA5}">
                      <a16:colId xmlns:a16="http://schemas.microsoft.com/office/drawing/2014/main" val="20000"/>
                    </a:ext>
                  </a:extLst>
                </a:gridCol>
                <a:gridCol w="1346199">
                  <a:extLst>
                    <a:ext uri="{9D8B030D-6E8A-4147-A177-3AD203B41FA5}">
                      <a16:colId xmlns:a16="http://schemas.microsoft.com/office/drawing/2014/main" val="20001"/>
                    </a:ext>
                  </a:extLst>
                </a:gridCol>
                <a:gridCol w="1346199">
                  <a:extLst>
                    <a:ext uri="{9D8B030D-6E8A-4147-A177-3AD203B41FA5}">
                      <a16:colId xmlns:a16="http://schemas.microsoft.com/office/drawing/2014/main" val="20002"/>
                    </a:ext>
                  </a:extLst>
                </a:gridCol>
              </a:tblGrid>
              <a:tr h="365760">
                <a:tc>
                  <a:txBody>
                    <a:bodyPr/>
                    <a:lstStyle/>
                    <a:p>
                      <a:pPr marL="0" lvl="0" indent="0">
                        <a:buNone/>
                        <a:defRPr/>
                      </a:pPr>
                      <a:r>
                        <a:rPr b="0">
                          <a:latin typeface="Segoe UI Semibold"/>
                          <a:ea typeface="Segoe UI Semibold"/>
                          <a:cs typeface="Segoe UI Semibold"/>
                        </a:rPr>
                        <a:t>Level</a:t>
                      </a:r>
                      <a:endParaRPr b="0">
                        <a:latin typeface="Segoe UI Semibold"/>
                        <a:cs typeface="Segoe UI Semibold"/>
                      </a:endParaRPr>
                    </a:p>
                  </a:txBody>
                  <a:tcPr/>
                </a:tc>
                <a:tc>
                  <a:txBody>
                    <a:bodyPr/>
                    <a:lstStyle/>
                    <a:p>
                      <a:pPr marL="0" lvl="0" indent="0">
                        <a:buNone/>
                        <a:defRPr/>
                      </a:pPr>
                      <a:r>
                        <a:rPr b="0">
                          <a:latin typeface="Segoe UI Semibold"/>
                          <a:ea typeface="Segoe UI Semibold"/>
                          <a:cs typeface="Segoe UI Semibold"/>
                        </a:rPr>
                        <a:t>Replicas</a:t>
                      </a:r>
                      <a:endParaRPr b="0">
                        <a:latin typeface="Segoe UI Semibold"/>
                        <a:cs typeface="Segoe UI Semibold"/>
                      </a:endParaRPr>
                    </a:p>
                  </a:txBody>
                  <a:tcPr/>
                </a:tc>
                <a:tc>
                  <a:txBody>
                    <a:bodyPr/>
                    <a:lstStyle/>
                    <a:p>
                      <a:pPr marL="0" lvl="0" indent="0">
                        <a:buNone/>
                        <a:defRPr/>
                      </a:pPr>
                      <a:r>
                        <a:rPr b="0">
                          <a:latin typeface="Segoe UI Semibold"/>
                          <a:ea typeface="Segoe UI Semibold"/>
                          <a:cs typeface="Segoe UI Semibold"/>
                        </a:rPr>
                        <a:t>RU cost</a:t>
                      </a:r>
                      <a:endParaRPr b="0">
                        <a:latin typeface="Segoe UI Semibold"/>
                        <a:cs typeface="Segoe UI Semibold"/>
                      </a:endParaRPr>
                    </a:p>
                  </a:txBody>
                  <a:tcPr/>
                </a:tc>
                <a:extLst>
                  <a:ext uri="{0D108BD9-81ED-4DB2-BD59-A6C34878D82A}">
                    <a16:rowId xmlns:a16="http://schemas.microsoft.com/office/drawing/2014/main" val="10000"/>
                  </a:ext>
                </a:extLst>
              </a:tr>
              <a:tr h="365760">
                <a:tc>
                  <a:txBody>
                    <a:bodyPr/>
                    <a:lstStyle/>
                    <a:p>
                      <a:pPr marL="0" lvl="0" indent="0">
                        <a:buNone/>
                        <a:defRPr/>
                      </a:pPr>
                      <a:r>
                        <a:t>Strong</a:t>
                      </a:r>
                    </a:p>
                  </a:txBody>
                  <a:tcPr/>
                </a:tc>
                <a:tc>
                  <a:txBody>
                    <a:bodyPr/>
                    <a:lstStyle/>
                    <a:p>
                      <a:pPr marL="0" lvl="0" indent="0">
                        <a:buNone/>
                        <a:defRPr/>
                      </a:pPr>
                      <a:r>
                        <a:t>2</a:t>
                      </a:r>
                    </a:p>
                  </a:txBody>
                  <a:tcPr/>
                </a:tc>
                <a:tc>
                  <a:txBody>
                    <a:bodyPr/>
                    <a:lstStyle/>
                    <a:p>
                      <a:pPr marL="0" lvl="0" indent="0">
                        <a:buNone/>
                        <a:defRPr/>
                      </a:pPr>
                      <a:r>
                        <a:t>2x</a:t>
                      </a:r>
                    </a:p>
                  </a:txBody>
                  <a:tcPr/>
                </a:tc>
                <a:extLst>
                  <a:ext uri="{0D108BD9-81ED-4DB2-BD59-A6C34878D82A}">
                    <a16:rowId xmlns:a16="http://schemas.microsoft.com/office/drawing/2014/main" val="10001"/>
                  </a:ext>
                </a:extLst>
              </a:tr>
              <a:tr h="640080">
                <a:tc>
                  <a:txBody>
                    <a:bodyPr/>
                    <a:lstStyle/>
                    <a:p>
                      <a:pPr marL="0" lvl="0" indent="0">
                        <a:buNone/>
                        <a:defRPr/>
                      </a:pPr>
                      <a:r>
                        <a:t>Bounded staleness</a:t>
                      </a:r>
                    </a:p>
                  </a:txBody>
                  <a:tcPr/>
                </a:tc>
                <a:tc>
                  <a:txBody>
                    <a:bodyPr/>
                    <a:lstStyle/>
                    <a:p>
                      <a:pPr marL="0" lvl="0" indent="0">
                        <a:buNone/>
                        <a:defRPr/>
                      </a:pPr>
                      <a:r>
                        <a:t>2</a:t>
                      </a:r>
                    </a:p>
                  </a:txBody>
                  <a:tcPr/>
                </a:tc>
                <a:tc>
                  <a:txBody>
                    <a:bodyPr/>
                    <a:lstStyle/>
                    <a:p>
                      <a:pPr marL="0" lvl="0" indent="0">
                        <a:buNone/>
                        <a:defRPr/>
                      </a:pPr>
                      <a:r>
                        <a:t>2x</a:t>
                      </a:r>
                    </a:p>
                  </a:txBody>
                  <a:tcPr/>
                </a:tc>
                <a:extLst>
                  <a:ext uri="{0D108BD9-81ED-4DB2-BD59-A6C34878D82A}">
                    <a16:rowId xmlns:a16="http://schemas.microsoft.com/office/drawing/2014/main" val="10002"/>
                  </a:ext>
                </a:extLst>
              </a:tr>
              <a:tr h="365760">
                <a:tc>
                  <a:txBody>
                    <a:bodyPr/>
                    <a:lstStyle/>
                    <a:p>
                      <a:pPr marL="0" lvl="0" indent="0">
                        <a:buNone/>
                        <a:defRPr/>
                      </a:pPr>
                      <a:r>
                        <a:t>Session</a:t>
                      </a:r>
                    </a:p>
                  </a:txBody>
                  <a:tcPr/>
                </a:tc>
                <a:tc>
                  <a:txBody>
                    <a:bodyPr/>
                    <a:lstStyle/>
                    <a:p>
                      <a:pPr marL="0" lvl="0" indent="0">
                        <a:buNone/>
                        <a:defRPr/>
                      </a:pPr>
                      <a:r>
                        <a:t>1</a:t>
                      </a:r>
                    </a:p>
                  </a:txBody>
                  <a:tcPr/>
                </a:tc>
                <a:tc>
                  <a:txBody>
                    <a:bodyPr/>
                    <a:lstStyle/>
                    <a:p>
                      <a:pPr marL="0" lvl="0" indent="0">
                        <a:buNone/>
                        <a:defRPr/>
                      </a:pPr>
                      <a:r>
                        <a:t>1x</a:t>
                      </a:r>
                    </a:p>
                  </a:txBody>
                  <a:tcPr/>
                </a:tc>
                <a:extLst>
                  <a:ext uri="{0D108BD9-81ED-4DB2-BD59-A6C34878D82A}">
                    <a16:rowId xmlns:a16="http://schemas.microsoft.com/office/drawing/2014/main" val="10003"/>
                  </a:ext>
                </a:extLst>
              </a:tr>
              <a:tr h="640080">
                <a:tc>
                  <a:txBody>
                    <a:bodyPr/>
                    <a:lstStyle/>
                    <a:p>
                      <a:pPr marL="0" lvl="0" indent="0">
                        <a:buNone/>
                        <a:defRPr/>
                      </a:pPr>
                      <a:r>
                        <a:t>Consistent prefix</a:t>
                      </a:r>
                    </a:p>
                  </a:txBody>
                  <a:tcPr/>
                </a:tc>
                <a:tc>
                  <a:txBody>
                    <a:bodyPr/>
                    <a:lstStyle/>
                    <a:p>
                      <a:pPr marL="0" lvl="0" indent="0">
                        <a:buNone/>
                        <a:defRPr/>
                      </a:pPr>
                      <a:r>
                        <a:t>1</a:t>
                      </a:r>
                    </a:p>
                  </a:txBody>
                  <a:tcPr/>
                </a:tc>
                <a:tc>
                  <a:txBody>
                    <a:bodyPr/>
                    <a:lstStyle/>
                    <a:p>
                      <a:pPr marL="0" lvl="0" indent="0">
                        <a:buNone/>
                        <a:defRPr/>
                      </a:pPr>
                      <a:r>
                        <a:t>1x</a:t>
                      </a:r>
                    </a:p>
                  </a:txBody>
                  <a:tcPr/>
                </a:tc>
                <a:extLst>
                  <a:ext uri="{0D108BD9-81ED-4DB2-BD59-A6C34878D82A}">
                    <a16:rowId xmlns:a16="http://schemas.microsoft.com/office/drawing/2014/main" val="10004"/>
                  </a:ext>
                </a:extLst>
              </a:tr>
              <a:tr h="365760">
                <a:tc>
                  <a:txBody>
                    <a:bodyPr/>
                    <a:lstStyle/>
                    <a:p>
                      <a:pPr marL="0" lvl="0" indent="0">
                        <a:buNone/>
                        <a:defRPr/>
                      </a:pPr>
                      <a:r>
                        <a:t>Eventual</a:t>
                      </a:r>
                    </a:p>
                  </a:txBody>
                  <a:tcPr/>
                </a:tc>
                <a:tc>
                  <a:txBody>
                    <a:bodyPr/>
                    <a:lstStyle/>
                    <a:p>
                      <a:pPr marL="0" lvl="0" indent="0">
                        <a:buNone/>
                        <a:defRPr/>
                      </a:pPr>
                      <a:r>
                        <a:t>1</a:t>
                      </a:r>
                    </a:p>
                  </a:txBody>
                  <a:tcPr/>
                </a:tc>
                <a:tc>
                  <a:txBody>
                    <a:bodyPr/>
                    <a:lstStyle/>
                    <a:p>
                      <a:pPr marL="0" lvl="0" indent="0">
                        <a:buNone/>
                        <a:defRPr/>
                      </a:pPr>
                      <a:r>
                        <a:t>1x</a:t>
                      </a:r>
                    </a:p>
                  </a:txBody>
                  <a:tcPr/>
                </a:tc>
                <a:extLst>
                  <a:ext uri="{0D108BD9-81ED-4DB2-BD59-A6C34878D82A}">
                    <a16:rowId xmlns:a16="http://schemas.microsoft.com/office/drawing/2014/main" val="10005"/>
                  </a:ext>
                </a:extLst>
              </a:tr>
            </a:tbl>
          </a:graphicData>
        </a:graphic>
      </p:graphicFrame>
      <p:sp>
        <p:nvSpPr>
          <p:cNvPr id="1612771619" name="Content Placeholder 3"/>
          <p:cNvSpPr>
            <a:spLocks noGrp="1"/>
          </p:cNvSpPr>
          <p:nvPr/>
        </p:nvSpPr>
        <p:spPr bwMode="auto">
          <a:xfrm>
            <a:off x="5202936" y="1225296"/>
            <a:ext cx="5542645" cy="4296360"/>
          </a:xfrm>
        </p:spPr>
        <p:txBody>
          <a:bodyPr vertOverflow="overflow" horzOverflow="overflow" vert="horz" wrap="square" lIns="91440" tIns="45720" rIns="91440" bIns="45720" numCol="1" spcCol="0" rtlCol="0" fromWordArt="0" anchor="t" anchorCtr="0" forceAA="0" compatLnSpc="0">
            <a:noAutofit/>
          </a:bodyPr>
          <a:lstStyle>
            <a:lvl1pPr marL="228600" indent="-228600" algn="l" defTabSz="914400" rtl="0">
              <a:lnSpc>
                <a:spcPct val="100000"/>
              </a:lnSpc>
              <a:spcBef>
                <a:spcPts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ts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ts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ts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ts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438"/>
              </a:spcBef>
              <a:spcAft>
                <a:spcPts val="718"/>
              </a:spcAft>
              <a:buClrTx/>
              <a:buSzTx/>
              <a:buFont typeface="Arial"/>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Guidance for AI apps</a:t>
            </a:r>
            <a:endParaRPr kumimoji="0" sz="1600" b="0" i="0" u="none" strike="noStrike" kern="0" cap="none" spc="0" normalizeH="0" baseline="0" noProof="0">
              <a:ln>
                <a:noFill/>
              </a:ln>
              <a:solidFill>
                <a:prstClr val="black"/>
              </a:solidFill>
              <a:effectLst/>
              <a:uLnTx/>
              <a:uFillTx/>
              <a:latin typeface="Segoe UI"/>
              <a:cs typeface="Segoe UI"/>
            </a:endParaRPr>
          </a:p>
          <a:p>
            <a:pPr marL="228599" marR="0" lvl="0" indent="-228599" algn="l" defTabSz="914400" rtl="0" eaLnBrk="1" fontAlgn="auto" latinLnBrk="0" hangingPunct="1">
              <a:lnSpc>
                <a:spcPct val="100000"/>
              </a:lnSpc>
              <a:spcBef>
                <a:spcPts val="0"/>
              </a:spcBef>
              <a:spcAft>
                <a:spcPts val="574"/>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Session: most AI apps, read-your-writes guarantee</a:t>
            </a:r>
            <a:endParaRPr kumimoji="0" lang="en-US" sz="1800" b="0" i="0" u="none" strike="noStrike" kern="0" cap="none" spc="0" normalizeH="0" baseline="0" noProof="0">
              <a:ln>
                <a:noFill/>
              </a:ln>
              <a:solidFill>
                <a:prstClr val="black"/>
              </a:solidFill>
              <a:effectLst/>
              <a:uLnTx/>
              <a:uFillTx/>
              <a:latin typeface="Segoe UI"/>
              <a:cs typeface="Segoe UI"/>
            </a:endParaRPr>
          </a:p>
          <a:p>
            <a:pPr marL="228599" marR="0" lvl="0" indent="-228599" algn="l" defTabSz="914400" rtl="0" eaLnBrk="1" fontAlgn="auto" latinLnBrk="0" hangingPunct="1">
              <a:lnSpc>
                <a:spcPct val="100000"/>
              </a:lnSpc>
              <a:spcBef>
                <a:spcPts val="0"/>
              </a:spcBef>
              <a:spcAft>
                <a:spcPts val="574"/>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Eventual: analytics, background processing, lowest cost</a:t>
            </a:r>
            <a:endParaRPr kumimoji="0" lang="en-US" sz="1800" b="0" i="0" u="none" strike="noStrike" kern="0" cap="none" spc="0" normalizeH="0" baseline="0" noProof="0">
              <a:ln>
                <a:noFill/>
              </a:ln>
              <a:solidFill>
                <a:prstClr val="black"/>
              </a:solidFill>
              <a:effectLst/>
              <a:uLnTx/>
              <a:uFillTx/>
              <a:latin typeface="Segoe UI"/>
              <a:cs typeface="Segoe UI"/>
            </a:endParaRPr>
          </a:p>
          <a:p>
            <a:pPr marL="228599" marR="0" lvl="0" indent="-228599" algn="l" defTabSz="914400" rtl="0" eaLnBrk="1" fontAlgn="auto" latinLnBrk="0" hangingPunct="1">
              <a:lnSpc>
                <a:spcPct val="100000"/>
              </a:lnSpc>
              <a:spcBef>
                <a:spcPts val="0"/>
              </a:spcBef>
              <a:spcAft>
                <a:spcPts val="574"/>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Strong: financial or regulatory scenarios only, 2x RU cost</a:t>
            </a:r>
            <a:endParaRPr kumimoji="0" lang="en-US" sz="1800" b="0" i="0" u="none" strike="noStrike" kern="0" cap="none" spc="0" normalizeH="0" baseline="0" noProof="0">
              <a:ln>
                <a:noFill/>
              </a:ln>
              <a:solidFill>
                <a:prstClr val="black"/>
              </a:solidFill>
              <a:effectLst/>
              <a:uLnTx/>
              <a:uFillTx/>
              <a:latin typeface="Segoe UI"/>
              <a:cs typeface="Segoe UI"/>
            </a:endParaRPr>
          </a:p>
          <a:p>
            <a:pPr marL="228599" marR="0" lvl="0" indent="-228599" algn="l" defTabSz="914400" rtl="0" eaLnBrk="1" fontAlgn="auto" latinLnBrk="0" hangingPunct="1">
              <a:lnSpc>
                <a:spcPct val="100000"/>
              </a:lnSpc>
              <a:spcBef>
                <a:spcPts val="0"/>
              </a:spcBef>
              <a:spcAft>
                <a:spcPts val="574"/>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Pass session tokens from writes to subsequent reads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599" marR="0" lvl="0" indent="-228599" algn="l" defTabSz="914400" rtl="0" eaLnBrk="1" fontAlgn="auto" latinLnBrk="0" hangingPunct="1">
              <a:lnSpc>
                <a:spcPct val="100000"/>
              </a:lnSpc>
              <a:spcBef>
                <a:spcPts val="0"/>
              </a:spcBef>
              <a:spcAft>
                <a:spcPts val="574"/>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Create separate client instances per consistency level</a:t>
            </a:r>
            <a:endParaRPr kumimoji="0" lang="en-US" sz="1800" b="0" i="0" u="none" strike="noStrike" kern="0" cap="none" spc="0" normalizeH="0" baseline="0" noProof="0">
              <a:ln>
                <a:noFill/>
              </a:ln>
              <a:solidFill>
                <a:prstClr val="black"/>
              </a:solidFill>
              <a:effectLst/>
              <a:uLnTx/>
              <a:uFillTx/>
              <a:latin typeface="Segoe UI"/>
              <a:cs typeface="Segoe UI"/>
            </a:endParaRPr>
          </a:p>
          <a:p>
            <a:pPr marL="228599" marR="0" lvl="0" indent="-228599" algn="l" defTabSz="914400" rtl="0" eaLnBrk="1" fontAlgn="auto" latinLnBrk="0" hangingPunct="1">
              <a:lnSpc>
                <a:spcPct val="100000"/>
              </a:lnSpc>
              <a:spcBef>
                <a:spcPts val="0"/>
              </a:spcBef>
              <a:spcAft>
                <a:spcPts val="574"/>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Vector search tolerates eventual consistency in most cases</a:t>
            </a:r>
            <a:endParaRPr kumimoji="0" lang="en-US" sz="1800" b="0" i="0" u="none" strike="noStrike" kern="0" cap="none" spc="0" normalizeH="0" baseline="0" noProof="0">
              <a:ln>
                <a:noFill/>
              </a:ln>
              <a:solidFill>
                <a:prstClr val="black"/>
              </a:solidFill>
              <a:effectLst/>
              <a:uLnTx/>
              <a:uFillTx/>
              <a:latin typeface="Segoe UI"/>
              <a:cs typeface="Segoe UI"/>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82790756" name="Title 1"/>
          <p:cNvSpPr>
            <a:spLocks noGrp="1"/>
          </p:cNvSpPr>
          <p:nvPr>
            <p:ph type="title"/>
          </p:nvPr>
        </p:nvSpPr>
        <p:spPr bwMode="auto">
          <a:xfrm>
            <a:off x="588261" y="585216"/>
            <a:ext cx="5653640" cy="427079"/>
          </a:xfrm>
        </p:spPr>
        <p:txBody>
          <a:bodyPr/>
          <a:lstStyle/>
          <a:p>
            <a:pPr>
              <a:defRPr/>
            </a:pPr>
            <a:r>
              <a:rPr lang="en-US" sz="2800"/>
              <a:t>Exercise</a:t>
            </a:r>
            <a:endParaRPr sz="2800"/>
          </a:p>
        </p:txBody>
      </p:sp>
      <p:pic>
        <p:nvPicPr>
          <p:cNvPr id="4166587" name="Picture Placeholder 6">
            <a:extLst>
              <a:ext uri="{C183D7F6-B498-43B3-948B-1728B52AA6E4}">
                <adec:decorative xmlns:adec="http://schemas.microsoft.com/office/drawing/2017/decorative" val="1"/>
              </a:ext>
            </a:extLst>
          </p:cNvPr>
          <p:cNvPicPr>
            <a:picLocks noGrp="1" noChangeAspect="1"/>
          </p:cNvPicPr>
          <p:nvPr>
            <p:ph type="pic" sz="quarter" idx="20"/>
          </p:nvPr>
        </p:nvPicPr>
        <p:blipFill rotWithShape="1">
          <a:blip r:embed="rId3"/>
          <a:srcRect l="118" r="117"/>
          <a:stretch/>
        </p:blipFill>
        <p:spPr bwMode="ltGray">
          <a:xfrm>
            <a:off x="7724773" y="2043463"/>
            <a:ext cx="4467224" cy="3307645"/>
          </a:xfrm>
          <a:prstGeom prst="rect">
            <a:avLst/>
          </a:prstGeom>
          <a:solidFill>
            <a:srgbClr val="F4F4F7"/>
          </a:solidFill>
          <a:ln>
            <a:noFill/>
          </a:ln>
        </p:spPr>
      </p:pic>
      <p:sp>
        <p:nvSpPr>
          <p:cNvPr id="1963119423" name="Text Placeholder 4"/>
          <p:cNvSpPr>
            <a:spLocks noGrp="1"/>
          </p:cNvSpPr>
          <p:nvPr>
            <p:ph type="body" sz="quarter" idx="16"/>
          </p:nvPr>
        </p:nvSpPr>
        <p:spPr bwMode="auto">
          <a:xfrm>
            <a:off x="584199" y="1594153"/>
            <a:ext cx="5655291" cy="731879"/>
          </a:xfrm>
        </p:spPr>
        <p:txBody>
          <a:bodyPr/>
          <a:lstStyle/>
          <a:p>
            <a:pPr>
              <a:defRPr/>
            </a:pPr>
            <a:r>
              <a:rPr lang="en-US" sz="1600" b="0" i="0" u="none" strike="noStrike" cap="none" spc="0">
                <a:solidFill>
                  <a:srgbClr val="000000"/>
                </a:solidFill>
                <a:latin typeface="Segoe UI Semibold"/>
                <a:ea typeface="Segoe UI Semibold"/>
                <a:cs typeface="Segoe UI Semibold"/>
              </a:rPr>
              <a:t>Optimize query performance with vector indexes on Azure Cosmos DB for NoSQL</a:t>
            </a:r>
            <a:endParaRPr lang="en-US"/>
          </a:p>
          <a:p>
            <a:pPr>
              <a:defRPr/>
            </a:pPr>
            <a:endParaRPr lang="en-US"/>
          </a:p>
        </p:txBody>
      </p:sp>
      <p:sp>
        <p:nvSpPr>
          <p:cNvPr id="1745440649" name="Text Placeholder 61"/>
          <p:cNvSpPr>
            <a:spLocks noGrp="1"/>
          </p:cNvSpPr>
          <p:nvPr>
            <p:ph type="body" sz="quarter" idx="15"/>
          </p:nvPr>
        </p:nvSpPr>
        <p:spPr bwMode="auto">
          <a:xfrm>
            <a:off x="579438" y="2501490"/>
            <a:ext cx="5654165" cy="1951079"/>
          </a:xfrm>
        </p:spPr>
        <p:txBody>
          <a:bodyPr vert="horz" wrap="square" lIns="0" tIns="0" rIns="0" bIns="0" rtlCol="0" anchor="t">
            <a:spAutoFit/>
          </a:bodyPr>
          <a:lstStyle/>
          <a:p>
            <a:pPr marL="0" indent="0">
              <a:buNone/>
              <a:defRPr/>
            </a:pPr>
            <a:r>
              <a:rPr lang="en-US" sz="1600" b="0" i="0" u="none" strike="noStrike" cap="none" spc="0">
                <a:solidFill>
                  <a:srgbClr val="000000"/>
                </a:solidFill>
                <a:latin typeface="Segoe UI"/>
                <a:ea typeface="Segoe UI"/>
                <a:cs typeface="Segoe UI"/>
              </a:rPr>
              <a:t>In this exercise, you implement vector similarity search using Azure Cosmos DB for NoSQL.</a:t>
            </a:r>
            <a:endParaRPr/>
          </a:p>
          <a:p>
            <a:pPr marL="0" indent="0">
              <a:buNone/>
              <a:defRPr/>
            </a:pPr>
            <a:endParaRPr lang="en-US">
              <a:cs typeface="Segoe UI"/>
            </a:endParaRPr>
          </a:p>
          <a:p>
            <a:pPr marL="0" indent="0">
              <a:buNone/>
              <a:defRPr/>
            </a:pPr>
            <a:r>
              <a:rPr lang="en-US">
                <a:latin typeface="Segoe UI Semibold"/>
                <a:cs typeface="Segoe UI Semibold"/>
              </a:rPr>
              <a:t>Estimated time:</a:t>
            </a:r>
            <a:r>
              <a:rPr lang="en-US">
                <a:cs typeface="Segoe UI"/>
              </a:rPr>
              <a:t> 30 minutes</a:t>
            </a:r>
            <a:endParaRPr/>
          </a:p>
          <a:p>
            <a:pPr>
              <a:defRPr/>
            </a:pPr>
            <a:endParaRPr lang="en-US">
              <a:cs typeface="Segoe UI"/>
            </a:endParaRPr>
          </a:p>
          <a:p>
            <a:pPr marL="0" indent="0">
              <a:buNone/>
              <a:defRPr/>
            </a:pPr>
            <a:r>
              <a:rPr lang="en-US">
                <a:cs typeface="Segoe UI"/>
              </a:rPr>
              <a:t>Start the exercise at:</a:t>
            </a:r>
            <a:endParaRPr lang="en-US"/>
          </a:p>
          <a:p>
            <a:pPr marL="0" indent="0">
              <a:buNone/>
              <a:defRPr/>
            </a:pPr>
            <a:r>
              <a:rPr lang="en-US" sz="1600" b="0" i="0" u="sng" strike="noStrike" cap="none" spc="0">
                <a:solidFill>
                  <a:schemeClr val="hlink"/>
                </a:solidFill>
                <a:latin typeface="Segoe UI"/>
                <a:ea typeface="Segoe UI"/>
                <a:cs typeface="Segoe UI"/>
                <a:hlinkClick r:id="rId4"/>
              </a:rPr>
              <a:t>https://go.microsoft.com/fwlink/?linkid=2350800</a:t>
            </a:r>
            <a:endParaRPr/>
          </a:p>
          <a:p>
            <a:pPr marL="0" indent="0">
              <a:buNone/>
              <a:defRPr/>
            </a:pPr>
            <a:endParaRPr lang="en-US"/>
          </a:p>
        </p:txBody>
      </p:sp>
      <p:sp>
        <p:nvSpPr>
          <p:cNvPr id="58961591" name="Footer Placeholder 4"/>
          <p:cNvSpPr>
            <a:spLocks noGrp="1"/>
          </p:cNvSpPr>
          <p:nvPr>
            <p:ph type="ftr" sz="quarter" idx="3"/>
          </p:nvPr>
        </p:nvSpPr>
        <p:spPr bwMode="auto">
          <a:xfrm>
            <a:off x="579438" y="6421082"/>
            <a:ext cx="4151311" cy="19797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UI"/>
                <a:cs typeface="Arial"/>
              </a:rPr>
              <a:t>© Copyright Microsoft Corporation. All rights reserved.</a:t>
            </a:r>
          </a:p>
        </p:txBody>
      </p:sp>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134571724" name="Title 6"/>
          <p:cNvSpPr>
            <a:spLocks noGrp="1"/>
          </p:cNvSpPr>
          <p:nvPr>
            <p:ph type="title"/>
          </p:nvPr>
        </p:nvSpPr>
        <p:spPr bwMode="auto">
          <a:xfrm>
            <a:off x="578963" y="2875002"/>
            <a:ext cx="6919462" cy="1107996"/>
          </a:xfrm>
        </p:spPr>
        <p:txBody>
          <a:bodyPr/>
          <a:lstStyle/>
          <a:p>
            <a:pPr>
              <a:defRPr/>
            </a:pPr>
            <a:r>
              <a:rPr lang="en-US" sz="4000" b="0" i="0" u="none" strike="noStrike" cap="none" spc="-47" dirty="0">
                <a:solidFill>
                  <a:schemeClr val="tx1"/>
                </a:solidFill>
                <a:latin typeface="Segoe UI"/>
                <a:ea typeface="Segoe UI"/>
                <a:cs typeface="Segoe UI"/>
              </a:rPr>
              <a:t>Develop AI solutions with Azure Database for PostgreSQL</a:t>
            </a:r>
            <a:endParaRPr lang="en-US" dirty="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41251366" name="Title 2"/>
          <p:cNvSpPr>
            <a:spLocks noGrp="1"/>
          </p:cNvSpPr>
          <p:nvPr>
            <p:ph type="title"/>
          </p:nvPr>
        </p:nvSpPr>
        <p:spPr bwMode="auto"/>
        <p:txBody>
          <a:bodyPr/>
          <a:lstStyle/>
          <a:p>
            <a:pPr>
              <a:defRPr/>
            </a:pPr>
            <a:r>
              <a:rPr lang="en-US"/>
              <a:t>Module 1: </a:t>
            </a:r>
            <a:r>
              <a:rPr lang="en-US" spc="-49">
                <a:ea typeface="Segoe UI"/>
              </a:rPr>
              <a:t>Build and query with Azure Database for PostgreSQL</a:t>
            </a:r>
            <a:endParaRPr lang="en-US"/>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67610388" name="Title 1"/>
          <p:cNvSpPr>
            <a:spLocks noGrp="1"/>
          </p:cNvSpPr>
          <p:nvPr>
            <p:ph type="title"/>
          </p:nvPr>
        </p:nvSpPr>
        <p:spPr bwMode="auto"/>
        <p:txBody>
          <a:bodyPr/>
          <a:lstStyle/>
          <a:p>
            <a:pPr>
              <a:defRPr/>
            </a:pPr>
            <a:r>
              <a:rPr lang="en-US" sz="3200" b="0" i="0" u="none" strike="noStrike" cap="none" spc="0" dirty="0">
                <a:solidFill>
                  <a:schemeClr val="tx1"/>
                </a:solidFill>
                <a:latin typeface="Segoe UI Semibold"/>
                <a:ea typeface="Segoe UI Semibold"/>
                <a:cs typeface="Segoe UI Semibold"/>
              </a:rPr>
              <a:t>Explore Azure Database for PostgreSQL</a:t>
            </a:r>
            <a:endParaRPr dirty="0"/>
          </a:p>
        </p:txBody>
      </p:sp>
      <p:sp>
        <p:nvSpPr>
          <p:cNvPr id="1844631445" name="Content Placeholder 3"/>
          <p:cNvSpPr>
            <a:spLocks noGrp="1"/>
          </p:cNvSpPr>
          <p:nvPr>
            <p:ph sz="quarter" idx="10"/>
          </p:nvPr>
        </p:nvSpPr>
        <p:spPr bwMode="auto">
          <a:xfrm>
            <a:off x="457199" y="1299653"/>
            <a:ext cx="5391420" cy="4816473"/>
          </a:xfrm>
        </p:spPr>
        <p:txBody>
          <a:bodyPr vertOverflow="overflow" horzOverflow="overflow" vert="horz" wrap="square" lIns="0" tIns="0" rIns="0" bIns="0" numCol="1" spcCol="0" rtlCol="0" fromWordArt="0" anchor="t" anchorCtr="0" forceAA="0" compatLnSpc="0">
            <a:normAutofit/>
          </a:bodyPr>
          <a:lstStyle/>
          <a:p>
            <a:pPr marL="0" indent="0">
              <a:spcAft>
                <a:spcPts val="359"/>
              </a:spcAft>
              <a:buFont typeface="Arial"/>
              <a:buNone/>
              <a:defRPr/>
            </a:pPr>
            <a:r>
              <a:rPr lang="en-US" sz="2200" b="0" i="0" u="none" strike="noStrike" cap="none" spc="0">
                <a:solidFill>
                  <a:schemeClr val="tx1"/>
                </a:solidFill>
                <a:latin typeface="Segoe UI Semibold"/>
                <a:ea typeface="Segoe UI Semibold"/>
                <a:cs typeface="Segoe UI Semibold"/>
              </a:rPr>
              <a:t>Compute tiers</a:t>
            </a:r>
            <a:r>
              <a:rPr lang="en-US" sz="2000" b="0" i="0" u="none" strike="noStrike" cap="none" spc="0">
                <a:solidFill>
                  <a:schemeClr val="tx1"/>
                </a:solidFill>
                <a:latin typeface="Segoe UI"/>
                <a:ea typeface="Segoe UI"/>
                <a:cs typeface="Segoe UI"/>
              </a:rPr>
              <a:t>:</a:t>
            </a:r>
            <a:endParaRPr lang="en-US" sz="20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Burstable: dev/test, intermittent workloads</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General Purpose: production, steady performance</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Memory Optimized: large in-memory datasets, analytics</a:t>
            </a:r>
            <a:endParaRPr lang="en-US" sz="2000" b="0" i="0" u="none" strike="noStrike" cap="none" spc="0">
              <a:solidFill>
                <a:schemeClr val="tx1"/>
              </a:solidFill>
              <a:latin typeface="Segoe UI"/>
              <a:cs typeface="Segoe UI"/>
            </a:endParaRPr>
          </a:p>
          <a:p>
            <a:pPr marL="0" marR="0" indent="0" algn="l">
              <a:lnSpc>
                <a:spcPct val="100000"/>
              </a:lnSpc>
              <a:spcBef>
                <a:spcPts val="719"/>
              </a:spcBef>
              <a:spcAft>
                <a:spcPts val="359"/>
              </a:spcAft>
              <a:buFont typeface="Arial"/>
              <a:buNone/>
              <a:defRPr/>
            </a:pPr>
            <a:r>
              <a:rPr lang="en-US" sz="2200" b="0" i="0" u="none" strike="noStrike" cap="none" spc="0">
                <a:solidFill>
                  <a:schemeClr val="tx1"/>
                </a:solidFill>
                <a:latin typeface="Segoe UI Semibold"/>
                <a:ea typeface="Segoe UI Semibold"/>
                <a:cs typeface="Segoe UI Semibold"/>
              </a:rPr>
              <a:t>Managed capabilities:</a:t>
            </a:r>
            <a:endParaRPr lang="en-US" sz="20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Automated backups with point-in-time restore (up to 35 days)</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Built-in PgBouncer on General Purpose and Memory Optimized tiers</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Extensions: pgvector, pg_trgm, hstore</a:t>
            </a:r>
            <a:endParaRPr sz="2600"/>
          </a:p>
        </p:txBody>
      </p:sp>
      <p:pic>
        <p:nvPicPr>
          <p:cNvPr id="1477755078" name="Picture 1" descr="Architecture stack showing compute, engine, pooling, storage, and managed operations layers&#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7086600" y="1197864"/>
            <a:ext cx="4261103" cy="4599432"/>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42229541"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Connect to PostgreSQL</a:t>
            </a:r>
            <a:endParaRPr/>
          </a:p>
        </p:txBody>
      </p:sp>
      <p:sp>
        <p:nvSpPr>
          <p:cNvPr id="810494766" name="Content Placeholder 3"/>
          <p:cNvSpPr>
            <a:spLocks noGrp="1"/>
          </p:cNvSpPr>
          <p:nvPr>
            <p:ph sz="quarter" idx="10"/>
          </p:nvPr>
        </p:nvSpPr>
        <p:spPr bwMode="auto">
          <a:xfrm>
            <a:off x="457198" y="1358775"/>
            <a:ext cx="5019179" cy="4816473"/>
          </a:xfrm>
        </p:spPr>
        <p:txBody>
          <a:bodyPr vertOverflow="overflow" horzOverflow="overflow" vert="horz" wrap="square" lIns="0" tIns="0" rIns="0" bIns="0" numCol="1" spcCol="0" rtlCol="0" fromWordArt="0" anchor="t" anchorCtr="0" forceAA="0" compatLnSpc="0">
            <a:noAutofit/>
          </a:bodyPr>
          <a:lstStyle/>
          <a:p>
            <a:pPr marL="0" indent="0">
              <a:spcAft>
                <a:spcPts val="359"/>
              </a:spcAft>
              <a:buFont typeface="Arial"/>
              <a:buNone/>
              <a:defRPr/>
            </a:pPr>
            <a:r>
              <a:rPr lang="en-US" sz="2000" b="0" i="0" u="none" strike="noStrike" cap="none" spc="0">
                <a:solidFill>
                  <a:schemeClr val="tx1"/>
                </a:solidFill>
                <a:latin typeface="Segoe UI Semibold"/>
                <a:ea typeface="Segoe UI Semibold"/>
                <a:cs typeface="Segoe UI Semibold"/>
              </a:rPr>
              <a:t>Authentication options:</a:t>
            </a:r>
            <a:endParaRPr sz="22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Microsoft Entra ID: token-based, no stored passwords</a:t>
            </a:r>
            <a:endParaRPr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PostgreSQL native: username/password, store in Key Vault</a:t>
            </a:r>
            <a:endParaRPr sz="2200" b="0" i="0" u="none" strike="noStrike" cap="none" spc="0">
              <a:solidFill>
                <a:schemeClr val="tx1"/>
              </a:solidFill>
              <a:latin typeface="Segoe UI"/>
              <a:cs typeface="Segoe UI"/>
            </a:endParaRPr>
          </a:p>
          <a:p>
            <a:pPr marL="0" marR="0" indent="0" algn="l">
              <a:lnSpc>
                <a:spcPct val="100000"/>
              </a:lnSpc>
              <a:spcBef>
                <a:spcPts val="719"/>
              </a:spcBef>
              <a:spcAft>
                <a:spcPts val="359"/>
              </a:spcAft>
              <a:buFont typeface="Arial"/>
              <a:buNone/>
              <a:defRPr/>
            </a:pPr>
            <a:r>
              <a:rPr lang="en-US" sz="2000" b="0" i="0" u="none" strike="noStrike" cap="none" spc="0">
                <a:solidFill>
                  <a:schemeClr val="tx1"/>
                </a:solidFill>
                <a:latin typeface="Segoe UI Semibold"/>
                <a:ea typeface="Segoe UI Semibold"/>
                <a:cs typeface="Segoe UI Semibold"/>
              </a:rPr>
              <a:t>TLS encryption:</a:t>
            </a:r>
            <a:endParaRPr sz="22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TLS 1.2+ enforced by default</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Use sslmode=verify-full in production</a:t>
            </a:r>
            <a:endParaRPr sz="2200" b="0" i="0" u="none" strike="noStrike" cap="none" spc="0">
              <a:solidFill>
                <a:schemeClr val="tx1"/>
              </a:solidFill>
              <a:latin typeface="Segoe UI"/>
              <a:cs typeface="Segoe UI"/>
            </a:endParaRPr>
          </a:p>
          <a:p>
            <a:pPr marL="0" marR="0" indent="0" algn="l">
              <a:lnSpc>
                <a:spcPct val="100000"/>
              </a:lnSpc>
              <a:spcBef>
                <a:spcPts val="719"/>
              </a:spcBef>
              <a:spcAft>
                <a:spcPts val="359"/>
              </a:spcAft>
              <a:buFont typeface="Arial"/>
              <a:buNone/>
              <a:defRPr/>
            </a:pPr>
            <a:r>
              <a:rPr lang="en-US" sz="2000" b="0" i="0" u="none" strike="noStrike" cap="none" spc="0">
                <a:solidFill>
                  <a:schemeClr val="tx1"/>
                </a:solidFill>
                <a:latin typeface="Segoe UI Semibold"/>
                <a:ea typeface="Segoe UI Semibold"/>
                <a:cs typeface="Segoe UI Semibold"/>
              </a:rPr>
              <a:t>Network access:</a:t>
            </a:r>
            <a:endParaRPr sz="22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Public access with firewall rules</a:t>
            </a:r>
            <a:endParaRPr lang="en-US" sz="1800" b="0" i="0" u="none" strike="noStrike" cap="none" spc="0">
              <a:solidFill>
                <a:schemeClr val="tx1"/>
              </a:solidFill>
              <a:latin typeface="Segoe UI"/>
              <a:cs typeface="Segoe UI"/>
            </a:endParaRPr>
          </a:p>
          <a:p>
            <a:pPr marL="228600" marR="0" lvl="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Private access with VNet integration</a:t>
            </a:r>
            <a:endParaRPr sz="2200">
              <a:latin typeface="Segoe UI"/>
              <a:cs typeface="Segoe UI"/>
            </a:endParaRPr>
          </a:p>
        </p:txBody>
      </p:sp>
      <p:pic>
        <p:nvPicPr>
          <p:cNvPr id="1514685777" name="Picture 1" descr="Connection flow showing four steps from token request through TLS connection to PostgreSQL validation&#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6702552" y="1078992"/>
            <a:ext cx="4370832" cy="4700014"/>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81411441"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Create and manage schemas</a:t>
            </a:r>
            <a:endParaRPr/>
          </a:p>
        </p:txBody>
      </p:sp>
      <p:sp>
        <p:nvSpPr>
          <p:cNvPr id="1136855227" name="Content Placeholder 3"/>
          <p:cNvSpPr>
            <a:spLocks noGrp="1"/>
          </p:cNvSpPr>
          <p:nvPr>
            <p:ph sz="quarter" idx="10"/>
          </p:nvPr>
        </p:nvSpPr>
        <p:spPr bwMode="auto">
          <a:xfrm>
            <a:off x="457200" y="1234438"/>
            <a:ext cx="5037669" cy="4816473"/>
          </a:xfrm>
        </p:spPr>
        <p:txBody>
          <a:bodyPr vertOverflow="overflow" horzOverflow="overflow" vert="horz" wrap="square" lIns="0" tIns="0" rIns="0" bIns="0" numCol="1" spcCol="0" rtlCol="0" fromWordArt="0" anchor="t" anchorCtr="0" forceAA="0" compatLnSpc="0">
            <a:noAutofit/>
          </a:bodyPr>
          <a:lstStyle/>
          <a:p>
            <a:pPr marL="0" indent="0">
              <a:spcAft>
                <a:spcPts val="359"/>
              </a:spcAft>
              <a:buFont typeface="Arial"/>
              <a:buNone/>
              <a:defRPr/>
            </a:pPr>
            <a:r>
              <a:rPr lang="en-US" sz="2000">
                <a:latin typeface="Segoe UI Semibold"/>
                <a:ea typeface="Segoe UI Semibold"/>
                <a:cs typeface="Segoe UI Semibold"/>
              </a:rPr>
              <a:t>Table design decisions:</a:t>
            </a:r>
            <a:endParaRPr sz="2000"/>
          </a:p>
          <a:p>
            <a:pPr>
              <a:spcAft>
                <a:spcPts val="287"/>
              </a:spcAft>
              <a:defRPr/>
            </a:pPr>
            <a:r>
              <a:rPr lang="en-US" sz="1800"/>
              <a:t>BIGSERIAL for auto-increment, UUID for external IDs</a:t>
            </a:r>
            <a:endParaRPr sz="1800"/>
          </a:p>
          <a:p>
            <a:pPr>
              <a:spcAft>
                <a:spcPts val="287"/>
              </a:spcAft>
              <a:defRPr/>
            </a:pPr>
            <a:r>
              <a:rPr lang="en-US" sz="1800"/>
              <a:t>JSONB for variable-structure metadata</a:t>
            </a:r>
            <a:endParaRPr sz="1800"/>
          </a:p>
          <a:p>
            <a:pPr>
              <a:spcAft>
                <a:spcPts val="287"/>
              </a:spcAft>
              <a:defRPr/>
            </a:pPr>
            <a:r>
              <a:rPr lang="en-US" sz="1800"/>
              <a:t>TIMESTAMPTZ for all temporal data</a:t>
            </a:r>
            <a:endParaRPr sz="2000"/>
          </a:p>
          <a:p>
            <a:pPr marL="0" marR="0" indent="0" algn="l">
              <a:lnSpc>
                <a:spcPct val="100000"/>
              </a:lnSpc>
              <a:spcBef>
                <a:spcPts val="719"/>
              </a:spcBef>
              <a:spcAft>
                <a:spcPts val="359"/>
              </a:spcAft>
              <a:buFont typeface="Arial"/>
              <a:buNone/>
              <a:defRPr/>
            </a:pPr>
            <a:r>
              <a:rPr lang="en-US" sz="2000" b="0" i="0" u="none" strike="noStrike" cap="none" spc="0">
                <a:solidFill>
                  <a:schemeClr val="tx1"/>
                </a:solidFill>
                <a:latin typeface="Segoe UI Semibold"/>
                <a:ea typeface="Segoe UI Semibold"/>
                <a:cs typeface="Segoe UI Semibold"/>
              </a:rPr>
              <a:t>Constraints enforce data integrity:</a:t>
            </a:r>
            <a:endParaRPr sz="2000"/>
          </a:p>
          <a:p>
            <a:pPr marL="228600" marR="0" indent="-228600" algn="l">
              <a:lnSpc>
                <a:spcPct val="100000"/>
              </a:lnSpc>
              <a:spcBef>
                <a:spcPts val="0"/>
              </a:spcBef>
              <a:spcAft>
                <a:spcPts val="287"/>
              </a:spcAft>
              <a:buChar char="•"/>
              <a:defRPr/>
            </a:pPr>
            <a:r>
              <a:rPr lang="en-US" sz="1800" b="0" i="0" u="none" strike="noStrike" cap="none" spc="0">
                <a:solidFill>
                  <a:schemeClr val="tx1"/>
                </a:solidFill>
                <a:latin typeface="Segoe UI"/>
                <a:ea typeface="Segoe UI"/>
                <a:cs typeface="Segoe UI"/>
              </a:rPr>
              <a:t>NOT NULL, CHECK, UNIQUE at the database level</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287"/>
              </a:spcAft>
              <a:buChar char="•"/>
              <a:defRPr/>
            </a:pPr>
            <a:r>
              <a:rPr lang="en-US" sz="1800" b="0" i="0" u="none" strike="noStrike" cap="none" spc="0">
                <a:solidFill>
                  <a:schemeClr val="tx1"/>
                </a:solidFill>
                <a:latin typeface="Segoe UI"/>
                <a:ea typeface="Segoe UI"/>
                <a:cs typeface="Segoe UI"/>
              </a:rPr>
              <a:t>Foreign keys with CASCADE or RESTRICT actions</a:t>
            </a:r>
            <a:endParaRPr lang="en-US" sz="1800" b="0" i="0" u="none" strike="noStrike" cap="none" spc="0">
              <a:solidFill>
                <a:schemeClr val="tx1"/>
              </a:solidFill>
              <a:latin typeface="Segoe UI"/>
              <a:cs typeface="Segoe UI"/>
            </a:endParaRPr>
          </a:p>
          <a:p>
            <a:pPr marL="228600" marR="0" lvl="0" indent="-228600" algn="l">
              <a:lnSpc>
                <a:spcPct val="100000"/>
              </a:lnSpc>
              <a:spcBef>
                <a:spcPts val="0"/>
              </a:spcBef>
              <a:spcAft>
                <a:spcPts val="287"/>
              </a:spcAft>
              <a:buChar char="•"/>
              <a:defRPr/>
            </a:pPr>
            <a:r>
              <a:rPr lang="en-US" sz="1800" b="0" i="0" u="none" strike="noStrike" cap="none" spc="0">
                <a:solidFill>
                  <a:schemeClr val="tx1"/>
                </a:solidFill>
                <a:latin typeface="Segoe UI"/>
                <a:ea typeface="Segoe UI"/>
                <a:cs typeface="Segoe UI"/>
              </a:rPr>
              <a:t>Composite primary keys for junction tables</a:t>
            </a:r>
            <a:endParaRPr lang="en-US" sz="2800" b="0" i="0" u="none" strike="noStrike" cap="none" spc="0">
              <a:latin typeface="Consolas"/>
              <a:cs typeface="Times New Roman"/>
            </a:endParaRPr>
          </a:p>
        </p:txBody>
      </p:sp>
      <p:sp>
        <p:nvSpPr>
          <p:cNvPr id="1686873754" name="Content Placeholder 3"/>
          <p:cNvSpPr>
            <a:spLocks noGrp="1"/>
          </p:cNvSpPr>
          <p:nvPr/>
        </p:nvSpPr>
        <p:spPr bwMode="auto">
          <a:xfrm>
            <a:off x="6413161" y="1234438"/>
            <a:ext cx="5139510" cy="4816473"/>
          </a:xfrm>
        </p:spPr>
        <p:txBody>
          <a:bodyPr vertOverflow="overflow" horzOverflow="overflow" vert="horz" wrap="square" lIns="0" tIns="0" rIns="0" bIns="0" numCol="1" spcCol="0" rtlCol="0" fromWordArt="0" anchor="t" anchorCtr="0" forceAA="0" compatLnSpc="0">
            <a:noAutofit/>
          </a:bodyPr>
          <a:lstStyle>
            <a:lvl1pPr marL="228600" indent="-228600" algn="l" defTabSz="914400" rtl="0">
              <a:lnSpc>
                <a:spcPct val="100000"/>
              </a:lnSpc>
              <a:spcBef>
                <a:spcPts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ts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ts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ts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ts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dirty="0">
                <a:ln>
                  <a:noFill/>
                </a:ln>
                <a:solidFill>
                  <a:srgbClr val="0000FF"/>
                </a:solidFill>
                <a:effectLst/>
                <a:uLnTx/>
                <a:uFillTx/>
                <a:latin typeface="Consolas"/>
                <a:ea typeface="Consolas"/>
                <a:cs typeface="Consolas"/>
              </a:rPr>
              <a:t>CREATE</a:t>
            </a:r>
            <a:r>
              <a:rPr kumimoji="0" sz="1600" b="0" i="0" u="none" strike="noStrike" kern="0" cap="none" spc="0" normalizeH="0" baseline="0" noProof="0" dirty="0">
                <a:ln>
                  <a:noFill/>
                </a:ln>
                <a:solidFill>
                  <a:srgbClr val="000000"/>
                </a:solidFill>
                <a:effectLst/>
                <a:uLnTx/>
                <a:uFillTx/>
                <a:latin typeface="Consolas"/>
                <a:ea typeface="Consolas"/>
                <a:cs typeface="Consolas"/>
              </a:rPr>
              <a:t> </a:t>
            </a:r>
            <a:r>
              <a:rPr kumimoji="0" sz="1600" b="0" i="0" u="none" strike="noStrike" kern="0" cap="none" spc="0" normalizeH="0" baseline="0" noProof="0" dirty="0">
                <a:ln>
                  <a:noFill/>
                </a:ln>
                <a:solidFill>
                  <a:srgbClr val="0000FF"/>
                </a:solidFill>
                <a:effectLst/>
                <a:uLnTx/>
                <a:uFillTx/>
                <a:latin typeface="Consolas"/>
                <a:ea typeface="Consolas"/>
                <a:cs typeface="Consolas"/>
              </a:rPr>
              <a:t>TABLE</a:t>
            </a:r>
            <a:r>
              <a:rPr kumimoji="0" sz="1600" b="0" i="0" u="none" strike="noStrike" kern="0" cap="none" spc="0" normalizeH="0" baseline="0" noProof="0" dirty="0">
                <a:ln>
                  <a:noFill/>
                </a:ln>
                <a:solidFill>
                  <a:srgbClr val="000000"/>
                </a:solidFill>
                <a:effectLst/>
                <a:uLnTx/>
                <a:uFillTx/>
                <a:latin typeface="Consolas"/>
                <a:ea typeface="Consolas"/>
                <a:cs typeface="Consolas"/>
              </a:rPr>
              <a:t> conversations (</a:t>
            </a:r>
            <a:endParaRPr kumimoji="0" sz="4800" b="0" i="0" u="none" strike="noStrike" kern="0" cap="none" spc="0" normalizeH="0" baseline="0" noProof="0" dirty="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dirty="0">
                <a:ln>
                  <a:noFill/>
                </a:ln>
                <a:solidFill>
                  <a:srgbClr val="000000"/>
                </a:solidFill>
                <a:effectLst/>
                <a:uLnTx/>
                <a:uFillTx/>
                <a:latin typeface="Consolas"/>
                <a:ea typeface="Consolas"/>
                <a:cs typeface="Consolas"/>
              </a:rPr>
              <a:t>  </a:t>
            </a:r>
            <a:r>
              <a:rPr kumimoji="0" sz="1600" b="0" i="0" u="none" strike="noStrike" kern="0" cap="none" spc="0" normalizeH="0" baseline="0" noProof="0" dirty="0">
                <a:ln>
                  <a:noFill/>
                </a:ln>
                <a:solidFill>
                  <a:srgbClr val="000000"/>
                </a:solidFill>
                <a:effectLst/>
                <a:highlight>
                  <a:srgbClr val="FFFF00"/>
                </a:highlight>
                <a:uLnTx/>
                <a:uFillTx/>
                <a:latin typeface="Consolas"/>
                <a:ea typeface="Consolas"/>
                <a:cs typeface="Consolas"/>
              </a:rPr>
              <a:t>id </a:t>
            </a:r>
            <a:r>
              <a:rPr kumimoji="0" sz="1600" b="0" i="0" u="none" strike="noStrike" kern="0" cap="none" spc="0" normalizeH="0" baseline="0" noProof="0" dirty="0">
                <a:ln>
                  <a:noFill/>
                </a:ln>
                <a:solidFill>
                  <a:srgbClr val="0000FF"/>
                </a:solidFill>
                <a:effectLst/>
                <a:highlight>
                  <a:srgbClr val="FFFF00"/>
                </a:highlight>
                <a:uLnTx/>
                <a:uFillTx/>
                <a:latin typeface="Consolas"/>
                <a:ea typeface="Consolas"/>
                <a:cs typeface="Consolas"/>
              </a:rPr>
              <a:t>BIGSERIAL</a:t>
            </a:r>
            <a:r>
              <a:rPr kumimoji="0" sz="1600" b="0" i="0" u="none" strike="noStrike" kern="0" cap="none" spc="0" normalizeH="0" baseline="0" noProof="0" dirty="0">
                <a:ln>
                  <a:noFill/>
                </a:ln>
                <a:solidFill>
                  <a:srgbClr val="000000"/>
                </a:solidFill>
                <a:effectLst/>
                <a:highlight>
                  <a:srgbClr val="FFFF00"/>
                </a:highlight>
                <a:uLnTx/>
                <a:uFillTx/>
                <a:latin typeface="Consolas"/>
                <a:ea typeface="Consolas"/>
                <a:cs typeface="Consolas"/>
              </a:rPr>
              <a:t> </a:t>
            </a:r>
            <a:r>
              <a:rPr kumimoji="0" sz="1600" b="0" i="0" u="none" strike="noStrike" kern="0" cap="none" spc="0" normalizeH="0" baseline="0" noProof="0" dirty="0">
                <a:ln>
                  <a:noFill/>
                </a:ln>
                <a:solidFill>
                  <a:srgbClr val="0000FF"/>
                </a:solidFill>
                <a:effectLst/>
                <a:highlight>
                  <a:srgbClr val="FFFF00"/>
                </a:highlight>
                <a:uLnTx/>
                <a:uFillTx/>
                <a:latin typeface="Consolas"/>
                <a:ea typeface="Consolas"/>
                <a:cs typeface="Consolas"/>
              </a:rPr>
              <a:t>PRIMARY KEY</a:t>
            </a:r>
            <a:r>
              <a:rPr kumimoji="0" sz="1600" b="0" i="0" u="none" strike="noStrike" kern="0" cap="none" spc="0" normalizeH="0" baseline="0" noProof="0" dirty="0">
                <a:ln>
                  <a:noFill/>
                </a:ln>
                <a:solidFill>
                  <a:srgbClr val="000000"/>
                </a:solidFill>
                <a:effectLst/>
                <a:highlight>
                  <a:srgbClr val="FFFF00"/>
                </a:highlight>
                <a:uLnTx/>
                <a:uFillTx/>
                <a:latin typeface="Consolas"/>
                <a:ea typeface="Consolas"/>
                <a:cs typeface="Consolas"/>
              </a:rPr>
              <a:t>,</a:t>
            </a:r>
            <a:endParaRPr kumimoji="0" sz="4800" b="0" i="0" u="none" strike="noStrike" kern="0" cap="none" spc="0" normalizeH="0" baseline="0" noProof="0" dirty="0">
              <a:ln>
                <a:noFill/>
              </a:ln>
              <a:solidFill>
                <a:prstClr val="black"/>
              </a:solidFill>
              <a:effectLst/>
              <a:highlight>
                <a:srgbClr val="FFFF00"/>
              </a:highlight>
              <a:uLnTx/>
              <a:uFillTx/>
              <a:latin typeface="Segoe UI"/>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dirty="0">
                <a:ln>
                  <a:noFill/>
                </a:ln>
                <a:solidFill>
                  <a:srgbClr val="000000"/>
                </a:solidFill>
                <a:effectLst/>
                <a:uLnTx/>
                <a:uFillTx/>
                <a:latin typeface="Consolas"/>
                <a:ea typeface="Consolas"/>
                <a:cs typeface="Consolas"/>
              </a:rPr>
              <a:t>  </a:t>
            </a:r>
            <a:r>
              <a:rPr kumimoji="0" sz="1600" b="0" i="0" u="none" strike="noStrike" kern="0" cap="none" spc="0" normalizeH="0" baseline="0" noProof="0" dirty="0" err="1">
                <a:ln>
                  <a:noFill/>
                </a:ln>
                <a:solidFill>
                  <a:srgbClr val="000000"/>
                </a:solidFill>
                <a:effectLst/>
                <a:uLnTx/>
                <a:uFillTx/>
                <a:latin typeface="Consolas"/>
                <a:ea typeface="Consolas"/>
                <a:cs typeface="Consolas"/>
              </a:rPr>
              <a:t>session_id</a:t>
            </a:r>
            <a:r>
              <a:rPr kumimoji="0" sz="1600" b="0" i="0" u="none" strike="noStrike" kern="0" cap="none" spc="0" normalizeH="0" baseline="0" noProof="0" dirty="0">
                <a:ln>
                  <a:noFill/>
                </a:ln>
                <a:solidFill>
                  <a:srgbClr val="000000"/>
                </a:solidFill>
                <a:effectLst/>
                <a:uLnTx/>
                <a:uFillTx/>
                <a:latin typeface="Consolas"/>
                <a:ea typeface="Consolas"/>
                <a:cs typeface="Consolas"/>
              </a:rPr>
              <a:t> UUID </a:t>
            </a:r>
            <a:r>
              <a:rPr kumimoji="0" sz="1600" b="0" i="0" u="none" strike="noStrike" kern="0" cap="none" spc="0" normalizeH="0" baseline="0" noProof="0" dirty="0">
                <a:ln>
                  <a:noFill/>
                </a:ln>
                <a:solidFill>
                  <a:srgbClr val="0000FF"/>
                </a:solidFill>
                <a:effectLst/>
                <a:uLnTx/>
                <a:uFillTx/>
                <a:latin typeface="Consolas"/>
                <a:ea typeface="Consolas"/>
                <a:cs typeface="Consolas"/>
              </a:rPr>
              <a:t>NOT NULL</a:t>
            </a:r>
            <a:r>
              <a:rPr kumimoji="0" sz="1600" b="0" i="0" u="none" strike="noStrike" kern="0" cap="none" spc="0" normalizeH="0" baseline="0" noProof="0" dirty="0">
                <a:ln>
                  <a:noFill/>
                </a:ln>
                <a:solidFill>
                  <a:srgbClr val="000000"/>
                </a:solidFill>
                <a:effectLst/>
                <a:uLnTx/>
                <a:uFillTx/>
                <a:latin typeface="Consolas"/>
                <a:ea typeface="Consolas"/>
                <a:cs typeface="Consolas"/>
              </a:rPr>
              <a:t>,</a:t>
            </a:r>
            <a:endParaRPr kumimoji="0" sz="4800" b="0" i="0" u="none" strike="noStrike" kern="0" cap="none" spc="0" normalizeH="0" baseline="0" noProof="0" dirty="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dirty="0">
                <a:ln>
                  <a:noFill/>
                </a:ln>
                <a:solidFill>
                  <a:srgbClr val="000000"/>
                </a:solidFill>
                <a:effectLst/>
                <a:uLnTx/>
                <a:uFillTx/>
                <a:latin typeface="Consolas"/>
                <a:ea typeface="Consolas"/>
                <a:cs typeface="Consolas"/>
              </a:rPr>
              <a:t>  </a:t>
            </a:r>
            <a:r>
              <a:rPr kumimoji="0" sz="1600" b="0" i="0" u="none" strike="noStrike" kern="0" cap="none" spc="0" normalizeH="0" baseline="0" noProof="0" dirty="0" err="1">
                <a:ln>
                  <a:noFill/>
                </a:ln>
                <a:solidFill>
                  <a:srgbClr val="000000"/>
                </a:solidFill>
                <a:effectLst/>
                <a:uLnTx/>
                <a:uFillTx/>
                <a:latin typeface="Consolas"/>
                <a:ea typeface="Consolas"/>
                <a:cs typeface="Consolas"/>
              </a:rPr>
              <a:t>user_id</a:t>
            </a:r>
            <a:r>
              <a:rPr kumimoji="0" sz="1600" b="0" i="0" u="none" strike="noStrike" kern="0" cap="none" spc="0" normalizeH="0" baseline="0" noProof="0" dirty="0">
                <a:ln>
                  <a:noFill/>
                </a:ln>
                <a:solidFill>
                  <a:srgbClr val="000000"/>
                </a:solidFill>
                <a:effectLst/>
                <a:uLnTx/>
                <a:uFillTx/>
                <a:latin typeface="Consolas"/>
                <a:ea typeface="Consolas"/>
                <a:cs typeface="Consolas"/>
              </a:rPr>
              <a:t> </a:t>
            </a:r>
            <a:r>
              <a:rPr kumimoji="0" sz="1600" b="0" i="0" u="none" strike="noStrike" kern="0" cap="none" spc="0" normalizeH="0" baseline="0" noProof="0" dirty="0">
                <a:ln>
                  <a:noFill/>
                </a:ln>
                <a:solidFill>
                  <a:srgbClr val="0000FF"/>
                </a:solidFill>
                <a:effectLst/>
                <a:uLnTx/>
                <a:uFillTx/>
                <a:latin typeface="Consolas"/>
                <a:ea typeface="Consolas"/>
                <a:cs typeface="Consolas"/>
              </a:rPr>
              <a:t>VARCHAR</a:t>
            </a:r>
            <a:r>
              <a:rPr kumimoji="0" sz="1600" b="0" i="0" u="none" strike="noStrike" kern="0" cap="none" spc="0" normalizeH="0" baseline="0" noProof="0" dirty="0">
                <a:ln>
                  <a:noFill/>
                </a:ln>
                <a:solidFill>
                  <a:srgbClr val="000000"/>
                </a:solidFill>
                <a:effectLst/>
                <a:uLnTx/>
                <a:uFillTx/>
                <a:latin typeface="Consolas"/>
                <a:ea typeface="Consolas"/>
                <a:cs typeface="Consolas"/>
              </a:rPr>
              <a:t>(</a:t>
            </a:r>
            <a:r>
              <a:rPr kumimoji="0" sz="1600" b="0" i="0" u="none" strike="noStrike" kern="0" cap="none" spc="0" normalizeH="0" baseline="0" noProof="0" dirty="0">
                <a:ln>
                  <a:noFill/>
                </a:ln>
                <a:solidFill>
                  <a:srgbClr val="098658"/>
                </a:solidFill>
                <a:effectLst/>
                <a:uLnTx/>
                <a:uFillTx/>
                <a:latin typeface="Consolas"/>
                <a:ea typeface="Consolas"/>
                <a:cs typeface="Consolas"/>
              </a:rPr>
              <a:t>255</a:t>
            </a:r>
            <a:r>
              <a:rPr kumimoji="0" sz="1600" b="0" i="0" u="none" strike="noStrike" kern="0" cap="none" spc="0" normalizeH="0" baseline="0" noProof="0" dirty="0">
                <a:ln>
                  <a:noFill/>
                </a:ln>
                <a:solidFill>
                  <a:srgbClr val="000000"/>
                </a:solidFill>
                <a:effectLst/>
                <a:uLnTx/>
                <a:uFillTx/>
                <a:latin typeface="Consolas"/>
                <a:ea typeface="Consolas"/>
                <a:cs typeface="Consolas"/>
              </a:rPr>
              <a:t>) </a:t>
            </a:r>
            <a:r>
              <a:rPr kumimoji="0" sz="1600" b="0" i="0" u="none" strike="noStrike" kern="0" cap="none" spc="0" normalizeH="0" baseline="0" noProof="0" dirty="0">
                <a:ln>
                  <a:noFill/>
                </a:ln>
                <a:solidFill>
                  <a:srgbClr val="0000FF"/>
                </a:solidFill>
                <a:effectLst/>
                <a:uLnTx/>
                <a:uFillTx/>
                <a:latin typeface="Consolas"/>
                <a:ea typeface="Consolas"/>
                <a:cs typeface="Consolas"/>
              </a:rPr>
              <a:t>NOT NULL</a:t>
            </a:r>
            <a:r>
              <a:rPr kumimoji="0" sz="1600" b="0" i="0" u="none" strike="noStrike" kern="0" cap="none" spc="0" normalizeH="0" baseline="0" noProof="0" dirty="0">
                <a:ln>
                  <a:noFill/>
                </a:ln>
                <a:solidFill>
                  <a:srgbClr val="000000"/>
                </a:solidFill>
                <a:effectLst/>
                <a:uLnTx/>
                <a:uFillTx/>
                <a:latin typeface="Consolas"/>
                <a:ea typeface="Consolas"/>
                <a:cs typeface="Consolas"/>
              </a:rPr>
              <a:t>,</a:t>
            </a:r>
            <a:endParaRPr kumimoji="0" sz="4800" b="0" i="0" u="none" strike="noStrike" kern="0" cap="none" spc="0" normalizeH="0" baseline="0" noProof="0" dirty="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dirty="0">
                <a:ln>
                  <a:noFill/>
                </a:ln>
                <a:solidFill>
                  <a:srgbClr val="000000"/>
                </a:solidFill>
                <a:effectLst/>
                <a:uLnTx/>
                <a:uFillTx/>
                <a:latin typeface="Consolas"/>
                <a:ea typeface="Consolas"/>
                <a:cs typeface="Consolas"/>
              </a:rPr>
              <a:t>  </a:t>
            </a:r>
            <a:r>
              <a:rPr kumimoji="0" sz="1600" b="0" i="0" u="none" strike="noStrike" kern="0" cap="none" spc="0" normalizeH="0" baseline="0" noProof="0" dirty="0" err="1">
                <a:ln>
                  <a:noFill/>
                </a:ln>
                <a:solidFill>
                  <a:srgbClr val="000000"/>
                </a:solidFill>
                <a:effectLst/>
                <a:uLnTx/>
                <a:uFillTx/>
                <a:latin typeface="Consolas"/>
                <a:ea typeface="Consolas"/>
                <a:cs typeface="Consolas"/>
              </a:rPr>
              <a:t>started_at</a:t>
            </a:r>
            <a:r>
              <a:rPr kumimoji="0" sz="1600" b="0" i="0" u="none" strike="noStrike" kern="0" cap="none" spc="0" normalizeH="0" baseline="0" noProof="0" dirty="0">
                <a:ln>
                  <a:noFill/>
                </a:ln>
                <a:solidFill>
                  <a:srgbClr val="000000"/>
                </a:solidFill>
                <a:effectLst/>
                <a:uLnTx/>
                <a:uFillTx/>
                <a:latin typeface="Consolas"/>
                <a:ea typeface="Consolas"/>
                <a:cs typeface="Consolas"/>
              </a:rPr>
              <a:t> </a:t>
            </a:r>
            <a:r>
              <a:rPr kumimoji="0" sz="1600" b="0" i="0" u="none" strike="noStrike" kern="0" cap="none" spc="0" normalizeH="0" baseline="0" noProof="0" dirty="0">
                <a:ln>
                  <a:noFill/>
                </a:ln>
                <a:solidFill>
                  <a:srgbClr val="0000FF"/>
                </a:solidFill>
                <a:effectLst/>
                <a:uLnTx/>
                <a:uFillTx/>
                <a:latin typeface="Consolas"/>
                <a:ea typeface="Consolas"/>
                <a:cs typeface="Consolas"/>
              </a:rPr>
              <a:t>TIMESTAMPTZ</a:t>
            </a:r>
            <a:endParaRPr kumimoji="0" sz="4800" b="0" i="0" u="none" strike="noStrike" kern="0" cap="none" spc="0" normalizeH="0" baseline="0" noProof="0" dirty="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dirty="0">
                <a:ln>
                  <a:noFill/>
                </a:ln>
                <a:solidFill>
                  <a:srgbClr val="000000"/>
                </a:solidFill>
                <a:effectLst/>
                <a:uLnTx/>
                <a:uFillTx/>
                <a:latin typeface="Consolas"/>
                <a:ea typeface="Consolas"/>
                <a:cs typeface="Consolas"/>
              </a:rPr>
              <a:t>    </a:t>
            </a:r>
            <a:r>
              <a:rPr kumimoji="0" sz="1600" b="0" i="0" u="none" strike="noStrike" kern="0" cap="none" spc="0" normalizeH="0" baseline="0" noProof="0" dirty="0">
                <a:ln>
                  <a:noFill/>
                </a:ln>
                <a:solidFill>
                  <a:srgbClr val="0000FF"/>
                </a:solidFill>
                <a:effectLst/>
                <a:uLnTx/>
                <a:uFillTx/>
                <a:latin typeface="Consolas"/>
                <a:ea typeface="Consolas"/>
                <a:cs typeface="Consolas"/>
              </a:rPr>
              <a:t>DEFAULT</a:t>
            </a:r>
            <a:r>
              <a:rPr kumimoji="0" sz="1600" b="0" i="0" u="none" strike="noStrike" kern="0" cap="none" spc="0" normalizeH="0" baseline="0" noProof="0" dirty="0">
                <a:ln>
                  <a:noFill/>
                </a:ln>
                <a:solidFill>
                  <a:srgbClr val="000000"/>
                </a:solidFill>
                <a:effectLst/>
                <a:uLnTx/>
                <a:uFillTx/>
                <a:latin typeface="Consolas"/>
                <a:ea typeface="Consolas"/>
                <a:cs typeface="Consolas"/>
              </a:rPr>
              <a:t> CURRENT_TIMESTAMP,</a:t>
            </a:r>
            <a:endParaRPr kumimoji="0" sz="4800" b="0" i="0" u="none" strike="noStrike" kern="0" cap="none" spc="0" normalizeH="0" baseline="0" noProof="0" dirty="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dirty="0">
                <a:ln>
                  <a:noFill/>
                </a:ln>
                <a:solidFill>
                  <a:srgbClr val="000000"/>
                </a:solidFill>
                <a:effectLst/>
                <a:uLnTx/>
                <a:uFillTx/>
                <a:latin typeface="Consolas"/>
                <a:ea typeface="Consolas"/>
                <a:cs typeface="Consolas"/>
              </a:rPr>
              <a:t>  metadata JSONB </a:t>
            </a:r>
            <a:r>
              <a:rPr kumimoji="0" sz="1600" b="0" i="0" u="none" strike="noStrike" kern="0" cap="none" spc="0" normalizeH="0" baseline="0" noProof="0" dirty="0">
                <a:ln>
                  <a:noFill/>
                </a:ln>
                <a:solidFill>
                  <a:srgbClr val="0000FF"/>
                </a:solidFill>
                <a:effectLst/>
                <a:uLnTx/>
                <a:uFillTx/>
                <a:latin typeface="Consolas"/>
                <a:ea typeface="Consolas"/>
                <a:cs typeface="Consolas"/>
              </a:rPr>
              <a:t>DEFAULT</a:t>
            </a:r>
            <a:r>
              <a:rPr kumimoji="0" sz="1600" b="0" i="0" u="none" strike="noStrike" kern="0" cap="none" spc="0" normalizeH="0" baseline="0" noProof="0" dirty="0">
                <a:ln>
                  <a:noFill/>
                </a:ln>
                <a:solidFill>
                  <a:srgbClr val="000000"/>
                </a:solidFill>
                <a:effectLst/>
                <a:uLnTx/>
                <a:uFillTx/>
                <a:latin typeface="Consolas"/>
                <a:ea typeface="Consolas"/>
                <a:cs typeface="Consolas"/>
              </a:rPr>
              <a:t> </a:t>
            </a:r>
            <a:r>
              <a:rPr kumimoji="0" sz="1600" b="0" i="0" u="none" strike="noStrike" kern="0" cap="none" spc="0" normalizeH="0" baseline="0" noProof="0" dirty="0">
                <a:ln>
                  <a:noFill/>
                </a:ln>
                <a:solidFill>
                  <a:srgbClr val="A31515"/>
                </a:solidFill>
                <a:effectLst/>
                <a:uLnTx/>
                <a:uFillTx/>
                <a:latin typeface="Consolas"/>
                <a:ea typeface="Consolas"/>
                <a:cs typeface="Consolas"/>
              </a:rPr>
              <a:t>'{}'</a:t>
            </a:r>
            <a:endParaRPr kumimoji="0" sz="4800" b="0" i="0" u="none" strike="noStrike" kern="0" cap="none" spc="0" normalizeH="0" baseline="0" noProof="0" dirty="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dirty="0">
                <a:ln>
                  <a:noFill/>
                </a:ln>
                <a:solidFill>
                  <a:srgbClr val="000000"/>
                </a:solidFill>
                <a:effectLst/>
                <a:uLnTx/>
                <a:uFillTx/>
                <a:latin typeface="Consolas"/>
                <a:ea typeface="Consolas"/>
                <a:cs typeface="Consolas"/>
              </a:rPr>
              <a:t>);</a:t>
            </a:r>
            <a:endParaRPr kumimoji="0" sz="2800" b="0" i="0" u="none" strike="noStrike" kern="0" cap="none" spc="0" normalizeH="0" baseline="0" noProof="0" dirty="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1799"/>
              </a:spcBef>
              <a:spcAft>
                <a:spcPts val="0"/>
              </a:spcAft>
              <a:buClrTx/>
              <a:buSzTx/>
              <a:buFont typeface="Arial"/>
              <a:buNone/>
              <a:tabLst/>
              <a:defRPr/>
            </a:pPr>
            <a:r>
              <a:rPr kumimoji="0" sz="1600" b="0" i="0" u="none" strike="noStrike" kern="0" cap="none" spc="0" normalizeH="0" baseline="0" noProof="0" dirty="0">
                <a:ln>
                  <a:noFill/>
                </a:ln>
                <a:solidFill>
                  <a:srgbClr val="0000FF"/>
                </a:solidFill>
                <a:effectLst/>
                <a:uLnTx/>
                <a:uFillTx/>
                <a:latin typeface="Consolas"/>
                <a:ea typeface="Consolas"/>
                <a:cs typeface="Consolas"/>
              </a:rPr>
              <a:t>CREATE</a:t>
            </a:r>
            <a:r>
              <a:rPr kumimoji="0" sz="1600" b="0" i="0" u="none" strike="noStrike" kern="0" cap="none" spc="0" normalizeH="0" baseline="0" noProof="0" dirty="0">
                <a:ln>
                  <a:noFill/>
                </a:ln>
                <a:solidFill>
                  <a:srgbClr val="000000"/>
                </a:solidFill>
                <a:effectLst/>
                <a:uLnTx/>
                <a:uFillTx/>
                <a:latin typeface="Consolas"/>
                <a:ea typeface="Consolas"/>
                <a:cs typeface="Consolas"/>
              </a:rPr>
              <a:t> </a:t>
            </a:r>
            <a:r>
              <a:rPr kumimoji="0" sz="1600" b="0" i="0" u="none" strike="noStrike" kern="0" cap="none" spc="0" normalizeH="0" baseline="0" noProof="0" dirty="0">
                <a:ln>
                  <a:noFill/>
                </a:ln>
                <a:solidFill>
                  <a:srgbClr val="0000FF"/>
                </a:solidFill>
                <a:effectLst/>
                <a:uLnTx/>
                <a:uFillTx/>
                <a:latin typeface="Consolas"/>
                <a:ea typeface="Consolas"/>
                <a:cs typeface="Consolas"/>
              </a:rPr>
              <a:t>TABLE</a:t>
            </a:r>
            <a:r>
              <a:rPr kumimoji="0" sz="1600" b="0" i="0" u="none" strike="noStrike" kern="0" cap="none" spc="0" normalizeH="0" baseline="0" noProof="0" dirty="0">
                <a:ln>
                  <a:noFill/>
                </a:ln>
                <a:solidFill>
                  <a:srgbClr val="000000"/>
                </a:solidFill>
                <a:effectLst/>
                <a:uLnTx/>
                <a:uFillTx/>
                <a:latin typeface="Consolas"/>
                <a:ea typeface="Consolas"/>
                <a:cs typeface="Consolas"/>
              </a:rPr>
              <a:t> messages (</a:t>
            </a:r>
            <a:endParaRPr kumimoji="0" sz="2800" b="0" i="0" u="none" strike="noStrike" kern="0" cap="none" spc="0" normalizeH="0" baseline="0" noProof="0" dirty="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dirty="0">
                <a:ln>
                  <a:noFill/>
                </a:ln>
                <a:solidFill>
                  <a:srgbClr val="000000"/>
                </a:solidFill>
                <a:effectLst/>
                <a:uLnTx/>
                <a:uFillTx/>
                <a:latin typeface="Consolas"/>
                <a:ea typeface="Consolas"/>
                <a:cs typeface="Consolas"/>
              </a:rPr>
              <a:t>  id </a:t>
            </a:r>
            <a:r>
              <a:rPr kumimoji="0" sz="1600" b="0" i="0" u="none" strike="noStrike" kern="0" cap="none" spc="0" normalizeH="0" baseline="0" noProof="0" dirty="0">
                <a:ln>
                  <a:noFill/>
                </a:ln>
                <a:solidFill>
                  <a:srgbClr val="0000FF"/>
                </a:solidFill>
                <a:effectLst/>
                <a:uLnTx/>
                <a:uFillTx/>
                <a:latin typeface="Consolas"/>
                <a:ea typeface="Consolas"/>
                <a:cs typeface="Consolas"/>
              </a:rPr>
              <a:t>BIGSERIAL</a:t>
            </a:r>
            <a:r>
              <a:rPr kumimoji="0" sz="1600" b="0" i="0" u="none" strike="noStrike" kern="0" cap="none" spc="0" normalizeH="0" baseline="0" noProof="0" dirty="0">
                <a:ln>
                  <a:noFill/>
                </a:ln>
                <a:solidFill>
                  <a:srgbClr val="000000"/>
                </a:solidFill>
                <a:effectLst/>
                <a:uLnTx/>
                <a:uFillTx/>
                <a:latin typeface="Consolas"/>
                <a:ea typeface="Consolas"/>
                <a:cs typeface="Consolas"/>
              </a:rPr>
              <a:t> </a:t>
            </a:r>
            <a:r>
              <a:rPr kumimoji="0" sz="1600" b="0" i="0" u="none" strike="noStrike" kern="0" cap="none" spc="0" normalizeH="0" baseline="0" noProof="0" dirty="0">
                <a:ln>
                  <a:noFill/>
                </a:ln>
                <a:solidFill>
                  <a:srgbClr val="0000FF"/>
                </a:solidFill>
                <a:effectLst/>
                <a:uLnTx/>
                <a:uFillTx/>
                <a:latin typeface="Consolas"/>
                <a:ea typeface="Consolas"/>
                <a:cs typeface="Consolas"/>
              </a:rPr>
              <a:t>PRIMARY KEY</a:t>
            </a:r>
            <a:r>
              <a:rPr kumimoji="0" sz="1600" b="0" i="0" u="none" strike="noStrike" kern="0" cap="none" spc="0" normalizeH="0" baseline="0" noProof="0" dirty="0">
                <a:ln>
                  <a:noFill/>
                </a:ln>
                <a:solidFill>
                  <a:srgbClr val="000000"/>
                </a:solidFill>
                <a:effectLst/>
                <a:uLnTx/>
                <a:uFillTx/>
                <a:latin typeface="Consolas"/>
                <a:ea typeface="Consolas"/>
                <a:cs typeface="Consolas"/>
              </a:rPr>
              <a:t>,</a:t>
            </a:r>
            <a:endParaRPr kumimoji="0" sz="4800" b="0" i="0" u="none" strike="noStrike" kern="0" cap="none" spc="0" normalizeH="0" baseline="0" noProof="0" dirty="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dirty="0">
                <a:ln>
                  <a:noFill/>
                </a:ln>
                <a:solidFill>
                  <a:srgbClr val="000000"/>
                </a:solidFill>
                <a:effectLst/>
                <a:uLnTx/>
                <a:uFillTx/>
                <a:latin typeface="Consolas"/>
                <a:ea typeface="Consolas"/>
                <a:cs typeface="Consolas"/>
              </a:rPr>
              <a:t>  </a:t>
            </a:r>
            <a:r>
              <a:rPr kumimoji="0" sz="1600" b="0" i="0" u="none" strike="noStrike" kern="0" cap="none" spc="0" normalizeH="0" baseline="0" noProof="0" dirty="0" err="1">
                <a:ln>
                  <a:noFill/>
                </a:ln>
                <a:solidFill>
                  <a:srgbClr val="000000"/>
                </a:solidFill>
                <a:effectLst/>
                <a:uLnTx/>
                <a:uFillTx/>
                <a:latin typeface="Consolas"/>
                <a:ea typeface="Consolas"/>
                <a:cs typeface="Consolas"/>
              </a:rPr>
              <a:t>conversation_id</a:t>
            </a:r>
            <a:r>
              <a:rPr kumimoji="0" sz="1600" b="0" i="0" u="none" strike="noStrike" kern="0" cap="none" spc="0" normalizeH="0" baseline="0" noProof="0" dirty="0">
                <a:ln>
                  <a:noFill/>
                </a:ln>
                <a:solidFill>
                  <a:srgbClr val="000000"/>
                </a:solidFill>
                <a:effectLst/>
                <a:uLnTx/>
                <a:uFillTx/>
                <a:latin typeface="Consolas"/>
                <a:ea typeface="Consolas"/>
                <a:cs typeface="Consolas"/>
              </a:rPr>
              <a:t> </a:t>
            </a:r>
            <a:r>
              <a:rPr kumimoji="0" sz="1600" b="0" i="0" u="none" strike="noStrike" kern="0" cap="none" spc="0" normalizeH="0" baseline="0" noProof="0" dirty="0">
                <a:ln>
                  <a:noFill/>
                </a:ln>
                <a:solidFill>
                  <a:srgbClr val="0000FF"/>
                </a:solidFill>
                <a:effectLst/>
                <a:uLnTx/>
                <a:uFillTx/>
                <a:latin typeface="Consolas"/>
                <a:ea typeface="Consolas"/>
                <a:cs typeface="Consolas"/>
              </a:rPr>
              <a:t>BIGINT</a:t>
            </a:r>
            <a:r>
              <a:rPr kumimoji="0" sz="1600" b="0" i="0" u="none" strike="noStrike" kern="0" cap="none" spc="0" normalizeH="0" baseline="0" noProof="0" dirty="0">
                <a:ln>
                  <a:noFill/>
                </a:ln>
                <a:solidFill>
                  <a:srgbClr val="000000"/>
                </a:solidFill>
                <a:effectLst/>
                <a:uLnTx/>
                <a:uFillTx/>
                <a:latin typeface="Consolas"/>
                <a:ea typeface="Consolas"/>
                <a:cs typeface="Consolas"/>
              </a:rPr>
              <a:t> </a:t>
            </a:r>
            <a:r>
              <a:rPr kumimoji="0" sz="1600" b="0" i="0" u="none" strike="noStrike" kern="0" cap="none" spc="0" normalizeH="0" baseline="0" noProof="0" dirty="0">
                <a:ln>
                  <a:noFill/>
                </a:ln>
                <a:solidFill>
                  <a:srgbClr val="0000FF"/>
                </a:solidFill>
                <a:effectLst/>
                <a:uLnTx/>
                <a:uFillTx/>
                <a:latin typeface="Consolas"/>
                <a:ea typeface="Consolas"/>
                <a:cs typeface="Consolas"/>
              </a:rPr>
              <a:t>NOT NULL</a:t>
            </a:r>
            <a:endParaRPr kumimoji="0" sz="4800" b="0" i="0" u="none" strike="noStrike" kern="0" cap="none" spc="0" normalizeH="0" baseline="0" noProof="0" dirty="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dirty="0">
                <a:ln>
                  <a:noFill/>
                </a:ln>
                <a:solidFill>
                  <a:srgbClr val="000000"/>
                </a:solidFill>
                <a:effectLst/>
                <a:uLnTx/>
                <a:uFillTx/>
                <a:latin typeface="Consolas"/>
                <a:ea typeface="Consolas"/>
                <a:cs typeface="Consolas"/>
              </a:rPr>
              <a:t>    </a:t>
            </a:r>
            <a:r>
              <a:rPr kumimoji="0" sz="1600" b="0" i="0" u="none" strike="noStrike" kern="0" cap="none" spc="0" normalizeH="0" baseline="0" noProof="0" dirty="0">
                <a:ln>
                  <a:noFill/>
                </a:ln>
                <a:solidFill>
                  <a:srgbClr val="0000FF"/>
                </a:solidFill>
                <a:effectLst/>
                <a:uLnTx/>
                <a:uFillTx/>
                <a:latin typeface="Consolas"/>
                <a:ea typeface="Consolas"/>
                <a:cs typeface="Consolas"/>
              </a:rPr>
              <a:t>REFERENCES</a:t>
            </a:r>
            <a:r>
              <a:rPr kumimoji="0" sz="1600" b="0" i="0" u="none" strike="noStrike" kern="0" cap="none" spc="0" normalizeH="0" baseline="0" noProof="0" dirty="0">
                <a:ln>
                  <a:noFill/>
                </a:ln>
                <a:solidFill>
                  <a:srgbClr val="000000"/>
                </a:solidFill>
                <a:effectLst/>
                <a:uLnTx/>
                <a:uFillTx/>
                <a:latin typeface="Consolas"/>
                <a:ea typeface="Consolas"/>
                <a:cs typeface="Consolas"/>
              </a:rPr>
              <a:t> conversations(id),</a:t>
            </a:r>
            <a:endParaRPr kumimoji="0" sz="4800" b="0" i="0" u="none" strike="noStrike" kern="0" cap="none" spc="0" normalizeH="0" baseline="0" noProof="0" dirty="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dirty="0">
                <a:ln>
                  <a:noFill/>
                </a:ln>
                <a:solidFill>
                  <a:srgbClr val="000000"/>
                </a:solidFill>
                <a:effectLst/>
                <a:uLnTx/>
                <a:uFillTx/>
                <a:latin typeface="Consolas"/>
                <a:ea typeface="Consolas"/>
                <a:cs typeface="Consolas"/>
              </a:rPr>
              <a:t>  </a:t>
            </a:r>
            <a:r>
              <a:rPr kumimoji="0" sz="1600" b="0" i="0" u="none" strike="noStrike" kern="0" cap="none" spc="0" normalizeH="0" baseline="0" noProof="0" dirty="0">
                <a:ln>
                  <a:noFill/>
                </a:ln>
                <a:solidFill>
                  <a:srgbClr val="0000FF"/>
                </a:solidFill>
                <a:effectLst/>
                <a:uLnTx/>
                <a:uFillTx/>
                <a:latin typeface="Consolas"/>
                <a:ea typeface="Consolas"/>
                <a:cs typeface="Consolas"/>
              </a:rPr>
              <a:t>role</a:t>
            </a:r>
            <a:r>
              <a:rPr kumimoji="0" sz="1600" b="0" i="0" u="none" strike="noStrike" kern="0" cap="none" spc="0" normalizeH="0" baseline="0" noProof="0" dirty="0">
                <a:ln>
                  <a:noFill/>
                </a:ln>
                <a:solidFill>
                  <a:srgbClr val="000000"/>
                </a:solidFill>
                <a:effectLst/>
                <a:uLnTx/>
                <a:uFillTx/>
                <a:latin typeface="Consolas"/>
                <a:ea typeface="Consolas"/>
                <a:cs typeface="Consolas"/>
              </a:rPr>
              <a:t> </a:t>
            </a:r>
            <a:r>
              <a:rPr kumimoji="0" sz="1600" b="0" i="0" u="none" strike="noStrike" kern="0" cap="none" spc="0" normalizeH="0" baseline="0" noProof="0" dirty="0">
                <a:ln>
                  <a:noFill/>
                </a:ln>
                <a:solidFill>
                  <a:srgbClr val="0000FF"/>
                </a:solidFill>
                <a:effectLst/>
                <a:uLnTx/>
                <a:uFillTx/>
                <a:latin typeface="Consolas"/>
                <a:ea typeface="Consolas"/>
                <a:cs typeface="Consolas"/>
              </a:rPr>
              <a:t>VARCHAR</a:t>
            </a:r>
            <a:r>
              <a:rPr kumimoji="0" sz="1600" b="0" i="0" u="none" strike="noStrike" kern="0" cap="none" spc="0" normalizeH="0" baseline="0" noProof="0" dirty="0">
                <a:ln>
                  <a:noFill/>
                </a:ln>
                <a:solidFill>
                  <a:srgbClr val="000000"/>
                </a:solidFill>
                <a:effectLst/>
                <a:uLnTx/>
                <a:uFillTx/>
                <a:latin typeface="Consolas"/>
                <a:ea typeface="Consolas"/>
                <a:cs typeface="Consolas"/>
              </a:rPr>
              <a:t>(</a:t>
            </a:r>
            <a:r>
              <a:rPr kumimoji="0" sz="1600" b="0" i="0" u="none" strike="noStrike" kern="0" cap="none" spc="0" normalizeH="0" baseline="0" noProof="0" dirty="0">
                <a:ln>
                  <a:noFill/>
                </a:ln>
                <a:solidFill>
                  <a:srgbClr val="098658"/>
                </a:solidFill>
                <a:effectLst/>
                <a:uLnTx/>
                <a:uFillTx/>
                <a:latin typeface="Consolas"/>
                <a:ea typeface="Consolas"/>
                <a:cs typeface="Consolas"/>
              </a:rPr>
              <a:t>50</a:t>
            </a:r>
            <a:r>
              <a:rPr kumimoji="0" sz="1600" b="0" i="0" u="none" strike="noStrike" kern="0" cap="none" spc="0" normalizeH="0" baseline="0" noProof="0" dirty="0">
                <a:ln>
                  <a:noFill/>
                </a:ln>
                <a:solidFill>
                  <a:srgbClr val="000000"/>
                </a:solidFill>
                <a:effectLst/>
                <a:uLnTx/>
                <a:uFillTx/>
                <a:latin typeface="Consolas"/>
                <a:ea typeface="Consolas"/>
                <a:cs typeface="Consolas"/>
              </a:rPr>
              <a:t>) </a:t>
            </a:r>
            <a:r>
              <a:rPr kumimoji="0" sz="1600" b="0" i="0" u="none" strike="noStrike" kern="0" cap="none" spc="0" normalizeH="0" baseline="0" noProof="0" dirty="0">
                <a:ln>
                  <a:noFill/>
                </a:ln>
                <a:solidFill>
                  <a:srgbClr val="0000FF"/>
                </a:solidFill>
                <a:effectLst/>
                <a:uLnTx/>
                <a:uFillTx/>
                <a:latin typeface="Consolas"/>
                <a:ea typeface="Consolas"/>
                <a:cs typeface="Consolas"/>
              </a:rPr>
              <a:t>NOT NULL</a:t>
            </a:r>
            <a:r>
              <a:rPr kumimoji="0" sz="1600" b="0" i="0" u="none" strike="noStrike" kern="0" cap="none" spc="0" normalizeH="0" baseline="0" noProof="0" dirty="0">
                <a:ln>
                  <a:noFill/>
                </a:ln>
                <a:solidFill>
                  <a:srgbClr val="000000"/>
                </a:solidFill>
                <a:effectLst/>
                <a:uLnTx/>
                <a:uFillTx/>
                <a:latin typeface="Consolas"/>
                <a:ea typeface="Consolas"/>
                <a:cs typeface="Consolas"/>
              </a:rPr>
              <a:t>,</a:t>
            </a:r>
            <a:endParaRPr kumimoji="0" sz="4800" b="0" i="0" u="none" strike="noStrike" kern="0" cap="none" spc="0" normalizeH="0" baseline="0" noProof="0" dirty="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dirty="0">
                <a:ln>
                  <a:noFill/>
                </a:ln>
                <a:solidFill>
                  <a:srgbClr val="000000"/>
                </a:solidFill>
                <a:effectLst/>
                <a:uLnTx/>
                <a:uFillTx/>
                <a:latin typeface="Consolas"/>
                <a:ea typeface="Consolas"/>
                <a:cs typeface="Consolas"/>
              </a:rPr>
              <a:t>  content </a:t>
            </a:r>
            <a:r>
              <a:rPr kumimoji="0" sz="1600" b="0" i="0" u="none" strike="noStrike" kern="0" cap="none" spc="0" normalizeH="0" baseline="0" noProof="0" dirty="0">
                <a:ln>
                  <a:noFill/>
                </a:ln>
                <a:solidFill>
                  <a:srgbClr val="0000FF"/>
                </a:solidFill>
                <a:effectLst/>
                <a:uLnTx/>
                <a:uFillTx/>
                <a:latin typeface="Consolas"/>
                <a:ea typeface="Consolas"/>
                <a:cs typeface="Consolas"/>
              </a:rPr>
              <a:t>TEXT</a:t>
            </a:r>
            <a:r>
              <a:rPr kumimoji="0" sz="1600" b="0" i="0" u="none" strike="noStrike" kern="0" cap="none" spc="0" normalizeH="0" baseline="0" noProof="0" dirty="0">
                <a:ln>
                  <a:noFill/>
                </a:ln>
                <a:solidFill>
                  <a:srgbClr val="000000"/>
                </a:solidFill>
                <a:effectLst/>
                <a:uLnTx/>
                <a:uFillTx/>
                <a:latin typeface="Consolas"/>
                <a:ea typeface="Consolas"/>
                <a:cs typeface="Consolas"/>
              </a:rPr>
              <a:t> </a:t>
            </a:r>
            <a:r>
              <a:rPr kumimoji="0" sz="1600" b="0" i="0" u="none" strike="noStrike" kern="0" cap="none" spc="0" normalizeH="0" baseline="0" noProof="0" dirty="0">
                <a:ln>
                  <a:noFill/>
                </a:ln>
                <a:solidFill>
                  <a:srgbClr val="0000FF"/>
                </a:solidFill>
                <a:effectLst/>
                <a:uLnTx/>
                <a:uFillTx/>
                <a:latin typeface="Consolas"/>
                <a:ea typeface="Consolas"/>
                <a:cs typeface="Consolas"/>
              </a:rPr>
              <a:t>NOT NULL</a:t>
            </a:r>
            <a:r>
              <a:rPr kumimoji="0" sz="1600" b="0" i="0" u="none" strike="noStrike" kern="0" cap="none" spc="0" normalizeH="0" baseline="0" noProof="0" dirty="0">
                <a:ln>
                  <a:noFill/>
                </a:ln>
                <a:solidFill>
                  <a:srgbClr val="000000"/>
                </a:solidFill>
                <a:effectLst/>
                <a:uLnTx/>
                <a:uFillTx/>
                <a:latin typeface="Consolas"/>
                <a:ea typeface="Consolas"/>
                <a:cs typeface="Consolas"/>
              </a:rPr>
              <a:t>,</a:t>
            </a:r>
            <a:endParaRPr kumimoji="0" sz="4800" b="0" i="0" u="none" strike="noStrike" kern="0" cap="none" spc="0" normalizeH="0" baseline="0" noProof="0" dirty="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dirty="0">
                <a:ln>
                  <a:noFill/>
                </a:ln>
                <a:solidFill>
                  <a:srgbClr val="000000"/>
                </a:solidFill>
                <a:effectLst/>
                <a:uLnTx/>
                <a:uFillTx/>
                <a:latin typeface="Consolas"/>
                <a:ea typeface="Consolas"/>
                <a:cs typeface="Consolas"/>
              </a:rPr>
              <a:t>  </a:t>
            </a:r>
            <a:r>
              <a:rPr kumimoji="0" sz="1600" b="0" i="0" u="none" strike="noStrike" kern="0" cap="none" spc="0" normalizeH="0" baseline="0" noProof="0" dirty="0" err="1">
                <a:ln>
                  <a:noFill/>
                </a:ln>
                <a:solidFill>
                  <a:srgbClr val="000000"/>
                </a:solidFill>
                <a:effectLst/>
                <a:uLnTx/>
                <a:uFillTx/>
                <a:latin typeface="Consolas"/>
                <a:ea typeface="Consolas"/>
                <a:cs typeface="Consolas"/>
              </a:rPr>
              <a:t>created_at</a:t>
            </a:r>
            <a:r>
              <a:rPr kumimoji="0" sz="1600" b="0" i="0" u="none" strike="noStrike" kern="0" cap="none" spc="0" normalizeH="0" baseline="0" noProof="0" dirty="0">
                <a:ln>
                  <a:noFill/>
                </a:ln>
                <a:solidFill>
                  <a:srgbClr val="000000"/>
                </a:solidFill>
                <a:effectLst/>
                <a:uLnTx/>
                <a:uFillTx/>
                <a:latin typeface="Consolas"/>
                <a:ea typeface="Consolas"/>
                <a:cs typeface="Consolas"/>
              </a:rPr>
              <a:t> </a:t>
            </a:r>
            <a:r>
              <a:rPr kumimoji="0" sz="1600" b="0" i="0" u="none" strike="noStrike" kern="0" cap="none" spc="0" normalizeH="0" baseline="0" noProof="0" dirty="0">
                <a:ln>
                  <a:noFill/>
                </a:ln>
                <a:solidFill>
                  <a:srgbClr val="0000FF"/>
                </a:solidFill>
                <a:effectLst/>
                <a:uLnTx/>
                <a:uFillTx/>
                <a:latin typeface="Consolas"/>
                <a:ea typeface="Consolas"/>
                <a:cs typeface="Consolas"/>
              </a:rPr>
              <a:t>TIMESTAMPTZ</a:t>
            </a:r>
            <a:endParaRPr kumimoji="0" sz="4800" b="0" i="0" u="none" strike="noStrike" kern="0" cap="none" spc="0" normalizeH="0" baseline="0" noProof="0" dirty="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dirty="0">
                <a:ln>
                  <a:noFill/>
                </a:ln>
                <a:solidFill>
                  <a:srgbClr val="000000"/>
                </a:solidFill>
                <a:effectLst/>
                <a:uLnTx/>
                <a:uFillTx/>
                <a:latin typeface="Consolas"/>
                <a:ea typeface="Consolas"/>
                <a:cs typeface="Consolas"/>
              </a:rPr>
              <a:t>    </a:t>
            </a:r>
            <a:r>
              <a:rPr kumimoji="0" sz="1600" b="0" i="0" u="none" strike="noStrike" kern="0" cap="none" spc="0" normalizeH="0" baseline="0" noProof="0" dirty="0">
                <a:ln>
                  <a:noFill/>
                </a:ln>
                <a:solidFill>
                  <a:srgbClr val="0000FF"/>
                </a:solidFill>
                <a:effectLst/>
                <a:uLnTx/>
                <a:uFillTx/>
                <a:latin typeface="Consolas"/>
                <a:ea typeface="Consolas"/>
                <a:cs typeface="Consolas"/>
              </a:rPr>
              <a:t>DEFAULT</a:t>
            </a:r>
            <a:r>
              <a:rPr kumimoji="0" sz="1600" b="0" i="0" u="none" strike="noStrike" kern="0" cap="none" spc="0" normalizeH="0" baseline="0" noProof="0" dirty="0">
                <a:ln>
                  <a:noFill/>
                </a:ln>
                <a:solidFill>
                  <a:srgbClr val="000000"/>
                </a:solidFill>
                <a:effectLst/>
                <a:uLnTx/>
                <a:uFillTx/>
                <a:latin typeface="Consolas"/>
                <a:ea typeface="Consolas"/>
                <a:cs typeface="Consolas"/>
              </a:rPr>
              <a:t> CURRENT_TIMESTAMP</a:t>
            </a:r>
            <a:endParaRPr kumimoji="0" sz="4800" b="0" i="0" u="none" strike="noStrike" kern="0" cap="none" spc="0" normalizeH="0" baseline="0" noProof="0" dirty="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dirty="0">
                <a:ln>
                  <a:noFill/>
                </a:ln>
                <a:solidFill>
                  <a:srgbClr val="000000"/>
                </a:solidFill>
                <a:effectLst/>
                <a:uLnTx/>
                <a:uFillTx/>
                <a:latin typeface="Consolas"/>
                <a:ea typeface="Consolas"/>
                <a:cs typeface="Consolas"/>
              </a:rPr>
              <a:t>);</a:t>
            </a:r>
            <a:endParaRPr kumimoji="0" sz="4800" b="0" i="0" u="none" strike="noStrike" kern="0" cap="none" spc="0" normalizeH="0" baseline="0" noProof="0" dirty="0">
              <a:ln>
                <a:noFill/>
              </a:ln>
              <a:solidFill>
                <a:prstClr val="black"/>
              </a:solidFill>
              <a:effectLst/>
              <a:uLnTx/>
              <a:uFillTx/>
              <a:latin typeface="Segoe UI"/>
              <a:cs typeface="Segoe UI"/>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61698902"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Query data</a:t>
            </a:r>
            <a:endParaRPr/>
          </a:p>
        </p:txBody>
      </p:sp>
      <p:sp>
        <p:nvSpPr>
          <p:cNvPr id="1747060995" name="Content Placeholder 3"/>
          <p:cNvSpPr>
            <a:spLocks noGrp="1"/>
          </p:cNvSpPr>
          <p:nvPr>
            <p:ph sz="quarter" idx="10"/>
          </p:nvPr>
        </p:nvSpPr>
        <p:spPr bwMode="auto">
          <a:xfrm>
            <a:off x="457200" y="1234439"/>
            <a:ext cx="5037670" cy="4816474"/>
          </a:xfrm>
        </p:spPr>
        <p:txBody>
          <a:bodyPr vertOverflow="overflow" horzOverflow="overflow" vert="horz" wrap="square" lIns="0" tIns="0" rIns="0" bIns="0" numCol="1" spcCol="0" rtlCol="0" fromWordArt="0" anchor="t" anchorCtr="0" forceAA="0" compatLnSpc="0">
            <a:noAutofit/>
          </a:bodyPr>
          <a:lstStyle/>
          <a:p>
            <a:pPr marL="0" indent="0">
              <a:spcAft>
                <a:spcPts val="359"/>
              </a:spcAft>
              <a:buFont typeface="Arial"/>
              <a:buNone/>
              <a:defRPr/>
            </a:pPr>
            <a:r>
              <a:rPr lang="en-US" sz="2000" b="0" i="0" u="none" strike="noStrike" cap="none" spc="0">
                <a:solidFill>
                  <a:schemeClr val="tx1"/>
                </a:solidFill>
                <a:latin typeface="Segoe UI Semibold"/>
                <a:ea typeface="Segoe UI Semibold"/>
                <a:cs typeface="Segoe UI Semibold"/>
              </a:rPr>
              <a:t>PostgreSQL-specific features:</a:t>
            </a:r>
            <a:endParaRPr lang="en-US" sz="20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Font typeface="Arial"/>
              <a:buChar char="•"/>
              <a:defRPr/>
            </a:pPr>
            <a:r>
              <a:rPr lang="en-US" sz="1800" b="0" i="0" u="none" strike="noStrike" cap="none" spc="0">
                <a:solidFill>
                  <a:schemeClr val="tx1"/>
                </a:solidFill>
                <a:latin typeface="Segoe UI"/>
                <a:ea typeface="Segoe UI"/>
                <a:cs typeface="Segoe UI"/>
              </a:rPr>
              <a:t>JSONB operators: </a:t>
            </a:r>
            <a:r>
              <a:rPr lang="en-US" sz="1800" b="0" i="0" u="none" strike="noStrike" cap="none" spc="0">
                <a:solidFill>
                  <a:schemeClr val="tx1"/>
                </a:solidFill>
                <a:latin typeface="Consolas"/>
                <a:ea typeface="Consolas"/>
                <a:cs typeface="Consolas"/>
              </a:rPr>
              <a:t>-&gt;</a:t>
            </a:r>
            <a:r>
              <a:rPr lang="en-US" sz="1800" b="0" i="0" u="none" strike="noStrike" cap="none" spc="0">
                <a:solidFill>
                  <a:schemeClr val="tx1"/>
                </a:solidFill>
                <a:latin typeface="Segoe UI"/>
                <a:ea typeface="Segoe UI"/>
                <a:cs typeface="Segoe UI"/>
              </a:rPr>
              <a:t>, </a:t>
            </a:r>
            <a:r>
              <a:rPr lang="en-US" sz="1800" b="0" i="0" u="none" strike="noStrike" cap="none" spc="0">
                <a:solidFill>
                  <a:schemeClr val="tx1"/>
                </a:solidFill>
                <a:latin typeface="Consolas"/>
                <a:ea typeface="Consolas"/>
                <a:cs typeface="Consolas"/>
              </a:rPr>
              <a:t>-&gt;&gt;</a:t>
            </a:r>
            <a:r>
              <a:rPr lang="en-US" sz="1800" b="0" i="0" u="none" strike="noStrike" cap="none" spc="0">
                <a:solidFill>
                  <a:schemeClr val="tx1"/>
                </a:solidFill>
                <a:latin typeface="Segoe UI"/>
                <a:ea typeface="Segoe UI"/>
                <a:cs typeface="Segoe UI"/>
              </a:rPr>
              <a:t>, </a:t>
            </a:r>
            <a:r>
              <a:rPr lang="en-US" sz="1800" b="0" i="0" u="none" strike="noStrike" cap="none" spc="0">
                <a:solidFill>
                  <a:schemeClr val="tx1"/>
                </a:solidFill>
                <a:latin typeface="Consolas"/>
                <a:ea typeface="Consolas"/>
                <a:cs typeface="Consolas"/>
              </a:rPr>
              <a:t>@&gt;</a:t>
            </a:r>
            <a:r>
              <a:rPr lang="en-US" sz="1800" b="0" i="0" u="none" strike="noStrike" cap="none" spc="0">
                <a:solidFill>
                  <a:schemeClr val="tx1"/>
                </a:solidFill>
                <a:latin typeface="Segoe UI"/>
                <a:ea typeface="Segoe UI"/>
                <a:cs typeface="Segoe UI"/>
              </a:rPr>
              <a:t>, </a:t>
            </a:r>
            <a:r>
              <a:rPr lang="en-US" sz="1800" b="0" i="0" u="none" strike="noStrike" cap="none" spc="0">
                <a:solidFill>
                  <a:schemeClr val="tx1"/>
                </a:solidFill>
                <a:latin typeface="Consolas"/>
                <a:ea typeface="Consolas"/>
                <a:cs typeface="Consolas"/>
              </a:rPr>
              <a:t>?</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RETURNING clause on INSERT/UPDATE/DELETE</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ON CONFLICT for upsert operations</a:t>
            </a:r>
            <a:endParaRPr lang="en-US" sz="2000" b="0" i="0" u="none" strike="noStrike" cap="none" spc="0">
              <a:solidFill>
                <a:schemeClr val="tx1"/>
              </a:solidFill>
              <a:latin typeface="Segoe UI"/>
              <a:cs typeface="Segoe UI"/>
            </a:endParaRPr>
          </a:p>
          <a:p>
            <a:pPr marL="0" marR="0" indent="0" algn="l">
              <a:lnSpc>
                <a:spcPct val="100000"/>
              </a:lnSpc>
              <a:spcBef>
                <a:spcPts val="719"/>
              </a:spcBef>
              <a:spcAft>
                <a:spcPts val="359"/>
              </a:spcAft>
              <a:buFont typeface="Arial"/>
              <a:buNone/>
              <a:defRPr/>
            </a:pPr>
            <a:r>
              <a:rPr lang="en-US" sz="2000" b="0" i="0" u="none" strike="noStrike" cap="none" spc="0">
                <a:solidFill>
                  <a:schemeClr val="tx1"/>
                </a:solidFill>
                <a:latin typeface="Segoe UI Semibold"/>
                <a:ea typeface="Segoe UI Semibold"/>
                <a:cs typeface="Segoe UI Semibold"/>
              </a:rPr>
              <a:t>Performance patterns:</a:t>
            </a:r>
            <a:endParaRPr lang="en-US" sz="20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Keyset pagination over OFFSET for large datasets</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CTEs for readable multi-step queries</a:t>
            </a:r>
            <a:endParaRPr lang="en-US" sz="1800" b="0" i="0" u="none" strike="noStrike" cap="none" spc="0">
              <a:solidFill>
                <a:schemeClr val="tx1"/>
              </a:solidFill>
              <a:latin typeface="Segoe UI"/>
              <a:cs typeface="Segoe UI"/>
            </a:endParaRPr>
          </a:p>
          <a:p>
            <a:pPr marL="228600" marR="0" lvl="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Recursive CTEs for hierarchical data</a:t>
            </a:r>
            <a:endParaRPr sz="1600">
              <a:latin typeface="Segoe UI"/>
              <a:cs typeface="Segoe UI"/>
            </a:endParaRPr>
          </a:p>
        </p:txBody>
      </p:sp>
      <p:sp>
        <p:nvSpPr>
          <p:cNvPr id="1450267669" name="Content Placeholder 3"/>
          <p:cNvSpPr>
            <a:spLocks noGrp="1"/>
          </p:cNvSpPr>
          <p:nvPr/>
        </p:nvSpPr>
        <p:spPr bwMode="auto">
          <a:xfrm>
            <a:off x="6019024" y="1234439"/>
            <a:ext cx="5561949" cy="4816474"/>
          </a:xfrm>
        </p:spPr>
        <p:txBody>
          <a:bodyPr vertOverflow="overflow" horzOverflow="overflow" vert="horz" wrap="square" lIns="0" tIns="0" rIns="0" bIns="0" numCol="1" spcCol="0" rtlCol="0" fromWordArt="0" anchor="t" anchorCtr="0" forceAA="0" compatLnSpc="0">
            <a:noAutofit/>
          </a:bodyPr>
          <a:lstStyle>
            <a:lvl1pPr marL="228600" indent="-228600" algn="l" defTabSz="914400" rtl="0">
              <a:lnSpc>
                <a:spcPct val="100000"/>
              </a:lnSpc>
              <a:spcBef>
                <a:spcPts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ts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ts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ts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ts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a:ln>
                  <a:noFill/>
                </a:ln>
                <a:solidFill>
                  <a:srgbClr val="008000"/>
                </a:solidFill>
                <a:effectLst/>
                <a:uLnTx/>
                <a:uFillTx/>
                <a:latin typeface="Consolas"/>
                <a:ea typeface="Consolas"/>
                <a:cs typeface="Consolas"/>
              </a:rPr>
              <a:t>-- Upsert with ON CONFLICT</a:t>
            </a:r>
            <a:endParaRPr kumimoji="0" sz="4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INSERT INTO</a:t>
            </a:r>
            <a:r>
              <a:rPr kumimoji="0" sz="1600" b="0" i="0" u="none" strike="noStrike" kern="0" cap="none" spc="0" normalizeH="0" baseline="0" noProof="0">
                <a:ln>
                  <a:noFill/>
                </a:ln>
                <a:solidFill>
                  <a:srgbClr val="000000"/>
                </a:solidFill>
                <a:effectLst/>
                <a:uLnTx/>
                <a:uFillTx/>
                <a:latin typeface="Consolas"/>
                <a:ea typeface="Consolas"/>
                <a:cs typeface="Consolas"/>
              </a:rPr>
              <a:t> user_preferences</a:t>
            </a:r>
            <a:endParaRPr kumimoji="0" sz="4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(user_id, </a:t>
            </a:r>
            <a:r>
              <a:rPr kumimoji="0" sz="1600" b="0" i="0" u="none" strike="noStrike" kern="0" cap="none" spc="0" normalizeH="0" baseline="0" noProof="0">
                <a:ln>
                  <a:noFill/>
                </a:ln>
                <a:solidFill>
                  <a:srgbClr val="0000FF"/>
                </a:solidFill>
                <a:effectLst/>
                <a:uLnTx/>
                <a:uFillTx/>
                <a:latin typeface="Consolas"/>
                <a:ea typeface="Consolas"/>
                <a:cs typeface="Consolas"/>
              </a:rPr>
              <a:t>key</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value</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4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VALUES</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'u1'</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'theme'</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'dark'</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4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ON</a:t>
            </a:r>
            <a:r>
              <a:rPr kumimoji="0" sz="1600" b="0" i="0" u="none" strike="noStrike" kern="0" cap="none" spc="0" normalizeH="0" baseline="0" noProof="0">
                <a:ln>
                  <a:noFill/>
                </a:ln>
                <a:solidFill>
                  <a:srgbClr val="000000"/>
                </a:solidFill>
                <a:effectLst/>
                <a:uLnTx/>
                <a:uFillTx/>
                <a:latin typeface="Consolas"/>
                <a:ea typeface="Consolas"/>
                <a:cs typeface="Consolas"/>
              </a:rPr>
              <a:t> CONFLICT (user_id, </a:t>
            </a:r>
            <a:r>
              <a:rPr kumimoji="0" sz="1600" b="0" i="0" u="none" strike="noStrike" kern="0" cap="none" spc="0" normalizeH="0" baseline="0" noProof="0">
                <a:ln>
                  <a:noFill/>
                </a:ln>
                <a:solidFill>
                  <a:srgbClr val="0000FF"/>
                </a:solidFill>
                <a:effectLst/>
                <a:uLnTx/>
                <a:uFillTx/>
                <a:latin typeface="Consolas"/>
                <a:ea typeface="Consolas"/>
                <a:cs typeface="Consolas"/>
              </a:rPr>
              <a:t>key</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4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DO </a:t>
            </a:r>
            <a:r>
              <a:rPr kumimoji="0" sz="1600" b="0" i="0" u="none" strike="noStrike" kern="0" cap="none" spc="0" normalizeH="0" baseline="0" noProof="0">
                <a:ln>
                  <a:noFill/>
                </a:ln>
                <a:solidFill>
                  <a:srgbClr val="0000FF"/>
                </a:solidFill>
                <a:effectLst/>
                <a:uLnTx/>
                <a:uFillTx/>
                <a:latin typeface="Consolas"/>
                <a:ea typeface="Consolas"/>
                <a:cs typeface="Consolas"/>
              </a:rPr>
              <a:t>UPDATE</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SET</a:t>
            </a:r>
            <a:endParaRPr kumimoji="0" sz="4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value</a:t>
            </a:r>
            <a:r>
              <a:rPr kumimoji="0" sz="1600" b="0" i="0" u="none" strike="noStrike" kern="0" cap="none" spc="0" normalizeH="0" baseline="0" noProof="0">
                <a:ln>
                  <a:noFill/>
                </a:ln>
                <a:solidFill>
                  <a:srgbClr val="000000"/>
                </a:solidFill>
                <a:effectLst/>
                <a:uLnTx/>
                <a:uFillTx/>
                <a:latin typeface="Consolas"/>
                <a:ea typeface="Consolas"/>
                <a:cs typeface="Consolas"/>
              </a:rPr>
              <a:t> = EXCLUDED.value,</a:t>
            </a:r>
            <a:endParaRPr kumimoji="0" sz="4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updated_at = CURRENT_TIMESTAMP;</a:t>
            </a:r>
            <a:endParaRPr kumimoji="0" sz="4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1799"/>
              </a:spcBef>
              <a:spcAft>
                <a:spcPts val="0"/>
              </a:spcAft>
              <a:buClrTx/>
              <a:buSzTx/>
              <a:buFont typeface="Arial"/>
              <a:buNone/>
              <a:tabLst/>
              <a:defRPr/>
            </a:pPr>
            <a:r>
              <a:rPr kumimoji="0" sz="1600" b="0" i="0" u="none" strike="noStrike" kern="0" cap="none" spc="0" normalizeH="0" baseline="0" noProof="0">
                <a:ln>
                  <a:noFill/>
                </a:ln>
                <a:solidFill>
                  <a:srgbClr val="008000"/>
                </a:solidFill>
                <a:effectLst/>
                <a:uLnTx/>
                <a:uFillTx/>
                <a:latin typeface="Consolas"/>
                <a:ea typeface="Consolas"/>
                <a:cs typeface="Consolas"/>
              </a:rPr>
              <a:t>-- Keyset pagination</a:t>
            </a:r>
            <a:endParaRPr kumimoji="0" sz="4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SELECT</a:t>
            </a:r>
            <a:r>
              <a:rPr kumimoji="0" sz="1600" b="0" i="0" u="none" strike="noStrike" kern="0" cap="none" spc="0" normalizeH="0" baseline="0" noProof="0">
                <a:ln>
                  <a:noFill/>
                </a:ln>
                <a:solidFill>
                  <a:srgbClr val="000000"/>
                </a:solidFill>
                <a:effectLst/>
                <a:uLnTx/>
                <a:uFillTx/>
                <a:latin typeface="Consolas"/>
                <a:ea typeface="Consolas"/>
                <a:cs typeface="Consolas"/>
              </a:rPr>
              <a:t> id, content, created_at</a:t>
            </a:r>
            <a:endParaRPr kumimoji="0" sz="4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FROM</a:t>
            </a:r>
            <a:r>
              <a:rPr kumimoji="0" sz="1600" b="0" i="0" u="none" strike="noStrike" kern="0" cap="none" spc="0" normalizeH="0" baseline="0" noProof="0">
                <a:ln>
                  <a:noFill/>
                </a:ln>
                <a:solidFill>
                  <a:srgbClr val="000000"/>
                </a:solidFill>
                <a:effectLst/>
                <a:uLnTx/>
                <a:uFillTx/>
                <a:latin typeface="Consolas"/>
                <a:ea typeface="Consolas"/>
                <a:cs typeface="Consolas"/>
              </a:rPr>
              <a:t> messages</a:t>
            </a:r>
            <a:endParaRPr kumimoji="0" sz="4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WHERE</a:t>
            </a:r>
            <a:r>
              <a:rPr kumimoji="0" sz="1600" b="0" i="0" u="none" strike="noStrike" kern="0" cap="none" spc="0" normalizeH="0" baseline="0" noProof="0">
                <a:ln>
                  <a:noFill/>
                </a:ln>
                <a:solidFill>
                  <a:srgbClr val="000000"/>
                </a:solidFill>
                <a:effectLst/>
                <a:uLnTx/>
                <a:uFillTx/>
                <a:latin typeface="Consolas"/>
                <a:ea typeface="Consolas"/>
                <a:cs typeface="Consolas"/>
              </a:rPr>
              <a:t> (created_at, id)</a:t>
            </a:r>
            <a:endParaRPr kumimoji="0" sz="4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&lt; (:last_ts, :last_id)</a:t>
            </a:r>
            <a:endParaRPr kumimoji="0" sz="4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ORDER BY</a:t>
            </a:r>
            <a:r>
              <a:rPr kumimoji="0" sz="1600" b="0" i="0" u="none" strike="noStrike" kern="0" cap="none" spc="0" normalizeH="0" baseline="0" noProof="0">
                <a:ln>
                  <a:noFill/>
                </a:ln>
                <a:solidFill>
                  <a:srgbClr val="000000"/>
                </a:solidFill>
                <a:effectLst/>
                <a:uLnTx/>
                <a:uFillTx/>
                <a:latin typeface="Consolas"/>
                <a:ea typeface="Consolas"/>
                <a:cs typeface="Consolas"/>
              </a:rPr>
              <a:t> created_at </a:t>
            </a:r>
            <a:r>
              <a:rPr kumimoji="0" sz="1600" b="0" i="0" u="none" strike="noStrike" kern="0" cap="none" spc="0" normalizeH="0" baseline="0" noProof="0">
                <a:ln>
                  <a:noFill/>
                </a:ln>
                <a:solidFill>
                  <a:srgbClr val="0000FF"/>
                </a:solidFill>
                <a:effectLst/>
                <a:uLnTx/>
                <a:uFillTx/>
                <a:latin typeface="Consolas"/>
                <a:ea typeface="Consolas"/>
                <a:cs typeface="Consolas"/>
              </a:rPr>
              <a:t>DESC</a:t>
            </a:r>
            <a:r>
              <a:rPr kumimoji="0" sz="1600" b="0" i="0" u="none" strike="noStrike" kern="0" cap="none" spc="0" normalizeH="0" baseline="0" noProof="0">
                <a:ln>
                  <a:noFill/>
                </a:ln>
                <a:solidFill>
                  <a:srgbClr val="000000"/>
                </a:solidFill>
                <a:effectLst/>
                <a:uLnTx/>
                <a:uFillTx/>
                <a:latin typeface="Consolas"/>
                <a:ea typeface="Consolas"/>
                <a:cs typeface="Consolas"/>
              </a:rPr>
              <a:t>, id </a:t>
            </a:r>
            <a:r>
              <a:rPr kumimoji="0" sz="1600" b="0" i="0" u="none" strike="noStrike" kern="0" cap="none" spc="0" normalizeH="0" baseline="0" noProof="0">
                <a:ln>
                  <a:noFill/>
                </a:ln>
                <a:solidFill>
                  <a:srgbClr val="0000FF"/>
                </a:solidFill>
                <a:effectLst/>
                <a:uLnTx/>
                <a:uFillTx/>
                <a:latin typeface="Consolas"/>
                <a:ea typeface="Consolas"/>
                <a:cs typeface="Consolas"/>
              </a:rPr>
              <a:t>DESC</a:t>
            </a:r>
            <a:endParaRPr kumimoji="0" sz="4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LIMIT</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98658"/>
                </a:solidFill>
                <a:effectLst/>
                <a:uLnTx/>
                <a:uFillTx/>
                <a:latin typeface="Consolas"/>
                <a:ea typeface="Consolas"/>
                <a:cs typeface="Consolas"/>
              </a:rPr>
              <a:t>20</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800" b="0" i="0" u="none" strike="noStrike" kern="0" cap="none" spc="0" normalizeH="0" baseline="0" noProof="0">
              <a:ln>
                <a:noFill/>
              </a:ln>
              <a:solidFill>
                <a:prstClr val="black"/>
              </a:solidFill>
              <a:effectLst/>
              <a:uLnTx/>
              <a:uFillTx/>
              <a:latin typeface="Segoe UI"/>
              <a:cs typeface="Segoe UI"/>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74043344"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Integrate SDKs and applications</a:t>
            </a:r>
            <a:endParaRPr/>
          </a:p>
        </p:txBody>
      </p:sp>
      <p:sp>
        <p:nvSpPr>
          <p:cNvPr id="554438430" name="Content Placeholder 3"/>
          <p:cNvSpPr>
            <a:spLocks noGrp="1"/>
          </p:cNvSpPr>
          <p:nvPr>
            <p:ph sz="quarter" idx="10"/>
          </p:nvPr>
        </p:nvSpPr>
        <p:spPr bwMode="auto">
          <a:xfrm>
            <a:off x="457200" y="1234438"/>
            <a:ext cx="5037669" cy="4816473"/>
          </a:xfrm>
        </p:spPr>
        <p:txBody>
          <a:bodyPr vertOverflow="overflow" horzOverflow="overflow" vert="horz" wrap="square" lIns="0" tIns="0" rIns="0" bIns="0" numCol="1" spcCol="0" rtlCol="0" fromWordArt="0" anchor="t" anchorCtr="0" forceAA="0" compatLnSpc="0">
            <a:noAutofit/>
          </a:bodyPr>
          <a:lstStyle/>
          <a:p>
            <a:pPr marL="0" indent="0">
              <a:spcAft>
                <a:spcPts val="287"/>
              </a:spcAft>
              <a:buFont typeface="Arial"/>
              <a:buNone/>
              <a:defRPr/>
            </a:pPr>
            <a:r>
              <a:rPr lang="en-US" sz="2000" b="0" i="0" u="none" strike="noStrike" cap="none" spc="0">
                <a:solidFill>
                  <a:schemeClr val="tx1"/>
                </a:solidFill>
                <a:latin typeface="Segoe UI Semibold"/>
                <a:ea typeface="Segoe UI Semibold"/>
                <a:cs typeface="Segoe UI Semibold"/>
              </a:rPr>
              <a:t>psycopg 3 for Python:</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Parameterized queries with </a:t>
            </a:r>
            <a:r>
              <a:rPr lang="en-US" sz="1800" b="0" i="0" u="none" strike="noStrike" cap="none" spc="0">
                <a:solidFill>
                  <a:schemeClr val="tx1"/>
                </a:solidFill>
                <a:latin typeface="Consolas"/>
                <a:ea typeface="Consolas"/>
                <a:cs typeface="Consolas"/>
              </a:rPr>
              <a:t>%s</a:t>
            </a:r>
            <a:r>
              <a:rPr lang="en-US" sz="1800" b="0" i="0" u="none" strike="noStrike" cap="none" spc="0">
                <a:solidFill>
                  <a:schemeClr val="tx1"/>
                </a:solidFill>
                <a:latin typeface="Segoe UI"/>
                <a:ea typeface="Segoe UI"/>
                <a:cs typeface="Segoe UI"/>
              </a:rPr>
              <a:t> placeholders</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Context managers for automatic cleanup</a:t>
            </a:r>
            <a:endParaRPr lang="en-US" sz="1800" b="0" i="0" u="none" strike="noStrike" cap="none" spc="0">
              <a:solidFill>
                <a:schemeClr val="tx1"/>
              </a:solidFill>
              <a:latin typeface="Segoe UI"/>
              <a:cs typeface="Segoe UI"/>
            </a:endParaRPr>
          </a:p>
          <a:p>
            <a:pPr marL="0" marR="0" indent="0" algn="l">
              <a:lnSpc>
                <a:spcPct val="100000"/>
              </a:lnSpc>
              <a:spcBef>
                <a:spcPts val="719"/>
              </a:spcBef>
              <a:spcAft>
                <a:spcPts val="287"/>
              </a:spcAft>
              <a:buFont typeface="Arial"/>
              <a:buNone/>
              <a:defRPr/>
            </a:pPr>
            <a:r>
              <a:rPr lang="en-US" sz="2000" b="0" i="0" u="none" strike="noStrike" cap="none" spc="0">
                <a:solidFill>
                  <a:schemeClr val="tx1"/>
                </a:solidFill>
                <a:latin typeface="Segoe UI Semibold"/>
                <a:ea typeface="Segoe UI Semibold"/>
                <a:cs typeface="Segoe UI Semibold"/>
              </a:rPr>
              <a:t>Connection management:</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ConnectionPool for reusable connections</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Timeouts and retry with exponential backoff</a:t>
            </a:r>
            <a:endParaRPr lang="en-US" sz="1800" b="0" i="0" u="none" strike="noStrike" cap="none" spc="0">
              <a:solidFill>
                <a:schemeClr val="tx1"/>
              </a:solidFill>
              <a:latin typeface="Segoe UI"/>
              <a:cs typeface="Segoe UI"/>
            </a:endParaRPr>
          </a:p>
          <a:p>
            <a:pPr marL="0" marR="0" indent="0" algn="l">
              <a:lnSpc>
                <a:spcPct val="100000"/>
              </a:lnSpc>
              <a:spcBef>
                <a:spcPts val="719"/>
              </a:spcBef>
              <a:spcAft>
                <a:spcPts val="287"/>
              </a:spcAft>
              <a:buFont typeface="Arial"/>
              <a:buNone/>
              <a:defRPr/>
            </a:pPr>
            <a:r>
              <a:rPr lang="en-US" sz="2000" b="0" i="0" u="none" strike="noStrike" cap="none" spc="0">
                <a:solidFill>
                  <a:schemeClr val="tx1"/>
                </a:solidFill>
                <a:latin typeface="Segoe UI Semibold"/>
                <a:ea typeface="Segoe UI Semibold"/>
                <a:cs typeface="Segoe UI Semibold"/>
              </a:rPr>
              <a:t>Batch performance:</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executemany for hundreds of rows</a:t>
            </a:r>
            <a:endParaRPr lang="en-US" sz="1800" b="0" i="0" u="none" strike="noStrike" cap="none" spc="0">
              <a:solidFill>
                <a:schemeClr val="tx1"/>
              </a:solidFill>
              <a:latin typeface="Segoe UI"/>
              <a:cs typeface="Segoe UI"/>
            </a:endParaRPr>
          </a:p>
          <a:p>
            <a:pPr marL="228600" marR="0" lvl="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COPY command for 10,000+ rows</a:t>
            </a:r>
            <a:endParaRPr sz="1600">
              <a:latin typeface="Segoe UI"/>
              <a:cs typeface="Segoe UI"/>
            </a:endParaRPr>
          </a:p>
        </p:txBody>
      </p:sp>
      <p:pic>
        <p:nvPicPr>
          <p:cNvPr id="694385622" name="Picture 1" descr="SDK integration diagram showing application, connection pool, PgBouncer, and PostgreSQL layers&#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6912863" y="1124711"/>
            <a:ext cx="3685032" cy="4352543"/>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33016609" name="Title 1"/>
          <p:cNvSpPr>
            <a:spLocks noGrp="1"/>
          </p:cNvSpPr>
          <p:nvPr>
            <p:ph type="title"/>
          </p:nvPr>
        </p:nvSpPr>
        <p:spPr bwMode="auto">
          <a:xfrm>
            <a:off x="588261" y="585216"/>
            <a:ext cx="5653640" cy="427079"/>
          </a:xfrm>
        </p:spPr>
        <p:txBody>
          <a:bodyPr/>
          <a:lstStyle/>
          <a:p>
            <a:pPr>
              <a:defRPr/>
            </a:pPr>
            <a:r>
              <a:rPr lang="en-US" sz="2800"/>
              <a:t>Exercise</a:t>
            </a:r>
            <a:endParaRPr sz="2800"/>
          </a:p>
        </p:txBody>
      </p:sp>
      <p:pic>
        <p:nvPicPr>
          <p:cNvPr id="320039617" name="Picture Placeholder 6"/>
          <p:cNvPicPr>
            <a:picLocks noGrp="1" noChangeAspect="1"/>
          </p:cNvPicPr>
          <p:nvPr>
            <p:ph type="pic" sz="quarter" idx="20"/>
          </p:nvPr>
        </p:nvPicPr>
        <p:blipFill rotWithShape="1">
          <a:blip r:embed="rId3"/>
          <a:srcRect l="118" r="117"/>
          <a:stretch/>
        </p:blipFill>
        <p:spPr bwMode="ltGray">
          <a:xfrm>
            <a:off x="7724774" y="2043464"/>
            <a:ext cx="4467225" cy="3307646"/>
          </a:xfrm>
          <a:prstGeom prst="rect">
            <a:avLst/>
          </a:prstGeom>
          <a:solidFill>
            <a:srgbClr val="F4F4F7"/>
          </a:solidFill>
          <a:ln>
            <a:noFill/>
          </a:ln>
        </p:spPr>
      </p:pic>
      <p:sp>
        <p:nvSpPr>
          <p:cNvPr id="958178689" name="Text Placeholder 4"/>
          <p:cNvSpPr>
            <a:spLocks noGrp="1"/>
          </p:cNvSpPr>
          <p:nvPr>
            <p:ph type="body" sz="quarter" idx="16"/>
          </p:nvPr>
        </p:nvSpPr>
        <p:spPr bwMode="auto">
          <a:xfrm>
            <a:off x="584199" y="1594154"/>
            <a:ext cx="5654932" cy="731879"/>
          </a:xfrm>
        </p:spPr>
        <p:txBody>
          <a:bodyPr/>
          <a:lstStyle/>
          <a:p>
            <a:pPr>
              <a:defRPr/>
            </a:pPr>
            <a:r>
              <a:rPr lang="en-US" sz="1600" b="0" i="0" u="none" strike="noStrike" cap="none" spc="0">
                <a:solidFill>
                  <a:srgbClr val="000000"/>
                </a:solidFill>
                <a:latin typeface="Segoe UI Semibold"/>
                <a:ea typeface="Segoe UI Semibold"/>
                <a:cs typeface="Segoe UI Semibold"/>
              </a:rPr>
              <a:t>Build an agent tool backend on Azure Database for PostgreSQL</a:t>
            </a:r>
            <a:endParaRPr lang="en-US"/>
          </a:p>
          <a:p>
            <a:pPr>
              <a:defRPr/>
            </a:pPr>
            <a:endParaRPr lang="en-US"/>
          </a:p>
        </p:txBody>
      </p:sp>
      <p:sp>
        <p:nvSpPr>
          <p:cNvPr id="12641855" name="Text Placeholder 61"/>
          <p:cNvSpPr>
            <a:spLocks noGrp="1"/>
          </p:cNvSpPr>
          <p:nvPr>
            <p:ph type="body" sz="quarter" idx="15"/>
          </p:nvPr>
        </p:nvSpPr>
        <p:spPr bwMode="auto">
          <a:xfrm>
            <a:off x="585787" y="2447267"/>
            <a:ext cx="5653806" cy="2438759"/>
          </a:xfrm>
        </p:spPr>
        <p:txBody>
          <a:bodyPr vert="horz" wrap="square" lIns="0" tIns="0" rIns="0" bIns="0" rtlCol="0" anchor="t">
            <a:spAutoFit/>
          </a:bodyPr>
          <a:lstStyle/>
          <a:p>
            <a:pPr marL="0" indent="0">
              <a:buNone/>
              <a:defRPr/>
            </a:pPr>
            <a:r>
              <a:rPr lang="en-US" sz="1600" b="0" i="0" u="none" strike="noStrike" cap="none" spc="0">
                <a:solidFill>
                  <a:srgbClr val="000000"/>
                </a:solidFill>
                <a:latin typeface="Segoe UI"/>
                <a:ea typeface="Segoe UI"/>
                <a:cs typeface="Segoe UI"/>
              </a:rPr>
              <a:t>In this exercise, you create an Azure Database for PostgreSQL instance that serves as a tool backend for an AI agent. The database stores conversation context and task state that an agent can read and write during operation. </a:t>
            </a:r>
            <a:endParaRPr/>
          </a:p>
          <a:p>
            <a:pPr marL="0" indent="0">
              <a:buNone/>
              <a:defRPr/>
            </a:pPr>
            <a:endParaRPr lang="en-US">
              <a:cs typeface="Segoe UI"/>
            </a:endParaRPr>
          </a:p>
          <a:p>
            <a:pPr marL="0" indent="0">
              <a:buNone/>
              <a:defRPr/>
            </a:pPr>
            <a:r>
              <a:rPr lang="en-US">
                <a:latin typeface="Segoe UI Semibold"/>
                <a:cs typeface="Segoe UI Semibold"/>
              </a:rPr>
              <a:t>Estimated time:</a:t>
            </a:r>
            <a:r>
              <a:rPr lang="en-US">
                <a:cs typeface="Segoe UI"/>
              </a:rPr>
              <a:t> 30 minutes</a:t>
            </a:r>
            <a:endParaRPr/>
          </a:p>
          <a:p>
            <a:pPr>
              <a:defRPr/>
            </a:pPr>
            <a:endParaRPr lang="en-US">
              <a:cs typeface="Segoe UI"/>
            </a:endParaRPr>
          </a:p>
          <a:p>
            <a:pPr marL="0" indent="0">
              <a:buNone/>
              <a:defRPr/>
            </a:pPr>
            <a:r>
              <a:rPr lang="en-US">
                <a:cs typeface="Segoe UI"/>
              </a:rPr>
              <a:t>Start the exercise at:</a:t>
            </a:r>
            <a:endParaRPr lang="en-US"/>
          </a:p>
          <a:p>
            <a:pPr marL="0" indent="0">
              <a:buNone/>
              <a:defRPr/>
            </a:pPr>
            <a:r>
              <a:rPr lang="en-US" u="sng">
                <a:solidFill>
                  <a:schemeClr val="hlink"/>
                </a:solidFill>
                <a:latin typeface="Segoe UI"/>
                <a:cs typeface="Segoe UI"/>
                <a:hlinkClick r:id="rId4"/>
              </a:rPr>
              <a:t>https://go.microsoft.com/fwlink/?linkid=2349114</a:t>
            </a:r>
            <a:endParaRPr/>
          </a:p>
          <a:p>
            <a:pPr marL="0" indent="0">
              <a:buNone/>
              <a:defRPr/>
            </a:pPr>
            <a:endParaRPr lang="en-US"/>
          </a:p>
        </p:txBody>
      </p:sp>
      <p:sp>
        <p:nvSpPr>
          <p:cNvPr id="64396639" name="Footer Placeholder 4"/>
          <p:cNvSpPr>
            <a:spLocks noGrp="1"/>
          </p:cNvSpPr>
          <p:nvPr>
            <p:ph type="ftr" sz="quarter" idx="3"/>
          </p:nvPr>
        </p:nvSpPr>
        <p:spPr bwMode="auto">
          <a:xfrm>
            <a:off x="579438" y="6421083"/>
            <a:ext cx="4151312" cy="197976"/>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UI"/>
                <a:cs typeface="Arial"/>
              </a:rPr>
              <a:t>© Copyright Microsoft Corporation. All rights reserved.</a:t>
            </a:r>
          </a:p>
        </p:txBody>
      </p:sp>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25993165" name="Title 2"/>
          <p:cNvSpPr>
            <a:spLocks noGrp="1"/>
          </p:cNvSpPr>
          <p:nvPr>
            <p:ph type="title"/>
          </p:nvPr>
        </p:nvSpPr>
        <p:spPr bwMode="auto"/>
        <p:txBody>
          <a:bodyPr/>
          <a:lstStyle/>
          <a:p>
            <a:pPr>
              <a:defRPr/>
            </a:pPr>
            <a:r>
              <a:rPr lang="en-US"/>
              <a:t>Module 2: </a:t>
            </a:r>
            <a:r>
              <a:rPr lang="en-US" spc="-50">
                <a:ea typeface="Segoe UI"/>
              </a:rPr>
              <a:t>Implement vector search with Azure Database for PostgreSQL</a:t>
            </a:r>
            <a:endParaRPr lang="en-US"/>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50961180"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Store and query embeddings with pgvector</a:t>
            </a:r>
            <a:endParaRPr lang="en-US"/>
          </a:p>
        </p:txBody>
      </p:sp>
      <p:sp>
        <p:nvSpPr>
          <p:cNvPr id="1065653630" name="Content Placeholder 2"/>
          <p:cNvSpPr>
            <a:spLocks noGrp="1"/>
          </p:cNvSpPr>
          <p:nvPr>
            <p:ph sz="quarter" idx="10"/>
          </p:nvPr>
        </p:nvSpPr>
        <p:spPr bwMode="auto">
          <a:xfrm>
            <a:off x="457200" y="1224914"/>
            <a:ext cx="5150558" cy="4414384"/>
          </a:xfrm>
        </p:spPr>
        <p:txBody>
          <a:bodyPr vert="horz" wrap="square" lIns="45720" tIns="0" rIns="0" bIns="0" rtlCol="0" anchor="t">
            <a:noAutofit/>
          </a:bodyPr>
          <a:lstStyle/>
          <a:p>
            <a:pPr marL="0" indent="0">
              <a:spcAft>
                <a:spcPts val="359"/>
              </a:spcAft>
              <a:buFont typeface="Arial"/>
              <a:buNone/>
              <a:defRPr/>
            </a:pPr>
            <a:r>
              <a:rPr lang="en-US" sz="2000" b="0" i="0" u="none" strike="noStrike" cap="none" spc="0">
                <a:solidFill>
                  <a:schemeClr val="tx1"/>
                </a:solidFill>
                <a:latin typeface="Segoe UI Semibold"/>
                <a:ea typeface="Segoe UI Semibold"/>
                <a:cs typeface="Segoe UI Semibold"/>
              </a:rPr>
              <a:t>Schema design:</a:t>
            </a:r>
            <a:endParaRPr sz="2000" b="0" i="0" u="none" strike="noStrike" cap="none" spc="0">
              <a:solidFill>
                <a:schemeClr val="tx1"/>
              </a:solidFill>
              <a:latin typeface="Segoe UI"/>
              <a:cs typeface="Segoe UI"/>
            </a:endParaRPr>
          </a:p>
          <a:p>
            <a:pPr marL="228600" marR="0" indent="-228600">
              <a:spcAft>
                <a:spcPts val="359"/>
              </a:spcAft>
              <a:defRPr/>
            </a:pPr>
            <a:r>
              <a:rPr lang="en-US" sz="1800" b="0" i="0" u="none" strike="noStrike" cap="none" spc="0">
                <a:solidFill>
                  <a:schemeClr val="tx1"/>
                </a:solidFill>
                <a:latin typeface="Segoe UI"/>
                <a:ea typeface="Segoe UI"/>
                <a:cs typeface="Segoe UI"/>
              </a:rPr>
              <a:t>Define columns with </a:t>
            </a:r>
            <a:r>
              <a:rPr lang="en-US" sz="1800" b="0" i="0" u="none" strike="noStrike" cap="none" spc="0">
                <a:solidFill>
                  <a:schemeClr val="tx1"/>
                </a:solidFill>
                <a:latin typeface="Consolas"/>
                <a:ea typeface="Consolas"/>
                <a:cs typeface="Consolas"/>
              </a:rPr>
              <a:t>vector(n)</a:t>
            </a:r>
            <a:r>
              <a:rPr lang="en-US" sz="1800" b="0" i="0" u="none" strike="noStrike" cap="none" spc="0">
                <a:solidFill>
                  <a:schemeClr val="tx1"/>
                </a:solidFill>
                <a:latin typeface="Segoe UI"/>
                <a:ea typeface="Segoe UI"/>
                <a:cs typeface="Segoe UI"/>
              </a:rPr>
              <a:t> matching your model’s output dimensions</a:t>
            </a:r>
            <a:endParaRPr sz="1800" b="0" i="0" u="none" strike="noStrike" cap="none" spc="0">
              <a:solidFill>
                <a:schemeClr val="tx1"/>
              </a:solidFill>
              <a:latin typeface="Segoe UI"/>
              <a:cs typeface="Segoe UI"/>
            </a:endParaRPr>
          </a:p>
          <a:p>
            <a:pPr marL="228600" marR="0" indent="-228600">
              <a:spcAft>
                <a:spcPts val="359"/>
              </a:spcAft>
              <a:defRPr/>
            </a:pPr>
            <a:r>
              <a:rPr lang="en-US" sz="1800" b="0" i="0" u="none" strike="noStrike" cap="none" spc="0">
                <a:solidFill>
                  <a:schemeClr val="tx1"/>
                </a:solidFill>
                <a:latin typeface="Segoe UI"/>
                <a:ea typeface="Segoe UI"/>
                <a:cs typeface="Segoe UI"/>
              </a:rPr>
              <a:t>Store embeddings in the same row as metadata for single-query retrieval</a:t>
            </a:r>
            <a:endParaRPr sz="2000" b="0" i="0" u="none" strike="noStrike" cap="none" spc="0">
              <a:solidFill>
                <a:schemeClr val="tx1"/>
              </a:solidFill>
              <a:latin typeface="Segoe UI"/>
              <a:cs typeface="Segoe UI"/>
            </a:endParaRPr>
          </a:p>
          <a:p>
            <a:pPr marL="0" marR="0" indent="0" algn="l">
              <a:lnSpc>
                <a:spcPct val="100000"/>
              </a:lnSpc>
              <a:spcBef>
                <a:spcPts val="719"/>
              </a:spcBef>
              <a:spcAft>
                <a:spcPts val="359"/>
              </a:spcAft>
              <a:buFont typeface="Arial"/>
              <a:buNone/>
              <a:defRPr/>
            </a:pPr>
            <a:r>
              <a:rPr lang="en-US" sz="2000" b="0" i="0" u="none" strike="noStrike" cap="none" spc="0">
                <a:solidFill>
                  <a:schemeClr val="tx1"/>
                </a:solidFill>
                <a:latin typeface="Segoe UI Semibold"/>
                <a:ea typeface="Segoe UI Semibold"/>
                <a:cs typeface="Segoe UI Semibold"/>
              </a:rPr>
              <a:t>Distance operators:</a:t>
            </a:r>
            <a:endParaRPr sz="20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Font typeface="Arial"/>
              <a:buChar char="•"/>
              <a:defRPr/>
            </a:pPr>
            <a:r>
              <a:rPr lang="en-US" sz="1800" b="0" i="0" u="none" strike="noStrike" cap="none" spc="0">
                <a:solidFill>
                  <a:schemeClr val="tx1"/>
                </a:solidFill>
                <a:latin typeface="Consolas"/>
                <a:ea typeface="Consolas"/>
                <a:cs typeface="Consolas"/>
              </a:rPr>
              <a:t>&lt;-&gt;</a:t>
            </a:r>
            <a:r>
              <a:rPr lang="en-US" sz="1800" b="0" i="0" u="none" strike="noStrike" cap="none" spc="0">
                <a:solidFill>
                  <a:schemeClr val="tx1"/>
                </a:solidFill>
                <a:latin typeface="Segoe UI"/>
                <a:ea typeface="Segoe UI"/>
                <a:cs typeface="Segoe UI"/>
              </a:rPr>
              <a:t> L2 (Euclidean) distance</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Font typeface="Arial"/>
              <a:buChar char="•"/>
              <a:defRPr/>
            </a:pPr>
            <a:r>
              <a:rPr lang="en-US" sz="1800" b="0" i="0" u="none" strike="noStrike" cap="none" spc="0">
                <a:solidFill>
                  <a:schemeClr val="tx1"/>
                </a:solidFill>
                <a:latin typeface="Consolas"/>
                <a:ea typeface="Consolas"/>
                <a:cs typeface="Consolas"/>
              </a:rPr>
              <a:t>&lt;=&gt;</a:t>
            </a:r>
            <a:r>
              <a:rPr lang="en-US" sz="1800" b="0" i="0" u="none" strike="noStrike" cap="none" spc="0">
                <a:solidFill>
                  <a:schemeClr val="tx1"/>
                </a:solidFill>
                <a:latin typeface="Segoe UI"/>
                <a:ea typeface="Segoe UI"/>
                <a:cs typeface="Segoe UI"/>
              </a:rPr>
              <a:t> Cosine distance, most common for text embeddings</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Font typeface="Arial"/>
              <a:buChar char="•"/>
              <a:defRPr/>
            </a:pPr>
            <a:r>
              <a:rPr lang="en-US" sz="1800" b="0" i="0" u="none" strike="noStrike" cap="none" spc="0">
                <a:solidFill>
                  <a:schemeClr val="tx1"/>
                </a:solidFill>
                <a:latin typeface="Consolas"/>
                <a:ea typeface="Consolas"/>
                <a:cs typeface="Consolas"/>
              </a:rPr>
              <a:t>&lt;#&gt;</a:t>
            </a:r>
            <a:r>
              <a:rPr lang="en-US" sz="1800" b="0" i="0" u="none" strike="noStrike" cap="none" spc="0">
                <a:solidFill>
                  <a:schemeClr val="tx1"/>
                </a:solidFill>
                <a:latin typeface="Segoe UI"/>
                <a:ea typeface="Segoe UI"/>
                <a:cs typeface="Segoe UI"/>
              </a:rPr>
              <a:t> Negative inner product</a:t>
            </a:r>
            <a:endParaRPr/>
          </a:p>
        </p:txBody>
      </p:sp>
      <p:sp>
        <p:nvSpPr>
          <p:cNvPr id="1508553333" name="TextBox 2"/>
          <p:cNvSpPr txBox="1"/>
          <p:nvPr/>
        </p:nvSpPr>
        <p:spPr bwMode="auto">
          <a:xfrm>
            <a:off x="6432808" y="1224914"/>
            <a:ext cx="5172363" cy="4405828"/>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0" cap="none" spc="0" normalizeH="0" baseline="0" noProof="0">
                <a:ln>
                  <a:noFill/>
                </a:ln>
                <a:solidFill>
                  <a:srgbClr val="0000FF"/>
                </a:solidFill>
                <a:effectLst/>
                <a:uLnTx/>
                <a:uFillTx/>
                <a:latin typeface="Consolas"/>
                <a:ea typeface="Consolas"/>
                <a:cs typeface="Consolas"/>
              </a:rPr>
              <a:t>CREATE</a:t>
            </a:r>
            <a:r>
              <a:rPr kumimoji="0" sz="1800" b="0" i="0" u="none" strike="noStrike" kern="0" cap="none" spc="0" normalizeH="0" baseline="0" noProof="0">
                <a:ln>
                  <a:noFill/>
                </a:ln>
                <a:solidFill>
                  <a:srgbClr val="000000"/>
                </a:solidFill>
                <a:effectLst/>
                <a:uLnTx/>
                <a:uFillTx/>
                <a:latin typeface="Consolas"/>
                <a:ea typeface="Consolas"/>
                <a:cs typeface="Consolas"/>
              </a:rPr>
              <a:t> </a:t>
            </a:r>
            <a:r>
              <a:rPr kumimoji="0" sz="1800" b="0" i="0" u="none" strike="noStrike" kern="0" cap="none" spc="0" normalizeH="0" baseline="0" noProof="0">
                <a:ln>
                  <a:noFill/>
                </a:ln>
                <a:solidFill>
                  <a:srgbClr val="0000FF"/>
                </a:solidFill>
                <a:effectLst/>
                <a:uLnTx/>
                <a:uFillTx/>
                <a:latin typeface="Consolas"/>
                <a:ea typeface="Consolas"/>
                <a:cs typeface="Consolas"/>
              </a:rPr>
              <a:t>TABLE</a:t>
            </a:r>
            <a:r>
              <a:rPr kumimoji="0" sz="1800" b="0" i="0" u="none" strike="noStrike" kern="0" cap="none" spc="0" normalizeH="0" baseline="0" noProof="0">
                <a:ln>
                  <a:noFill/>
                </a:ln>
                <a:solidFill>
                  <a:srgbClr val="000000"/>
                </a:solidFill>
                <a:effectLst/>
                <a:uLnTx/>
                <a:uFillTx/>
                <a:latin typeface="Consolas"/>
                <a:ea typeface="Consolas"/>
                <a:cs typeface="Consolas"/>
              </a:rPr>
              <a:t> documents (</a:t>
            </a:r>
            <a:endParaRPr kumimoji="0" sz="24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0" cap="none" spc="0" normalizeH="0" baseline="0" noProof="0">
                <a:ln>
                  <a:noFill/>
                </a:ln>
                <a:solidFill>
                  <a:srgbClr val="000000"/>
                </a:solidFill>
                <a:effectLst/>
                <a:uLnTx/>
                <a:uFillTx/>
                <a:latin typeface="Consolas"/>
                <a:ea typeface="Consolas"/>
                <a:cs typeface="Consolas"/>
              </a:rPr>
              <a:t>    id </a:t>
            </a:r>
            <a:r>
              <a:rPr kumimoji="0" sz="1800" b="0" i="0" u="none" strike="noStrike" kern="0" cap="none" spc="0" normalizeH="0" baseline="0" noProof="0">
                <a:ln>
                  <a:noFill/>
                </a:ln>
                <a:solidFill>
                  <a:srgbClr val="0000FF"/>
                </a:solidFill>
                <a:effectLst/>
                <a:uLnTx/>
                <a:uFillTx/>
                <a:latin typeface="Consolas"/>
                <a:ea typeface="Consolas"/>
                <a:cs typeface="Consolas"/>
              </a:rPr>
              <a:t>SERIAL</a:t>
            </a:r>
            <a:r>
              <a:rPr kumimoji="0" sz="1800" b="0" i="0" u="none" strike="noStrike" kern="0" cap="none" spc="0" normalizeH="0" baseline="0" noProof="0">
                <a:ln>
                  <a:noFill/>
                </a:ln>
                <a:solidFill>
                  <a:srgbClr val="000000"/>
                </a:solidFill>
                <a:effectLst/>
                <a:uLnTx/>
                <a:uFillTx/>
                <a:latin typeface="Consolas"/>
                <a:ea typeface="Consolas"/>
                <a:cs typeface="Consolas"/>
              </a:rPr>
              <a:t> </a:t>
            </a:r>
            <a:r>
              <a:rPr kumimoji="0" sz="1800" b="0" i="0" u="none" strike="noStrike" kern="0" cap="none" spc="0" normalizeH="0" baseline="0" noProof="0">
                <a:ln>
                  <a:noFill/>
                </a:ln>
                <a:solidFill>
                  <a:srgbClr val="0000FF"/>
                </a:solidFill>
                <a:effectLst/>
                <a:uLnTx/>
                <a:uFillTx/>
                <a:latin typeface="Consolas"/>
                <a:ea typeface="Consolas"/>
                <a:cs typeface="Consolas"/>
              </a:rPr>
              <a:t>PRIMARY KEY</a:t>
            </a:r>
            <a:r>
              <a:rPr kumimoji="0" sz="1800" b="0" i="0" u="none" strike="noStrike" kern="0" cap="none" spc="0" normalizeH="0" baseline="0" noProof="0">
                <a:ln>
                  <a:noFill/>
                </a:ln>
                <a:solidFill>
                  <a:srgbClr val="000000"/>
                </a:solidFill>
                <a:effectLst/>
                <a:uLnTx/>
                <a:uFillTx/>
                <a:latin typeface="Consolas"/>
                <a:ea typeface="Consolas"/>
                <a:cs typeface="Consolas"/>
              </a:rPr>
              <a:t>,</a:t>
            </a:r>
            <a:endParaRPr kumimoji="0" sz="24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0" cap="none" spc="0" normalizeH="0" baseline="0" noProof="0">
                <a:ln>
                  <a:noFill/>
                </a:ln>
                <a:solidFill>
                  <a:srgbClr val="000000"/>
                </a:solidFill>
                <a:effectLst/>
                <a:uLnTx/>
                <a:uFillTx/>
                <a:latin typeface="Consolas"/>
                <a:ea typeface="Consolas"/>
                <a:cs typeface="Consolas"/>
              </a:rPr>
              <a:t>    title </a:t>
            </a:r>
            <a:r>
              <a:rPr kumimoji="0" sz="1800" b="0" i="0" u="none" strike="noStrike" kern="0" cap="none" spc="0" normalizeH="0" baseline="0" noProof="0">
                <a:ln>
                  <a:noFill/>
                </a:ln>
                <a:solidFill>
                  <a:srgbClr val="0000FF"/>
                </a:solidFill>
                <a:effectLst/>
                <a:uLnTx/>
                <a:uFillTx/>
                <a:latin typeface="Consolas"/>
                <a:ea typeface="Consolas"/>
                <a:cs typeface="Consolas"/>
              </a:rPr>
              <a:t>TEXT</a:t>
            </a:r>
            <a:r>
              <a:rPr kumimoji="0" sz="1800" b="0" i="0" u="none" strike="noStrike" kern="0" cap="none" spc="0" normalizeH="0" baseline="0" noProof="0">
                <a:ln>
                  <a:noFill/>
                </a:ln>
                <a:solidFill>
                  <a:srgbClr val="000000"/>
                </a:solidFill>
                <a:effectLst/>
                <a:uLnTx/>
                <a:uFillTx/>
                <a:latin typeface="Consolas"/>
                <a:ea typeface="Consolas"/>
                <a:cs typeface="Consolas"/>
              </a:rPr>
              <a:t> </a:t>
            </a:r>
            <a:r>
              <a:rPr kumimoji="0" sz="1800" b="0" i="0" u="none" strike="noStrike" kern="0" cap="none" spc="0" normalizeH="0" baseline="0" noProof="0">
                <a:ln>
                  <a:noFill/>
                </a:ln>
                <a:solidFill>
                  <a:srgbClr val="0000FF"/>
                </a:solidFill>
                <a:effectLst/>
                <a:uLnTx/>
                <a:uFillTx/>
                <a:latin typeface="Consolas"/>
                <a:ea typeface="Consolas"/>
                <a:cs typeface="Consolas"/>
              </a:rPr>
              <a:t>NOT NULL</a:t>
            </a:r>
            <a:r>
              <a:rPr kumimoji="0" sz="1800" b="0" i="0" u="none" strike="noStrike" kern="0" cap="none" spc="0" normalizeH="0" baseline="0" noProof="0">
                <a:ln>
                  <a:noFill/>
                </a:ln>
                <a:solidFill>
                  <a:srgbClr val="000000"/>
                </a:solidFill>
                <a:effectLst/>
                <a:uLnTx/>
                <a:uFillTx/>
                <a:latin typeface="Consolas"/>
                <a:ea typeface="Consolas"/>
                <a:cs typeface="Consolas"/>
              </a:rPr>
              <a:t>,</a:t>
            </a:r>
            <a:endParaRPr kumimoji="0" sz="24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0" cap="none" spc="0" normalizeH="0" baseline="0" noProof="0">
                <a:ln>
                  <a:noFill/>
                </a:ln>
                <a:solidFill>
                  <a:srgbClr val="000000"/>
                </a:solidFill>
                <a:effectLst/>
                <a:uLnTx/>
                <a:uFillTx/>
                <a:latin typeface="Consolas"/>
                <a:ea typeface="Consolas"/>
                <a:cs typeface="Consolas"/>
              </a:rPr>
              <a:t>    content </a:t>
            </a:r>
            <a:r>
              <a:rPr kumimoji="0" sz="1800" b="0" i="0" u="none" strike="noStrike" kern="0" cap="none" spc="0" normalizeH="0" baseline="0" noProof="0">
                <a:ln>
                  <a:noFill/>
                </a:ln>
                <a:solidFill>
                  <a:srgbClr val="0000FF"/>
                </a:solidFill>
                <a:effectLst/>
                <a:uLnTx/>
                <a:uFillTx/>
                <a:latin typeface="Consolas"/>
                <a:ea typeface="Consolas"/>
                <a:cs typeface="Consolas"/>
              </a:rPr>
              <a:t>TEXT</a:t>
            </a:r>
            <a:r>
              <a:rPr kumimoji="0" sz="1800" b="0" i="0" u="none" strike="noStrike" kern="0" cap="none" spc="0" normalizeH="0" baseline="0" noProof="0">
                <a:ln>
                  <a:noFill/>
                </a:ln>
                <a:solidFill>
                  <a:srgbClr val="000000"/>
                </a:solidFill>
                <a:effectLst/>
                <a:uLnTx/>
                <a:uFillTx/>
                <a:latin typeface="Consolas"/>
                <a:ea typeface="Consolas"/>
                <a:cs typeface="Consolas"/>
              </a:rPr>
              <a:t>,</a:t>
            </a:r>
            <a:endParaRPr kumimoji="0" sz="24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0" cap="none" spc="0" normalizeH="0" baseline="0" noProof="0">
                <a:ln>
                  <a:noFill/>
                </a:ln>
                <a:solidFill>
                  <a:srgbClr val="000000"/>
                </a:solidFill>
                <a:effectLst/>
                <a:uLnTx/>
                <a:uFillTx/>
                <a:latin typeface="Consolas"/>
                <a:ea typeface="Consolas"/>
                <a:cs typeface="Consolas"/>
              </a:rPr>
              <a:t>    category </a:t>
            </a:r>
            <a:r>
              <a:rPr kumimoji="0" sz="1800" b="0" i="0" u="none" strike="noStrike" kern="0" cap="none" spc="0" normalizeH="0" baseline="0" noProof="0">
                <a:ln>
                  <a:noFill/>
                </a:ln>
                <a:solidFill>
                  <a:srgbClr val="0000FF"/>
                </a:solidFill>
                <a:effectLst/>
                <a:uLnTx/>
                <a:uFillTx/>
                <a:latin typeface="Consolas"/>
                <a:ea typeface="Consolas"/>
                <a:cs typeface="Consolas"/>
              </a:rPr>
              <a:t>TEXT</a:t>
            </a:r>
            <a:r>
              <a:rPr kumimoji="0" sz="1800" b="0" i="0" u="none" strike="noStrike" kern="0" cap="none" spc="0" normalizeH="0" baseline="0" noProof="0">
                <a:ln>
                  <a:noFill/>
                </a:ln>
                <a:solidFill>
                  <a:srgbClr val="000000"/>
                </a:solidFill>
                <a:effectLst/>
                <a:uLnTx/>
                <a:uFillTx/>
                <a:latin typeface="Consolas"/>
                <a:ea typeface="Consolas"/>
                <a:cs typeface="Consolas"/>
              </a:rPr>
              <a:t>,</a:t>
            </a:r>
            <a:endParaRPr kumimoji="0" sz="24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0" cap="none" spc="0" normalizeH="0" baseline="0" noProof="0">
                <a:ln>
                  <a:noFill/>
                </a:ln>
                <a:solidFill>
                  <a:srgbClr val="000000"/>
                </a:solidFill>
                <a:effectLst/>
                <a:uLnTx/>
                <a:uFillTx/>
                <a:latin typeface="Consolas"/>
                <a:ea typeface="Consolas"/>
                <a:cs typeface="Consolas"/>
              </a:rPr>
              <a:t>    embedding </a:t>
            </a:r>
            <a:r>
              <a:rPr kumimoji="0" sz="1800" b="0" i="0" u="none" strike="noStrike" kern="0" cap="none" spc="0" normalizeH="0" baseline="0" noProof="0">
                <a:ln>
                  <a:noFill/>
                </a:ln>
                <a:solidFill>
                  <a:srgbClr val="0000FF"/>
                </a:solidFill>
                <a:effectLst/>
                <a:uLnTx/>
                <a:uFillTx/>
                <a:latin typeface="Consolas"/>
                <a:ea typeface="Consolas"/>
                <a:cs typeface="Consolas"/>
              </a:rPr>
              <a:t>vector</a:t>
            </a:r>
            <a:r>
              <a:rPr kumimoji="0" sz="1800" b="0" i="0" u="none" strike="noStrike" kern="0" cap="none" spc="0" normalizeH="0" baseline="0" noProof="0">
                <a:ln>
                  <a:noFill/>
                </a:ln>
                <a:solidFill>
                  <a:srgbClr val="000000"/>
                </a:solidFill>
                <a:effectLst/>
                <a:uLnTx/>
                <a:uFillTx/>
                <a:latin typeface="Consolas"/>
                <a:ea typeface="Consolas"/>
                <a:cs typeface="Consolas"/>
              </a:rPr>
              <a:t>(</a:t>
            </a:r>
            <a:r>
              <a:rPr kumimoji="0" sz="1800" b="0" i="0" u="none" strike="noStrike" kern="0" cap="none" spc="0" normalizeH="0" baseline="0" noProof="0">
                <a:ln>
                  <a:noFill/>
                </a:ln>
                <a:solidFill>
                  <a:srgbClr val="098658"/>
                </a:solidFill>
                <a:effectLst/>
                <a:uLnTx/>
                <a:uFillTx/>
                <a:latin typeface="Consolas"/>
                <a:ea typeface="Consolas"/>
                <a:cs typeface="Consolas"/>
              </a:rPr>
              <a:t>1536</a:t>
            </a:r>
            <a:r>
              <a:rPr kumimoji="0" sz="1800" b="0" i="0" u="none" strike="noStrike" kern="0" cap="none" spc="0" normalizeH="0" baseline="0" noProof="0">
                <a:ln>
                  <a:noFill/>
                </a:ln>
                <a:solidFill>
                  <a:srgbClr val="000000"/>
                </a:solidFill>
                <a:effectLst/>
                <a:uLnTx/>
                <a:uFillTx/>
                <a:latin typeface="Consolas"/>
                <a:ea typeface="Consolas"/>
                <a:cs typeface="Consolas"/>
              </a:rPr>
              <a:t>)</a:t>
            </a:r>
            <a:endParaRPr kumimoji="0" sz="24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0" cap="none" spc="0" normalizeH="0" baseline="0" noProof="0">
                <a:ln>
                  <a:noFill/>
                </a:ln>
                <a:solidFill>
                  <a:srgbClr val="000000"/>
                </a:solidFill>
                <a:effectLst/>
                <a:uLnTx/>
                <a:uFillTx/>
                <a:latin typeface="Consolas"/>
                <a:ea typeface="Consolas"/>
                <a:cs typeface="Consolas"/>
              </a:rPr>
              <a:t>);</a:t>
            </a:r>
            <a:endParaRPr kumimoji="0" sz="2400" b="0" i="0" u="none" strike="noStrike" kern="0" cap="none" spc="0" normalizeH="0" baseline="0" noProof="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23158053"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Perform fast vector similarity search</a:t>
            </a:r>
            <a:endParaRPr/>
          </a:p>
        </p:txBody>
      </p:sp>
      <p:sp>
        <p:nvSpPr>
          <p:cNvPr id="1545450000" name="TextBox 2"/>
          <p:cNvSpPr txBox="1"/>
          <p:nvPr/>
        </p:nvSpPr>
        <p:spPr bwMode="auto">
          <a:xfrm>
            <a:off x="457200" y="1225296"/>
            <a:ext cx="5172363" cy="4952029"/>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2200" b="0" i="0" u="none" strike="noStrike" kern="0" cap="none" spc="0" normalizeH="0" baseline="0" noProof="0">
                <a:ln>
                  <a:noFill/>
                </a:ln>
                <a:solidFill>
                  <a:prstClr val="black"/>
                </a:solidFill>
                <a:effectLst/>
                <a:uLnTx/>
                <a:uFillTx/>
                <a:latin typeface="Segoe UI Semibold"/>
                <a:ea typeface="Segoe UI Semibold"/>
                <a:cs typeface="Segoe UI Semibold"/>
              </a:rPr>
              <a:t>IVFFlat</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Clusters vectors into partitioned lists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Requires existing data for creation</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Faster builds, lower memory</a:t>
            </a:r>
            <a:endParaRPr kumimoji="0" sz="18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USING</a:t>
            </a:r>
            <a:r>
              <a:rPr kumimoji="0" sz="1600" b="0" i="0" u="none" strike="noStrike" kern="0" cap="none" spc="0" normalizeH="0" baseline="0" noProof="0">
                <a:ln>
                  <a:noFill/>
                </a:ln>
                <a:solidFill>
                  <a:srgbClr val="000000"/>
                </a:solidFill>
                <a:effectLst/>
                <a:uLnTx/>
                <a:uFillTx/>
                <a:latin typeface="Consolas"/>
                <a:ea typeface="Consolas"/>
                <a:cs typeface="Consolas"/>
              </a:rPr>
              <a:t> ivfflat (embedding vector_cosine_ops)</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WITH</a:t>
            </a:r>
            <a:r>
              <a:rPr kumimoji="0" sz="1600" b="0" i="0" u="none" strike="noStrike" kern="0" cap="none" spc="0" normalizeH="0" baseline="0" noProof="0">
                <a:ln>
                  <a:noFill/>
                </a:ln>
                <a:solidFill>
                  <a:srgbClr val="000000"/>
                </a:solidFill>
                <a:effectLst/>
                <a:uLnTx/>
                <a:uFillTx/>
                <a:latin typeface="Consolas"/>
                <a:ea typeface="Consolas"/>
                <a:cs typeface="Consolas"/>
              </a:rPr>
              <a:t> (lists = </a:t>
            </a:r>
            <a:r>
              <a:rPr kumimoji="0" sz="1600" b="0" i="0" u="none" strike="noStrike" kern="0" cap="none" spc="0" normalizeH="0" baseline="0" noProof="0">
                <a:ln>
                  <a:noFill/>
                </a:ln>
                <a:solidFill>
                  <a:srgbClr val="098658"/>
                </a:solidFill>
                <a:effectLst/>
                <a:uLnTx/>
                <a:uFillTx/>
                <a:latin typeface="Consolas"/>
                <a:ea typeface="Consolas"/>
                <a:cs typeface="Consolas"/>
              </a:rPr>
              <a:t>100</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1800" b="0" i="0" u="none" strike="noStrike" kern="0" cap="none" spc="0" normalizeH="0" baseline="0" noProof="0">
              <a:ln>
                <a:noFill/>
              </a:ln>
              <a:solidFill>
                <a:prstClr val="black"/>
              </a:solidFill>
              <a:effectLst/>
              <a:uLnTx/>
              <a:uFillTx/>
              <a:latin typeface="Segoe UI"/>
              <a:cs typeface="Segoe UI"/>
            </a:endParaRPr>
          </a:p>
        </p:txBody>
      </p:sp>
      <p:sp>
        <p:nvSpPr>
          <p:cNvPr id="2042364193" name="TextBox 2"/>
          <p:cNvSpPr txBox="1"/>
          <p:nvPr/>
        </p:nvSpPr>
        <p:spPr bwMode="auto">
          <a:xfrm>
            <a:off x="6357444" y="1225296"/>
            <a:ext cx="5172363" cy="4952028"/>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8"/>
              </a:spcAft>
              <a:buClrTx/>
              <a:buSzTx/>
              <a:buFontTx/>
              <a:buNone/>
              <a:tabLst/>
              <a:defRPr/>
            </a:pPr>
            <a:r>
              <a:rPr kumimoji="0" lang="en-US" sz="2200" b="0" i="0" u="none" strike="noStrike" kern="0" cap="none" spc="0" normalizeH="0" baseline="0" noProof="0">
                <a:ln>
                  <a:noFill/>
                </a:ln>
                <a:solidFill>
                  <a:prstClr val="black"/>
                </a:solidFill>
                <a:effectLst/>
                <a:uLnTx/>
                <a:uFillTx/>
                <a:latin typeface="Segoe UI Semibold"/>
                <a:ea typeface="Segoe UI Semibold"/>
                <a:cs typeface="Segoe UI Semibold"/>
              </a:rPr>
              <a:t>HNSW</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Multi-layer navigable graph structure</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Indexes empty tables incrementally</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Higher recall and query performance</a:t>
            </a:r>
            <a:endParaRPr kumimoji="0" sz="18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USING</a:t>
            </a:r>
            <a:r>
              <a:rPr kumimoji="0" sz="1600" b="0" i="0" u="none" strike="noStrike" kern="0" cap="none" spc="0" normalizeH="0" baseline="0" noProof="0">
                <a:ln>
                  <a:noFill/>
                </a:ln>
                <a:solidFill>
                  <a:srgbClr val="000000"/>
                </a:solidFill>
                <a:effectLst/>
                <a:uLnTx/>
                <a:uFillTx/>
                <a:latin typeface="Consolas"/>
                <a:ea typeface="Consolas"/>
                <a:cs typeface="Consolas"/>
              </a:rPr>
              <a:t> hnsw (embedding vector_cosine_ops)</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WITH</a:t>
            </a:r>
            <a:r>
              <a:rPr kumimoji="0" sz="1600" b="0" i="0" u="none" strike="noStrike" kern="0" cap="none" spc="0" normalizeH="0" baseline="0" noProof="0">
                <a:ln>
                  <a:noFill/>
                </a:ln>
                <a:solidFill>
                  <a:srgbClr val="000000"/>
                </a:solidFill>
                <a:effectLst/>
                <a:uLnTx/>
                <a:uFillTx/>
                <a:latin typeface="Consolas"/>
                <a:ea typeface="Consolas"/>
                <a:cs typeface="Consolas"/>
              </a:rPr>
              <a:t> (m = </a:t>
            </a:r>
            <a:r>
              <a:rPr kumimoji="0" sz="1600" b="0" i="0" u="none" strike="noStrike" kern="0" cap="none" spc="0" normalizeH="0" baseline="0" noProof="0">
                <a:ln>
                  <a:noFill/>
                </a:ln>
                <a:solidFill>
                  <a:srgbClr val="098658"/>
                </a:solidFill>
                <a:effectLst/>
                <a:uLnTx/>
                <a:uFillTx/>
                <a:latin typeface="Consolas"/>
                <a:ea typeface="Consolas"/>
                <a:cs typeface="Consolas"/>
              </a:rPr>
              <a:t>16</a:t>
            </a:r>
            <a:r>
              <a:rPr kumimoji="0" sz="1600" b="0" i="0" u="none" strike="noStrike" kern="0" cap="none" spc="0" normalizeH="0" baseline="0" noProof="0">
                <a:ln>
                  <a:noFill/>
                </a:ln>
                <a:solidFill>
                  <a:srgbClr val="000000"/>
                </a:solidFill>
                <a:effectLst/>
                <a:uLnTx/>
                <a:uFillTx/>
                <a:latin typeface="Consolas"/>
                <a:ea typeface="Consolas"/>
                <a:cs typeface="Consolas"/>
              </a:rPr>
              <a:t>, ef_construction = </a:t>
            </a:r>
            <a:r>
              <a:rPr kumimoji="0" sz="1600" b="0" i="0" u="none" strike="noStrike" kern="0" cap="none" spc="0" normalizeH="0" baseline="0" noProof="0">
                <a:ln>
                  <a:noFill/>
                </a:ln>
                <a:solidFill>
                  <a:srgbClr val="098658"/>
                </a:solidFill>
                <a:effectLst/>
                <a:uLnTx/>
                <a:uFillTx/>
                <a:latin typeface="Consolas"/>
                <a:ea typeface="Consolas"/>
                <a:cs typeface="Consolas"/>
              </a:rPr>
              <a:t>64</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1800" b="0" i="0" u="none" strike="noStrike" kern="0" cap="none" spc="0" normalizeH="0" baseline="0" noProof="0">
              <a:ln>
                <a:noFill/>
              </a:ln>
              <a:solidFill>
                <a:prstClr val="black"/>
              </a:solidFill>
              <a:effectLst/>
              <a:uLnTx/>
              <a:uFillTx/>
              <a:latin typeface="Segoe UI"/>
              <a:cs typeface="Segoe UI"/>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8544590"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Manage index lifecycle and embedding updates</a:t>
            </a:r>
            <a:endParaRPr lang="en-US"/>
          </a:p>
        </p:txBody>
      </p:sp>
      <p:sp>
        <p:nvSpPr>
          <p:cNvPr id="1951858630" name="TextBox 2"/>
          <p:cNvSpPr txBox="1"/>
          <p:nvPr/>
        </p:nvSpPr>
        <p:spPr bwMode="auto">
          <a:xfrm>
            <a:off x="457199" y="1226085"/>
            <a:ext cx="4807572" cy="4405827"/>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Index maintenance:</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Monitor with pg_stat_user_indexes for usage and size</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Rebuild when data distribution shifts significantly</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Use CREATE INDEX CONCURRENTLY for zero-downtime rebuilds</a:t>
            </a:r>
            <a:endParaRPr kumimoji="0" lang="en-US"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Embedding updates: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Batch updates in 1,000-5,000 row transactions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Use a stale flag column for async refresh</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Parallel column strategy for model migrations</a:t>
            </a:r>
            <a:endParaRPr kumimoji="0" sz="1800" b="0" i="0" u="none" strike="noStrike" kern="0" cap="none" spc="0" normalizeH="0" baseline="0" noProof="0">
              <a:ln>
                <a:noFill/>
              </a:ln>
              <a:solidFill>
                <a:prstClr val="black"/>
              </a:solidFill>
              <a:effectLst/>
              <a:uLnTx/>
              <a:uFillTx/>
              <a:latin typeface="Segoe UI"/>
              <a:cs typeface="Segoe UI"/>
            </a:endParaRPr>
          </a:p>
        </p:txBody>
      </p:sp>
      <p:pic>
        <p:nvPicPr>
          <p:cNvPr id="1525004375" name="Picture 1" descr="Five migration steps: add new vector column, create index, backfill embeddings in batches, validate search quality, drop old column and index"/>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6318504" y="1225296"/>
            <a:ext cx="5001767" cy="4279391"/>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19923790"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Run vector similarity search for semantic retrieval</a:t>
            </a:r>
            <a:endParaRPr/>
          </a:p>
        </p:txBody>
      </p:sp>
      <p:sp>
        <p:nvSpPr>
          <p:cNvPr id="1589205196" name="TextBox 2"/>
          <p:cNvSpPr txBox="1"/>
          <p:nvPr/>
        </p:nvSpPr>
        <p:spPr bwMode="auto">
          <a:xfrm>
            <a:off x="457200" y="1225296"/>
            <a:ext cx="5019179" cy="4952028"/>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Refining results:</a:t>
            </a:r>
            <a:endParaRPr kumimoji="0" lang="en-US" sz="1800" b="0" i="0" u="none" strike="noStrike" kern="0" cap="none" spc="0" normalizeH="0" baseline="0" noProof="0">
              <a:ln>
                <a:noFill/>
              </a:ln>
              <a:solidFill>
                <a:prstClr val="black"/>
              </a:solidFill>
              <a:effectLst/>
              <a:uLnTx/>
              <a:uFillTx/>
              <a:latin typeface="Segoe UI"/>
              <a:cs typeface="Segoe UI"/>
            </a:endParaRPr>
          </a:p>
          <a:p>
            <a:pPr marL="283879" marR="0" lvl="0" indent="-283879"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Combine vector similarity with WHERE clauses on metadata</a:t>
            </a:r>
            <a:endParaRPr kumimoji="0" lang="en-US" sz="1800" b="0" i="0" u="none" strike="noStrike" kern="0" cap="none" spc="0" normalizeH="0" baseline="0" noProof="0">
              <a:ln>
                <a:noFill/>
              </a:ln>
              <a:solidFill>
                <a:prstClr val="black"/>
              </a:solidFill>
              <a:effectLst/>
              <a:uLnTx/>
              <a:uFillTx/>
              <a:latin typeface="Segoe UI"/>
              <a:cs typeface="Segoe UI"/>
            </a:endParaRPr>
          </a:p>
          <a:p>
            <a:pPr marL="283879" marR="0" lvl="0" indent="-283879"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Set distance thresholds to prevent low-relevance results</a:t>
            </a:r>
            <a:endParaRPr kumimoji="0" lang="en-US" sz="1800" b="0" i="0" u="none" strike="noStrike" kern="0" cap="none" spc="0" normalizeH="0" baseline="0" noProof="0">
              <a:ln>
                <a:noFill/>
              </a:ln>
              <a:solidFill>
                <a:prstClr val="black"/>
              </a:solidFill>
              <a:effectLst/>
              <a:uLnTx/>
              <a:uFillTx/>
              <a:latin typeface="Segoe UI"/>
              <a:cs typeface="Segoe UI"/>
            </a:endParaRPr>
          </a:p>
          <a:p>
            <a:pPr marL="283879" marR="0" lvl="0" indent="-283879"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Add B-tree indexes on frequently filtered columns</a:t>
            </a:r>
            <a:endParaRPr kumimoji="0" lang="en-US"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Hybrid search:</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Combine vector similarity with full-text search for lexical matches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Reciprocal Rank Fusion balances different scoring scales</a:t>
            </a:r>
            <a:endParaRPr kumimoji="0" sz="1800" b="0" i="0" u="none" strike="noStrike" kern="0" cap="none" spc="0" normalizeH="0" baseline="0" noProof="0">
              <a:ln>
                <a:noFill/>
              </a:ln>
              <a:solidFill>
                <a:prstClr val="black"/>
              </a:solidFill>
              <a:effectLst/>
              <a:uLnTx/>
              <a:uFillTx/>
              <a:latin typeface="Segoe UI"/>
              <a:cs typeface="Segoe UI"/>
            </a:endParaRPr>
          </a:p>
        </p:txBody>
      </p:sp>
      <p:pic>
        <p:nvPicPr>
          <p:cNvPr id="1444369441" name="Picture 1" descr="Diagram showing user query branching into vector similarity and full-text search paths, merges through rank fusion, returns combined results"/>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6336792" y="1106424"/>
            <a:ext cx="4727447" cy="4498847"/>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90234893"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Implement retrieval patterns for RAG pipelines</a:t>
            </a:r>
            <a:endParaRPr/>
          </a:p>
        </p:txBody>
      </p:sp>
      <p:sp>
        <p:nvSpPr>
          <p:cNvPr id="547969842" name="TextBox 2"/>
          <p:cNvSpPr txBox="1"/>
          <p:nvPr/>
        </p:nvSpPr>
        <p:spPr bwMode="auto">
          <a:xfrm>
            <a:off x="457200" y="1225296"/>
            <a:ext cx="5019179" cy="4952028"/>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RAG retriever design:</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Separate source_documents and document_chunks tables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Link chunks to sources for citation metadata</a:t>
            </a:r>
            <a:endParaRPr kumimoji="0" lang="en-US"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Retrieval patterns: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Fetch adjacent chunks for surrounding context</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Track cumulative token counts to stay within LLM limits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Measure precision, recall, and MRR to evaluate quality</a:t>
            </a:r>
            <a:endParaRPr kumimoji="0" sz="1800" b="0" i="0" u="none" strike="noStrike" kern="0" cap="none" spc="0" normalizeH="0" baseline="0" noProof="0">
              <a:ln>
                <a:noFill/>
              </a:ln>
              <a:solidFill>
                <a:prstClr val="black"/>
              </a:solidFill>
              <a:effectLst/>
              <a:uLnTx/>
              <a:uFillTx/>
              <a:latin typeface="Segoe UI"/>
              <a:cs typeface="Segoe UI"/>
            </a:endParaRPr>
          </a:p>
        </p:txBody>
      </p:sp>
      <p:sp>
        <p:nvSpPr>
          <p:cNvPr id="938149355" name=" 891843485"/>
          <p:cNvSpPr/>
          <p:nvPr/>
        </p:nvSpPr>
        <p:spPr bwMode="auto">
          <a:xfrm>
            <a:off x="6485355" y="1225296"/>
            <a:ext cx="4609288" cy="256067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0" cap="none" spc="0" normalizeH="0" baseline="0" noProof="0">
                <a:ln>
                  <a:noFill/>
                </a:ln>
                <a:solidFill>
                  <a:srgbClr val="0000FF"/>
                </a:solidFill>
                <a:effectLst/>
                <a:uLnTx/>
                <a:uFillTx/>
                <a:latin typeface="Consolas"/>
                <a:ea typeface="Consolas"/>
                <a:cs typeface="Consolas"/>
              </a:rPr>
              <a:t>CREATE</a:t>
            </a:r>
            <a:r>
              <a:rPr kumimoji="0" sz="1800" b="0" i="0" u="none" strike="noStrike" kern="0" cap="none" spc="0" normalizeH="0" baseline="0" noProof="0">
                <a:ln>
                  <a:noFill/>
                </a:ln>
                <a:solidFill>
                  <a:srgbClr val="000000"/>
                </a:solidFill>
                <a:effectLst/>
                <a:uLnTx/>
                <a:uFillTx/>
                <a:latin typeface="Consolas"/>
                <a:ea typeface="Consolas"/>
                <a:cs typeface="Consolas"/>
              </a:rPr>
              <a:t> </a:t>
            </a:r>
            <a:r>
              <a:rPr kumimoji="0" sz="1800" b="0" i="0" u="none" strike="noStrike" kern="0" cap="none" spc="0" normalizeH="0" baseline="0" noProof="0">
                <a:ln>
                  <a:noFill/>
                </a:ln>
                <a:solidFill>
                  <a:srgbClr val="0000FF"/>
                </a:solidFill>
                <a:effectLst/>
                <a:uLnTx/>
                <a:uFillTx/>
                <a:latin typeface="Consolas"/>
                <a:ea typeface="Consolas"/>
                <a:cs typeface="Consolas"/>
              </a:rPr>
              <a:t>TABLE</a:t>
            </a:r>
            <a:r>
              <a:rPr kumimoji="0" sz="1800" b="0" i="0" u="none" strike="noStrike" kern="0" cap="none" spc="0" normalizeH="0" baseline="0" noProof="0">
                <a:ln>
                  <a:noFill/>
                </a:ln>
                <a:solidFill>
                  <a:srgbClr val="000000"/>
                </a:solidFill>
                <a:effectLst/>
                <a:uLnTx/>
                <a:uFillTx/>
                <a:latin typeface="Consolas"/>
                <a:ea typeface="Consolas"/>
                <a:cs typeface="Consolas"/>
              </a:rPr>
              <a:t> document_chunks (</a:t>
            </a:r>
            <a:endParaRPr kumimoji="0" sz="24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0" cap="none" spc="0" normalizeH="0" baseline="0" noProof="0">
                <a:ln>
                  <a:noFill/>
                </a:ln>
                <a:solidFill>
                  <a:srgbClr val="000000"/>
                </a:solidFill>
                <a:effectLst/>
                <a:uLnTx/>
                <a:uFillTx/>
                <a:latin typeface="Consolas"/>
                <a:ea typeface="Consolas"/>
                <a:cs typeface="Consolas"/>
              </a:rPr>
              <a:t>    id </a:t>
            </a:r>
            <a:r>
              <a:rPr kumimoji="0" sz="1800" b="0" i="0" u="none" strike="noStrike" kern="0" cap="none" spc="0" normalizeH="0" baseline="0" noProof="0">
                <a:ln>
                  <a:noFill/>
                </a:ln>
                <a:solidFill>
                  <a:srgbClr val="0000FF"/>
                </a:solidFill>
                <a:effectLst/>
                <a:uLnTx/>
                <a:uFillTx/>
                <a:latin typeface="Consolas"/>
                <a:ea typeface="Consolas"/>
                <a:cs typeface="Consolas"/>
              </a:rPr>
              <a:t>SERIAL</a:t>
            </a:r>
            <a:r>
              <a:rPr kumimoji="0" sz="1800" b="0" i="0" u="none" strike="noStrike" kern="0" cap="none" spc="0" normalizeH="0" baseline="0" noProof="0">
                <a:ln>
                  <a:noFill/>
                </a:ln>
                <a:solidFill>
                  <a:srgbClr val="000000"/>
                </a:solidFill>
                <a:effectLst/>
                <a:uLnTx/>
                <a:uFillTx/>
                <a:latin typeface="Consolas"/>
                <a:ea typeface="Consolas"/>
                <a:cs typeface="Consolas"/>
              </a:rPr>
              <a:t> </a:t>
            </a:r>
            <a:r>
              <a:rPr kumimoji="0" sz="1800" b="0" i="0" u="none" strike="noStrike" kern="0" cap="none" spc="0" normalizeH="0" baseline="0" noProof="0">
                <a:ln>
                  <a:noFill/>
                </a:ln>
                <a:solidFill>
                  <a:srgbClr val="0000FF"/>
                </a:solidFill>
                <a:effectLst/>
                <a:uLnTx/>
                <a:uFillTx/>
                <a:latin typeface="Consolas"/>
                <a:ea typeface="Consolas"/>
                <a:cs typeface="Consolas"/>
              </a:rPr>
              <a:t>PRIMARY KEY</a:t>
            </a:r>
            <a:r>
              <a:rPr kumimoji="0" sz="1800" b="0" i="0" u="none" strike="noStrike" kern="0" cap="none" spc="0" normalizeH="0" baseline="0" noProof="0">
                <a:ln>
                  <a:noFill/>
                </a:ln>
                <a:solidFill>
                  <a:srgbClr val="000000"/>
                </a:solidFill>
                <a:effectLst/>
                <a:uLnTx/>
                <a:uFillTx/>
                <a:latin typeface="Consolas"/>
                <a:ea typeface="Consolas"/>
                <a:cs typeface="Consolas"/>
              </a:rPr>
              <a:t>,</a:t>
            </a:r>
            <a:endParaRPr kumimoji="0" sz="24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0" cap="none" spc="0" normalizeH="0" baseline="0" noProof="0">
                <a:ln>
                  <a:noFill/>
                </a:ln>
                <a:solidFill>
                  <a:srgbClr val="000000"/>
                </a:solidFill>
                <a:effectLst/>
                <a:uLnTx/>
                <a:uFillTx/>
                <a:latin typeface="Consolas"/>
                <a:ea typeface="Consolas"/>
                <a:cs typeface="Consolas"/>
              </a:rPr>
              <a:t>    document_id </a:t>
            </a:r>
            <a:r>
              <a:rPr kumimoji="0" sz="1800" b="0" i="0" u="none" strike="noStrike" kern="0" cap="none" spc="0" normalizeH="0" baseline="0" noProof="0">
                <a:ln>
                  <a:noFill/>
                </a:ln>
                <a:solidFill>
                  <a:srgbClr val="0000FF"/>
                </a:solidFill>
                <a:effectLst/>
                <a:uLnTx/>
                <a:uFillTx/>
                <a:latin typeface="Consolas"/>
                <a:ea typeface="Consolas"/>
                <a:cs typeface="Consolas"/>
              </a:rPr>
              <a:t>INT</a:t>
            </a:r>
            <a:r>
              <a:rPr kumimoji="0" sz="1800" b="0" i="0" u="none" strike="noStrike" kern="0" cap="none" spc="0" normalizeH="0" baseline="0" noProof="0">
                <a:ln>
                  <a:noFill/>
                </a:ln>
                <a:solidFill>
                  <a:srgbClr val="000000"/>
                </a:solidFill>
                <a:effectLst/>
                <a:uLnTx/>
                <a:uFillTx/>
                <a:latin typeface="Consolas"/>
                <a:ea typeface="Consolas"/>
                <a:cs typeface="Consolas"/>
              </a:rPr>
              <a:t> </a:t>
            </a:r>
            <a:r>
              <a:rPr kumimoji="0" sz="1800" b="0" i="0" u="none" strike="noStrike" kern="0" cap="none" spc="0" normalizeH="0" baseline="0" noProof="0">
                <a:ln>
                  <a:noFill/>
                </a:ln>
                <a:solidFill>
                  <a:srgbClr val="0000FF"/>
                </a:solidFill>
                <a:effectLst/>
                <a:uLnTx/>
                <a:uFillTx/>
                <a:latin typeface="Consolas"/>
                <a:ea typeface="Consolas"/>
                <a:cs typeface="Consolas"/>
              </a:rPr>
              <a:t>REFERENCES</a:t>
            </a:r>
            <a:endParaRPr kumimoji="0" sz="24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0" cap="none" spc="0" normalizeH="0" baseline="0" noProof="0">
                <a:ln>
                  <a:noFill/>
                </a:ln>
                <a:solidFill>
                  <a:srgbClr val="000000"/>
                </a:solidFill>
                <a:effectLst/>
                <a:uLnTx/>
                <a:uFillTx/>
                <a:latin typeface="Consolas"/>
                <a:ea typeface="Consolas"/>
                <a:cs typeface="Consolas"/>
              </a:rPr>
              <a:t>        source_documents(id),</a:t>
            </a:r>
            <a:endParaRPr kumimoji="0" sz="24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0" cap="none" spc="0" normalizeH="0" baseline="0" noProof="0">
                <a:ln>
                  <a:noFill/>
                </a:ln>
                <a:solidFill>
                  <a:srgbClr val="000000"/>
                </a:solidFill>
                <a:effectLst/>
                <a:uLnTx/>
                <a:uFillTx/>
                <a:latin typeface="Consolas"/>
                <a:ea typeface="Consolas"/>
                <a:cs typeface="Consolas"/>
              </a:rPr>
              <a:t>    chunk_index </a:t>
            </a:r>
            <a:r>
              <a:rPr kumimoji="0" sz="1800" b="0" i="0" u="none" strike="noStrike" kern="0" cap="none" spc="0" normalizeH="0" baseline="0" noProof="0">
                <a:ln>
                  <a:noFill/>
                </a:ln>
                <a:solidFill>
                  <a:srgbClr val="0000FF"/>
                </a:solidFill>
                <a:effectLst/>
                <a:uLnTx/>
                <a:uFillTx/>
                <a:latin typeface="Consolas"/>
                <a:ea typeface="Consolas"/>
                <a:cs typeface="Consolas"/>
              </a:rPr>
              <a:t>INT</a:t>
            </a:r>
            <a:r>
              <a:rPr kumimoji="0" sz="1800" b="0" i="0" u="none" strike="noStrike" kern="0" cap="none" spc="0" normalizeH="0" baseline="0" noProof="0">
                <a:ln>
                  <a:noFill/>
                </a:ln>
                <a:solidFill>
                  <a:srgbClr val="000000"/>
                </a:solidFill>
                <a:effectLst/>
                <a:uLnTx/>
                <a:uFillTx/>
                <a:latin typeface="Consolas"/>
                <a:ea typeface="Consolas"/>
                <a:cs typeface="Consolas"/>
              </a:rPr>
              <a:t> </a:t>
            </a:r>
            <a:r>
              <a:rPr kumimoji="0" sz="1800" b="0" i="0" u="none" strike="noStrike" kern="0" cap="none" spc="0" normalizeH="0" baseline="0" noProof="0">
                <a:ln>
                  <a:noFill/>
                </a:ln>
                <a:solidFill>
                  <a:srgbClr val="0000FF"/>
                </a:solidFill>
                <a:effectLst/>
                <a:uLnTx/>
                <a:uFillTx/>
                <a:latin typeface="Consolas"/>
                <a:ea typeface="Consolas"/>
                <a:cs typeface="Consolas"/>
              </a:rPr>
              <a:t>NOT NULL</a:t>
            </a:r>
            <a:r>
              <a:rPr kumimoji="0" sz="1800" b="0" i="0" u="none" strike="noStrike" kern="0" cap="none" spc="0" normalizeH="0" baseline="0" noProof="0">
                <a:ln>
                  <a:noFill/>
                </a:ln>
                <a:solidFill>
                  <a:srgbClr val="000000"/>
                </a:solidFill>
                <a:effectLst/>
                <a:uLnTx/>
                <a:uFillTx/>
                <a:latin typeface="Consolas"/>
                <a:ea typeface="Consolas"/>
                <a:cs typeface="Consolas"/>
              </a:rPr>
              <a:t>,</a:t>
            </a:r>
            <a:endParaRPr kumimoji="0" sz="24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0" cap="none" spc="0" normalizeH="0" baseline="0" noProof="0">
                <a:ln>
                  <a:noFill/>
                </a:ln>
                <a:solidFill>
                  <a:srgbClr val="000000"/>
                </a:solidFill>
                <a:effectLst/>
                <a:uLnTx/>
                <a:uFillTx/>
                <a:latin typeface="Consolas"/>
                <a:ea typeface="Consolas"/>
                <a:cs typeface="Consolas"/>
              </a:rPr>
              <a:t>    content </a:t>
            </a:r>
            <a:r>
              <a:rPr kumimoji="0" sz="1800" b="0" i="0" u="none" strike="noStrike" kern="0" cap="none" spc="0" normalizeH="0" baseline="0" noProof="0">
                <a:ln>
                  <a:noFill/>
                </a:ln>
                <a:solidFill>
                  <a:srgbClr val="0000FF"/>
                </a:solidFill>
                <a:effectLst/>
                <a:uLnTx/>
                <a:uFillTx/>
                <a:latin typeface="Consolas"/>
                <a:ea typeface="Consolas"/>
                <a:cs typeface="Consolas"/>
              </a:rPr>
              <a:t>TEXT</a:t>
            </a:r>
            <a:r>
              <a:rPr kumimoji="0" sz="1800" b="0" i="0" u="none" strike="noStrike" kern="0" cap="none" spc="0" normalizeH="0" baseline="0" noProof="0">
                <a:ln>
                  <a:noFill/>
                </a:ln>
                <a:solidFill>
                  <a:srgbClr val="000000"/>
                </a:solidFill>
                <a:effectLst/>
                <a:uLnTx/>
                <a:uFillTx/>
                <a:latin typeface="Consolas"/>
                <a:ea typeface="Consolas"/>
                <a:cs typeface="Consolas"/>
              </a:rPr>
              <a:t> </a:t>
            </a:r>
            <a:r>
              <a:rPr kumimoji="0" sz="1800" b="0" i="0" u="none" strike="noStrike" kern="0" cap="none" spc="0" normalizeH="0" baseline="0" noProof="0">
                <a:ln>
                  <a:noFill/>
                </a:ln>
                <a:solidFill>
                  <a:srgbClr val="0000FF"/>
                </a:solidFill>
                <a:effectLst/>
                <a:uLnTx/>
                <a:uFillTx/>
                <a:latin typeface="Consolas"/>
                <a:ea typeface="Consolas"/>
                <a:cs typeface="Consolas"/>
              </a:rPr>
              <a:t>NOT NULL</a:t>
            </a:r>
            <a:r>
              <a:rPr kumimoji="0" sz="1800" b="0" i="0" u="none" strike="noStrike" kern="0" cap="none" spc="0" normalizeH="0" baseline="0" noProof="0">
                <a:ln>
                  <a:noFill/>
                </a:ln>
                <a:solidFill>
                  <a:srgbClr val="000000"/>
                </a:solidFill>
                <a:effectLst/>
                <a:uLnTx/>
                <a:uFillTx/>
                <a:latin typeface="Consolas"/>
                <a:ea typeface="Consolas"/>
                <a:cs typeface="Consolas"/>
              </a:rPr>
              <a:t>,</a:t>
            </a:r>
            <a:endParaRPr kumimoji="0" sz="24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0" cap="none" spc="0" normalizeH="0" baseline="0" noProof="0">
                <a:ln>
                  <a:noFill/>
                </a:ln>
                <a:solidFill>
                  <a:srgbClr val="000000"/>
                </a:solidFill>
                <a:effectLst/>
                <a:uLnTx/>
                <a:uFillTx/>
                <a:latin typeface="Consolas"/>
                <a:ea typeface="Consolas"/>
                <a:cs typeface="Consolas"/>
              </a:rPr>
              <a:t>    embedding </a:t>
            </a:r>
            <a:r>
              <a:rPr kumimoji="0" sz="1800" b="0" i="0" u="none" strike="noStrike" kern="0" cap="none" spc="0" normalizeH="0" baseline="0" noProof="0">
                <a:ln>
                  <a:noFill/>
                </a:ln>
                <a:solidFill>
                  <a:srgbClr val="0000FF"/>
                </a:solidFill>
                <a:effectLst/>
                <a:uLnTx/>
                <a:uFillTx/>
                <a:latin typeface="Consolas"/>
                <a:ea typeface="Consolas"/>
                <a:cs typeface="Consolas"/>
              </a:rPr>
              <a:t>vector</a:t>
            </a:r>
            <a:r>
              <a:rPr kumimoji="0" sz="1800" b="0" i="0" u="none" strike="noStrike" kern="0" cap="none" spc="0" normalizeH="0" baseline="0" noProof="0">
                <a:ln>
                  <a:noFill/>
                </a:ln>
                <a:solidFill>
                  <a:srgbClr val="000000"/>
                </a:solidFill>
                <a:effectLst/>
                <a:uLnTx/>
                <a:uFillTx/>
                <a:latin typeface="Consolas"/>
                <a:ea typeface="Consolas"/>
                <a:cs typeface="Consolas"/>
              </a:rPr>
              <a:t>(</a:t>
            </a:r>
            <a:r>
              <a:rPr kumimoji="0" sz="1800" b="0" i="0" u="none" strike="noStrike" kern="0" cap="none" spc="0" normalizeH="0" baseline="0" noProof="0">
                <a:ln>
                  <a:noFill/>
                </a:ln>
                <a:solidFill>
                  <a:srgbClr val="098658"/>
                </a:solidFill>
                <a:effectLst/>
                <a:uLnTx/>
                <a:uFillTx/>
                <a:latin typeface="Consolas"/>
                <a:ea typeface="Consolas"/>
                <a:cs typeface="Consolas"/>
              </a:rPr>
              <a:t>1536</a:t>
            </a:r>
            <a:r>
              <a:rPr kumimoji="0" sz="1800" b="0" i="0" u="none" strike="noStrike" kern="0" cap="none" spc="0" normalizeH="0" baseline="0" noProof="0">
                <a:ln>
                  <a:noFill/>
                </a:ln>
                <a:solidFill>
                  <a:srgbClr val="000000"/>
                </a:solidFill>
                <a:effectLst/>
                <a:uLnTx/>
                <a:uFillTx/>
                <a:latin typeface="Consolas"/>
                <a:ea typeface="Consolas"/>
                <a:cs typeface="Consolas"/>
              </a:rPr>
              <a:t>),</a:t>
            </a:r>
            <a:endParaRPr kumimoji="0" sz="24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0" cap="none" spc="0" normalizeH="0" baseline="0" noProof="0">
                <a:ln>
                  <a:noFill/>
                </a:ln>
                <a:solidFill>
                  <a:srgbClr val="000000"/>
                </a:solidFill>
                <a:effectLst/>
                <a:uLnTx/>
                <a:uFillTx/>
                <a:latin typeface="Consolas"/>
                <a:ea typeface="Consolas"/>
                <a:cs typeface="Consolas"/>
              </a:rPr>
              <a:t>    token_count </a:t>
            </a:r>
            <a:r>
              <a:rPr kumimoji="0" sz="1800" b="0" i="0" u="none" strike="noStrike" kern="0" cap="none" spc="0" normalizeH="0" baseline="0" noProof="0">
                <a:ln>
                  <a:noFill/>
                </a:ln>
                <a:solidFill>
                  <a:srgbClr val="0000FF"/>
                </a:solidFill>
                <a:effectLst/>
                <a:uLnTx/>
                <a:uFillTx/>
                <a:latin typeface="Consolas"/>
                <a:ea typeface="Consolas"/>
                <a:cs typeface="Consolas"/>
              </a:rPr>
              <a:t>INT</a:t>
            </a:r>
            <a:endParaRPr kumimoji="0" sz="24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0" cap="none" spc="0" normalizeH="0" baseline="0" noProof="0">
                <a:ln>
                  <a:noFill/>
                </a:ln>
                <a:solidFill>
                  <a:srgbClr val="000000"/>
                </a:solidFill>
                <a:effectLst/>
                <a:uLnTx/>
                <a:uFillTx/>
                <a:latin typeface="Consolas"/>
                <a:ea typeface="Consolas"/>
                <a:cs typeface="Consolas"/>
              </a:rPr>
              <a:t>);</a:t>
            </a:r>
            <a:endParaRPr kumimoji="0" sz="2400" b="0" i="0" u="none" strike="noStrike" kern="0" cap="none" spc="0" normalizeH="0" baseline="0" noProof="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62508412" name="Title 1"/>
          <p:cNvSpPr>
            <a:spLocks noGrp="1"/>
          </p:cNvSpPr>
          <p:nvPr>
            <p:ph type="title"/>
          </p:nvPr>
        </p:nvSpPr>
        <p:spPr bwMode="auto">
          <a:xfrm>
            <a:off x="588261" y="585216"/>
            <a:ext cx="5653640" cy="427079"/>
          </a:xfrm>
        </p:spPr>
        <p:txBody>
          <a:bodyPr/>
          <a:lstStyle/>
          <a:p>
            <a:pPr>
              <a:defRPr/>
            </a:pPr>
            <a:r>
              <a:rPr lang="en-US" sz="2800"/>
              <a:t>Exercise</a:t>
            </a:r>
            <a:endParaRPr sz="2800"/>
          </a:p>
        </p:txBody>
      </p:sp>
      <p:pic>
        <p:nvPicPr>
          <p:cNvPr id="1479962757" name="Picture Placeholder 6"/>
          <p:cNvPicPr>
            <a:picLocks noGrp="1" noChangeAspect="1"/>
          </p:cNvPicPr>
          <p:nvPr>
            <p:ph type="pic" sz="quarter" idx="20"/>
          </p:nvPr>
        </p:nvPicPr>
        <p:blipFill rotWithShape="1">
          <a:blip r:embed="rId3"/>
          <a:srcRect l="118" r="117"/>
          <a:stretch/>
        </p:blipFill>
        <p:spPr bwMode="ltGray">
          <a:xfrm>
            <a:off x="7724773" y="2043463"/>
            <a:ext cx="4467224" cy="3307645"/>
          </a:xfrm>
          <a:prstGeom prst="rect">
            <a:avLst/>
          </a:prstGeom>
          <a:solidFill>
            <a:srgbClr val="F4F4F7"/>
          </a:solidFill>
          <a:ln>
            <a:noFill/>
          </a:ln>
        </p:spPr>
      </p:pic>
      <p:sp>
        <p:nvSpPr>
          <p:cNvPr id="1259214889" name="Text Placeholder 4"/>
          <p:cNvSpPr>
            <a:spLocks noGrp="1"/>
          </p:cNvSpPr>
          <p:nvPr>
            <p:ph type="body" sz="quarter" idx="16"/>
          </p:nvPr>
        </p:nvSpPr>
        <p:spPr bwMode="auto">
          <a:xfrm>
            <a:off x="584199" y="1594153"/>
            <a:ext cx="5655291" cy="488039"/>
          </a:xfrm>
        </p:spPr>
        <p:txBody>
          <a:bodyPr/>
          <a:lstStyle/>
          <a:p>
            <a:pPr>
              <a:defRPr/>
            </a:pPr>
            <a:r>
              <a:rPr lang="en-US" sz="1600" b="0" i="0" u="none" strike="noStrike" cap="none" spc="0" dirty="0">
                <a:solidFill>
                  <a:srgbClr val="000000"/>
                </a:solidFill>
                <a:highlight>
                  <a:srgbClr val="FFFF00"/>
                </a:highlight>
                <a:latin typeface="Segoe UI Semibold"/>
                <a:ea typeface="Segoe UI Semibold"/>
                <a:cs typeface="Segoe UI Semibold"/>
              </a:rPr>
              <a:t>Implement vector search on Azure Database for PostgreSQL</a:t>
            </a:r>
            <a:endParaRPr lang="en-US" dirty="0">
              <a:highlight>
                <a:srgbClr val="FFFF00"/>
              </a:highlight>
            </a:endParaRPr>
          </a:p>
          <a:p>
            <a:pPr>
              <a:defRPr/>
            </a:pPr>
            <a:endParaRPr lang="en-US" dirty="0"/>
          </a:p>
        </p:txBody>
      </p:sp>
      <p:sp>
        <p:nvSpPr>
          <p:cNvPr id="195691976" name="Text Placeholder 61"/>
          <p:cNvSpPr>
            <a:spLocks noGrp="1"/>
          </p:cNvSpPr>
          <p:nvPr>
            <p:ph type="body" sz="quarter" idx="15"/>
          </p:nvPr>
        </p:nvSpPr>
        <p:spPr bwMode="auto">
          <a:xfrm>
            <a:off x="579438" y="2501489"/>
            <a:ext cx="5654884" cy="2194920"/>
          </a:xfrm>
        </p:spPr>
        <p:txBody>
          <a:bodyPr vert="horz" wrap="square" lIns="0" tIns="0" rIns="0" bIns="0" rtlCol="0" anchor="t">
            <a:spAutoFit/>
          </a:bodyPr>
          <a:lstStyle/>
          <a:p>
            <a:pPr marL="0" indent="0">
              <a:buNone/>
              <a:defRPr/>
            </a:pPr>
            <a:r>
              <a:rPr lang="en-US" sz="1600" b="0" i="0" u="none" strike="noStrike" cap="none" spc="0">
                <a:solidFill>
                  <a:srgbClr val="000000"/>
                </a:solidFill>
                <a:latin typeface="Segoe UI"/>
                <a:ea typeface="Segoe UI"/>
                <a:cs typeface="Segoe UI"/>
              </a:rPr>
              <a:t>In this exercise, you build a product similarity search application using Azure Database for PostgreSQL and the pgvector extension.</a:t>
            </a:r>
            <a:endParaRPr/>
          </a:p>
          <a:p>
            <a:pPr marL="0" indent="0">
              <a:buNone/>
              <a:defRPr/>
            </a:pPr>
            <a:endParaRPr lang="en-US">
              <a:cs typeface="Segoe UI"/>
            </a:endParaRPr>
          </a:p>
          <a:p>
            <a:pPr marL="0" indent="0">
              <a:buNone/>
              <a:defRPr/>
            </a:pPr>
            <a:r>
              <a:rPr lang="en-US">
                <a:latin typeface="Segoe UI Semibold"/>
                <a:cs typeface="Segoe UI Semibold"/>
              </a:rPr>
              <a:t>Estimated time:</a:t>
            </a:r>
            <a:r>
              <a:rPr lang="en-US">
                <a:cs typeface="Segoe UI"/>
              </a:rPr>
              <a:t> 30 minutes</a:t>
            </a:r>
            <a:endParaRPr/>
          </a:p>
          <a:p>
            <a:pPr>
              <a:defRPr/>
            </a:pPr>
            <a:endParaRPr lang="en-US">
              <a:cs typeface="Segoe UI"/>
            </a:endParaRPr>
          </a:p>
          <a:p>
            <a:pPr marL="0" indent="0">
              <a:buNone/>
              <a:defRPr/>
            </a:pPr>
            <a:r>
              <a:rPr lang="en-US">
                <a:cs typeface="Segoe UI"/>
              </a:rPr>
              <a:t>Start the exercise at:</a:t>
            </a:r>
            <a:endParaRPr lang="en-US"/>
          </a:p>
          <a:p>
            <a:pPr marL="0" indent="0">
              <a:buNone/>
              <a:defRPr/>
            </a:pPr>
            <a:r>
              <a:rPr lang="en-US" sz="1600" b="0" i="0" u="sng" strike="noStrike" cap="none" spc="0">
                <a:solidFill>
                  <a:schemeClr val="hlink"/>
                </a:solidFill>
                <a:latin typeface="Segoe UI"/>
                <a:ea typeface="Segoe UI"/>
                <a:cs typeface="Segoe UI"/>
                <a:hlinkClick r:id="rId4"/>
              </a:rPr>
              <a:t>https://go.microsoft.com/fwlink/?linkid=2348708</a:t>
            </a:r>
            <a:endParaRPr/>
          </a:p>
          <a:p>
            <a:pPr marL="0" indent="0">
              <a:buNone/>
              <a:defRPr/>
            </a:pPr>
            <a:endParaRPr lang="en-US"/>
          </a:p>
        </p:txBody>
      </p:sp>
      <p:sp>
        <p:nvSpPr>
          <p:cNvPr id="289288068" name="Footer Placeholder 4"/>
          <p:cNvSpPr>
            <a:spLocks noGrp="1"/>
          </p:cNvSpPr>
          <p:nvPr>
            <p:ph type="ftr" sz="quarter" idx="3"/>
          </p:nvPr>
        </p:nvSpPr>
        <p:spPr bwMode="auto">
          <a:xfrm>
            <a:off x="579438" y="6421082"/>
            <a:ext cx="4151311" cy="19797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UI"/>
                <a:cs typeface="Arial"/>
              </a:rPr>
              <a:t>© Copyright Microsoft Corporation. All rights reserved.</a:t>
            </a:r>
          </a:p>
        </p:txBody>
      </p:sp>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25190056" name="Title 2"/>
          <p:cNvSpPr>
            <a:spLocks noGrp="1"/>
          </p:cNvSpPr>
          <p:nvPr>
            <p:ph type="title"/>
          </p:nvPr>
        </p:nvSpPr>
        <p:spPr bwMode="auto"/>
        <p:txBody>
          <a:bodyPr/>
          <a:lstStyle/>
          <a:p>
            <a:pPr>
              <a:defRPr/>
            </a:pPr>
            <a:r>
              <a:rPr lang="en-US"/>
              <a:t>Module 3: </a:t>
            </a:r>
            <a:r>
              <a:rPr lang="en-US" spc="-49">
                <a:ea typeface="Segoe UI"/>
              </a:rPr>
              <a:t>Optimize vector search in Azure Database for PostgreSQL</a:t>
            </a:r>
            <a:endParaRPr lang="en-US"/>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6123624" name="Title 2"/>
          <p:cNvSpPr>
            <a:spLocks noGrp="1"/>
          </p:cNvSpPr>
          <p:nvPr>
            <p:ph type="title"/>
          </p:nvPr>
        </p:nvSpPr>
        <p:spPr bwMode="auto"/>
        <p:txBody>
          <a:bodyPr/>
          <a:lstStyle/>
          <a:p>
            <a:pPr>
              <a:defRPr/>
            </a:pPr>
            <a:r>
              <a:rPr lang="en-US"/>
              <a:t>Introduction</a:t>
            </a:r>
            <a:endParaRPr/>
          </a:p>
        </p:txBody>
      </p:sp>
      <p:sp>
        <p:nvSpPr>
          <p:cNvPr id="1461933404" name="Content Placeholder 3"/>
          <p:cNvSpPr>
            <a:spLocks noGrp="1"/>
          </p:cNvSpPr>
          <p:nvPr>
            <p:ph sz="quarter" idx="10"/>
          </p:nvPr>
        </p:nvSpPr>
        <p:spPr bwMode="auto">
          <a:xfrm>
            <a:off x="457199" y="1235074"/>
            <a:ext cx="10394782" cy="3051649"/>
          </a:xfrm>
        </p:spPr>
        <p:txBody>
          <a:bodyPr vertOverflow="overflow" horzOverflow="overflow" vert="horz" wrap="square" lIns="0" tIns="0" rIns="0" bIns="0" numCol="1" spcCol="0" rtlCol="0" fromWordArt="0" anchor="t" anchorCtr="0" forceAA="0" compatLnSpc="0">
            <a:normAutofit/>
          </a:bodyPr>
          <a:lstStyle/>
          <a:p>
            <a:pPr>
              <a:spcAft>
                <a:spcPts val="1295"/>
              </a:spcAft>
              <a:defRPr/>
            </a:pPr>
            <a:r>
              <a:rPr lang="en-US" sz="2000" b="0" i="0" u="none" strike="noStrike" cap="none" spc="0">
                <a:solidFill>
                  <a:schemeClr val="tx1"/>
                </a:solidFill>
                <a:latin typeface="Segoe UI"/>
                <a:ea typeface="Segoe UI"/>
                <a:cs typeface="Segoe UI"/>
              </a:rPr>
              <a:t>pgvector extension enables vector similarity search in PostgreSQL</a:t>
            </a:r>
            <a:endParaRPr lang="en-US" sz="2000" b="0" i="0" u="none" strike="noStrike" cap="none" spc="0">
              <a:solidFill>
                <a:schemeClr val="tx1"/>
              </a:solidFill>
              <a:latin typeface="Segoe UI"/>
              <a:cs typeface="Segoe UI"/>
            </a:endParaRPr>
          </a:p>
          <a:p>
            <a:pPr>
              <a:spcAft>
                <a:spcPts val="1295"/>
              </a:spcAft>
              <a:defRPr/>
            </a:pPr>
            <a:r>
              <a:rPr lang="en-US" sz="2000" b="0" i="0" u="none" strike="noStrike" cap="none" spc="0">
                <a:solidFill>
                  <a:schemeClr val="tx1"/>
                </a:solidFill>
                <a:latin typeface="Segoe UI"/>
                <a:ea typeface="Segoe UI"/>
                <a:cs typeface="Segoe UI"/>
              </a:rPr>
              <a:t>Supports IVFFlat and HNSW approximate nearest neighbor indexes</a:t>
            </a:r>
            <a:endParaRPr lang="en-US" sz="2000" b="0" i="0" u="none" strike="noStrike" cap="none" spc="0">
              <a:solidFill>
                <a:schemeClr val="tx1"/>
              </a:solidFill>
              <a:latin typeface="Segoe UI"/>
              <a:cs typeface="Segoe UI"/>
            </a:endParaRPr>
          </a:p>
          <a:p>
            <a:pPr>
              <a:spcAft>
                <a:spcPts val="1295"/>
              </a:spcAft>
              <a:defRPr/>
            </a:pPr>
            <a:r>
              <a:rPr lang="en-US" sz="2000" b="0" i="0" u="none" strike="noStrike" cap="none" spc="0">
                <a:solidFill>
                  <a:schemeClr val="tx1"/>
                </a:solidFill>
                <a:latin typeface="Segoe UI"/>
                <a:ea typeface="Segoe UI"/>
                <a:cs typeface="Segoe UI"/>
              </a:rPr>
              <a:t>Azure Database for PostgreSQL provides managed infrastructure with built-in PgBouncer</a:t>
            </a:r>
            <a:endParaRPr lang="en-US" sz="2000" b="0" i="0" u="none" strike="noStrike" cap="none" spc="0">
              <a:solidFill>
                <a:schemeClr val="tx1"/>
              </a:solidFill>
              <a:latin typeface="Segoe UI"/>
              <a:cs typeface="Segoe UI"/>
            </a:endParaRPr>
          </a:p>
          <a:p>
            <a:pPr>
              <a:spcAft>
                <a:spcPts val="1295"/>
              </a:spcAft>
              <a:defRPr/>
            </a:pPr>
            <a:r>
              <a:rPr lang="en-US" sz="2000" b="0" i="0" u="none" strike="noStrike" cap="none" spc="0">
                <a:solidFill>
                  <a:schemeClr val="tx1"/>
                </a:solidFill>
                <a:latin typeface="Segoe UI"/>
                <a:ea typeface="Segoe UI"/>
                <a:cs typeface="Segoe UI"/>
              </a:rPr>
              <a:t>Configuration tuning, indexing, and connection management directly affect query latency</a:t>
            </a:r>
            <a:endParaRPr lang="en-US" sz="2000" b="0" i="0" u="none" strike="noStrike" cap="none" spc="0">
              <a:solidFill>
                <a:schemeClr val="tx1"/>
              </a:solidFill>
              <a:latin typeface="Segoe UI"/>
              <a:cs typeface="Segoe UI"/>
            </a:endParaRPr>
          </a:p>
          <a:p>
            <a:pPr>
              <a:lnSpc>
                <a:spcPct val="100000"/>
              </a:lnSpc>
              <a:spcBef>
                <a:spcPts val="0"/>
              </a:spcBef>
              <a:spcAft>
                <a:spcPts val="1295"/>
              </a:spcAft>
              <a:defRPr/>
            </a:pPr>
            <a:r>
              <a:rPr lang="en-US" sz="2000" b="0" i="0" u="none" strike="noStrike" cap="none" spc="0">
                <a:solidFill>
                  <a:schemeClr val="tx1"/>
                </a:solidFill>
                <a:latin typeface="Segoe UI"/>
                <a:ea typeface="Segoe UI"/>
                <a:cs typeface="Segoe UI"/>
              </a:rPr>
              <a:t>Optimizations support recommendations, semantic search, and RAG pipelines</a:t>
            </a:r>
            <a:endParaRPr lang="en-US" sz="2600"/>
          </a:p>
        </p:txBody>
      </p:sp>
      <p:pic>
        <p:nvPicPr>
          <p:cNvPr id="296971218" name="Picture 1" descr="Database icon representing Azure Database for PostgreSQL with pgvector&#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10147436" y="4366281"/>
            <a:ext cx="1788425" cy="2262465"/>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97391977"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Tune PostgreSQL for pgvector</a:t>
            </a:r>
            <a:endParaRPr/>
          </a:p>
        </p:txBody>
      </p:sp>
      <p:sp>
        <p:nvSpPr>
          <p:cNvPr id="475233723" name="TextBox 2"/>
          <p:cNvSpPr txBox="1"/>
          <p:nvPr/>
        </p:nvSpPr>
        <p:spPr bwMode="auto">
          <a:xfrm>
            <a:off x="457200" y="1225296"/>
            <a:ext cx="5796506" cy="4952027"/>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Memory and planner tuning:</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Consolas"/>
                <a:ea typeface="Consolas"/>
                <a:cs typeface="Consolas"/>
              </a:rPr>
              <a:t>shared_buffers</a:t>
            </a:r>
            <a:r>
              <a:rPr kumimoji="0" lang="en-US" sz="1800" b="0" i="0" u="none" strike="noStrike" kern="0" cap="none" spc="0" normalizeH="0" baseline="0" noProof="0">
                <a:ln>
                  <a:noFill/>
                </a:ln>
                <a:solidFill>
                  <a:prstClr val="black"/>
                </a:solidFill>
                <a:effectLst/>
                <a:uLnTx/>
                <a:uFillTx/>
                <a:latin typeface="Segoe UI"/>
                <a:ea typeface="Segoe UI"/>
                <a:cs typeface="Segoe UI"/>
              </a:rPr>
              <a:t> and </a:t>
            </a:r>
            <a:r>
              <a:rPr kumimoji="0" lang="en-US" sz="1800" b="0" i="0" u="none" strike="noStrike" kern="0" cap="none" spc="0" normalizeH="0" baseline="0" noProof="0">
                <a:ln>
                  <a:noFill/>
                </a:ln>
                <a:solidFill>
                  <a:prstClr val="black"/>
                </a:solidFill>
                <a:effectLst/>
                <a:uLnTx/>
                <a:uFillTx/>
                <a:latin typeface="Consolas"/>
                <a:ea typeface="Consolas"/>
                <a:cs typeface="Consolas"/>
              </a:rPr>
              <a:t>work_mem</a:t>
            </a:r>
            <a:r>
              <a:rPr kumimoji="0" lang="en-US" sz="1800" b="0" i="0" u="none" strike="noStrike" kern="0" cap="none" spc="0" normalizeH="0" baseline="0" noProof="0">
                <a:ln>
                  <a:noFill/>
                </a:ln>
                <a:solidFill>
                  <a:prstClr val="black"/>
                </a:solidFill>
                <a:effectLst/>
                <a:uLnTx/>
                <a:uFillTx/>
                <a:latin typeface="Segoe UI"/>
                <a:ea typeface="Segoe UI"/>
                <a:cs typeface="Segoe UI"/>
              </a:rPr>
              <a:t> sized for vector data volume</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Consolas"/>
                <a:ea typeface="Consolas"/>
                <a:cs typeface="Consolas"/>
              </a:rPr>
              <a:t>random_page_cost</a:t>
            </a:r>
            <a:r>
              <a:rPr kumimoji="0" lang="en-US" sz="1800" b="0" i="0" u="none" strike="noStrike" kern="0" cap="none" spc="0" normalizeH="0" baseline="0" noProof="0">
                <a:ln>
                  <a:noFill/>
                </a:ln>
                <a:solidFill>
                  <a:prstClr val="black"/>
                </a:solidFill>
                <a:effectLst/>
                <a:uLnTx/>
                <a:uFillTx/>
                <a:latin typeface="Segoe UI"/>
                <a:ea typeface="Segoe UI"/>
                <a:cs typeface="Segoe UI"/>
              </a:rPr>
              <a:t> lowered to 1.1 for SSD storage</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Consolas"/>
                <a:ea typeface="Consolas"/>
                <a:cs typeface="Consolas"/>
              </a:rPr>
              <a:t>effective_io_concurrency</a:t>
            </a:r>
            <a:r>
              <a:rPr kumimoji="0" lang="en-US" sz="1800" b="0" i="0" u="none" strike="noStrike" kern="0" cap="none" spc="0" normalizeH="0" baseline="0" noProof="0">
                <a:ln>
                  <a:noFill/>
                </a:ln>
                <a:solidFill>
                  <a:prstClr val="black"/>
                </a:solidFill>
                <a:effectLst/>
                <a:uLnTx/>
                <a:uFillTx/>
                <a:latin typeface="Segoe UI"/>
                <a:ea typeface="Segoe UI"/>
                <a:cs typeface="Segoe UI"/>
              </a:rPr>
              <a:t> set to 200 for parallel I/O</a:t>
            </a:r>
            <a:endParaRPr kumimoji="0" lang="en-US"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1583"/>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pgvector search parameters: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Consolas"/>
                <a:ea typeface="Consolas"/>
                <a:cs typeface="Consolas"/>
              </a:rPr>
              <a:t>ivfflat.probes</a:t>
            </a:r>
            <a:r>
              <a:rPr kumimoji="0" lang="en-US" sz="1800" b="0" i="0" u="none" strike="noStrike" kern="0" cap="none" spc="0" normalizeH="0" baseline="0" noProof="0">
                <a:ln>
                  <a:noFill/>
                </a:ln>
                <a:solidFill>
                  <a:prstClr val="black"/>
                </a:solidFill>
                <a:effectLst/>
                <a:uLnTx/>
                <a:uFillTx/>
                <a:latin typeface="Segoe UI"/>
                <a:ea typeface="Segoe UI"/>
                <a:cs typeface="Segoe UI"/>
              </a:rPr>
              <a:t> controls recall vs speed trade-off</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Consolas"/>
                <a:ea typeface="Consolas"/>
                <a:cs typeface="Consolas"/>
              </a:rPr>
              <a:t>hnsw.ef_search</a:t>
            </a:r>
            <a:r>
              <a:rPr kumimoji="0" lang="en-US" sz="1800" b="0" i="0" u="none" strike="noStrike" kern="0" cap="none" spc="0" normalizeH="0" baseline="0" noProof="0">
                <a:ln>
                  <a:noFill/>
                </a:ln>
                <a:solidFill>
                  <a:prstClr val="black"/>
                </a:solidFill>
                <a:effectLst/>
                <a:uLnTx/>
                <a:uFillTx/>
                <a:latin typeface="Segoe UI"/>
                <a:ea typeface="Segoe UI"/>
                <a:cs typeface="Segoe UI"/>
              </a:rPr>
              <a:t> controls graph exploration depth</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Consolas"/>
                <a:ea typeface="Consolas"/>
                <a:cs typeface="Consolas"/>
              </a:rPr>
              <a:t>EXPLAIN ANALYZE</a:t>
            </a:r>
            <a:r>
              <a:rPr kumimoji="0" lang="en-US" sz="1800" b="0" i="0" u="none" strike="noStrike" kern="0" cap="none" spc="0" normalizeH="0" baseline="0" noProof="0">
                <a:ln>
                  <a:noFill/>
                </a:ln>
                <a:solidFill>
                  <a:prstClr val="black"/>
                </a:solidFill>
                <a:effectLst/>
                <a:uLnTx/>
                <a:uFillTx/>
                <a:latin typeface="Segoe UI"/>
                <a:ea typeface="Segoe UI"/>
                <a:cs typeface="Segoe UI"/>
              </a:rPr>
              <a:t> validates index usage and timing</a:t>
            </a:r>
            <a:endParaRPr kumimoji="0" sz="1800" b="0" i="0" u="none" strike="noStrike" kern="0" cap="none" spc="0" normalizeH="0" baseline="0" noProof="0">
              <a:ln>
                <a:noFill/>
              </a:ln>
              <a:solidFill>
                <a:prstClr val="black"/>
              </a:solidFill>
              <a:effectLst/>
              <a:uLnTx/>
              <a:uFillTx/>
              <a:latin typeface="Segoe UI"/>
              <a:cs typeface="Arial"/>
            </a:endParaRPr>
          </a:p>
        </p:txBody>
      </p:sp>
      <p:sp>
        <p:nvSpPr>
          <p:cNvPr id="1221340765" name=" 1357521315"/>
          <p:cNvSpPr/>
          <p:nvPr/>
        </p:nvSpPr>
        <p:spPr bwMode="auto">
          <a:xfrm>
            <a:off x="7431440" y="1410750"/>
            <a:ext cx="4250889" cy="362747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8000"/>
                </a:solidFill>
                <a:effectLst/>
                <a:uLnTx/>
                <a:uFillTx/>
                <a:latin typeface="Consolas"/>
                <a:ea typeface="Consolas"/>
                <a:cs typeface="Consolas"/>
              </a:rPr>
              <a:t>-- Server parameters</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SET</a:t>
            </a:r>
            <a:r>
              <a:rPr kumimoji="0" sz="1600" b="0" i="0" u="none" strike="noStrike" kern="0" cap="none" spc="0" normalizeH="0" baseline="0" noProof="0">
                <a:ln>
                  <a:noFill/>
                </a:ln>
                <a:solidFill>
                  <a:srgbClr val="000000"/>
                </a:solidFill>
                <a:effectLst/>
                <a:uLnTx/>
                <a:uFillTx/>
                <a:latin typeface="Consolas"/>
                <a:ea typeface="Consolas"/>
                <a:cs typeface="Consolas"/>
              </a:rPr>
              <a:t> shared_buffers = </a:t>
            </a:r>
            <a:r>
              <a:rPr kumimoji="0" sz="1600" b="0" i="0" u="none" strike="noStrike" kern="0" cap="none" spc="0" normalizeH="0" baseline="0" noProof="0">
                <a:ln>
                  <a:noFill/>
                </a:ln>
                <a:solidFill>
                  <a:srgbClr val="A31515"/>
                </a:solidFill>
                <a:effectLst/>
                <a:uLnTx/>
                <a:uFillTx/>
                <a:latin typeface="Consolas"/>
                <a:ea typeface="Consolas"/>
                <a:cs typeface="Consolas"/>
              </a:rPr>
              <a:t>'2GB'</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SET</a:t>
            </a:r>
            <a:r>
              <a:rPr kumimoji="0" sz="1600" b="0" i="0" u="none" strike="noStrike" kern="0" cap="none" spc="0" normalizeH="0" baseline="0" noProof="0">
                <a:ln>
                  <a:noFill/>
                </a:ln>
                <a:solidFill>
                  <a:srgbClr val="000000"/>
                </a:solidFill>
                <a:effectLst/>
                <a:uLnTx/>
                <a:uFillTx/>
                <a:latin typeface="Consolas"/>
                <a:ea typeface="Consolas"/>
                <a:cs typeface="Consolas"/>
              </a:rPr>
              <a:t> work_mem = </a:t>
            </a:r>
            <a:r>
              <a:rPr kumimoji="0" sz="1600" b="0" i="0" u="none" strike="noStrike" kern="0" cap="none" spc="0" normalizeH="0" baseline="0" noProof="0">
                <a:ln>
                  <a:noFill/>
                </a:ln>
                <a:solidFill>
                  <a:srgbClr val="A31515"/>
                </a:solidFill>
                <a:effectLst/>
                <a:uLnTx/>
                <a:uFillTx/>
                <a:latin typeface="Consolas"/>
                <a:ea typeface="Consolas"/>
                <a:cs typeface="Consolas"/>
              </a:rPr>
              <a:t>'256MB'</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SET</a:t>
            </a:r>
            <a:r>
              <a:rPr kumimoji="0" sz="1600" b="0" i="0" u="none" strike="noStrike" kern="0" cap="none" spc="0" normalizeH="0" baseline="0" noProof="0">
                <a:ln>
                  <a:noFill/>
                </a:ln>
                <a:solidFill>
                  <a:srgbClr val="000000"/>
                </a:solidFill>
                <a:effectLst/>
                <a:uLnTx/>
                <a:uFillTx/>
                <a:latin typeface="Consolas"/>
                <a:ea typeface="Consolas"/>
                <a:cs typeface="Consolas"/>
              </a:rPr>
              <a:t> random_page_cost = </a:t>
            </a:r>
            <a:r>
              <a:rPr kumimoji="0" sz="1600" b="0" i="0" u="none" strike="noStrike" kern="0" cap="none" spc="0" normalizeH="0" baseline="0" noProof="0">
                <a:ln>
                  <a:noFill/>
                </a:ln>
                <a:solidFill>
                  <a:srgbClr val="098658"/>
                </a:solidFill>
                <a:effectLst/>
                <a:uLnTx/>
                <a:uFillTx/>
                <a:latin typeface="Consolas"/>
                <a:ea typeface="Consolas"/>
                <a:cs typeface="Consolas"/>
              </a:rPr>
              <a:t>1</a:t>
            </a:r>
            <a:r>
              <a:rPr kumimoji="0" sz="1600" b="0" i="0" u="none" strike="noStrike" kern="0" cap="none" spc="0" normalizeH="0" baseline="0" noProof="0">
                <a:ln>
                  <a:noFill/>
                </a:ln>
                <a:solidFill>
                  <a:srgbClr val="000000"/>
                </a:solidFill>
                <a:effectLst/>
                <a:uLnTx/>
                <a:uFillTx/>
                <a:latin typeface="Consolas"/>
                <a:ea typeface="Consolas"/>
                <a:cs typeface="Consolas"/>
              </a:rPr>
              <a:t>.</a:t>
            </a:r>
            <a:r>
              <a:rPr kumimoji="0" sz="1600" b="0" i="0" u="none" strike="noStrike" kern="0" cap="none" spc="0" normalizeH="0" baseline="0" noProof="0">
                <a:ln>
                  <a:noFill/>
                </a:ln>
                <a:solidFill>
                  <a:srgbClr val="098658"/>
                </a:solidFill>
                <a:effectLst/>
                <a:uLnTx/>
                <a:uFillTx/>
                <a:latin typeface="Consolas"/>
                <a:ea typeface="Consolas"/>
                <a:cs typeface="Consolas"/>
              </a:rPr>
              <a:t>1</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SET</a:t>
            </a:r>
            <a:r>
              <a:rPr kumimoji="0" sz="1600" b="0" i="0" u="none" strike="noStrike" kern="0" cap="none" spc="0" normalizeH="0" baseline="0" noProof="0">
                <a:ln>
                  <a:noFill/>
                </a:ln>
                <a:solidFill>
                  <a:srgbClr val="000000"/>
                </a:solidFill>
                <a:effectLst/>
                <a:uLnTx/>
                <a:uFillTx/>
                <a:latin typeface="Consolas"/>
                <a:ea typeface="Consolas"/>
                <a:cs typeface="Consolas"/>
              </a:rPr>
              <a:t> effective_io_concurrency = </a:t>
            </a:r>
            <a:r>
              <a:rPr kumimoji="0" sz="1600" b="0" i="0" u="none" strike="noStrike" kern="0" cap="none" spc="0" normalizeH="0" baseline="0" noProof="0">
                <a:ln>
                  <a:noFill/>
                </a:ln>
                <a:solidFill>
                  <a:srgbClr val="098658"/>
                </a:solidFill>
                <a:effectLst/>
                <a:uLnTx/>
                <a:uFillTx/>
                <a:latin typeface="Consolas"/>
                <a:ea typeface="Consolas"/>
                <a:cs typeface="Consolas"/>
              </a:rPr>
              <a:t>200</a:t>
            </a:r>
            <a:r>
              <a:rPr kumimoji="0" sz="1600" b="0" i="0" u="none" strike="noStrike" kern="0" cap="none" spc="0" normalizeH="0" baseline="0" noProof="0">
                <a:ln>
                  <a:noFill/>
                </a:ln>
                <a:solidFill>
                  <a:srgbClr val="000000"/>
                </a:solidFill>
                <a:effectLst/>
                <a:uLnTx/>
                <a:uFillTx/>
                <a:latin typeface="Consolas"/>
                <a:ea typeface="Consolas"/>
                <a:cs typeface="Consolas"/>
              </a:rPr>
              <a:t>;</a:t>
            </a:r>
            <a:br>
              <a:rPr kumimoji="0" sz="1600" b="0" i="0" u="none" strike="noStrike" kern="0" cap="none" spc="0" normalizeH="0" baseline="0" noProof="0">
                <a:ln>
                  <a:noFill/>
                </a:ln>
                <a:solidFill>
                  <a:srgbClr val="000000"/>
                </a:solidFill>
                <a:effectLst/>
                <a:uLnTx/>
                <a:uFillTx/>
                <a:latin typeface="Consolas"/>
                <a:ea typeface="Consolas"/>
                <a:cs typeface="Consolas"/>
              </a:rPr>
            </a:b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8000"/>
                </a:solidFill>
                <a:effectLst/>
                <a:uLnTx/>
                <a:uFillTx/>
                <a:latin typeface="Consolas"/>
                <a:ea typeface="Consolas"/>
                <a:cs typeface="Consolas"/>
              </a:rPr>
              <a:t>-- Search parameters (per session)</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SET</a:t>
            </a:r>
            <a:r>
              <a:rPr kumimoji="0" sz="1600" b="0" i="0" u="none" strike="noStrike" kern="0" cap="none" spc="0" normalizeH="0" baseline="0" noProof="0">
                <a:ln>
                  <a:noFill/>
                </a:ln>
                <a:solidFill>
                  <a:srgbClr val="000000"/>
                </a:solidFill>
                <a:effectLst/>
                <a:uLnTx/>
                <a:uFillTx/>
                <a:latin typeface="Consolas"/>
                <a:ea typeface="Consolas"/>
                <a:cs typeface="Consolas"/>
              </a:rPr>
              <a:t> ivfflat.probes = </a:t>
            </a:r>
            <a:r>
              <a:rPr kumimoji="0" sz="1600" b="0" i="0" u="none" strike="noStrike" kern="0" cap="none" spc="0" normalizeH="0" baseline="0" noProof="0">
                <a:ln>
                  <a:noFill/>
                </a:ln>
                <a:solidFill>
                  <a:srgbClr val="098658"/>
                </a:solidFill>
                <a:effectLst/>
                <a:uLnTx/>
                <a:uFillTx/>
                <a:latin typeface="Consolas"/>
                <a:ea typeface="Consolas"/>
                <a:cs typeface="Consolas"/>
              </a:rPr>
              <a:t>10</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SET</a:t>
            </a:r>
            <a:r>
              <a:rPr kumimoji="0" sz="1600" b="0" i="0" u="none" strike="noStrike" kern="0" cap="none" spc="0" normalizeH="0" baseline="0" noProof="0">
                <a:ln>
                  <a:noFill/>
                </a:ln>
                <a:solidFill>
                  <a:srgbClr val="000000"/>
                </a:solidFill>
                <a:effectLst/>
                <a:uLnTx/>
                <a:uFillTx/>
                <a:latin typeface="Consolas"/>
                <a:ea typeface="Consolas"/>
                <a:cs typeface="Consolas"/>
              </a:rPr>
              <a:t> hnsw.ef_search = </a:t>
            </a:r>
            <a:r>
              <a:rPr kumimoji="0" sz="1600" b="0" i="0" u="none" strike="noStrike" kern="0" cap="none" spc="0" normalizeH="0" baseline="0" noProof="0">
                <a:ln>
                  <a:noFill/>
                </a:ln>
                <a:solidFill>
                  <a:srgbClr val="098658"/>
                </a:solidFill>
                <a:effectLst/>
                <a:uLnTx/>
                <a:uFillTx/>
                <a:latin typeface="Consolas"/>
                <a:ea typeface="Consolas"/>
                <a:cs typeface="Consolas"/>
              </a:rPr>
              <a:t>100</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18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8000"/>
                </a:solidFill>
                <a:effectLst/>
                <a:uLnTx/>
                <a:uFillTx/>
                <a:latin typeface="Consolas"/>
                <a:ea typeface="Consolas"/>
                <a:cs typeface="Consolas"/>
              </a:rPr>
              <a:t>-- Validate index usage</a:t>
            </a:r>
            <a:endParaRPr kumimoji="0" sz="18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EXPLAIN ANALYZE</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SELECT</a:t>
            </a:r>
            <a:r>
              <a:rPr kumimoji="0" sz="1600" b="0" i="0" u="none" strike="noStrike" kern="0" cap="none" spc="0" normalizeH="0" baseline="0" noProof="0">
                <a:ln>
                  <a:noFill/>
                </a:ln>
                <a:solidFill>
                  <a:srgbClr val="000000"/>
                </a:solidFill>
                <a:effectLst/>
                <a:uLnTx/>
                <a:uFillTx/>
                <a:latin typeface="Consolas"/>
                <a:ea typeface="Consolas"/>
                <a:cs typeface="Consolas"/>
              </a:rPr>
              <a:t> * </a:t>
            </a:r>
            <a:r>
              <a:rPr kumimoji="0" sz="1600" b="0" i="0" u="none" strike="noStrike" kern="0" cap="none" spc="0" normalizeH="0" baseline="0" noProof="0">
                <a:ln>
                  <a:noFill/>
                </a:ln>
                <a:solidFill>
                  <a:srgbClr val="0000FF"/>
                </a:solidFill>
                <a:effectLst/>
                <a:uLnTx/>
                <a:uFillTx/>
                <a:latin typeface="Consolas"/>
                <a:ea typeface="Consolas"/>
                <a:cs typeface="Consolas"/>
              </a:rPr>
              <a:t>FROM</a:t>
            </a:r>
            <a:r>
              <a:rPr kumimoji="0" sz="1600" b="0" i="0" u="none" strike="noStrike" kern="0" cap="none" spc="0" normalizeH="0" baseline="0" noProof="0">
                <a:ln>
                  <a:noFill/>
                </a:ln>
                <a:solidFill>
                  <a:srgbClr val="000000"/>
                </a:solidFill>
                <a:effectLst/>
                <a:uLnTx/>
                <a:uFillTx/>
                <a:latin typeface="Consolas"/>
                <a:ea typeface="Consolas"/>
                <a:cs typeface="Consolas"/>
              </a:rPr>
              <a:t> products</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ORDER BY</a:t>
            </a:r>
            <a:r>
              <a:rPr kumimoji="0" sz="1600" b="0" i="0" u="none" strike="noStrike" kern="0" cap="none" spc="0" normalizeH="0" baseline="0" noProof="0">
                <a:ln>
                  <a:noFill/>
                </a:ln>
                <a:solidFill>
                  <a:srgbClr val="000000"/>
                </a:solidFill>
                <a:effectLst/>
                <a:uLnTx/>
                <a:uFillTx/>
                <a:latin typeface="Consolas"/>
                <a:ea typeface="Consolas"/>
                <a:cs typeface="Consolas"/>
              </a:rPr>
              <a:t> embedding &lt;=&gt; $</a:t>
            </a:r>
            <a:r>
              <a:rPr kumimoji="0" sz="1600" b="0" i="0" u="none" strike="noStrike" kern="0" cap="none" spc="0" normalizeH="0" baseline="0" noProof="0">
                <a:ln>
                  <a:noFill/>
                </a:ln>
                <a:solidFill>
                  <a:srgbClr val="098658"/>
                </a:solidFill>
                <a:effectLst/>
                <a:uLnTx/>
                <a:uFillTx/>
                <a:latin typeface="Consolas"/>
                <a:ea typeface="Consolas"/>
                <a:cs typeface="Consolas"/>
              </a:rPr>
              <a:t>1</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LIMIT</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98658"/>
                </a:solidFill>
                <a:effectLst/>
                <a:uLnTx/>
                <a:uFillTx/>
                <a:latin typeface="Consolas"/>
                <a:ea typeface="Consolas"/>
                <a:cs typeface="Consolas"/>
              </a:rPr>
              <a:t>10</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16657105"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Choose and configure vector indexes</a:t>
            </a:r>
            <a:endParaRPr lang="en-US"/>
          </a:p>
        </p:txBody>
      </p:sp>
      <p:sp>
        <p:nvSpPr>
          <p:cNvPr id="768269982" name="TextBox 2"/>
          <p:cNvSpPr txBox="1"/>
          <p:nvPr/>
        </p:nvSpPr>
        <p:spPr bwMode="auto">
          <a:xfrm>
            <a:off x="582239" y="1229358"/>
            <a:ext cx="5172363" cy="4843371"/>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2200" b="0" i="0" u="none" strike="noStrike" kern="0" cap="none" spc="0" normalizeH="0" baseline="0" noProof="0">
                <a:ln>
                  <a:noFill/>
                </a:ln>
                <a:solidFill>
                  <a:srgbClr val="000000"/>
                </a:solidFill>
                <a:effectLst/>
                <a:uLnTx/>
                <a:uFillTx/>
                <a:latin typeface="Segoe UI Semibold"/>
                <a:ea typeface="Segoe UI Semibold"/>
                <a:cs typeface="Segoe UI Semibold"/>
              </a:rPr>
              <a:t>IVFFlat (cluster-based):</a:t>
            </a:r>
            <a:endParaRPr kumimoji="0" sz="1600" b="0" i="0" u="none" strike="noStrike" kern="0" cap="none" spc="0" normalizeH="0" baseline="0" noProof="0">
              <a:ln>
                <a:noFill/>
              </a:ln>
              <a:solidFill>
                <a:srgbClr val="000000"/>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srgbClr val="000000"/>
                </a:solidFill>
                <a:effectLst/>
                <a:uLnTx/>
                <a:uFillTx/>
                <a:latin typeface="Segoe UI"/>
                <a:ea typeface="Segoe UI"/>
                <a:cs typeface="Segoe UI"/>
              </a:rPr>
              <a:t>Partitions vectors into lists via k-means clustering</a:t>
            </a:r>
            <a:endParaRPr kumimoji="0" sz="1800" b="0" i="0" u="none" strike="noStrike" kern="0" cap="none" spc="0" normalizeH="0" baseline="0" noProof="0">
              <a:ln>
                <a:noFill/>
              </a:ln>
              <a:solidFill>
                <a:srgbClr val="000000"/>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srgbClr val="000000"/>
                </a:solidFill>
                <a:effectLst/>
                <a:uLnTx/>
                <a:uFillTx/>
                <a:latin typeface="Segoe UI"/>
                <a:ea typeface="Segoe UI"/>
                <a:cs typeface="Segoe UI"/>
              </a:rPr>
              <a:t>Fast build times, lower memory usage</a:t>
            </a:r>
            <a:endParaRPr kumimoji="0" sz="1800" b="0" i="0" u="none" strike="noStrike" kern="0" cap="none" spc="0" normalizeH="0" baseline="0" noProof="0">
              <a:ln>
                <a:noFill/>
              </a:ln>
              <a:solidFill>
                <a:srgbClr val="000000"/>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srgbClr val="000000"/>
                </a:solidFill>
                <a:effectLst/>
                <a:uLnTx/>
                <a:uFillTx/>
                <a:latin typeface="Segoe UI"/>
                <a:ea typeface="Segoe UI"/>
                <a:cs typeface="Segoe UI"/>
              </a:rPr>
              <a:t>Best for frequent rebuilds or limited memory budgets</a:t>
            </a:r>
            <a:endParaRPr kumimoji="0" sz="1600" b="0" i="0" u="none" strike="noStrike" kern="0" cap="none" spc="0" normalizeH="0" baseline="0" noProof="0">
              <a:ln>
                <a:noFill/>
              </a:ln>
              <a:solidFill>
                <a:srgbClr val="000000"/>
              </a:solidFill>
              <a:effectLst/>
              <a:uLnTx/>
              <a:uFillTx/>
              <a:latin typeface="Segoe UI"/>
              <a:cs typeface="Segoe UI"/>
            </a:endParaRPr>
          </a:p>
          <a:p>
            <a:pPr marL="0" marR="0" lvl="0" indent="0" algn="l" defTabSz="914400" rtl="0" eaLnBrk="1" fontAlgn="auto" latinLnBrk="0" hangingPunct="1">
              <a:lnSpc>
                <a:spcPct val="100000"/>
              </a:lnSpc>
              <a:spcBef>
                <a:spcPts val="1583"/>
              </a:spcBef>
              <a:spcAft>
                <a:spcPts val="359"/>
              </a:spcAft>
              <a:buClrTx/>
              <a:buSzTx/>
              <a:buFontTx/>
              <a:buNone/>
              <a:tabLst/>
              <a:defRPr/>
            </a:pPr>
            <a:r>
              <a:rPr kumimoji="0" lang="en-US" sz="2200" b="0" i="0" u="none" strike="noStrike" kern="0" cap="none" spc="0" normalizeH="0" baseline="0" noProof="0">
                <a:ln>
                  <a:noFill/>
                </a:ln>
                <a:solidFill>
                  <a:srgbClr val="000000"/>
                </a:solidFill>
                <a:effectLst/>
                <a:uLnTx/>
                <a:uFillTx/>
                <a:latin typeface="Segoe UI Semibold"/>
                <a:ea typeface="Segoe UI Semibold"/>
                <a:cs typeface="Segoe UI Semibold"/>
              </a:rPr>
              <a:t>HNSW (graph-based):</a:t>
            </a:r>
            <a:endParaRPr kumimoji="0" sz="1600" b="0" i="0" u="none" strike="noStrike" kern="0" cap="none" spc="0" normalizeH="0" baseline="0" noProof="0">
              <a:ln>
                <a:noFill/>
              </a:ln>
              <a:solidFill>
                <a:srgbClr val="000000"/>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srgbClr val="000000"/>
                </a:solidFill>
                <a:effectLst/>
                <a:uLnTx/>
                <a:uFillTx/>
                <a:latin typeface="Segoe UI"/>
                <a:ea typeface="Segoe UI"/>
                <a:cs typeface="Segoe UI"/>
              </a:rPr>
              <a:t>Multi-layer navigable graph structure</a:t>
            </a:r>
            <a:endParaRPr kumimoji="0" lang="en-US" sz="1800" b="0" i="0" u="none" strike="noStrike" kern="0" cap="none" spc="0" normalizeH="0" baseline="0" noProof="0">
              <a:ln>
                <a:noFill/>
              </a:ln>
              <a:solidFill>
                <a:srgbClr val="000000"/>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srgbClr val="000000"/>
                </a:solidFill>
                <a:effectLst/>
                <a:uLnTx/>
                <a:uFillTx/>
                <a:latin typeface="Segoe UI"/>
                <a:ea typeface="Segoe UI"/>
                <a:cs typeface="Segoe UI"/>
              </a:rPr>
              <a:t>Higher recall (99%+), consistent query latency</a:t>
            </a:r>
            <a:endParaRPr kumimoji="0" lang="en-US" sz="1800" b="0" i="0" u="none" strike="noStrike" kern="0" cap="none" spc="0" normalizeH="0" baseline="0" noProof="0">
              <a:ln>
                <a:noFill/>
              </a:ln>
              <a:solidFill>
                <a:srgbClr val="000000"/>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srgbClr val="000000"/>
                </a:solidFill>
                <a:effectLst/>
                <a:uLnTx/>
                <a:uFillTx/>
                <a:latin typeface="Segoe UI"/>
                <a:ea typeface="Segoe UI"/>
                <a:cs typeface="Segoe UI"/>
              </a:rPr>
              <a:t>Best for read-heavy, accuracy-critical workloads</a:t>
            </a:r>
            <a:endParaRPr kumimoji="0" sz="2000" b="0" i="0" u="none" strike="noStrike" kern="0" cap="none" spc="0" normalizeH="0" baseline="0" noProof="0">
              <a:ln>
                <a:noFill/>
              </a:ln>
              <a:solidFill>
                <a:prstClr val="black"/>
              </a:solidFill>
              <a:effectLst/>
              <a:uLnTx/>
              <a:uFillTx/>
              <a:latin typeface="Segoe UI"/>
              <a:cs typeface="Arial"/>
            </a:endParaRPr>
          </a:p>
        </p:txBody>
      </p:sp>
      <p:pic>
        <p:nvPicPr>
          <p:cNvPr id="716802102" name="Picture 1" descr="Image showing a comparison of IVFFlat cluster-based and HNSW graph-based index approaches&#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7304742" y="1031287"/>
            <a:ext cx="3483864" cy="5239512"/>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62385067"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Optimize data layout</a:t>
            </a:r>
            <a:endParaRPr lang="en-US"/>
          </a:p>
        </p:txBody>
      </p:sp>
      <p:sp>
        <p:nvSpPr>
          <p:cNvPr id="1141394626" name="TextBox 2"/>
          <p:cNvSpPr txBox="1"/>
          <p:nvPr/>
        </p:nvSpPr>
        <p:spPr bwMode="auto">
          <a:xfrm>
            <a:off x="457199" y="1226083"/>
            <a:ext cx="5270989" cy="4405825"/>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Schema design for filtered search:</a:t>
            </a:r>
            <a:endParaRPr kumimoji="0" lang="en-US" sz="1800" b="0" i="0" u="none" strike="noStrike" kern="0" cap="none" spc="0" normalizeH="0" baseline="0" noProof="0">
              <a:ln>
                <a:noFill/>
              </a:ln>
              <a:solidFill>
                <a:prstClr val="black"/>
              </a:solidFill>
              <a:effectLst/>
              <a:uLnTx/>
              <a:uFillTx/>
              <a:latin typeface="Segoe UI"/>
              <a:cs typeface="Segoe UI"/>
            </a:endParaRPr>
          </a:p>
          <a:p>
            <a:pPr marL="228598" marR="0" lvl="0" indent="-228598" algn="l" defTabSz="914400" rtl="0" eaLnBrk="1" fontAlgn="auto" latinLnBrk="0" hangingPunct="1">
              <a:lnSpc>
                <a:spcPct val="100000"/>
              </a:lnSpc>
              <a:spcBef>
                <a:spcPts val="0"/>
              </a:spcBef>
              <a:spcAft>
                <a:spcPts val="574"/>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Structured columns with B-tree indexes for common filters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598" marR="0" lvl="0" indent="-228598" algn="l" defTabSz="914400" rtl="0" eaLnBrk="1" fontAlgn="auto" latinLnBrk="0" hangingPunct="1">
              <a:lnSpc>
                <a:spcPct val="100000"/>
              </a:lnSpc>
              <a:spcBef>
                <a:spcPts val="0"/>
              </a:spcBef>
              <a:spcAft>
                <a:spcPts val="574"/>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JSONB for dynamic or rarely filtered attributes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598" marR="0" lvl="0" indent="-228598" algn="l" defTabSz="914400" rtl="0" eaLnBrk="1" fontAlgn="auto" latinLnBrk="0" hangingPunct="1">
              <a:lnSpc>
                <a:spcPct val="100000"/>
              </a:lnSpc>
              <a:spcBef>
                <a:spcPts val="0"/>
              </a:spcBef>
              <a:spcAft>
                <a:spcPts val="574"/>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Composite indexes match multi-column filter patterns</a:t>
            </a:r>
            <a:endParaRPr kumimoji="0" lang="en-US"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Query execution patterns: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598" marR="0" lvl="0" indent="-228598" algn="l" defTabSz="914400" rtl="0" eaLnBrk="1" fontAlgn="auto" latinLnBrk="0" hangingPunct="1">
              <a:lnSpc>
                <a:spcPct val="100000"/>
              </a:lnSpc>
              <a:spcBef>
                <a:spcPts val="0"/>
              </a:spcBef>
              <a:spcAft>
                <a:spcPts val="574"/>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Metadata filters narrow candidates before vector search</a:t>
            </a:r>
            <a:endParaRPr kumimoji="0" lang="en-US" sz="1800" b="0" i="0" u="none" strike="noStrike" kern="0" cap="none" spc="0" normalizeH="0" baseline="0" noProof="0">
              <a:ln>
                <a:noFill/>
              </a:ln>
              <a:solidFill>
                <a:prstClr val="black"/>
              </a:solidFill>
              <a:effectLst/>
              <a:uLnTx/>
              <a:uFillTx/>
              <a:latin typeface="Segoe UI"/>
              <a:cs typeface="Segoe UI"/>
            </a:endParaRPr>
          </a:p>
          <a:p>
            <a:pPr marL="228598" marR="0" lvl="0" indent="-228598" algn="l" defTabSz="914400" rtl="0" eaLnBrk="1" fontAlgn="auto" latinLnBrk="0" hangingPunct="1">
              <a:lnSpc>
                <a:spcPct val="100000"/>
              </a:lnSpc>
              <a:spcBef>
                <a:spcPts val="0"/>
              </a:spcBef>
              <a:spcAft>
                <a:spcPts val="574"/>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Post-filter pattern for low-selectivity predicates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599" marR="0" lvl="0" indent="-228599" algn="l" defTabSz="914400" rtl="0" eaLnBrk="1" fontAlgn="auto" latinLnBrk="0" hangingPunct="1">
              <a:lnSpc>
                <a:spcPct val="100000"/>
              </a:lnSpc>
              <a:spcBef>
                <a:spcPts val="0"/>
              </a:spcBef>
              <a:spcAft>
                <a:spcPts val="575"/>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Table partitioning for tens of millions of rows</a:t>
            </a:r>
            <a:endParaRPr kumimoji="0" sz="1800" b="0" i="0" u="none" strike="noStrike" kern="0" cap="none" spc="0" normalizeH="0" baseline="0" noProof="0">
              <a:ln>
                <a:noFill/>
              </a:ln>
              <a:solidFill>
                <a:prstClr val="black"/>
              </a:solidFill>
              <a:effectLst/>
              <a:uLnTx/>
              <a:uFillTx/>
              <a:latin typeface="Segoe UI"/>
              <a:cs typeface="Arial"/>
            </a:endParaRPr>
          </a:p>
        </p:txBody>
      </p:sp>
      <p:pic>
        <p:nvPicPr>
          <p:cNvPr id="85039352" name="Picture 1" descr="Flow diagram showing all rows narrowed by metadata filter, then vector search, to top-K results&#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6885432" y="1051559"/>
            <a:ext cx="3374136" cy="4754879"/>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4371842"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Scale for high-volume workloads</a:t>
            </a:r>
            <a:endParaRPr lang="en-US"/>
          </a:p>
        </p:txBody>
      </p:sp>
      <p:sp>
        <p:nvSpPr>
          <p:cNvPr id="1917606612" name="TextBox 2"/>
          <p:cNvSpPr txBox="1"/>
          <p:nvPr/>
        </p:nvSpPr>
        <p:spPr bwMode="auto">
          <a:xfrm>
            <a:off x="457199" y="1226083"/>
            <a:ext cx="4807570" cy="4405825"/>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Vertical scaling:</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6728" algn="l" defTabSz="914400" rtl="0" eaLnBrk="1" fontAlgn="auto" latinLnBrk="0" hangingPunct="1">
              <a:lnSpc>
                <a:spcPct val="100000"/>
              </a:lnSpc>
              <a:spcBef>
                <a:spcPts val="0"/>
              </a:spcBef>
              <a:spcAft>
                <a:spcPts val="286"/>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Memory Optimized tier (8 GB/vCore) keeps indexes cached</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6728" algn="l" defTabSz="914400" rtl="0" eaLnBrk="1" fontAlgn="auto" latinLnBrk="0" hangingPunct="1">
              <a:lnSpc>
                <a:spcPct val="100000"/>
              </a:lnSpc>
              <a:spcBef>
                <a:spcPts val="0"/>
              </a:spcBef>
              <a:spcAft>
                <a:spcPts val="286"/>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Scale up when single-query latency is too high</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6728" algn="l" defTabSz="914400" rtl="0" eaLnBrk="1" fontAlgn="auto" latinLnBrk="0" hangingPunct="1">
              <a:lnSpc>
                <a:spcPct val="100000"/>
              </a:lnSpc>
              <a:spcBef>
                <a:spcPts val="0"/>
              </a:spcBef>
              <a:spcAft>
                <a:spcPts val="286"/>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Monitor CPU, memory, and storage I/O thresholds</a:t>
            </a:r>
            <a:endParaRPr kumimoji="0" lang="en-US"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Horizontal scaling and caching:</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6728" algn="l" defTabSz="914400" rtl="0" eaLnBrk="1" fontAlgn="auto" latinLnBrk="0" hangingPunct="1">
              <a:lnSpc>
                <a:spcPct val="100000"/>
              </a:lnSpc>
              <a:spcBef>
                <a:spcPts val="0"/>
              </a:spcBef>
              <a:spcAft>
                <a:spcPts val="286"/>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Up to five read replicas for read-heavy distributions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6728" algn="l" defTabSz="914400" rtl="0" eaLnBrk="1" fontAlgn="auto" latinLnBrk="0" hangingPunct="1">
              <a:lnSpc>
                <a:spcPct val="100000"/>
              </a:lnSpc>
              <a:spcBef>
                <a:spcPts val="0"/>
              </a:spcBef>
              <a:spcAft>
                <a:spcPts val="286"/>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Azure Cache for Redis for frequently requested data</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6729" algn="l" defTabSz="914400" rtl="0" eaLnBrk="1" fontAlgn="auto" latinLnBrk="0" hangingPunct="1">
              <a:lnSpc>
                <a:spcPct val="100000"/>
              </a:lnSpc>
              <a:spcBef>
                <a:spcPts val="0"/>
              </a:spcBef>
              <a:spcAft>
                <a:spcPts val="287"/>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Reserved capacity discounts up to 65% for stable baselines</a:t>
            </a:r>
            <a:endParaRPr kumimoji="0" lang="en-US" sz="1800" b="0" i="0" u="none" strike="noStrike" kern="0" cap="none" spc="0" normalizeH="0" baseline="0" noProof="0">
              <a:ln>
                <a:noFill/>
              </a:ln>
              <a:solidFill>
                <a:prstClr val="black"/>
              </a:solidFill>
              <a:effectLst/>
              <a:uLnTx/>
              <a:uFillTx/>
              <a:latin typeface="Segoe UI"/>
              <a:cs typeface="Segoe UI"/>
            </a:endParaRPr>
          </a:p>
        </p:txBody>
      </p:sp>
      <p:pic>
        <p:nvPicPr>
          <p:cNvPr id="905576940" name="Picture 1" descr="Image showing linear scaling progression from scale up to read replicas to cache&#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6940295" y="1197864"/>
            <a:ext cx="4087367" cy="3931919"/>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81878491"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Connection optimization</a:t>
            </a:r>
            <a:endParaRPr lang="en-US"/>
          </a:p>
        </p:txBody>
      </p:sp>
      <p:sp>
        <p:nvSpPr>
          <p:cNvPr id="1385776628" name="Content Placeholder 3"/>
          <p:cNvSpPr>
            <a:spLocks noGrp="1"/>
          </p:cNvSpPr>
          <p:nvPr/>
        </p:nvSpPr>
        <p:spPr bwMode="auto">
          <a:xfrm>
            <a:off x="457199" y="1225296"/>
            <a:ext cx="5542645" cy="4296360"/>
          </a:xfrm>
        </p:spPr>
        <p:txBody>
          <a:bodyPr vertOverflow="overflow" horzOverflow="overflow" vert="horz" wrap="square" lIns="91440" tIns="45720" rIns="91440" bIns="45720" numCol="1" spcCol="0" rtlCol="0" fromWordArt="0" anchor="t" anchorCtr="0" forceAA="0" compatLnSpc="0">
            <a:noAutofit/>
          </a:bodyPr>
          <a:lstStyle>
            <a:lvl1pPr marL="228600" indent="-228600" algn="l" defTabSz="914400" rtl="0">
              <a:lnSpc>
                <a:spcPct val="100000"/>
              </a:lnSpc>
              <a:spcBef>
                <a:spcPts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ts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ts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ts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ts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59"/>
              </a:spcAft>
              <a:buClrTx/>
              <a:buSzTx/>
              <a:buFont typeface="Arial"/>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PgBouncer connection pooling:</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Built-in on General Purpose and Memory Optimized tiers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Transaction mode multiplexes connections efficiently</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Reduces 50-200ms overhead per new connection</a:t>
            </a:r>
            <a:endParaRPr kumimoji="0" lang="en-US"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719"/>
              </a:spcBef>
              <a:spcAft>
                <a:spcPts val="359"/>
              </a:spcAft>
              <a:buClrTx/>
              <a:buSzTx/>
              <a:buFont typeface="Arial"/>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Application-level patterns: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Pool size balanced across application instances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SET LOCAL for per-transaction vector search parameters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Retry with exponential backoff for transient failures</a:t>
            </a:r>
            <a:endParaRPr kumimoji="0" lang="en-US" sz="1800" b="0" i="0" u="none" strike="noStrike" kern="0" cap="none" spc="0" normalizeH="0" baseline="0" noProof="0">
              <a:ln>
                <a:noFill/>
              </a:ln>
              <a:solidFill>
                <a:prstClr val="black"/>
              </a:solidFill>
              <a:effectLst/>
              <a:uLnTx/>
              <a:uFillTx/>
              <a:latin typeface="Segoe UI"/>
              <a:cs typeface="Segoe UI"/>
            </a:endParaRPr>
          </a:p>
        </p:txBody>
      </p:sp>
      <p:pic>
        <p:nvPicPr>
          <p:cNvPr id="361496911" name="Picture 1" descr="Image showing three application instances connecting through PgBouncer to a single PostgreSQL connection&#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6729984" y="1197864"/>
            <a:ext cx="4517136" cy="3986784"/>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07822124" name="Title 1"/>
          <p:cNvSpPr>
            <a:spLocks noGrp="1"/>
          </p:cNvSpPr>
          <p:nvPr>
            <p:ph type="title"/>
          </p:nvPr>
        </p:nvSpPr>
        <p:spPr bwMode="auto">
          <a:xfrm>
            <a:off x="588261" y="585216"/>
            <a:ext cx="5653640" cy="427079"/>
          </a:xfrm>
        </p:spPr>
        <p:txBody>
          <a:bodyPr/>
          <a:lstStyle/>
          <a:p>
            <a:pPr>
              <a:defRPr/>
            </a:pPr>
            <a:r>
              <a:rPr lang="en-US" sz="2800"/>
              <a:t>Exercise</a:t>
            </a:r>
            <a:endParaRPr sz="2800"/>
          </a:p>
        </p:txBody>
      </p:sp>
      <p:pic>
        <p:nvPicPr>
          <p:cNvPr id="1521544298" name="Picture Placeholder 6"/>
          <p:cNvPicPr>
            <a:picLocks noGrp="1" noChangeAspect="1"/>
          </p:cNvPicPr>
          <p:nvPr>
            <p:ph type="pic" sz="quarter" idx="20"/>
          </p:nvPr>
        </p:nvPicPr>
        <p:blipFill rotWithShape="1">
          <a:blip r:embed="rId3"/>
          <a:srcRect l="118" r="117"/>
          <a:stretch/>
        </p:blipFill>
        <p:spPr bwMode="ltGray">
          <a:xfrm>
            <a:off x="7724773" y="2043463"/>
            <a:ext cx="4467224" cy="3307645"/>
          </a:xfrm>
          <a:prstGeom prst="rect">
            <a:avLst/>
          </a:prstGeom>
          <a:solidFill>
            <a:srgbClr val="F4F4F7"/>
          </a:solidFill>
          <a:ln>
            <a:noFill/>
          </a:ln>
        </p:spPr>
      </p:pic>
      <p:sp>
        <p:nvSpPr>
          <p:cNvPr id="1539239731" name="Text Placeholder 4"/>
          <p:cNvSpPr>
            <a:spLocks noGrp="1"/>
          </p:cNvSpPr>
          <p:nvPr>
            <p:ph type="body" sz="quarter" idx="16"/>
          </p:nvPr>
        </p:nvSpPr>
        <p:spPr bwMode="auto">
          <a:xfrm>
            <a:off x="584199" y="1594151"/>
            <a:ext cx="5655650" cy="731879"/>
          </a:xfrm>
        </p:spPr>
        <p:txBody>
          <a:bodyPr/>
          <a:lstStyle/>
          <a:p>
            <a:pPr>
              <a:defRPr/>
            </a:pPr>
            <a:r>
              <a:rPr lang="en-US" sz="1600" b="0" i="0" u="none" strike="noStrike" cap="none" spc="0">
                <a:solidFill>
                  <a:srgbClr val="000000"/>
                </a:solidFill>
                <a:latin typeface="Segoe UI Semibold"/>
                <a:ea typeface="Segoe UI Semibold"/>
                <a:cs typeface="Segoe UI Semibold"/>
              </a:rPr>
              <a:t>Optimize vector search performance in Azure Database for PostgreSQL</a:t>
            </a:r>
            <a:endParaRPr lang="en-US"/>
          </a:p>
          <a:p>
            <a:pPr>
              <a:defRPr/>
            </a:pPr>
            <a:endParaRPr lang="en-US"/>
          </a:p>
        </p:txBody>
      </p:sp>
      <p:sp>
        <p:nvSpPr>
          <p:cNvPr id="406802381" name="Text Placeholder 61"/>
          <p:cNvSpPr>
            <a:spLocks noGrp="1"/>
          </p:cNvSpPr>
          <p:nvPr>
            <p:ph type="body" sz="quarter" idx="15"/>
          </p:nvPr>
        </p:nvSpPr>
        <p:spPr bwMode="auto">
          <a:xfrm>
            <a:off x="579438" y="2501489"/>
            <a:ext cx="5654884" cy="1951079"/>
          </a:xfrm>
        </p:spPr>
        <p:txBody>
          <a:bodyPr vert="horz" wrap="square" lIns="0" tIns="0" rIns="0" bIns="0" rtlCol="0" anchor="t">
            <a:spAutoFit/>
          </a:bodyPr>
          <a:lstStyle/>
          <a:p>
            <a:pPr marL="0" indent="0">
              <a:buNone/>
              <a:defRPr/>
            </a:pPr>
            <a:r>
              <a:rPr lang="en-US" sz="1600" b="0" i="0" u="none" strike="noStrike" cap="none" spc="0">
                <a:solidFill>
                  <a:srgbClr val="000000"/>
                </a:solidFill>
                <a:latin typeface="Segoe UI"/>
                <a:ea typeface="Segoe UI"/>
                <a:cs typeface="Segoe UI"/>
              </a:rPr>
              <a:t>In this exercise, you deploy an Azure Database for PostgreSQL instance and optimize it for vector search workloads. </a:t>
            </a:r>
            <a:endParaRPr/>
          </a:p>
          <a:p>
            <a:pPr marL="0" indent="0">
              <a:buNone/>
              <a:defRPr/>
            </a:pPr>
            <a:endParaRPr lang="en-US">
              <a:cs typeface="Segoe UI"/>
            </a:endParaRPr>
          </a:p>
          <a:p>
            <a:pPr marL="0" indent="0">
              <a:buNone/>
              <a:defRPr/>
            </a:pPr>
            <a:r>
              <a:rPr lang="en-US">
                <a:latin typeface="Segoe UI Semibold"/>
                <a:cs typeface="Segoe UI Semibold"/>
              </a:rPr>
              <a:t>Estimated time:</a:t>
            </a:r>
            <a:r>
              <a:rPr lang="en-US">
                <a:cs typeface="Segoe UI"/>
              </a:rPr>
              <a:t> 30 minutes</a:t>
            </a:r>
            <a:endParaRPr/>
          </a:p>
          <a:p>
            <a:pPr>
              <a:defRPr/>
            </a:pPr>
            <a:endParaRPr lang="en-US">
              <a:cs typeface="Segoe UI"/>
            </a:endParaRPr>
          </a:p>
          <a:p>
            <a:pPr marL="0" indent="0">
              <a:buNone/>
              <a:defRPr/>
            </a:pPr>
            <a:r>
              <a:rPr lang="en-US">
                <a:cs typeface="Segoe UI"/>
              </a:rPr>
              <a:t>Start the exercise at:</a:t>
            </a:r>
            <a:endParaRPr lang="en-US"/>
          </a:p>
          <a:p>
            <a:pPr marL="0" indent="0">
              <a:buNone/>
              <a:defRPr/>
            </a:pPr>
            <a:r>
              <a:rPr lang="en-US" sz="1600" b="0" i="0" u="sng" strike="noStrike" cap="none" spc="0">
                <a:solidFill>
                  <a:schemeClr val="hlink"/>
                </a:solidFill>
                <a:latin typeface="Segoe UI"/>
                <a:ea typeface="Segoe UI"/>
                <a:cs typeface="Segoe UI"/>
                <a:hlinkClick r:id="rId4"/>
              </a:rPr>
              <a:t>https://go.microsoft.com/fwlink/?linkid=2348919</a:t>
            </a:r>
            <a:endParaRPr/>
          </a:p>
          <a:p>
            <a:pPr marL="0" indent="0">
              <a:buNone/>
              <a:defRPr/>
            </a:pPr>
            <a:endParaRPr lang="en-US"/>
          </a:p>
        </p:txBody>
      </p:sp>
      <p:sp>
        <p:nvSpPr>
          <p:cNvPr id="795803968" name="Footer Placeholder 4"/>
          <p:cNvSpPr>
            <a:spLocks noGrp="1"/>
          </p:cNvSpPr>
          <p:nvPr>
            <p:ph type="ftr" sz="quarter" idx="3"/>
          </p:nvPr>
        </p:nvSpPr>
        <p:spPr bwMode="auto">
          <a:xfrm>
            <a:off x="579438" y="6421082"/>
            <a:ext cx="4151311" cy="19797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UI"/>
                <a:cs typeface="Arial"/>
              </a:rPr>
              <a:t>© Copyright Microsoft Corporation. All rights reserved.</a:t>
            </a:r>
          </a:p>
        </p:txBody>
      </p:sp>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84770712" name="Title 6"/>
          <p:cNvSpPr>
            <a:spLocks noGrp="1"/>
          </p:cNvSpPr>
          <p:nvPr>
            <p:ph type="title"/>
          </p:nvPr>
        </p:nvSpPr>
        <p:spPr bwMode="auto">
          <a:xfrm>
            <a:off x="588016" y="2875002"/>
            <a:ext cx="5688751" cy="1107996"/>
          </a:xfrm>
        </p:spPr>
        <p:txBody>
          <a:bodyPr/>
          <a:lstStyle/>
          <a:p>
            <a:pPr>
              <a:defRPr/>
            </a:pPr>
            <a:r>
              <a:rPr lang="en-US" sz="4000" b="0" i="0" u="none" strike="noStrike" cap="none" spc="-46" dirty="0">
                <a:solidFill>
                  <a:schemeClr val="tx1"/>
                </a:solidFill>
                <a:latin typeface="Segoe UI"/>
                <a:ea typeface="Segoe UI"/>
                <a:cs typeface="Segoe UI"/>
              </a:rPr>
              <a:t>Enhance AI solutions with </a:t>
            </a:r>
            <a:r>
              <a:rPr lang="en-US" sz="4000" b="0" i="0" u="none" strike="noStrike" cap="none" spc="-46" dirty="0">
                <a:solidFill>
                  <a:schemeClr val="tx1"/>
                </a:solidFill>
                <a:highlight>
                  <a:srgbClr val="FFFF00"/>
                </a:highlight>
                <a:latin typeface="Segoe UI"/>
                <a:ea typeface="Segoe UI"/>
                <a:cs typeface="Segoe UI"/>
              </a:rPr>
              <a:t>Azure Managed Redis</a:t>
            </a:r>
            <a:endParaRPr lang="en-US" dirty="0">
              <a:highlight>
                <a:srgbClr val="FFFF00"/>
              </a:highlight>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0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Title 2">
            <a:extLst>
              <a:ext uri="{FF2B5EF4-FFF2-40B4-BE49-F238E27FC236}">
                <a16:creationId xmlns:a16="http://schemas.microsoft.com/office/drawing/2014/main" id="{275AD0EF-BD07-65A7-7CEA-2B8E9C85F5DE}"/>
              </a:ext>
            </a:extLst>
          </p:cNvPr>
          <p:cNvSpPr>
            <a:spLocks noGrp="1"/>
          </p:cNvSpPr>
          <p:nvPr>
            <p:ph type="title"/>
          </p:nvPr>
        </p:nvSpPr>
        <p:spPr/>
        <p:txBody>
          <a:bodyPr/>
          <a:lstStyle/>
          <a:p>
            <a:r>
              <a:rPr lang="en-US" dirty="0"/>
              <a:t>Module 1: </a:t>
            </a:r>
            <a:r>
              <a:rPr lang="en-US" spc="0" dirty="0">
                <a:ea typeface="Segoe UI"/>
              </a:rPr>
              <a:t>Implement data operations in Azure Managed Redis</a:t>
            </a:r>
            <a:endParaRPr lang="en-US" dirty="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0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31550999"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Explore Azure Managed Redis</a:t>
            </a:r>
            <a:endParaRPr/>
          </a:p>
        </p:txBody>
      </p:sp>
      <p:sp>
        <p:nvSpPr>
          <p:cNvPr id="2065677282" name="Content Placeholder 3"/>
          <p:cNvSpPr>
            <a:spLocks noGrp="1"/>
          </p:cNvSpPr>
          <p:nvPr>
            <p:ph sz="quarter" idx="10"/>
          </p:nvPr>
        </p:nvSpPr>
        <p:spPr bwMode="auto">
          <a:xfrm>
            <a:off x="457198" y="1299652"/>
            <a:ext cx="5062709" cy="4816472"/>
          </a:xfrm>
        </p:spPr>
        <p:txBody>
          <a:bodyPr vertOverflow="overflow" horzOverflow="overflow" vert="horz" wrap="square" lIns="0" tIns="0" rIns="0" bIns="0" numCol="1" spcCol="0" rtlCol="0" fromWordArt="0" anchor="t" anchorCtr="0" forceAA="0" compatLnSpc="0">
            <a:normAutofit/>
          </a:bodyPr>
          <a:lstStyle/>
          <a:p>
            <a:pPr marL="0" indent="0">
              <a:spcAft>
                <a:spcPts val="719"/>
              </a:spcAft>
              <a:buFont typeface="Arial"/>
              <a:buNone/>
              <a:defRPr/>
            </a:pPr>
            <a:r>
              <a:rPr lang="en-US" sz="2200" b="0" i="0" u="none" strike="noStrike" cap="none" spc="0">
                <a:solidFill>
                  <a:schemeClr val="tx1"/>
                </a:solidFill>
                <a:latin typeface="Segoe UI Semibold"/>
                <a:ea typeface="Segoe UI Semibold"/>
                <a:cs typeface="Segoe UI Semibold"/>
              </a:rPr>
              <a:t>Caching strategies:</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Data cache: cache-aside pattern loads data on demand, invalidates on change</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Content cache: static content (headers, footers, templates) served from memory</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Session store: user state stored by session ID, replaces cookie-heavy approaches</a:t>
            </a:r>
            <a:endParaRPr sz="2600"/>
          </a:p>
        </p:txBody>
      </p:sp>
      <p:sp>
        <p:nvSpPr>
          <p:cNvPr id="838318590" name="Content Placeholder 3"/>
          <p:cNvSpPr>
            <a:spLocks noGrp="1"/>
          </p:cNvSpPr>
          <p:nvPr/>
        </p:nvSpPr>
        <p:spPr bwMode="auto">
          <a:xfrm>
            <a:off x="6405908" y="1299652"/>
            <a:ext cx="5062708" cy="4816472"/>
          </a:xfrm>
        </p:spPr>
        <p:txBody>
          <a:bodyPr vertOverflow="overflow" horzOverflow="overflow" vert="horz" wrap="square" lIns="0" tIns="0" rIns="0" bIns="0" numCol="1" spcCol="0" rtlCol="0" fromWordArt="0" anchor="t" anchorCtr="0" forceAA="0" compatLnSpc="0">
            <a:normAutofit/>
          </a:bodyPr>
          <a:lstStyle>
            <a:lvl1pPr marL="228600" indent="-228600" algn="l" defTabSz="914400" rtl="0">
              <a:lnSpc>
                <a:spcPct val="100000"/>
              </a:lnSpc>
              <a:spcBef>
                <a:spcPts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ts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ts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ts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ts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719"/>
              </a:spcAft>
              <a:buClrTx/>
              <a:buSzTx/>
              <a:buFont typeface="Arial"/>
              <a:buNone/>
              <a:tabLst/>
              <a:defRPr/>
            </a:pPr>
            <a:r>
              <a:rPr kumimoji="0" lang="en-US" sz="2200" b="0" i="0" u="none" strike="noStrike" kern="0" cap="none" spc="0" normalizeH="0" baseline="0" noProof="0">
                <a:ln>
                  <a:noFill/>
                </a:ln>
                <a:solidFill>
                  <a:prstClr val="black"/>
                </a:solidFill>
                <a:effectLst/>
                <a:uLnTx/>
                <a:uFillTx/>
                <a:latin typeface="Segoe UI Semibold"/>
                <a:ea typeface="Segoe UI Semibold"/>
                <a:cs typeface="Segoe UI Semibold"/>
              </a:rPr>
              <a:t>Choosing a tier:</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Memory Optimized: high memory-to-vCPU (8:1), lower throughput, suits dev/test</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Balanced: standard workloads with 4:1 memory-to-vCPU ratio</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Compute Optimized: maximum throughput with 2:1 memory-to-vCPU ratio</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Flash Optimized: moves cold data from RAM to NVMe for large datasets</a:t>
            </a:r>
            <a:endParaRPr kumimoji="0" sz="2600" b="0" i="0" u="none" strike="noStrike" kern="0" cap="none" spc="0" normalizeH="0" baseline="0" noProof="0">
              <a:ln>
                <a:noFill/>
              </a:ln>
              <a:solidFill>
                <a:prstClr val="black"/>
              </a:solidFill>
              <a:effectLst/>
              <a:uLnTx/>
              <a:uFillTx/>
              <a:latin typeface="Segoe UI"/>
              <a:cs typeface="Segoe UI"/>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57247627"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Client libraries and development best practices</a:t>
            </a:r>
            <a:endParaRPr/>
          </a:p>
        </p:txBody>
      </p:sp>
      <p:sp>
        <p:nvSpPr>
          <p:cNvPr id="935374655" name="Content Placeholder 3"/>
          <p:cNvSpPr>
            <a:spLocks noGrp="1"/>
          </p:cNvSpPr>
          <p:nvPr>
            <p:ph sz="quarter" idx="10"/>
          </p:nvPr>
        </p:nvSpPr>
        <p:spPr bwMode="auto">
          <a:xfrm>
            <a:off x="457198" y="1358775"/>
            <a:ext cx="5019179" cy="4816473"/>
          </a:xfrm>
        </p:spPr>
        <p:txBody>
          <a:bodyPr vertOverflow="overflow" horzOverflow="overflow" vert="horz" wrap="square" lIns="0" tIns="0" rIns="0" bIns="0" numCol="1" spcCol="0" rtlCol="0" fromWordArt="0" anchor="t" anchorCtr="0" forceAA="0" compatLnSpc="0">
            <a:noAutofit/>
          </a:bodyPr>
          <a:lstStyle/>
          <a:p>
            <a:pPr marL="0" indent="0">
              <a:spcAft>
                <a:spcPts val="359"/>
              </a:spcAft>
              <a:buFont typeface="Arial"/>
              <a:buNone/>
              <a:defRPr/>
            </a:pPr>
            <a:r>
              <a:rPr lang="en-US" sz="2000" b="0" i="0" u="none" strike="noStrike" cap="none" spc="0">
                <a:solidFill>
                  <a:schemeClr val="tx1"/>
                </a:solidFill>
                <a:latin typeface="Segoe UI Semibold"/>
                <a:ea typeface="Segoe UI Semibold"/>
                <a:cs typeface="Segoe UI Semibold"/>
              </a:rPr>
              <a:t>Client libraries:</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redis-py (Python), StackExchange.Redis (.NET), Lettuce (Java), node_redis (Node.js)</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Enterprise clustering works with all clients. OSS clustering requires cluster-aware clients</a:t>
            </a:r>
            <a:endParaRPr lang="en-US" sz="1800" b="0" i="0" u="none" strike="noStrike" cap="none" spc="0">
              <a:solidFill>
                <a:schemeClr val="tx1"/>
              </a:solidFill>
              <a:latin typeface="Segoe UI"/>
              <a:cs typeface="Segoe UI"/>
            </a:endParaRPr>
          </a:p>
          <a:p>
            <a:pPr marL="0" marR="0" indent="0" algn="l">
              <a:lnSpc>
                <a:spcPct val="100000"/>
              </a:lnSpc>
              <a:spcBef>
                <a:spcPts val="719"/>
              </a:spcBef>
              <a:spcAft>
                <a:spcPts val="359"/>
              </a:spcAft>
              <a:buFont typeface="Arial"/>
              <a:buNone/>
              <a:defRPr/>
            </a:pPr>
            <a:r>
              <a:rPr lang="en-US" sz="2000" b="0" i="0" u="none" strike="noStrike" cap="none" spc="0">
                <a:solidFill>
                  <a:schemeClr val="tx1"/>
                </a:solidFill>
                <a:latin typeface="Segoe UI Semibold"/>
                <a:ea typeface="Segoe UI Semibold"/>
                <a:cs typeface="Segoe UI Semibold"/>
              </a:rPr>
              <a:t>Development best practices:</a:t>
            </a:r>
            <a:endParaRPr lang="en-US" sz="1800" b="0" i="0" u="none" strike="noStrike" cap="none" spc="0">
              <a:solidFill>
                <a:schemeClr val="tx1"/>
              </a:solidFill>
              <a:latin typeface="Segoe UI"/>
              <a:cs typeface="Segoe UI"/>
            </a:endParaRPr>
          </a:p>
          <a:p>
            <a:pPr>
              <a:spcAft>
                <a:spcPts val="287"/>
              </a:spcAft>
              <a:defRPr/>
            </a:pPr>
            <a:r>
              <a:rPr lang="en-US" sz="1800" b="0" i="0" u="none" strike="noStrike" cap="none" spc="0">
                <a:solidFill>
                  <a:schemeClr val="tx1"/>
                </a:solidFill>
                <a:latin typeface="Segoe UI"/>
                <a:ea typeface="Segoe UI"/>
                <a:cs typeface="Segoe UI"/>
              </a:rPr>
              <a:t>Keep key values small. Divide large data into multiple keys</a:t>
            </a:r>
            <a:endParaRPr lang="en-US" sz="1800" b="0" i="0" u="none" strike="noStrike" cap="none" spc="0">
              <a:solidFill>
                <a:schemeClr val="tx1"/>
              </a:solidFill>
              <a:latin typeface="Segoe UI"/>
              <a:cs typeface="Segoe UI"/>
            </a:endParaRPr>
          </a:p>
          <a:p>
            <a:pPr>
              <a:spcAft>
                <a:spcPts val="287"/>
              </a:spcAft>
              <a:defRPr/>
            </a:pPr>
            <a:r>
              <a:rPr lang="en-US" sz="1800" b="0" i="0" u="none" strike="noStrike" cap="none" spc="0">
                <a:solidFill>
                  <a:schemeClr val="tx1"/>
                </a:solidFill>
                <a:latin typeface="Segoe UI"/>
                <a:ea typeface="Segoe UI"/>
                <a:cs typeface="Segoe UI"/>
              </a:rPr>
              <a:t>Use pipelining for batch operations</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287"/>
              </a:spcAft>
              <a:buFont typeface="Arial"/>
              <a:buChar char="•"/>
              <a:defRPr/>
            </a:pPr>
            <a:r>
              <a:rPr lang="en-US" sz="1800" b="0" i="0" u="none" strike="noStrike" cap="none" spc="0">
                <a:solidFill>
                  <a:schemeClr val="tx1"/>
                </a:solidFill>
                <a:latin typeface="Segoe UI"/>
                <a:ea typeface="Segoe UI"/>
                <a:cs typeface="Segoe UI"/>
              </a:rPr>
              <a:t>Avoid </a:t>
            </a:r>
            <a:r>
              <a:rPr lang="en-US" sz="1800" b="0" i="0" u="none" strike="noStrike" cap="none" spc="0">
                <a:solidFill>
                  <a:schemeClr val="tx1"/>
                </a:solidFill>
                <a:latin typeface="Consolas"/>
                <a:ea typeface="Consolas"/>
                <a:cs typeface="Consolas"/>
              </a:rPr>
              <a:t>KEYS</a:t>
            </a:r>
            <a:r>
              <a:rPr lang="en-US" sz="1800" b="0" i="0" u="none" strike="noStrike" cap="none" spc="0">
                <a:solidFill>
                  <a:schemeClr val="tx1"/>
                </a:solidFill>
                <a:latin typeface="Segoe UI"/>
                <a:ea typeface="Segoe UI"/>
                <a:cs typeface="Segoe UI"/>
              </a:rPr>
              <a:t> in production. Use </a:t>
            </a:r>
            <a:r>
              <a:rPr lang="en-US" sz="1800" b="0" i="0" u="none" strike="noStrike" cap="none" spc="0">
                <a:solidFill>
                  <a:schemeClr val="tx1"/>
                </a:solidFill>
                <a:latin typeface="Consolas"/>
                <a:ea typeface="Consolas"/>
                <a:cs typeface="Consolas"/>
              </a:rPr>
              <a:t>SCAN</a:t>
            </a:r>
            <a:r>
              <a:rPr lang="en-US" sz="1800" b="0" i="0" u="none" strike="noStrike" cap="none" spc="0">
                <a:solidFill>
                  <a:schemeClr val="tx1"/>
                </a:solidFill>
                <a:latin typeface="Segoe UI"/>
                <a:ea typeface="Segoe UI"/>
                <a:cs typeface="Segoe UI"/>
              </a:rPr>
              <a:t> for non-blocking iteration</a:t>
            </a:r>
            <a:endParaRPr lang="en-US" sz="1800" b="0" i="0" u="none" strike="noStrike" cap="none" spc="0">
              <a:solidFill>
                <a:schemeClr val="tx1"/>
              </a:solidFill>
              <a:latin typeface="Segoe UI"/>
              <a:cs typeface="Segoe UI"/>
            </a:endParaRPr>
          </a:p>
          <a:p>
            <a:pPr>
              <a:spcAft>
                <a:spcPts val="287"/>
              </a:spcAft>
              <a:defRPr/>
            </a:pPr>
            <a:r>
              <a:rPr lang="en-US" sz="1800" b="0" i="0" u="none" strike="noStrike" cap="none" spc="0">
                <a:solidFill>
                  <a:schemeClr val="tx1"/>
                </a:solidFill>
                <a:latin typeface="Segoe UI"/>
                <a:ea typeface="Segoe UI"/>
                <a:cs typeface="Segoe UI"/>
              </a:rPr>
              <a:t>Co-locate Redis and application in the same Azure region</a:t>
            </a:r>
            <a:endParaRPr lang="en-US" sz="1800" b="0" i="0" u="none" strike="noStrike" cap="none" spc="0">
              <a:solidFill>
                <a:schemeClr val="tx1"/>
              </a:solidFill>
              <a:latin typeface="Segoe UI"/>
              <a:cs typeface="Segoe UI"/>
            </a:endParaRPr>
          </a:p>
          <a:p>
            <a:pPr marL="228600" marR="0" lvl="0" indent="-228600" algn="l">
              <a:lnSpc>
                <a:spcPct val="100000"/>
              </a:lnSpc>
              <a:spcBef>
                <a:spcPts val="0"/>
              </a:spcBef>
              <a:spcAft>
                <a:spcPts val="287"/>
              </a:spcAft>
              <a:buChar char="•"/>
              <a:defRPr/>
            </a:pPr>
            <a:r>
              <a:rPr lang="en-US" sz="1800" b="0" i="0" u="none" strike="noStrike" cap="none" spc="0">
                <a:solidFill>
                  <a:schemeClr val="tx1"/>
                </a:solidFill>
                <a:latin typeface="Segoe UI"/>
                <a:ea typeface="Segoe UI"/>
                <a:cs typeface="Segoe UI"/>
              </a:rPr>
              <a:t>Scale when metrics exceed 75%: memory, CPU, clients, bandwidth</a:t>
            </a:r>
            <a:endParaRPr sz="2200">
              <a:latin typeface="Segoe UI"/>
              <a:cs typeface="Segoe UI"/>
            </a:endParaRPr>
          </a:p>
        </p:txBody>
      </p:sp>
      <p:sp>
        <p:nvSpPr>
          <p:cNvPr id="804517373" name=" 804517372"/>
          <p:cNvSpPr/>
          <p:nvPr/>
        </p:nvSpPr>
        <p:spPr bwMode="auto">
          <a:xfrm>
            <a:off x="6993010" y="1389211"/>
            <a:ext cx="4521397" cy="310931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8000"/>
                </a:solidFill>
                <a:effectLst/>
                <a:uLnTx/>
                <a:uFillTx/>
                <a:latin typeface="Consolas"/>
                <a:ea typeface="Consolas"/>
                <a:cs typeface="Consolas"/>
              </a:rPr>
              <a:t># Pipelining: single round-trip</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8000"/>
                </a:solidFill>
                <a:effectLst/>
                <a:uLnTx/>
                <a:uFillTx/>
                <a:latin typeface="Consolas"/>
                <a:ea typeface="Consolas"/>
                <a:cs typeface="Consolas"/>
              </a:rPr>
              <a:t># for multiple hash operations</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pipe = r.pipeline()</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pipe.hgetall(</a:t>
            </a:r>
            <a:r>
              <a:rPr kumimoji="0" sz="1600" b="0" i="0" u="none" strike="noStrike" kern="0" cap="none" spc="0" normalizeH="0" baseline="0" noProof="0">
                <a:ln>
                  <a:noFill/>
                </a:ln>
                <a:solidFill>
                  <a:srgbClr val="A31515"/>
                </a:solidFill>
                <a:effectLst/>
                <a:uLnTx/>
                <a:uFillTx/>
                <a:latin typeface="Consolas"/>
                <a:ea typeface="Consolas"/>
                <a:cs typeface="Consolas"/>
              </a:rPr>
              <a:t>'user:1001'</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pipe.hgetall(</a:t>
            </a:r>
            <a:r>
              <a:rPr kumimoji="0" sz="1600" b="0" i="0" u="none" strike="noStrike" kern="0" cap="none" spc="0" normalizeH="0" baseline="0" noProof="0">
                <a:ln>
                  <a:noFill/>
                </a:ln>
                <a:solidFill>
                  <a:srgbClr val="A31515"/>
                </a:solidFill>
                <a:effectLst/>
                <a:uLnTx/>
                <a:uFillTx/>
                <a:latin typeface="Consolas"/>
                <a:ea typeface="Consolas"/>
                <a:cs typeface="Consolas"/>
              </a:rPr>
              <a:t>'user:1002'</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results = pipe.execute()</a:t>
            </a:r>
            <a:br>
              <a:rPr kumimoji="0" sz="1600" b="0" i="0" u="none" strike="noStrike" kern="0" cap="none" spc="0" normalizeH="0" baseline="0" noProof="0">
                <a:ln>
                  <a:noFill/>
                </a:ln>
                <a:solidFill>
                  <a:srgbClr val="000000"/>
                </a:solidFill>
                <a:effectLst/>
                <a:uLnTx/>
                <a:uFillTx/>
                <a:latin typeface="Consolas"/>
                <a:ea typeface="Consolas"/>
                <a:cs typeface="Consolas"/>
              </a:rPr>
            </a:b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8000"/>
                </a:solidFill>
                <a:effectLst/>
                <a:uLnTx/>
                <a:uFillTx/>
                <a:latin typeface="Consolas"/>
                <a:ea typeface="Consolas"/>
                <a:cs typeface="Consolas"/>
              </a:rPr>
              <a:t># Retrieve specific fields</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pipe = r.pipeline()</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pipe.hget(</a:t>
            </a:r>
            <a:r>
              <a:rPr kumimoji="0" sz="1600" b="0" i="0" u="none" strike="noStrike" kern="0" cap="none" spc="0" normalizeH="0" baseline="0" noProof="0">
                <a:ln>
                  <a:noFill/>
                </a:ln>
                <a:solidFill>
                  <a:srgbClr val="A31515"/>
                </a:solidFill>
                <a:effectLst/>
                <a:uLnTx/>
                <a:uFillTx/>
                <a:latin typeface="Consolas"/>
                <a:ea typeface="Consolas"/>
                <a:cs typeface="Consolas"/>
              </a:rPr>
              <a:t>'user:1001'</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'name'</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pipe.hget(</a:t>
            </a:r>
            <a:r>
              <a:rPr kumimoji="0" sz="1600" b="0" i="0" u="none" strike="noStrike" kern="0" cap="none" spc="0" normalizeH="0" baseline="0" noProof="0">
                <a:ln>
                  <a:noFill/>
                </a:ln>
                <a:solidFill>
                  <a:srgbClr val="A31515"/>
                </a:solidFill>
                <a:effectLst/>
                <a:uLnTx/>
                <a:uFillTx/>
                <a:latin typeface="Consolas"/>
                <a:ea typeface="Consolas"/>
                <a:cs typeface="Consolas"/>
              </a:rPr>
              <a:t>'user:1002'</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'name'</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names = pipe.execute()</a:t>
            </a:r>
            <a:endParaRPr kumimoji="0" sz="2200" b="0" i="0" u="none" strike="noStrike" kern="0" cap="none" spc="0" normalizeH="0" baseline="0" noProof="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1204976"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Implement data operations (1 of 2)</a:t>
            </a:r>
            <a:endParaRPr/>
          </a:p>
        </p:txBody>
      </p:sp>
      <p:sp>
        <p:nvSpPr>
          <p:cNvPr id="1232348652" name="Content Placeholder 3"/>
          <p:cNvSpPr>
            <a:spLocks noGrp="1"/>
          </p:cNvSpPr>
          <p:nvPr>
            <p:ph sz="quarter" idx="10"/>
          </p:nvPr>
        </p:nvSpPr>
        <p:spPr bwMode="auto">
          <a:xfrm>
            <a:off x="457200" y="1234438"/>
            <a:ext cx="5037669" cy="4816473"/>
          </a:xfrm>
        </p:spPr>
        <p:txBody>
          <a:bodyPr vertOverflow="overflow" horzOverflow="overflow" vert="horz" wrap="square" lIns="0" tIns="0" rIns="0" bIns="0" numCol="1" spcCol="0" rtlCol="0" fromWordArt="0" anchor="t" anchorCtr="0" forceAA="0" compatLnSpc="0">
            <a:noAutofit/>
          </a:bodyPr>
          <a:lstStyle/>
          <a:p>
            <a:pPr marL="0" indent="0">
              <a:spcAft>
                <a:spcPts val="359"/>
              </a:spcAft>
              <a:buFont typeface="Arial"/>
              <a:buNone/>
              <a:defRPr/>
            </a:pPr>
            <a:r>
              <a:rPr lang="en-US" sz="2000" b="0" i="0" u="none" strike="noStrike" cap="none" spc="0">
                <a:solidFill>
                  <a:schemeClr val="tx1"/>
                </a:solidFill>
                <a:latin typeface="Segoe UI Semibold"/>
                <a:ea typeface="Segoe UI Semibold"/>
                <a:cs typeface="Segoe UI Semibold"/>
              </a:rPr>
              <a:t>Core data types:</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Strings: </a:t>
            </a:r>
            <a:r>
              <a:rPr lang="en-US" sz="1800" b="0" i="0" u="none" strike="noStrike" cap="none" spc="0">
                <a:solidFill>
                  <a:schemeClr val="tx1"/>
                </a:solidFill>
                <a:latin typeface="Consolas"/>
                <a:ea typeface="Consolas"/>
                <a:cs typeface="Consolas"/>
              </a:rPr>
              <a:t>SET/GET</a:t>
            </a:r>
            <a:r>
              <a:rPr lang="en-US" sz="1800" b="0" i="0" u="none" strike="noStrike" cap="none" spc="0">
                <a:solidFill>
                  <a:schemeClr val="tx1"/>
                </a:solidFill>
                <a:latin typeface="Segoe UI"/>
                <a:ea typeface="Segoe UI"/>
                <a:cs typeface="Segoe UI"/>
              </a:rPr>
              <a:t> for text or serialized data</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Hashes: field-value pairs in a single key, efficient for structured data</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Lists: ordered collections for queues or activity feeds</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Font typeface="Arial"/>
              <a:buChar char="•"/>
              <a:defRPr/>
            </a:pPr>
            <a:r>
              <a:rPr lang="en-US" sz="1800" b="0" i="0" u="none" strike="noStrike" cap="none" spc="0">
                <a:solidFill>
                  <a:schemeClr val="tx1"/>
                </a:solidFill>
                <a:latin typeface="Segoe UI"/>
                <a:ea typeface="Segoe UI"/>
                <a:cs typeface="Segoe UI"/>
              </a:rPr>
              <a:t>Numeric: atomic </a:t>
            </a:r>
            <a:r>
              <a:rPr lang="en-US" sz="1800" b="0" i="0" u="none" strike="noStrike" cap="none" spc="0">
                <a:solidFill>
                  <a:schemeClr val="tx1"/>
                </a:solidFill>
                <a:latin typeface="Consolas"/>
                <a:ea typeface="Consolas"/>
                <a:cs typeface="Consolas"/>
              </a:rPr>
              <a:t>INCR/DECR</a:t>
            </a:r>
            <a:r>
              <a:rPr lang="en-US" sz="1800" b="0" i="0" u="none" strike="noStrike" cap="none" spc="0">
                <a:solidFill>
                  <a:schemeClr val="tx1"/>
                </a:solidFill>
                <a:latin typeface="Segoe UI"/>
                <a:ea typeface="Segoe UI"/>
                <a:cs typeface="Segoe UI"/>
              </a:rPr>
              <a:t> for counters and rate limiting</a:t>
            </a:r>
            <a:endParaRPr lang="en-US" sz="1800" b="0" i="0" u="none" strike="noStrike" cap="none" spc="0">
              <a:solidFill>
                <a:schemeClr val="tx1"/>
              </a:solidFill>
              <a:latin typeface="Segoe UI"/>
              <a:cs typeface="Segoe UI"/>
            </a:endParaRPr>
          </a:p>
          <a:p>
            <a:pPr marL="0" marR="0" indent="0" algn="l">
              <a:lnSpc>
                <a:spcPct val="100000"/>
              </a:lnSpc>
              <a:spcBef>
                <a:spcPts val="719"/>
              </a:spcBef>
              <a:spcAft>
                <a:spcPts val="359"/>
              </a:spcAft>
              <a:buFont typeface="Arial"/>
              <a:buNone/>
              <a:defRPr/>
            </a:pPr>
            <a:r>
              <a:rPr lang="en-US" sz="2000" b="0" i="0" u="none" strike="noStrike" cap="none" spc="0">
                <a:solidFill>
                  <a:schemeClr val="tx1"/>
                </a:solidFill>
                <a:latin typeface="Segoe UI Semibold"/>
                <a:ea typeface="Segoe UI Semibold"/>
                <a:cs typeface="Segoe UI Semibold"/>
              </a:rPr>
              <a:t>Connection:</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Default port for Azure Managed Redis: 10000</a:t>
            </a:r>
            <a:endParaRPr lang="en-US" sz="1800" b="0" i="0" u="none" strike="noStrike" cap="none" spc="0">
              <a:solidFill>
                <a:schemeClr val="tx1"/>
              </a:solidFill>
              <a:latin typeface="Segoe UI"/>
              <a:cs typeface="Segoe UI"/>
            </a:endParaRPr>
          </a:p>
          <a:p>
            <a:pPr marL="228600" marR="0" lvl="0" indent="-228600" algn="l">
              <a:lnSpc>
                <a:spcPct val="100000"/>
              </a:lnSpc>
              <a:spcBef>
                <a:spcPts val="0"/>
              </a:spcBef>
              <a:spcAft>
                <a:spcPts val="359"/>
              </a:spcAft>
              <a:buFont typeface="Arial"/>
              <a:buChar char="•"/>
              <a:defRPr/>
            </a:pPr>
            <a:r>
              <a:rPr lang="en-US" sz="1800" b="0" i="0" u="none" strike="noStrike" cap="none" spc="0">
                <a:solidFill>
                  <a:schemeClr val="tx1"/>
                </a:solidFill>
                <a:latin typeface="Segoe UI"/>
                <a:ea typeface="Segoe UI"/>
                <a:cs typeface="Segoe UI"/>
              </a:rPr>
              <a:t>Use </a:t>
            </a:r>
            <a:r>
              <a:rPr lang="en-US" sz="1800" b="0" i="0" u="none" strike="noStrike" cap="none" spc="0">
                <a:solidFill>
                  <a:schemeClr val="tx1"/>
                </a:solidFill>
                <a:latin typeface="Consolas"/>
                <a:ea typeface="Consolas"/>
                <a:cs typeface="Consolas"/>
              </a:rPr>
              <a:t>redis.Redis</a:t>
            </a:r>
            <a:r>
              <a:rPr lang="en-US" sz="1800" b="0" i="0" u="none" strike="noStrike" cap="none" spc="0">
                <a:solidFill>
                  <a:schemeClr val="tx1"/>
                </a:solidFill>
                <a:latin typeface="Segoe UI"/>
                <a:ea typeface="Segoe UI"/>
                <a:cs typeface="Segoe UI"/>
              </a:rPr>
              <a:t> for Enterprise clustering, </a:t>
            </a:r>
            <a:r>
              <a:rPr lang="en-US" sz="1800" b="0" i="0" u="none" strike="noStrike" cap="none" spc="0">
                <a:solidFill>
                  <a:schemeClr val="tx1"/>
                </a:solidFill>
                <a:latin typeface="Consolas"/>
                <a:ea typeface="Consolas"/>
                <a:cs typeface="Consolas"/>
              </a:rPr>
              <a:t>redis.cluster.RedisCluster</a:t>
            </a:r>
            <a:r>
              <a:rPr lang="en-US" sz="1800" b="0" i="0" u="none" strike="noStrike" cap="none" spc="0">
                <a:solidFill>
                  <a:schemeClr val="tx1"/>
                </a:solidFill>
                <a:latin typeface="Segoe UI"/>
                <a:ea typeface="Segoe UI"/>
                <a:cs typeface="Segoe UI"/>
              </a:rPr>
              <a:t> for OSS clustering</a:t>
            </a:r>
            <a:endParaRPr lang="en-US" sz="2800" b="0" i="0" u="none" strike="noStrike" cap="none" spc="0">
              <a:latin typeface="Consolas"/>
              <a:cs typeface="Times New Roman"/>
            </a:endParaRPr>
          </a:p>
        </p:txBody>
      </p:sp>
      <p:sp>
        <p:nvSpPr>
          <p:cNvPr id="626393172" name=" 626393171"/>
          <p:cNvSpPr/>
          <p:nvPr/>
        </p:nvSpPr>
        <p:spPr bwMode="auto">
          <a:xfrm>
            <a:off x="6858190" y="1413602"/>
            <a:ext cx="4760760" cy="475523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8000"/>
                </a:solidFill>
                <a:effectLst/>
                <a:uLnTx/>
                <a:uFillTx/>
                <a:latin typeface="Consolas"/>
                <a:ea typeface="Consolas"/>
                <a:cs typeface="Consolas"/>
              </a:rPr>
              <a:t># Connect to Azure Managed Redis</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r = redis.Redis(</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host=</a:t>
            </a:r>
            <a:r>
              <a:rPr kumimoji="0" sz="1600" b="0" i="0" u="none" strike="noStrike" kern="0" cap="none" spc="0" normalizeH="0" baseline="0" noProof="0">
                <a:ln>
                  <a:noFill/>
                </a:ln>
                <a:solidFill>
                  <a:srgbClr val="A31515"/>
                </a:solidFill>
                <a:effectLst/>
                <a:uLnTx/>
                <a:uFillTx/>
                <a:latin typeface="Consolas"/>
                <a:ea typeface="Consolas"/>
                <a:cs typeface="Consolas"/>
              </a:rPr>
              <a:t>'your-instance'</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port=</a:t>
            </a:r>
            <a:r>
              <a:rPr kumimoji="0" sz="1600" b="0" i="0" u="none" strike="noStrike" kern="0" cap="none" spc="0" normalizeH="0" baseline="0" noProof="0">
                <a:ln>
                  <a:noFill/>
                </a:ln>
                <a:solidFill>
                  <a:srgbClr val="098658"/>
                </a:solidFill>
                <a:effectLst/>
                <a:uLnTx/>
                <a:uFillTx/>
                <a:latin typeface="Consolas"/>
                <a:ea typeface="Consolas"/>
                <a:cs typeface="Consolas"/>
              </a:rPr>
              <a:t>10000</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ssl=</a:t>
            </a:r>
            <a:r>
              <a:rPr kumimoji="0" sz="1600" b="0" i="0" u="none" strike="noStrike" kern="0" cap="none" spc="0" normalizeH="0" baseline="0" noProof="0">
                <a:ln>
                  <a:noFill/>
                </a:ln>
                <a:solidFill>
                  <a:srgbClr val="0000FF"/>
                </a:solidFill>
                <a:effectLst/>
                <a:uLnTx/>
                <a:uFillTx/>
                <a:latin typeface="Consolas"/>
                <a:ea typeface="Consolas"/>
                <a:cs typeface="Consolas"/>
              </a:rPr>
              <a:t>True</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decode_responses=</a:t>
            </a:r>
            <a:r>
              <a:rPr kumimoji="0" sz="1600" b="0" i="0" u="none" strike="noStrike" kern="0" cap="none" spc="0" normalizeH="0" baseline="0" noProof="0">
                <a:ln>
                  <a:noFill/>
                </a:ln>
                <a:solidFill>
                  <a:srgbClr val="0000FF"/>
                </a:solidFill>
                <a:effectLst/>
                <a:uLnTx/>
                <a:uFillTx/>
                <a:latin typeface="Consolas"/>
                <a:ea typeface="Consolas"/>
                <a:cs typeface="Consolas"/>
              </a:rPr>
              <a:t>True</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a:t>
            </a:r>
            <a:br>
              <a:rPr kumimoji="0" sz="1600" b="0" i="0" u="none" strike="noStrike" kern="0" cap="none" spc="0" normalizeH="0" baseline="0" noProof="0">
                <a:ln>
                  <a:noFill/>
                </a:ln>
                <a:solidFill>
                  <a:srgbClr val="000000"/>
                </a:solidFill>
                <a:effectLst/>
                <a:uLnTx/>
                <a:uFillTx/>
                <a:latin typeface="Consolas"/>
                <a:ea typeface="Consolas"/>
                <a:cs typeface="Consolas"/>
              </a:rPr>
            </a:b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8000"/>
                </a:solidFill>
                <a:effectLst/>
                <a:uLnTx/>
                <a:uFillTx/>
                <a:latin typeface="Consolas"/>
                <a:ea typeface="Consolas"/>
                <a:cs typeface="Consolas"/>
              </a:rPr>
              <a:t># String operations</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r.set(</a:t>
            </a:r>
            <a:r>
              <a:rPr kumimoji="0" sz="1600" b="0" i="0" u="none" strike="noStrike" kern="0" cap="none" spc="0" normalizeH="0" baseline="0" noProof="0">
                <a:ln>
                  <a:noFill/>
                </a:ln>
                <a:solidFill>
                  <a:srgbClr val="A31515"/>
                </a:solidFill>
                <a:effectLst/>
                <a:uLnTx/>
                <a:uFillTx/>
                <a:latin typeface="Consolas"/>
                <a:ea typeface="Consolas"/>
                <a:cs typeface="Consolas"/>
              </a:rPr>
              <a:t>'user:1001:name'</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'Alice'</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name = r.get(</a:t>
            </a:r>
            <a:r>
              <a:rPr kumimoji="0" sz="1600" b="0" i="0" u="none" strike="noStrike" kern="0" cap="none" spc="0" normalizeH="0" baseline="0" noProof="0">
                <a:ln>
                  <a:noFill/>
                </a:ln>
                <a:solidFill>
                  <a:srgbClr val="A31515"/>
                </a:solidFill>
                <a:effectLst/>
                <a:uLnTx/>
                <a:uFillTx/>
                <a:latin typeface="Consolas"/>
                <a:ea typeface="Consolas"/>
                <a:cs typeface="Consolas"/>
              </a:rPr>
              <a:t>'user:1001:name'</a:t>
            </a:r>
            <a:r>
              <a:rPr kumimoji="0" sz="1600" b="0" i="0" u="none" strike="noStrike" kern="0" cap="none" spc="0" normalizeH="0" baseline="0" noProof="0">
                <a:ln>
                  <a:noFill/>
                </a:ln>
                <a:solidFill>
                  <a:srgbClr val="000000"/>
                </a:solidFill>
                <a:effectLst/>
                <a:uLnTx/>
                <a:uFillTx/>
                <a:latin typeface="Consolas"/>
                <a:ea typeface="Consolas"/>
                <a:cs typeface="Consolas"/>
              </a:rPr>
              <a:t>)</a:t>
            </a:r>
            <a:br>
              <a:rPr kumimoji="0" sz="1600" b="0" i="0" u="none" strike="noStrike" kern="0" cap="none" spc="0" normalizeH="0" baseline="0" noProof="0">
                <a:ln>
                  <a:noFill/>
                </a:ln>
                <a:solidFill>
                  <a:srgbClr val="000000"/>
                </a:solidFill>
                <a:effectLst/>
                <a:uLnTx/>
                <a:uFillTx/>
                <a:latin typeface="Consolas"/>
                <a:ea typeface="Consolas"/>
                <a:cs typeface="Consolas"/>
              </a:rPr>
            </a:b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8000"/>
                </a:solidFill>
                <a:effectLst/>
                <a:uLnTx/>
                <a:uFillTx/>
                <a:latin typeface="Consolas"/>
                <a:ea typeface="Consolas"/>
                <a:cs typeface="Consolas"/>
              </a:rPr>
              <a:t># Hash operations</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r.hset(</a:t>
            </a:r>
            <a:r>
              <a:rPr kumimoji="0" sz="1600" b="0" i="0" u="none" strike="noStrike" kern="0" cap="none" spc="0" normalizeH="0" baseline="0" noProof="0">
                <a:ln>
                  <a:noFill/>
                </a:ln>
                <a:solidFill>
                  <a:srgbClr val="A31515"/>
                </a:solidFill>
                <a:effectLst/>
                <a:uLnTx/>
                <a:uFillTx/>
                <a:latin typeface="Consolas"/>
                <a:ea typeface="Consolas"/>
                <a:cs typeface="Consolas"/>
              </a:rPr>
              <a:t>'user:1001'</a:t>
            </a:r>
            <a:r>
              <a:rPr kumimoji="0" sz="1600" b="0" i="0" u="none" strike="noStrike" kern="0" cap="none" spc="0" normalizeH="0" baseline="0" noProof="0">
                <a:ln>
                  <a:noFill/>
                </a:ln>
                <a:solidFill>
                  <a:srgbClr val="000000"/>
                </a:solidFill>
                <a:effectLst/>
                <a:uLnTx/>
                <a:uFillTx/>
                <a:latin typeface="Consolas"/>
                <a:ea typeface="Consolas"/>
                <a:cs typeface="Consolas"/>
              </a:rPr>
              <a:t>, mapping={</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'name'</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'Alice'</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'email'</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'alice@example.com'</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a:t>
            </a:r>
            <a:br>
              <a:rPr kumimoji="0" sz="1600" b="0" i="0" u="none" strike="noStrike" kern="0" cap="none" spc="0" normalizeH="0" baseline="0" noProof="0">
                <a:ln>
                  <a:noFill/>
                </a:ln>
                <a:solidFill>
                  <a:srgbClr val="000000"/>
                </a:solidFill>
                <a:effectLst/>
                <a:uLnTx/>
                <a:uFillTx/>
                <a:latin typeface="Consolas"/>
                <a:ea typeface="Consolas"/>
                <a:cs typeface="Consolas"/>
              </a:rPr>
            </a:br>
            <a:endParaRPr kumimoji="0" sz="2200" b="0" i="0" u="none" strike="noStrike" kern="0" cap="none" spc="0" normalizeH="0" baseline="0" noProof="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01819506"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Implement data operations (2 of 2)</a:t>
            </a:r>
            <a:endParaRPr/>
          </a:p>
        </p:txBody>
      </p:sp>
      <p:sp>
        <p:nvSpPr>
          <p:cNvPr id="811284413" name="Content Placeholder 3"/>
          <p:cNvSpPr>
            <a:spLocks noGrp="1"/>
          </p:cNvSpPr>
          <p:nvPr>
            <p:ph sz="quarter" idx="10"/>
          </p:nvPr>
        </p:nvSpPr>
        <p:spPr bwMode="auto">
          <a:xfrm>
            <a:off x="457200" y="1234439"/>
            <a:ext cx="5037670" cy="4816474"/>
          </a:xfrm>
        </p:spPr>
        <p:txBody>
          <a:bodyPr vertOverflow="overflow" horzOverflow="overflow" vert="horz" wrap="square" lIns="0" tIns="0" rIns="0" bIns="0" numCol="1" spcCol="0" rtlCol="0" fromWordArt="0" anchor="t" anchorCtr="0" forceAA="0" compatLnSpc="0">
            <a:noAutofit/>
          </a:bodyPr>
          <a:lstStyle/>
          <a:p>
            <a:pPr marL="0" indent="0">
              <a:spcAft>
                <a:spcPts val="359"/>
              </a:spcAft>
              <a:buFont typeface="Arial"/>
              <a:buNone/>
              <a:defRPr/>
            </a:pPr>
            <a:r>
              <a:rPr lang="en-US" sz="2000" b="0" i="0" u="none" strike="noStrike" cap="none" spc="0">
                <a:solidFill>
                  <a:schemeClr val="tx1"/>
                </a:solidFill>
                <a:latin typeface="Segoe UI Semibold"/>
                <a:ea typeface="Segoe UI Semibold"/>
                <a:cs typeface="Segoe UI Semibold"/>
              </a:rPr>
              <a:t>Expiration management:</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Consolas"/>
                <a:ea typeface="Consolas"/>
                <a:cs typeface="Consolas"/>
              </a:rPr>
              <a:t>SETEX</a:t>
            </a:r>
            <a:r>
              <a:rPr lang="en-US" sz="1800" b="0" i="0" u="none" strike="noStrike" cap="none" spc="0">
                <a:solidFill>
                  <a:schemeClr val="tx1"/>
                </a:solidFill>
                <a:latin typeface="Segoe UI"/>
                <a:ea typeface="Segoe UI"/>
                <a:cs typeface="Segoe UI"/>
              </a:rPr>
              <a:t> sets value and TTL atomically</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Font typeface="Arial"/>
              <a:buChar char="•"/>
              <a:defRPr/>
            </a:pPr>
            <a:r>
              <a:rPr lang="en-US" sz="1800" b="0" i="0" u="none" strike="noStrike" cap="none" spc="0">
                <a:solidFill>
                  <a:schemeClr val="tx1"/>
                </a:solidFill>
                <a:latin typeface="Consolas"/>
                <a:ea typeface="Consolas"/>
                <a:cs typeface="Consolas"/>
              </a:rPr>
              <a:t>EXPIRE</a:t>
            </a:r>
            <a:r>
              <a:rPr lang="en-US" sz="1800" b="0" i="0" u="none" strike="noStrike" cap="none" spc="0">
                <a:solidFill>
                  <a:schemeClr val="tx1"/>
                </a:solidFill>
                <a:latin typeface="Segoe UI"/>
                <a:ea typeface="Segoe UI"/>
                <a:cs typeface="Segoe UI"/>
              </a:rPr>
              <a:t> adds TTL to existing keys of any type</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TTL of -1 means no expiration set. TTL of -2 means key doesn’t exist</a:t>
            </a:r>
            <a:endParaRPr lang="en-US" sz="1800" b="0" i="0" u="none" strike="noStrike" cap="none" spc="0">
              <a:solidFill>
                <a:schemeClr val="tx1"/>
              </a:solidFill>
              <a:latin typeface="Segoe UI"/>
              <a:cs typeface="Segoe UI"/>
            </a:endParaRPr>
          </a:p>
          <a:p>
            <a:pPr marL="0" marR="0" indent="0" algn="l">
              <a:lnSpc>
                <a:spcPct val="100000"/>
              </a:lnSpc>
              <a:spcBef>
                <a:spcPts val="719"/>
              </a:spcBef>
              <a:spcAft>
                <a:spcPts val="359"/>
              </a:spcAft>
              <a:buFont typeface="Arial"/>
              <a:buNone/>
              <a:defRPr/>
            </a:pPr>
            <a:r>
              <a:rPr lang="en-US" sz="2000" b="0" i="0" u="none" strike="noStrike" cap="none" spc="0">
                <a:solidFill>
                  <a:schemeClr val="tx1"/>
                </a:solidFill>
                <a:latin typeface="Segoe UI Semibold"/>
                <a:ea typeface="Segoe UI Semibold"/>
                <a:cs typeface="Segoe UI Semibold"/>
              </a:rPr>
              <a:t>Cache invalidation patterns:</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Time-based: automatic expiration via TTL</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Manual: delete cache keys when source data changes</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Cache-aside: check cache, fetch on miss, store with TTL</a:t>
            </a:r>
            <a:endParaRPr lang="en-US" sz="1800" b="0" i="0" u="none" strike="noStrike" cap="none" spc="0">
              <a:solidFill>
                <a:schemeClr val="tx1"/>
              </a:solidFill>
              <a:latin typeface="Segoe UI"/>
              <a:cs typeface="Segoe UI"/>
            </a:endParaRPr>
          </a:p>
          <a:p>
            <a:pPr marL="228600" marR="0" lvl="0" indent="-228600" algn="l">
              <a:lnSpc>
                <a:spcPct val="100000"/>
              </a:lnSpc>
              <a:spcBef>
                <a:spcPts val="0"/>
              </a:spcBef>
              <a:spcAft>
                <a:spcPts val="359"/>
              </a:spcAft>
              <a:buFont typeface="Arial"/>
              <a:buChar char="•"/>
              <a:defRPr/>
            </a:pPr>
            <a:r>
              <a:rPr lang="en-US" sz="1800" b="0" i="0" u="none" strike="noStrike" cap="none" spc="0">
                <a:solidFill>
                  <a:schemeClr val="tx1"/>
                </a:solidFill>
                <a:latin typeface="Segoe UI"/>
                <a:ea typeface="Segoe UI"/>
                <a:cs typeface="Segoe UI"/>
              </a:rPr>
              <a:t>Pattern-based: use </a:t>
            </a:r>
            <a:r>
              <a:rPr lang="en-US" sz="1800" b="0" i="0" u="none" strike="noStrike" cap="none" spc="0">
                <a:solidFill>
                  <a:schemeClr val="tx1"/>
                </a:solidFill>
                <a:latin typeface="Consolas"/>
                <a:ea typeface="Consolas"/>
                <a:cs typeface="Consolas"/>
              </a:rPr>
              <a:t>SCAN</a:t>
            </a:r>
            <a:r>
              <a:rPr lang="en-US" sz="1800" b="0" i="0" u="none" strike="noStrike" cap="none" spc="0">
                <a:solidFill>
                  <a:schemeClr val="tx1"/>
                </a:solidFill>
                <a:latin typeface="Segoe UI"/>
                <a:ea typeface="Segoe UI"/>
                <a:cs typeface="Segoe UI"/>
              </a:rPr>
              <a:t> to find and delete related keys by pattern</a:t>
            </a:r>
            <a:endParaRPr sz="1600">
              <a:latin typeface="Segoe UI"/>
              <a:cs typeface="Segoe UI"/>
            </a:endParaRPr>
          </a:p>
        </p:txBody>
      </p:sp>
      <p:pic>
        <p:nvPicPr>
          <p:cNvPr id="1221469943" name="Picture 1" descr="Flow chart showing the cache-aside pattern: check cache, on miss fetch from database, store in cache with TTL&#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7086600" y="1005840"/>
            <a:ext cx="4261103" cy="5431536"/>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103176392" name="Title 1"/>
          <p:cNvSpPr>
            <a:spLocks noGrp="1"/>
          </p:cNvSpPr>
          <p:nvPr>
            <p:ph type="title"/>
          </p:nvPr>
        </p:nvSpPr>
        <p:spPr bwMode="auto">
          <a:xfrm>
            <a:off x="588261" y="585216"/>
            <a:ext cx="5653640" cy="427079"/>
          </a:xfrm>
        </p:spPr>
        <p:txBody>
          <a:bodyPr/>
          <a:lstStyle/>
          <a:p>
            <a:pPr>
              <a:defRPr/>
            </a:pPr>
            <a:r>
              <a:rPr lang="en-US" sz="2800"/>
              <a:t>Exercise</a:t>
            </a:r>
            <a:endParaRPr sz="2800"/>
          </a:p>
        </p:txBody>
      </p:sp>
      <p:pic>
        <p:nvPicPr>
          <p:cNvPr id="676666308" name="Picture Placeholder 6">
            <a:extLst>
              <a:ext uri="{C183D7F6-B498-43B3-948B-1728B52AA6E4}">
                <adec:decorative xmlns:adec="http://schemas.microsoft.com/office/drawing/2017/decorative" val="1"/>
              </a:ext>
            </a:extLst>
          </p:cNvPr>
          <p:cNvPicPr>
            <a:picLocks noGrp="1" noChangeAspect="1"/>
          </p:cNvPicPr>
          <p:nvPr>
            <p:ph type="pic" sz="quarter" idx="20"/>
          </p:nvPr>
        </p:nvPicPr>
        <p:blipFill rotWithShape="1">
          <a:blip r:embed="rId3"/>
          <a:srcRect l="118" r="117"/>
          <a:stretch/>
        </p:blipFill>
        <p:spPr bwMode="ltGray">
          <a:xfrm>
            <a:off x="7724774" y="2043464"/>
            <a:ext cx="4467225" cy="3307646"/>
          </a:xfrm>
          <a:prstGeom prst="rect">
            <a:avLst/>
          </a:prstGeom>
          <a:solidFill>
            <a:srgbClr val="F4F4F7"/>
          </a:solidFill>
          <a:ln>
            <a:noFill/>
          </a:ln>
        </p:spPr>
      </p:pic>
      <p:sp>
        <p:nvSpPr>
          <p:cNvPr id="187962043" name="Text Placeholder 4"/>
          <p:cNvSpPr>
            <a:spLocks noGrp="1"/>
          </p:cNvSpPr>
          <p:nvPr>
            <p:ph type="body" sz="quarter" idx="16"/>
          </p:nvPr>
        </p:nvSpPr>
        <p:spPr bwMode="auto">
          <a:xfrm>
            <a:off x="584199" y="1594153"/>
            <a:ext cx="5655291" cy="488039"/>
          </a:xfrm>
        </p:spPr>
        <p:txBody>
          <a:bodyPr/>
          <a:lstStyle/>
          <a:p>
            <a:pPr>
              <a:defRPr/>
            </a:pPr>
            <a:r>
              <a:rPr lang="en-US" sz="1600" b="0" i="0" u="none" strike="noStrike" cap="none" spc="0">
                <a:solidFill>
                  <a:srgbClr val="000000"/>
                </a:solidFill>
                <a:latin typeface="Segoe UI Semibold"/>
                <a:ea typeface="Segoe UI Semibold"/>
                <a:cs typeface="Segoe UI Semibold"/>
              </a:rPr>
              <a:t>Perform data operations in Azure Managed Redis</a:t>
            </a:r>
            <a:endParaRPr lang="en-US"/>
          </a:p>
          <a:p>
            <a:pPr>
              <a:defRPr/>
            </a:pPr>
            <a:endParaRPr lang="en-US"/>
          </a:p>
        </p:txBody>
      </p:sp>
      <p:sp>
        <p:nvSpPr>
          <p:cNvPr id="957026147" name="Text Placeholder 61"/>
          <p:cNvSpPr>
            <a:spLocks noGrp="1"/>
          </p:cNvSpPr>
          <p:nvPr>
            <p:ph type="body" sz="quarter" idx="15"/>
          </p:nvPr>
        </p:nvSpPr>
        <p:spPr bwMode="auto">
          <a:xfrm>
            <a:off x="585786" y="2447266"/>
            <a:ext cx="5654525" cy="2194920"/>
          </a:xfrm>
        </p:spPr>
        <p:txBody>
          <a:bodyPr vert="horz" wrap="square" lIns="0" tIns="0" rIns="0" bIns="0" rtlCol="0" anchor="t">
            <a:spAutoFit/>
          </a:bodyPr>
          <a:lstStyle/>
          <a:p>
            <a:pPr marL="0" indent="0">
              <a:buNone/>
              <a:defRPr/>
            </a:pPr>
            <a:r>
              <a:rPr lang="en-US" sz="1600" b="0" i="0" u="none" strike="noStrike" cap="none" spc="0">
                <a:solidFill>
                  <a:srgbClr val="000000"/>
                </a:solidFill>
                <a:latin typeface="Segoe UI"/>
                <a:ea typeface="Segoe UI"/>
                <a:cs typeface="Segoe UI"/>
              </a:rPr>
              <a:t>In this exercise, you create an Azure Managed Redis resource and build a Python console application that performs common data operations using the redis-py library. </a:t>
            </a:r>
            <a:endParaRPr/>
          </a:p>
          <a:p>
            <a:pPr marL="0" indent="0">
              <a:buNone/>
              <a:defRPr/>
            </a:pPr>
            <a:endParaRPr lang="en-US">
              <a:cs typeface="Segoe UI"/>
            </a:endParaRPr>
          </a:p>
          <a:p>
            <a:pPr marL="0" indent="0">
              <a:buNone/>
              <a:defRPr/>
            </a:pPr>
            <a:r>
              <a:rPr lang="en-US">
                <a:latin typeface="Segoe UI Semibold"/>
                <a:cs typeface="Segoe UI Semibold"/>
              </a:rPr>
              <a:t>Estimated time:</a:t>
            </a:r>
            <a:r>
              <a:rPr lang="en-US">
                <a:cs typeface="Segoe UI"/>
              </a:rPr>
              <a:t> 30 minutes</a:t>
            </a:r>
            <a:endParaRPr/>
          </a:p>
          <a:p>
            <a:pPr>
              <a:defRPr/>
            </a:pPr>
            <a:endParaRPr lang="en-US">
              <a:cs typeface="Segoe UI"/>
            </a:endParaRPr>
          </a:p>
          <a:p>
            <a:pPr marL="0" indent="0">
              <a:buNone/>
              <a:defRPr/>
            </a:pPr>
            <a:r>
              <a:rPr lang="en-US">
                <a:cs typeface="Segoe UI"/>
              </a:rPr>
              <a:t>Start the exercise at:</a:t>
            </a:r>
            <a:endParaRPr lang="en-US"/>
          </a:p>
          <a:p>
            <a:pPr marL="0" indent="0">
              <a:buNone/>
              <a:defRPr/>
            </a:pPr>
            <a:r>
              <a:rPr lang="en-US" u="sng">
                <a:solidFill>
                  <a:schemeClr val="hlink"/>
                </a:solidFill>
                <a:latin typeface="Segoe UI"/>
                <a:cs typeface="Segoe UI"/>
                <a:hlinkClick r:id="rId4"/>
              </a:rPr>
              <a:t>https://go.microsoft.com/fwlink/?linkid=2344201</a:t>
            </a:r>
            <a:endParaRPr/>
          </a:p>
          <a:p>
            <a:pPr marL="0" indent="0">
              <a:buNone/>
              <a:defRPr/>
            </a:pPr>
            <a:endParaRPr lang="en-US"/>
          </a:p>
        </p:txBody>
      </p:sp>
      <p:sp>
        <p:nvSpPr>
          <p:cNvPr id="1725453148" name="Footer Placeholder 4"/>
          <p:cNvSpPr>
            <a:spLocks noGrp="1"/>
          </p:cNvSpPr>
          <p:nvPr>
            <p:ph type="ftr" sz="quarter" idx="3"/>
          </p:nvPr>
        </p:nvSpPr>
        <p:spPr bwMode="auto">
          <a:xfrm>
            <a:off x="579438" y="6421083"/>
            <a:ext cx="4151312" cy="197976"/>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UI"/>
                <a:cs typeface="Arial"/>
              </a:rPr>
              <a:t>© Copyright Microsoft Corporation. All rights reserved.</a:t>
            </a:r>
          </a:p>
        </p:txBody>
      </p:sp>
    </p:spTree>
  </p:cSld>
  <p:clrMapOvr>
    <a:masterClrMapping/>
  </p:clrMapOvr>
  <mc:AlternateContent xmlns:mc="http://schemas.openxmlformats.org/markup-compatibility/2006" xmlns:p159="http://schemas.microsoft.com/office/powerpoint/2015/09/main">
    <mc:Choice Requires="p159">
      <p:transition>
        <p:fade/>
      </p:transition>
    </mc:Choice>
    <mc:Fallback xmlns:w="http://schemas.openxmlformats.org/wordprocessingml/2006/main" xmlns:m="http://schemas.openxmlformats.org/officeDocument/2006/math" xmlns="">
      <p:transition spd="fast" advClick="1">
        <p:fade thruBlk="0"/>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Title 2">
            <a:extLst>
              <a:ext uri="{FF2B5EF4-FFF2-40B4-BE49-F238E27FC236}">
                <a16:creationId xmlns:a16="http://schemas.microsoft.com/office/drawing/2014/main" id="{15E07E2F-EBE8-284E-C10D-DDDB37A3B7BA}"/>
              </a:ext>
            </a:extLst>
          </p:cNvPr>
          <p:cNvSpPr>
            <a:spLocks noGrp="1"/>
          </p:cNvSpPr>
          <p:nvPr>
            <p:ph type="title"/>
          </p:nvPr>
        </p:nvSpPr>
        <p:spPr/>
        <p:txBody>
          <a:bodyPr/>
          <a:lstStyle/>
          <a:p>
            <a:r>
              <a:rPr lang="en-US" dirty="0"/>
              <a:t>Module 2: </a:t>
            </a:r>
            <a:r>
              <a:rPr lang="en-US" spc="-49" dirty="0">
                <a:ea typeface="Segoe UI"/>
              </a:rPr>
              <a:t>Implement event messaging with Azure Managed Redis</a:t>
            </a:r>
            <a:endParaRPr lang="en-US" dirty="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16964576" name="Title 2"/>
          <p:cNvSpPr>
            <a:spLocks noGrp="1"/>
          </p:cNvSpPr>
          <p:nvPr>
            <p:ph type="title"/>
          </p:nvPr>
        </p:nvSpPr>
        <p:spPr bwMode="auto"/>
        <p:txBody>
          <a:bodyPr/>
          <a:lstStyle/>
          <a:p>
            <a:pPr>
              <a:defRPr/>
            </a:pPr>
            <a:r>
              <a:rPr lang="en-US"/>
              <a:t>Introduction</a:t>
            </a:r>
            <a:endParaRPr/>
          </a:p>
        </p:txBody>
      </p:sp>
      <p:sp>
        <p:nvSpPr>
          <p:cNvPr id="228145331" name="Content Placeholder 3"/>
          <p:cNvSpPr>
            <a:spLocks noGrp="1"/>
          </p:cNvSpPr>
          <p:nvPr>
            <p:ph sz="quarter" idx="10"/>
          </p:nvPr>
        </p:nvSpPr>
        <p:spPr bwMode="auto">
          <a:xfrm>
            <a:off x="457198" y="1235072"/>
            <a:ext cx="5989282" cy="4816472"/>
          </a:xfrm>
        </p:spPr>
        <p:txBody>
          <a:bodyPr vert="horz" lIns="0" tIns="0" rIns="0" bIns="0" rtlCol="0" anchor="t">
            <a:normAutofit/>
          </a:bodyPr>
          <a:lstStyle/>
          <a:p>
            <a:pPr lvl="0">
              <a:spcAft>
                <a:spcPts val="719"/>
              </a:spcAft>
              <a:defRPr/>
            </a:pPr>
            <a:r>
              <a:rPr lang="en-US" sz="2000" b="0" i="0" u="none" strike="noStrike" cap="none" spc="0">
                <a:solidFill>
                  <a:schemeClr val="tx1"/>
                </a:solidFill>
                <a:latin typeface="Segoe UI"/>
                <a:ea typeface="+mn-ea"/>
                <a:cs typeface="Segoe UI"/>
              </a:rPr>
              <a:t>Redis provides two messaging patterns: pub/sub and Streams</a:t>
            </a:r>
            <a:endParaRPr sz="2000"/>
          </a:p>
          <a:p>
            <a:pPr lvl="0">
              <a:spcAft>
                <a:spcPts val="719"/>
              </a:spcAft>
              <a:defRPr/>
            </a:pPr>
            <a:r>
              <a:rPr lang="en-US" sz="2000" b="0" i="0" u="none" strike="noStrike" cap="none" spc="0">
                <a:solidFill>
                  <a:schemeClr val="tx1"/>
                </a:solidFill>
                <a:latin typeface="Segoe UI"/>
                <a:ea typeface="+mn-ea"/>
                <a:cs typeface="Segoe UI"/>
              </a:rPr>
              <a:t>Pub/sub broadcasts events to all active listeners in real time</a:t>
            </a:r>
            <a:endParaRPr sz="2000"/>
          </a:p>
          <a:p>
            <a:pPr lvl="0">
              <a:spcAft>
                <a:spcPts val="719"/>
              </a:spcAft>
              <a:defRPr/>
            </a:pPr>
            <a:r>
              <a:rPr lang="en-US" sz="2000" b="0" i="0" u="none" strike="noStrike" cap="none" spc="0">
                <a:solidFill>
                  <a:schemeClr val="tx1"/>
                </a:solidFill>
                <a:latin typeface="Segoe UI"/>
                <a:ea typeface="+mn-ea"/>
                <a:cs typeface="Segoe UI"/>
              </a:rPr>
              <a:t>Streams persist messages as durable task queues with consumer coordination</a:t>
            </a:r>
            <a:endParaRPr sz="2000"/>
          </a:p>
          <a:p>
            <a:pPr lvl="0">
              <a:spcAft>
                <a:spcPts val="719"/>
              </a:spcAft>
              <a:defRPr/>
            </a:pPr>
            <a:r>
              <a:rPr lang="en-US" sz="2000" b="0" i="0" u="none" strike="noStrike" cap="none" spc="0">
                <a:solidFill>
                  <a:schemeClr val="tx1"/>
                </a:solidFill>
                <a:latin typeface="Segoe UI"/>
                <a:ea typeface="+mn-ea"/>
                <a:cs typeface="Segoe UI"/>
              </a:rPr>
              <a:t>AI applications use both: pub/sub for notifications, Streams for processing pipelines</a:t>
            </a:r>
            <a:endParaRPr sz="2000"/>
          </a:p>
          <a:p>
            <a:pPr lvl="0">
              <a:spcAft>
                <a:spcPts val="719"/>
              </a:spcAft>
              <a:defRPr/>
            </a:pPr>
            <a:r>
              <a:rPr lang="en-US" sz="2000" b="0" i="0" u="none" strike="noStrike" cap="none" spc="0">
                <a:solidFill>
                  <a:schemeClr val="tx1"/>
                </a:solidFill>
                <a:latin typeface="Segoe UI"/>
                <a:ea typeface="+mn-ea"/>
                <a:cs typeface="Segoe UI"/>
              </a:rPr>
              <a:t>Available in both Azure Cache for Redis and Azure Managed Redis</a:t>
            </a:r>
            <a:endParaRPr sz="2400"/>
          </a:p>
        </p:txBody>
      </p:sp>
      <p:pic>
        <p:nvPicPr>
          <p:cNvPr id="1897994689" name="Picture 1" descr="Diagram of two messaging paths from a producer: pub/sub broadcasting to multiple listeners and Streams feeding a coordinated worker group&#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7223760" y="923544"/>
            <a:ext cx="4617719" cy="4407408"/>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64260776"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Publish and subscribe to events with Redis pub/sub</a:t>
            </a:r>
            <a:endParaRPr lang="en-US"/>
          </a:p>
        </p:txBody>
      </p:sp>
      <p:sp>
        <p:nvSpPr>
          <p:cNvPr id="423013380" name="Content Placeholder 2"/>
          <p:cNvSpPr>
            <a:spLocks noGrp="1"/>
          </p:cNvSpPr>
          <p:nvPr>
            <p:ph sz="quarter" idx="10"/>
          </p:nvPr>
        </p:nvSpPr>
        <p:spPr bwMode="auto">
          <a:xfrm>
            <a:off x="457200" y="1224914"/>
            <a:ext cx="5150558" cy="4414384"/>
          </a:xfrm>
        </p:spPr>
        <p:txBody>
          <a:bodyPr vert="horz" wrap="square" lIns="45720" tIns="0" rIns="0" bIns="0" rtlCol="0" anchor="t">
            <a:noAutofit/>
          </a:bodyPr>
          <a:lstStyle/>
          <a:p>
            <a:pPr marL="0" indent="0">
              <a:spcAft>
                <a:spcPts val="359"/>
              </a:spcAft>
              <a:buFont typeface="Arial"/>
              <a:buNone/>
              <a:defRPr/>
            </a:pPr>
            <a:r>
              <a:rPr lang="en-US" sz="2000" b="0" i="0" u="none" strike="noStrike" cap="none" spc="0">
                <a:solidFill>
                  <a:schemeClr val="tx1"/>
                </a:solidFill>
                <a:latin typeface="Segoe UI Semibold"/>
                <a:ea typeface="Segoe UI Semibold"/>
                <a:cs typeface="Segoe UI Semibold"/>
              </a:rPr>
              <a:t>How pub/sub works:</a:t>
            </a:r>
            <a:endParaRPr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Publishers send messages to named channels, subscribers listen to channels of interest</a:t>
            </a:r>
            <a:endParaRPr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At-most-once delivery: only active subscribers receive messages</a:t>
            </a:r>
            <a:endParaRPr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Fire-and-forget: no persistence, no delivery confirmation</a:t>
            </a:r>
            <a:endParaRPr sz="1800" b="0" i="0" u="none" strike="noStrike" cap="none" spc="0">
              <a:solidFill>
                <a:schemeClr val="tx1"/>
              </a:solidFill>
              <a:latin typeface="Segoe UI"/>
              <a:cs typeface="Segoe UI"/>
            </a:endParaRPr>
          </a:p>
          <a:p>
            <a:pPr marL="0" marR="0" indent="0" algn="l">
              <a:lnSpc>
                <a:spcPct val="100000"/>
              </a:lnSpc>
              <a:spcBef>
                <a:spcPts val="719"/>
              </a:spcBef>
              <a:spcAft>
                <a:spcPts val="359"/>
              </a:spcAft>
              <a:buFont typeface="Arial"/>
              <a:buNone/>
              <a:defRPr/>
            </a:pPr>
            <a:r>
              <a:rPr lang="en-US" sz="2000" b="0" i="0" u="none" strike="noStrike" cap="none" spc="0">
                <a:solidFill>
                  <a:schemeClr val="tx1"/>
                </a:solidFill>
                <a:latin typeface="Segoe UI Semibold"/>
                <a:ea typeface="Segoe UI Semibold"/>
                <a:cs typeface="Segoe UI Semibold"/>
              </a:rPr>
              <a:t>When to use pub/sub:</a:t>
            </a:r>
            <a:endParaRPr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Cache invalidation across multiple API instances</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Real-time status updates and notifications</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Configuration change broadcasts</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Event-driven coordination between loosely coupled services</a:t>
            </a:r>
            <a:endParaRPr/>
          </a:p>
        </p:txBody>
      </p:sp>
      <p:sp>
        <p:nvSpPr>
          <p:cNvPr id="1183470588" name=" 1183470587"/>
          <p:cNvSpPr/>
          <p:nvPr/>
        </p:nvSpPr>
        <p:spPr bwMode="auto">
          <a:xfrm>
            <a:off x="6446211" y="1371737"/>
            <a:ext cx="5281617" cy="426755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8000"/>
                </a:solidFill>
                <a:effectLst/>
                <a:uLnTx/>
                <a:uFillTx/>
                <a:latin typeface="Consolas"/>
                <a:ea typeface="Consolas"/>
                <a:cs typeface="Consolas"/>
              </a:rPr>
              <a:t># Publisher sends to a channel</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redis_client.publish(</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'ai:models:updated'</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f</a:t>
            </a:r>
            <a:r>
              <a:rPr kumimoji="0" sz="1600" b="0" i="0" u="none" strike="noStrike" kern="0" cap="none" spc="0" normalizeH="0" baseline="0" noProof="0">
                <a:ln>
                  <a:noFill/>
                </a:ln>
                <a:solidFill>
                  <a:srgbClr val="A31515"/>
                </a:solidFill>
                <a:effectLst/>
                <a:uLnTx/>
                <a:uFillTx/>
                <a:latin typeface="Consolas"/>
                <a:ea typeface="Consolas"/>
                <a:cs typeface="Consolas"/>
              </a:rPr>
              <a:t>'</a:t>
            </a:r>
            <a:r>
              <a:rPr kumimoji="0" sz="1600" b="0" i="0" u="none" strike="noStrike" kern="0" cap="none" spc="0" normalizeH="0" baseline="0" noProof="0">
                <a:ln>
                  <a:noFill/>
                </a:ln>
                <a:solidFill>
                  <a:srgbClr val="000000"/>
                </a:solidFill>
                <a:effectLst/>
                <a:uLnTx/>
                <a:uFillTx/>
                <a:latin typeface="Consolas"/>
                <a:ea typeface="Consolas"/>
                <a:cs typeface="Consolas"/>
              </a:rPr>
              <a:t>{model_name}</a:t>
            </a:r>
            <a:r>
              <a:rPr kumimoji="0" sz="1600" b="0" i="0" u="none" strike="noStrike" kern="0" cap="none" spc="0" normalizeH="0" baseline="0" noProof="0">
                <a:ln>
                  <a:noFill/>
                </a:ln>
                <a:solidFill>
                  <a:srgbClr val="A31515"/>
                </a:solidFill>
                <a:effectLst/>
                <a:uLnTx/>
                <a:uFillTx/>
                <a:latin typeface="Consolas"/>
                <a:ea typeface="Consolas"/>
                <a:cs typeface="Consolas"/>
              </a:rPr>
              <a:t>:</a:t>
            </a:r>
            <a:r>
              <a:rPr kumimoji="0" sz="1600" b="0" i="0" u="none" strike="noStrike" kern="0" cap="none" spc="0" normalizeH="0" baseline="0" noProof="0">
                <a:ln>
                  <a:noFill/>
                </a:ln>
                <a:solidFill>
                  <a:srgbClr val="000000"/>
                </a:solidFill>
                <a:effectLst/>
                <a:uLnTx/>
                <a:uFillTx/>
                <a:latin typeface="Consolas"/>
                <a:ea typeface="Consolas"/>
                <a:cs typeface="Consolas"/>
              </a:rPr>
              <a:t>{version}</a:t>
            </a:r>
            <a:r>
              <a:rPr kumimoji="0" sz="1600" b="0" i="0" u="none" strike="noStrike" kern="0" cap="none" spc="0" normalizeH="0" baseline="0" noProof="0">
                <a:ln>
                  <a:noFill/>
                </a:ln>
                <a:solidFill>
                  <a:srgbClr val="A31515"/>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a:t>
            </a:r>
            <a:br>
              <a:rPr kumimoji="0" sz="1600" b="0" i="0" u="none" strike="noStrike" kern="0" cap="none" spc="0" normalizeH="0" baseline="0" noProof="0">
                <a:ln>
                  <a:noFill/>
                </a:ln>
                <a:solidFill>
                  <a:srgbClr val="000000"/>
                </a:solidFill>
                <a:effectLst/>
                <a:uLnTx/>
                <a:uFillTx/>
                <a:latin typeface="Consolas"/>
                <a:ea typeface="Consolas"/>
                <a:cs typeface="Consolas"/>
              </a:rPr>
            </a:b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8000"/>
                </a:solidFill>
                <a:effectLst/>
                <a:uLnTx/>
                <a:uFillTx/>
                <a:latin typeface="Consolas"/>
                <a:ea typeface="Consolas"/>
                <a:cs typeface="Consolas"/>
              </a:rPr>
              <a:t># Subscriber listens</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pubsub = redis_client.pubsub()</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pubsub.subscribe(</a:t>
            </a:r>
            <a:r>
              <a:rPr kumimoji="0" sz="1600" b="0" i="0" u="none" strike="noStrike" kern="0" cap="none" spc="0" normalizeH="0" baseline="0" noProof="0">
                <a:ln>
                  <a:noFill/>
                </a:ln>
                <a:solidFill>
                  <a:srgbClr val="A31515"/>
                </a:solidFill>
                <a:effectLst/>
                <a:uLnTx/>
                <a:uFillTx/>
                <a:latin typeface="Consolas"/>
                <a:ea typeface="Consolas"/>
                <a:cs typeface="Consolas"/>
              </a:rPr>
              <a:t>'ai:models:updated'</a:t>
            </a:r>
            <a:r>
              <a:rPr kumimoji="0" sz="1600" b="0" i="0" u="none" strike="noStrike" kern="0" cap="none" spc="0" normalizeH="0" baseline="0" noProof="0">
                <a:ln>
                  <a:noFill/>
                </a:ln>
                <a:solidFill>
                  <a:srgbClr val="000000"/>
                </a:solidFill>
                <a:effectLst/>
                <a:uLnTx/>
                <a:uFillTx/>
                <a:latin typeface="Consolas"/>
                <a:ea typeface="Consolas"/>
                <a:cs typeface="Consolas"/>
              </a:rPr>
              <a:t>)</a:t>
            </a:r>
            <a:br>
              <a:rPr kumimoji="0" sz="1600" b="0" i="0" u="none" strike="noStrike" kern="0" cap="none" spc="0" normalizeH="0" baseline="0" noProof="0">
                <a:ln>
                  <a:noFill/>
                </a:ln>
                <a:solidFill>
                  <a:srgbClr val="000000"/>
                </a:solidFill>
                <a:effectLst/>
                <a:uLnTx/>
                <a:uFillTx/>
                <a:latin typeface="Consolas"/>
                <a:ea typeface="Consolas"/>
                <a:cs typeface="Consolas"/>
              </a:rPr>
            </a:b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for</a:t>
            </a:r>
            <a:r>
              <a:rPr kumimoji="0" sz="1600" b="0" i="0" u="none" strike="noStrike" kern="0" cap="none" spc="0" normalizeH="0" baseline="0" noProof="0">
                <a:ln>
                  <a:noFill/>
                </a:ln>
                <a:solidFill>
                  <a:srgbClr val="000000"/>
                </a:solidFill>
                <a:effectLst/>
                <a:uLnTx/>
                <a:uFillTx/>
                <a:latin typeface="Consolas"/>
                <a:ea typeface="Consolas"/>
                <a:cs typeface="Consolas"/>
              </a:rPr>
              <a:t> msg </a:t>
            </a:r>
            <a:r>
              <a:rPr kumimoji="0" sz="1600" b="0" i="0" u="none" strike="noStrike" kern="0" cap="none" spc="0" normalizeH="0" baseline="0" noProof="0">
                <a:ln>
                  <a:noFill/>
                </a:ln>
                <a:solidFill>
                  <a:srgbClr val="0000FF"/>
                </a:solidFill>
                <a:effectLst/>
                <a:uLnTx/>
                <a:uFillTx/>
                <a:latin typeface="Consolas"/>
                <a:ea typeface="Consolas"/>
                <a:cs typeface="Consolas"/>
              </a:rPr>
              <a:t>in</a:t>
            </a:r>
            <a:r>
              <a:rPr kumimoji="0" sz="1600" b="0" i="0" u="none" strike="noStrike" kern="0" cap="none" spc="0" normalizeH="0" baseline="0" noProof="0">
                <a:ln>
                  <a:noFill/>
                </a:ln>
                <a:solidFill>
                  <a:srgbClr val="000000"/>
                </a:solidFill>
                <a:effectLst/>
                <a:uLnTx/>
                <a:uFillTx/>
                <a:latin typeface="Consolas"/>
                <a:ea typeface="Consolas"/>
                <a:cs typeface="Consolas"/>
              </a:rPr>
              <a:t> pubsub.listen():</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if</a:t>
            </a:r>
            <a:r>
              <a:rPr kumimoji="0" sz="1600" b="0" i="0" u="none" strike="noStrike" kern="0" cap="none" spc="0" normalizeH="0" baseline="0" noProof="0">
                <a:ln>
                  <a:noFill/>
                </a:ln>
                <a:solidFill>
                  <a:srgbClr val="000000"/>
                </a:solidFill>
                <a:effectLst/>
                <a:uLnTx/>
                <a:uFillTx/>
                <a:latin typeface="Consolas"/>
                <a:ea typeface="Consolas"/>
                <a:cs typeface="Consolas"/>
              </a:rPr>
              <a:t> msg[</a:t>
            </a:r>
            <a:r>
              <a:rPr kumimoji="0" sz="1600" b="0" i="0" u="none" strike="noStrike" kern="0" cap="none" spc="0" normalizeH="0" baseline="0" noProof="0">
                <a:ln>
                  <a:noFill/>
                </a:ln>
                <a:solidFill>
                  <a:srgbClr val="A31515"/>
                </a:solidFill>
                <a:effectLst/>
                <a:uLnTx/>
                <a:uFillTx/>
                <a:latin typeface="Consolas"/>
                <a:ea typeface="Consolas"/>
                <a:cs typeface="Consolas"/>
              </a:rPr>
              <a:t>'type'</a:t>
            </a:r>
            <a:r>
              <a:rPr kumimoji="0" sz="1600" b="0" i="0" u="none" strike="noStrike" kern="0" cap="none" spc="0" normalizeH="0" baseline="0" noProof="0">
                <a:ln>
                  <a:noFill/>
                </a:ln>
                <a:solidFill>
                  <a:srgbClr val="000000"/>
                </a:solidFill>
                <a:effectLst/>
                <a:uLnTx/>
                <a:uFillTx/>
                <a:latin typeface="Consolas"/>
                <a:ea typeface="Consolas"/>
                <a:cs typeface="Consolas"/>
              </a:rPr>
              <a:t>] == </a:t>
            </a:r>
            <a:r>
              <a:rPr kumimoji="0" sz="1600" b="0" i="0" u="none" strike="noStrike" kern="0" cap="none" spc="0" normalizeH="0" baseline="0" noProof="0">
                <a:ln>
                  <a:noFill/>
                </a:ln>
                <a:solidFill>
                  <a:srgbClr val="A31515"/>
                </a:solidFill>
                <a:effectLst/>
                <a:uLnTx/>
                <a:uFillTx/>
                <a:latin typeface="Consolas"/>
                <a:ea typeface="Consolas"/>
                <a:cs typeface="Consolas"/>
              </a:rPr>
              <a:t>'message'</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clear_model_cache(msg[</a:t>
            </a:r>
            <a:r>
              <a:rPr kumimoji="0" sz="1600" b="0" i="0" u="none" strike="noStrike" kern="0" cap="none" spc="0" normalizeH="0" baseline="0" noProof="0">
                <a:ln>
                  <a:noFill/>
                </a:ln>
                <a:solidFill>
                  <a:srgbClr val="A31515"/>
                </a:solidFill>
                <a:effectLst/>
                <a:uLnTx/>
                <a:uFillTx/>
                <a:latin typeface="Consolas"/>
                <a:ea typeface="Consolas"/>
                <a:cs typeface="Consolas"/>
              </a:rPr>
              <a:t>'data'</a:t>
            </a:r>
            <a:r>
              <a:rPr kumimoji="0" sz="1600" b="0" i="0" u="none" strike="noStrike" kern="0" cap="none" spc="0" normalizeH="0" baseline="0" noProof="0">
                <a:ln>
                  <a:noFill/>
                </a:ln>
                <a:solidFill>
                  <a:srgbClr val="000000"/>
                </a:solidFill>
                <a:effectLst/>
                <a:uLnTx/>
                <a:uFillTx/>
                <a:latin typeface="Consolas"/>
                <a:ea typeface="Consolas"/>
                <a:cs typeface="Consolas"/>
              </a:rPr>
              <a:t>])</a:t>
            </a:r>
            <a:br>
              <a:rPr kumimoji="0" sz="1600" b="0" i="0" u="none" strike="noStrike" kern="0" cap="none" spc="0" normalizeH="0" baseline="0" noProof="0">
                <a:ln>
                  <a:noFill/>
                </a:ln>
                <a:solidFill>
                  <a:srgbClr val="000000"/>
                </a:solidFill>
                <a:effectLst/>
                <a:uLnTx/>
                <a:uFillTx/>
                <a:latin typeface="Consolas"/>
                <a:ea typeface="Consolas"/>
                <a:cs typeface="Consolas"/>
              </a:rPr>
            </a:b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8000"/>
                </a:solidFill>
                <a:effectLst/>
                <a:uLnTx/>
                <a:uFillTx/>
                <a:latin typeface="Consolas"/>
                <a:ea typeface="Consolas"/>
                <a:cs typeface="Consolas"/>
              </a:rPr>
              <a:t># Pattern subscription</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pubsub.psubscribe(</a:t>
            </a:r>
            <a:r>
              <a:rPr kumimoji="0" sz="1600" b="0" i="0" u="none" strike="noStrike" kern="0" cap="none" spc="0" normalizeH="0" baseline="0" noProof="0">
                <a:ln>
                  <a:noFill/>
                </a:ln>
                <a:solidFill>
                  <a:srgbClr val="A31515"/>
                </a:solidFill>
                <a:effectLst/>
                <a:uLnTx/>
                <a:uFillTx/>
                <a:latin typeface="Consolas"/>
                <a:ea typeface="Consolas"/>
                <a:cs typeface="Consolas"/>
              </a:rPr>
              <a:t>'ai:*'</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42431117"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Implement task queues with Redis Streams</a:t>
            </a:r>
            <a:endParaRPr/>
          </a:p>
        </p:txBody>
      </p:sp>
      <p:sp>
        <p:nvSpPr>
          <p:cNvPr id="2124997123" name="TextBox 2"/>
          <p:cNvSpPr txBox="1"/>
          <p:nvPr/>
        </p:nvSpPr>
        <p:spPr bwMode="auto">
          <a:xfrm>
            <a:off x="457200" y="1225296"/>
            <a:ext cx="5172363" cy="4952029"/>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What Streams provide:</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Append-only task queue with durable message storage</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Consumer groups distribute tasks across workers automatically</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Unacknowledged tasks stay pending for automatic retry</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Processing history for debugging and replay</a:t>
            </a:r>
            <a:endParaRPr kumimoji="0" sz="20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Core commands:</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Consolas"/>
                <a:ea typeface="Consolas"/>
                <a:cs typeface="Consolas"/>
              </a:rPr>
              <a:t>XADD</a:t>
            </a:r>
            <a:r>
              <a:rPr kumimoji="0" lang="en-US" sz="1800" b="0" i="0" u="none" strike="noStrike" kern="0" cap="none" spc="0" normalizeH="0" baseline="0" noProof="0">
                <a:ln>
                  <a:noFill/>
                </a:ln>
                <a:solidFill>
                  <a:prstClr val="black"/>
                </a:solidFill>
                <a:effectLst/>
                <a:uLnTx/>
                <a:uFillTx/>
                <a:latin typeface="Segoe UI"/>
                <a:ea typeface="+mn-ea"/>
                <a:cs typeface="Arial"/>
              </a:rPr>
              <a:t> adds a task to the Stream</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Consolas"/>
                <a:ea typeface="Consolas"/>
                <a:cs typeface="Consolas"/>
              </a:rPr>
              <a:t>XREADGROUP</a:t>
            </a:r>
            <a:r>
              <a:rPr kumimoji="0" lang="en-US" sz="1800" b="0" i="0" u="none" strike="noStrike" kern="0" cap="none" spc="0" normalizeH="0" baseline="0" noProof="0">
                <a:ln>
                  <a:noFill/>
                </a:ln>
                <a:solidFill>
                  <a:prstClr val="black"/>
                </a:solidFill>
                <a:effectLst/>
                <a:uLnTx/>
                <a:uFillTx/>
                <a:latin typeface="Segoe UI"/>
                <a:ea typeface="+mn-ea"/>
                <a:cs typeface="Arial"/>
              </a:rPr>
              <a:t> pulls tasks for a specific consumer group</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Consolas"/>
                <a:ea typeface="Consolas"/>
                <a:cs typeface="Consolas"/>
              </a:rPr>
              <a:t>XACK</a:t>
            </a:r>
            <a:r>
              <a:rPr kumimoji="0" lang="en-US" sz="1800" b="0" i="0" u="none" strike="noStrike" kern="0" cap="none" spc="0" normalizeH="0" baseline="0" noProof="0">
                <a:ln>
                  <a:noFill/>
                </a:ln>
                <a:solidFill>
                  <a:prstClr val="black"/>
                </a:solidFill>
                <a:effectLst/>
                <a:uLnTx/>
                <a:uFillTx/>
                <a:latin typeface="Segoe UI"/>
                <a:ea typeface="+mn-ea"/>
                <a:cs typeface="Arial"/>
              </a:rPr>
              <a:t> marks a task as complete</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Consolas"/>
                <a:ea typeface="Consolas"/>
                <a:cs typeface="Consolas"/>
              </a:rPr>
              <a:t>XPENDING / XCLAIM</a:t>
            </a:r>
            <a:r>
              <a:rPr kumimoji="0" lang="en-US" sz="1800" b="0" i="0" u="none" strike="noStrike" kern="0" cap="none" spc="0" normalizeH="0" baseline="0" noProof="0">
                <a:ln>
                  <a:noFill/>
                </a:ln>
                <a:solidFill>
                  <a:prstClr val="black"/>
                </a:solidFill>
                <a:effectLst/>
                <a:uLnTx/>
                <a:uFillTx/>
                <a:latin typeface="Segoe UI"/>
                <a:ea typeface="+mn-ea"/>
                <a:cs typeface="Arial"/>
              </a:rPr>
              <a:t> handle stuck or failed tasks</a:t>
            </a:r>
            <a:endParaRPr kumimoji="0" sz="1800" b="0" i="0" u="none" strike="noStrike" kern="0" cap="none" spc="0" normalizeH="0" baseline="0" noProof="0">
              <a:ln>
                <a:noFill/>
              </a:ln>
              <a:solidFill>
                <a:prstClr val="black"/>
              </a:solidFill>
              <a:effectLst/>
              <a:uLnTx/>
              <a:uFillTx/>
              <a:latin typeface="Segoe UI"/>
              <a:cs typeface="Arial"/>
            </a:endParaRPr>
          </a:p>
        </p:txBody>
      </p:sp>
      <p:sp>
        <p:nvSpPr>
          <p:cNvPr id="1118737654" name=" 1118737653"/>
          <p:cNvSpPr/>
          <p:nvPr/>
        </p:nvSpPr>
        <p:spPr bwMode="auto">
          <a:xfrm>
            <a:off x="6472296" y="1338861"/>
            <a:ext cx="5137219" cy="4663798"/>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8000"/>
                </a:solidFill>
                <a:effectLst/>
                <a:uLnTx/>
                <a:uFillTx/>
                <a:latin typeface="Consolas"/>
                <a:ea typeface="Consolas"/>
                <a:cs typeface="Consolas"/>
              </a:rPr>
              <a:t># Add a task to the Stream</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task_id = redis.xadd(</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'ai:inference:queue'</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'prompt'</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'model'</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'gpt-4'</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a:t>
            </a:r>
            <a:br>
              <a:rPr kumimoji="0" sz="1600" b="0" i="0" u="none" strike="noStrike" kern="0" cap="none" spc="0" normalizeH="0" baseline="0" noProof="0">
                <a:ln>
                  <a:noFill/>
                </a:ln>
                <a:solidFill>
                  <a:srgbClr val="000000"/>
                </a:solidFill>
                <a:effectLst/>
                <a:uLnTx/>
                <a:uFillTx/>
                <a:latin typeface="Consolas"/>
                <a:ea typeface="Consolas"/>
                <a:cs typeface="Consolas"/>
              </a:rPr>
            </a:b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8000"/>
                </a:solidFill>
                <a:effectLst/>
                <a:uLnTx/>
                <a:uFillTx/>
                <a:latin typeface="Consolas"/>
                <a:ea typeface="Consolas"/>
                <a:cs typeface="Consolas"/>
              </a:rPr>
              <a:t># Worker reads from consumer group</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messages = redis.xreadgroup(</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'workers'</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'worker-1'</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'ai:inference:queue'</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'&gt;'</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count=</a:t>
            </a:r>
            <a:r>
              <a:rPr kumimoji="0" sz="1600" b="0" i="0" u="none" strike="noStrike" kern="0" cap="none" spc="0" normalizeH="0" baseline="0" noProof="0">
                <a:ln>
                  <a:noFill/>
                </a:ln>
                <a:solidFill>
                  <a:srgbClr val="098658"/>
                </a:solidFill>
                <a:effectLst/>
                <a:uLnTx/>
                <a:uFillTx/>
                <a:latin typeface="Consolas"/>
                <a:ea typeface="Consolas"/>
                <a:cs typeface="Consolas"/>
              </a:rPr>
              <a:t>5</a:t>
            </a:r>
            <a:r>
              <a:rPr kumimoji="0" sz="1600" b="0" i="0" u="none" strike="noStrike" kern="0" cap="none" spc="0" normalizeH="0" baseline="0" noProof="0">
                <a:ln>
                  <a:noFill/>
                </a:ln>
                <a:solidFill>
                  <a:srgbClr val="000000"/>
                </a:solidFill>
                <a:effectLst/>
                <a:uLnTx/>
                <a:uFillTx/>
                <a:latin typeface="Consolas"/>
                <a:ea typeface="Consolas"/>
                <a:cs typeface="Consolas"/>
              </a:rPr>
              <a:t>, block=</a:t>
            </a:r>
            <a:r>
              <a:rPr kumimoji="0" sz="1600" b="0" i="0" u="none" strike="noStrike" kern="0" cap="none" spc="0" normalizeH="0" baseline="0" noProof="0">
                <a:ln>
                  <a:noFill/>
                </a:ln>
                <a:solidFill>
                  <a:srgbClr val="098658"/>
                </a:solidFill>
                <a:effectLst/>
                <a:uLnTx/>
                <a:uFillTx/>
                <a:latin typeface="Consolas"/>
                <a:ea typeface="Consolas"/>
                <a:cs typeface="Consolas"/>
              </a:rPr>
              <a:t>5000</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a:t>
            </a:r>
            <a:br>
              <a:rPr kumimoji="0" sz="1600" b="0" i="0" u="none" strike="noStrike" kern="0" cap="none" spc="0" normalizeH="0" baseline="0" noProof="0">
                <a:ln>
                  <a:noFill/>
                </a:ln>
                <a:solidFill>
                  <a:srgbClr val="000000"/>
                </a:solidFill>
                <a:effectLst/>
                <a:uLnTx/>
                <a:uFillTx/>
                <a:latin typeface="Consolas"/>
                <a:ea typeface="Consolas"/>
                <a:cs typeface="Consolas"/>
              </a:rPr>
            </a:b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8000"/>
                </a:solidFill>
                <a:effectLst/>
                <a:uLnTx/>
                <a:uFillTx/>
                <a:latin typeface="Consolas"/>
                <a:ea typeface="Consolas"/>
                <a:cs typeface="Consolas"/>
              </a:rPr>
              <a:t># Acknowledge completion</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redis.xack(</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'ai:inference:queue'</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'workers'</a:t>
            </a:r>
            <a:r>
              <a:rPr kumimoji="0" sz="1600" b="0" i="0" u="none" strike="noStrike" kern="0" cap="none" spc="0" normalizeH="0" baseline="0" noProof="0">
                <a:ln>
                  <a:noFill/>
                </a:ln>
                <a:solidFill>
                  <a:srgbClr val="000000"/>
                </a:solidFill>
                <a:effectLst/>
                <a:uLnTx/>
                <a:uFillTx/>
                <a:latin typeface="Consolas"/>
                <a:ea typeface="Consolas"/>
                <a:cs typeface="Consolas"/>
              </a:rPr>
              <a:t>, task_id</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13292717"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Choose between broadcast and coordinated distribution</a:t>
            </a:r>
            <a:endParaRPr lang="en-US"/>
          </a:p>
        </p:txBody>
      </p:sp>
      <p:sp>
        <p:nvSpPr>
          <p:cNvPr id="1429761537" name="TextBox 2"/>
          <p:cNvSpPr txBox="1"/>
          <p:nvPr/>
        </p:nvSpPr>
        <p:spPr bwMode="auto">
          <a:xfrm>
            <a:off x="457198" y="1226084"/>
            <a:ext cx="5611305" cy="4405826"/>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Pub/sub (broadcast):</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Every subscriber receives every message</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No delivery guarantees or acknowledgments</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Best for: cache invalidation, notifications, config updates</a:t>
            </a:r>
            <a:endParaRPr kumimoji="0" sz="20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1439"/>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Streams (coordinated):</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Each message goes to exactly one consumer in a group</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Built-in retry, acknowledgment, and failure recovery</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Best for: task queues, processing pipelines, work distribution</a:t>
            </a:r>
            <a:endParaRPr kumimoji="0" sz="1800" b="0" i="0" u="none" strike="noStrike" kern="0" cap="none" spc="0" normalizeH="0" baseline="0" noProof="0">
              <a:ln>
                <a:noFill/>
              </a:ln>
              <a:solidFill>
                <a:prstClr val="black"/>
              </a:solidFill>
              <a:effectLst/>
              <a:uLnTx/>
              <a:uFillTx/>
              <a:latin typeface="Segoe UI"/>
              <a:cs typeface="Segoe UI"/>
            </a:endParaRPr>
          </a:p>
        </p:txBody>
      </p:sp>
      <p:pic>
        <p:nvPicPr>
          <p:cNvPr id="214992186" name="Picture 1" descr="Comparison diagram of pub/sub delivering one message to all subscribers versus Streams distributing messages one-per-worker&#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7635239" y="1060703"/>
            <a:ext cx="3328416" cy="5138927"/>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48695429" name="Title 1"/>
          <p:cNvSpPr>
            <a:spLocks noGrp="1"/>
          </p:cNvSpPr>
          <p:nvPr>
            <p:ph type="title"/>
          </p:nvPr>
        </p:nvSpPr>
        <p:spPr bwMode="auto">
          <a:xfrm>
            <a:off x="588261" y="585216"/>
            <a:ext cx="5653640" cy="427079"/>
          </a:xfrm>
        </p:spPr>
        <p:txBody>
          <a:bodyPr/>
          <a:lstStyle/>
          <a:p>
            <a:pPr>
              <a:defRPr/>
            </a:pPr>
            <a:r>
              <a:rPr lang="en-US" sz="2800"/>
              <a:t>Exercise</a:t>
            </a:r>
            <a:endParaRPr sz="2800"/>
          </a:p>
        </p:txBody>
      </p:sp>
      <p:pic>
        <p:nvPicPr>
          <p:cNvPr id="1300448249" name="Picture Placeholder 6">
            <a:extLst>
              <a:ext uri="{C183D7F6-B498-43B3-948B-1728B52AA6E4}">
                <adec:decorative xmlns:adec="http://schemas.microsoft.com/office/drawing/2017/decorative" val="1"/>
              </a:ext>
            </a:extLst>
          </p:cNvPr>
          <p:cNvPicPr>
            <a:picLocks noGrp="1" noChangeAspect="1"/>
          </p:cNvPicPr>
          <p:nvPr>
            <p:ph type="pic" sz="quarter" idx="20"/>
          </p:nvPr>
        </p:nvPicPr>
        <p:blipFill rotWithShape="1">
          <a:blip r:embed="rId3"/>
          <a:srcRect l="118" r="117"/>
          <a:stretch/>
        </p:blipFill>
        <p:spPr bwMode="ltGray">
          <a:xfrm>
            <a:off x="7724773" y="2043463"/>
            <a:ext cx="4467224" cy="3307645"/>
          </a:xfrm>
          <a:prstGeom prst="rect">
            <a:avLst/>
          </a:prstGeom>
          <a:solidFill>
            <a:srgbClr val="F4F4F7"/>
          </a:solidFill>
          <a:ln>
            <a:noFill/>
          </a:ln>
        </p:spPr>
      </p:pic>
      <p:sp>
        <p:nvSpPr>
          <p:cNvPr id="883695328" name="Text Placeholder 4"/>
          <p:cNvSpPr>
            <a:spLocks noGrp="1"/>
          </p:cNvSpPr>
          <p:nvPr>
            <p:ph type="body" sz="quarter" idx="16"/>
          </p:nvPr>
        </p:nvSpPr>
        <p:spPr bwMode="auto">
          <a:xfrm>
            <a:off x="584199" y="1594151"/>
            <a:ext cx="5655650" cy="488039"/>
          </a:xfrm>
        </p:spPr>
        <p:txBody>
          <a:bodyPr/>
          <a:lstStyle/>
          <a:p>
            <a:pPr>
              <a:defRPr/>
            </a:pPr>
            <a:r>
              <a:rPr lang="en-US" sz="1600" b="0" i="0" u="none" strike="noStrike" cap="none" spc="0">
                <a:solidFill>
                  <a:srgbClr val="000000"/>
                </a:solidFill>
                <a:latin typeface="Segoe UI Semibold"/>
                <a:ea typeface="Segoe UI Semibold"/>
                <a:cs typeface="Segoe UI Semibold"/>
              </a:rPr>
              <a:t>Publish and subscribe to events in Azure Managed Redis</a:t>
            </a:r>
            <a:endParaRPr lang="en-US"/>
          </a:p>
          <a:p>
            <a:pPr>
              <a:defRPr/>
            </a:pPr>
            <a:endParaRPr lang="en-US"/>
          </a:p>
        </p:txBody>
      </p:sp>
      <p:sp>
        <p:nvSpPr>
          <p:cNvPr id="1342301164" name="Text Placeholder 61"/>
          <p:cNvSpPr>
            <a:spLocks noGrp="1"/>
          </p:cNvSpPr>
          <p:nvPr>
            <p:ph type="body" sz="quarter" idx="15"/>
          </p:nvPr>
        </p:nvSpPr>
        <p:spPr bwMode="auto">
          <a:xfrm>
            <a:off x="579438" y="2501489"/>
            <a:ext cx="5655604" cy="2194920"/>
          </a:xfrm>
        </p:spPr>
        <p:txBody>
          <a:bodyPr vert="horz" wrap="square" lIns="0" tIns="0" rIns="0" bIns="0" rtlCol="0" anchor="t">
            <a:spAutoFit/>
          </a:bodyPr>
          <a:lstStyle/>
          <a:p>
            <a:pPr marL="0" indent="0">
              <a:buNone/>
              <a:defRPr/>
            </a:pPr>
            <a:r>
              <a:rPr lang="en-US" sz="1600" b="0" i="0" u="none" strike="noStrike" cap="none" spc="0">
                <a:solidFill>
                  <a:srgbClr val="000000"/>
                </a:solidFill>
                <a:latin typeface="Segoe UI"/>
                <a:ea typeface="Segoe UI"/>
                <a:cs typeface="Segoe UI"/>
              </a:rPr>
              <a:t>In this exercise, you create an Azure Managed Redis resource and complete the code for a console-based publisher and a subscriber app.</a:t>
            </a:r>
            <a:endParaRPr/>
          </a:p>
          <a:p>
            <a:pPr marL="0" indent="0">
              <a:buNone/>
              <a:defRPr/>
            </a:pPr>
            <a:endParaRPr lang="en-US">
              <a:cs typeface="Segoe UI"/>
            </a:endParaRPr>
          </a:p>
          <a:p>
            <a:pPr marL="0" indent="0">
              <a:buNone/>
              <a:defRPr/>
            </a:pPr>
            <a:r>
              <a:rPr lang="en-US">
                <a:latin typeface="Segoe UI Semibold"/>
                <a:cs typeface="Segoe UI Semibold"/>
              </a:rPr>
              <a:t>Estimated time:</a:t>
            </a:r>
            <a:r>
              <a:rPr lang="en-US">
                <a:cs typeface="Segoe UI"/>
              </a:rPr>
              <a:t> 30 minutes</a:t>
            </a:r>
            <a:endParaRPr/>
          </a:p>
          <a:p>
            <a:pPr>
              <a:defRPr/>
            </a:pPr>
            <a:endParaRPr lang="en-US">
              <a:cs typeface="Segoe UI"/>
            </a:endParaRPr>
          </a:p>
          <a:p>
            <a:pPr marL="0" indent="0">
              <a:buNone/>
              <a:defRPr/>
            </a:pPr>
            <a:r>
              <a:rPr lang="en-US">
                <a:cs typeface="Segoe UI"/>
              </a:rPr>
              <a:t>Start the exercise at:</a:t>
            </a:r>
            <a:endParaRPr lang="en-US"/>
          </a:p>
          <a:p>
            <a:pPr marL="0" indent="0">
              <a:buNone/>
              <a:defRPr/>
            </a:pPr>
            <a:r>
              <a:rPr lang="en-US" sz="1600" b="0" i="0" u="sng" strike="noStrike" cap="none" spc="0">
                <a:solidFill>
                  <a:schemeClr val="hlink"/>
                </a:solidFill>
                <a:latin typeface="Segoe UI"/>
                <a:ea typeface="Segoe UI"/>
                <a:cs typeface="Segoe UI"/>
                <a:hlinkClick r:id="rId4"/>
              </a:rPr>
              <a:t>https://go.microsoft.com/fwlink/?linkid=2344003</a:t>
            </a:r>
            <a:endParaRPr/>
          </a:p>
          <a:p>
            <a:pPr marL="0" indent="0">
              <a:buNone/>
              <a:defRPr/>
            </a:pPr>
            <a:endParaRPr lang="en-US"/>
          </a:p>
        </p:txBody>
      </p:sp>
      <p:sp>
        <p:nvSpPr>
          <p:cNvPr id="1212137909" name="Footer Placeholder 4"/>
          <p:cNvSpPr>
            <a:spLocks noGrp="1"/>
          </p:cNvSpPr>
          <p:nvPr>
            <p:ph type="ftr" sz="quarter" idx="3"/>
          </p:nvPr>
        </p:nvSpPr>
        <p:spPr bwMode="auto">
          <a:xfrm>
            <a:off x="579438" y="6421082"/>
            <a:ext cx="4151311" cy="19797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UI"/>
                <a:cs typeface="Arial"/>
              </a:rPr>
              <a:t>© Copyright Microsoft Corporation. All rights reserved.</a:t>
            </a:r>
          </a:p>
        </p:txBody>
      </p:sp>
    </p:spTree>
  </p:cSld>
  <p:clrMapOvr>
    <a:masterClrMapping/>
  </p:clrMapOvr>
  <mc:AlternateContent xmlns:mc="http://schemas.openxmlformats.org/markup-compatibility/2006" xmlns:p159="http://schemas.microsoft.com/office/powerpoint/2015/09/main">
    <mc:Choice Requires="p159">
      <p:transition>
        <p:fade/>
      </p:transition>
    </mc:Choice>
    <mc:Fallback xmlns:w="http://schemas.openxmlformats.org/wordprocessingml/2006/main" xmlns:m="http://schemas.openxmlformats.org/officeDocument/2006/math" xmlns="">
      <p:transition spd="fast" advClick="1">
        <p:fade thruBlk="0"/>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Title 2">
            <a:extLst>
              <a:ext uri="{FF2B5EF4-FFF2-40B4-BE49-F238E27FC236}">
                <a16:creationId xmlns:a16="http://schemas.microsoft.com/office/drawing/2014/main" id="{778B6786-0D1E-A84B-E758-F084CF6C2E47}"/>
              </a:ext>
            </a:extLst>
          </p:cNvPr>
          <p:cNvSpPr>
            <a:spLocks noGrp="1"/>
          </p:cNvSpPr>
          <p:nvPr>
            <p:ph type="title"/>
          </p:nvPr>
        </p:nvSpPr>
        <p:spPr/>
        <p:txBody>
          <a:bodyPr/>
          <a:lstStyle/>
          <a:p>
            <a:r>
              <a:rPr lang="en-US" dirty="0"/>
              <a:t>Module 3: </a:t>
            </a:r>
            <a:r>
              <a:rPr lang="en-US" spc="-50" dirty="0">
                <a:ea typeface="Segoe UI"/>
              </a:rPr>
              <a:t>Implement vector storage in Azure Managed Redis</a:t>
            </a:r>
            <a:endParaRPr lang="en-US" dirty="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44708105"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Index and query vector data (1 of 2)</a:t>
            </a:r>
            <a:endParaRPr/>
          </a:p>
        </p:txBody>
      </p:sp>
      <p:sp>
        <p:nvSpPr>
          <p:cNvPr id="669559089" name="TextBox 2"/>
          <p:cNvSpPr txBox="1"/>
          <p:nvPr/>
        </p:nvSpPr>
        <p:spPr bwMode="auto">
          <a:xfrm>
            <a:off x="457200" y="1225296"/>
            <a:ext cx="4517923" cy="4952027"/>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Segoe UI Semibold"/>
                <a:ea typeface="Segoe UI Semibold"/>
                <a:cs typeface="Segoe UI Semibold"/>
              </a:rPr>
              <a:t>Create a vector index:</a:t>
            </a:r>
            <a:endParaRPr kumimoji="0" lang="en-US" sz="1800" b="0" i="0" u="none" strike="noStrike" kern="0" cap="none" spc="0" normalizeH="0" baseline="0" noProof="0" dirty="0">
              <a:ln>
                <a:noFill/>
              </a:ln>
              <a:solidFill>
                <a:prstClr val="black"/>
              </a:solidFill>
              <a:effectLst/>
              <a:uLnTx/>
              <a:uFillTx/>
              <a:latin typeface="Times New Roman"/>
              <a:cs typeface="Times New Roman"/>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dirty="0">
                <a:ln>
                  <a:noFill/>
                </a:ln>
                <a:solidFill>
                  <a:prstClr val="black"/>
                </a:solidFill>
                <a:effectLst/>
                <a:uLnTx/>
                <a:uFillTx/>
                <a:latin typeface="Segoe UI"/>
                <a:ea typeface="Arial"/>
                <a:cs typeface="Arial"/>
              </a:rPr>
              <a:t>Define schema with </a:t>
            </a:r>
            <a:r>
              <a:rPr kumimoji="0" lang="en-US" sz="1800" b="0" i="0" u="none" strike="noStrike" kern="0" cap="none" spc="0" normalizeH="0" baseline="0" noProof="0" dirty="0" err="1">
                <a:ln>
                  <a:noFill/>
                </a:ln>
                <a:solidFill>
                  <a:prstClr val="black"/>
                </a:solidFill>
                <a:effectLst/>
                <a:uLnTx/>
                <a:uFillTx/>
                <a:latin typeface="Segoe UI"/>
                <a:ea typeface="Arial"/>
                <a:cs typeface="Arial"/>
              </a:rPr>
              <a:t>VectorField</a:t>
            </a:r>
            <a:r>
              <a:rPr kumimoji="0" lang="en-US" sz="1800" b="0" i="0" u="none" strike="noStrike" kern="0" cap="none" spc="0" normalizeH="0" baseline="0" noProof="0" dirty="0">
                <a:ln>
                  <a:noFill/>
                </a:ln>
                <a:solidFill>
                  <a:prstClr val="black"/>
                </a:solidFill>
                <a:effectLst/>
                <a:uLnTx/>
                <a:uFillTx/>
                <a:latin typeface="Segoe UI"/>
                <a:ea typeface="Arial"/>
                <a:cs typeface="Arial"/>
              </a:rPr>
              <a:t> (algorithm, type, dimensions, metric)</a:t>
            </a:r>
            <a:endParaRPr kumimoji="0" sz="2000" b="0" i="0" u="none" strike="noStrike" kern="0" cap="none" spc="0" normalizeH="0" baseline="0" noProof="0" dirty="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dirty="0">
                <a:ln>
                  <a:noFill/>
                </a:ln>
                <a:solidFill>
                  <a:prstClr val="black"/>
                </a:solidFill>
                <a:effectLst/>
                <a:uLnTx/>
                <a:uFillTx/>
                <a:latin typeface="Segoe UI"/>
                <a:ea typeface="+mn-ea"/>
                <a:cs typeface="Arial"/>
              </a:rPr>
              <a:t>Index auto-syncs as vectors are added to matching key prefixes</a:t>
            </a:r>
            <a:endParaRPr kumimoji="0" sz="2000" b="0" i="0" u="none" strike="noStrike" kern="0" cap="none" spc="0" normalizeH="0" baseline="0" noProof="0" dirty="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Segoe UI Semibold"/>
                <a:ea typeface="Segoe UI Semibold"/>
                <a:cs typeface="Segoe UI Semibold"/>
              </a:rPr>
              <a:t>Ingest vectors:</a:t>
            </a:r>
            <a:endParaRPr kumimoji="0" sz="2000" b="0" i="0" u="none" strike="noStrike" kern="0" cap="none" spc="0" normalizeH="0" baseline="0" noProof="0" dirty="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dirty="0">
                <a:ln>
                  <a:noFill/>
                </a:ln>
                <a:solidFill>
                  <a:prstClr val="black"/>
                </a:solidFill>
                <a:effectLst/>
                <a:uLnTx/>
                <a:uFillTx/>
                <a:latin typeface="Segoe UI"/>
                <a:ea typeface="Segoe UI"/>
                <a:cs typeface="Segoe UI"/>
              </a:rPr>
              <a:t>Convert embeddings to bytes with </a:t>
            </a:r>
            <a:r>
              <a:rPr kumimoji="0" lang="en-US" sz="1800" b="0" i="0" u="none" strike="noStrike" kern="0" cap="none" spc="0" normalizeH="0" baseline="0" noProof="0" dirty="0" err="1">
                <a:ln>
                  <a:noFill/>
                </a:ln>
                <a:solidFill>
                  <a:prstClr val="black"/>
                </a:solidFill>
                <a:effectLst/>
                <a:uLnTx/>
                <a:uFillTx/>
                <a:latin typeface="Consolas"/>
                <a:ea typeface="Consolas"/>
                <a:cs typeface="Consolas"/>
              </a:rPr>
              <a:t>tobytes</a:t>
            </a:r>
            <a:r>
              <a:rPr kumimoji="0" lang="en-US" sz="1800" b="0" i="0" u="none" strike="noStrike" kern="0" cap="none" spc="0" normalizeH="0" baseline="0" noProof="0" dirty="0">
                <a:ln>
                  <a:noFill/>
                </a:ln>
                <a:solidFill>
                  <a:prstClr val="black"/>
                </a:solidFill>
                <a:effectLst/>
                <a:uLnTx/>
                <a:uFillTx/>
                <a:latin typeface="Consolas"/>
                <a:ea typeface="Consolas"/>
                <a:cs typeface="Consolas"/>
              </a:rPr>
              <a:t>()</a:t>
            </a:r>
            <a:endParaRPr kumimoji="0" lang="en-US" sz="1800" b="0" i="0" u="none" strike="noStrike" kern="0" cap="none" spc="0" normalizeH="0" baseline="0" noProof="0" dirty="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dirty="0">
                <a:ln>
                  <a:noFill/>
                </a:ln>
                <a:solidFill>
                  <a:prstClr val="black"/>
                </a:solidFill>
                <a:effectLst/>
                <a:uLnTx/>
                <a:uFillTx/>
                <a:latin typeface="Segoe UI"/>
                <a:ea typeface="Segoe UI"/>
                <a:cs typeface="Segoe UI"/>
              </a:rPr>
              <a:t>Use pipelines for bulk ingestion (10-100x throughput)</a:t>
            </a:r>
            <a:endParaRPr kumimoji="0" sz="1800" b="0" i="0" u="none" strike="noStrike" kern="0" cap="none" spc="0" normalizeH="0" baseline="0" noProof="0" dirty="0">
              <a:ln>
                <a:noFill/>
              </a:ln>
              <a:solidFill>
                <a:prstClr val="black"/>
              </a:solidFill>
              <a:effectLst/>
              <a:uLnTx/>
              <a:uFillTx/>
              <a:latin typeface="Segoe UI"/>
              <a:cs typeface="Arial"/>
            </a:endParaRPr>
          </a:p>
        </p:txBody>
      </p:sp>
      <p:sp>
        <p:nvSpPr>
          <p:cNvPr id="1966472349" name=" 1966472348"/>
          <p:cNvSpPr/>
          <p:nvPr/>
        </p:nvSpPr>
        <p:spPr bwMode="auto">
          <a:xfrm>
            <a:off x="6355017" y="1225296"/>
            <a:ext cx="5089538" cy="408467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dirty="0">
                <a:ln>
                  <a:noFill/>
                </a:ln>
                <a:solidFill>
                  <a:srgbClr val="000000"/>
                </a:solidFill>
                <a:effectLst/>
                <a:uLnTx/>
                <a:uFillTx/>
                <a:latin typeface="Consolas"/>
                <a:ea typeface="Consolas"/>
                <a:cs typeface="Consolas"/>
              </a:rPr>
              <a:t>schema = (</a:t>
            </a:r>
            <a:endParaRPr kumimoji="0" sz="2200" b="0" i="0" u="none" strike="noStrike" kern="0" cap="none" spc="0" normalizeH="0" baseline="0" noProof="0" dirty="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dirty="0">
                <a:ln>
                  <a:noFill/>
                </a:ln>
                <a:solidFill>
                  <a:srgbClr val="000000"/>
                </a:solidFill>
                <a:effectLst/>
                <a:uLnTx/>
                <a:uFillTx/>
                <a:latin typeface="Consolas"/>
                <a:ea typeface="Consolas"/>
                <a:cs typeface="Consolas"/>
              </a:rPr>
              <a:t>    </a:t>
            </a:r>
            <a:r>
              <a:rPr kumimoji="0" sz="1600" b="0" i="0" u="none" strike="noStrike" kern="0" cap="none" spc="0" normalizeH="0" baseline="0" noProof="0" dirty="0" err="1">
                <a:ln>
                  <a:noFill/>
                </a:ln>
                <a:solidFill>
                  <a:srgbClr val="000000"/>
                </a:solidFill>
                <a:effectLst/>
                <a:uLnTx/>
                <a:uFillTx/>
                <a:latin typeface="Consolas"/>
                <a:ea typeface="Consolas"/>
                <a:cs typeface="Consolas"/>
              </a:rPr>
              <a:t>TextField</a:t>
            </a:r>
            <a:r>
              <a:rPr kumimoji="0" sz="1600" b="0" i="0" u="none" strike="noStrike" kern="0" cap="none" spc="0" normalizeH="0" baseline="0" noProof="0" dirty="0">
                <a:ln>
                  <a:noFill/>
                </a:ln>
                <a:solidFill>
                  <a:srgbClr val="000000"/>
                </a:solidFill>
                <a:effectLst/>
                <a:uLnTx/>
                <a:uFillTx/>
                <a:latin typeface="Consolas"/>
                <a:ea typeface="Consolas"/>
                <a:cs typeface="Consolas"/>
              </a:rPr>
              <a:t>(</a:t>
            </a:r>
            <a:r>
              <a:rPr kumimoji="0" sz="1600" b="0" i="0" u="none" strike="noStrike" kern="0" cap="none" spc="0" normalizeH="0" baseline="0" noProof="0" dirty="0">
                <a:ln>
                  <a:noFill/>
                </a:ln>
                <a:solidFill>
                  <a:srgbClr val="A31515"/>
                </a:solidFill>
                <a:effectLst/>
                <a:uLnTx/>
                <a:uFillTx/>
                <a:latin typeface="Consolas"/>
                <a:ea typeface="Consolas"/>
                <a:cs typeface="Consolas"/>
              </a:rPr>
              <a:t>"title"</a:t>
            </a:r>
            <a:r>
              <a:rPr kumimoji="0" sz="1600" b="0" i="0" u="none" strike="noStrike" kern="0" cap="none" spc="0" normalizeH="0" baseline="0" noProof="0" dirty="0">
                <a:ln>
                  <a:noFill/>
                </a:ln>
                <a:solidFill>
                  <a:srgbClr val="000000"/>
                </a:solidFill>
                <a:effectLst/>
                <a:uLnTx/>
                <a:uFillTx/>
                <a:latin typeface="Consolas"/>
                <a:ea typeface="Consolas"/>
                <a:cs typeface="Consolas"/>
              </a:rPr>
              <a:t>),</a:t>
            </a:r>
            <a:endParaRPr kumimoji="0" sz="2200" b="0" i="0" u="none" strike="noStrike" kern="0" cap="none" spc="0" normalizeH="0" baseline="0" noProof="0" dirty="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dirty="0">
                <a:ln>
                  <a:noFill/>
                </a:ln>
                <a:solidFill>
                  <a:srgbClr val="000000"/>
                </a:solidFill>
                <a:effectLst/>
                <a:uLnTx/>
                <a:uFillTx/>
                <a:latin typeface="Consolas"/>
                <a:ea typeface="Consolas"/>
                <a:cs typeface="Consolas"/>
              </a:rPr>
              <a:t>    </a:t>
            </a:r>
            <a:r>
              <a:rPr kumimoji="0" sz="1600" b="0" i="0" u="none" strike="noStrike" kern="0" cap="none" spc="0" normalizeH="0" baseline="0" noProof="0" dirty="0" err="1">
                <a:ln>
                  <a:noFill/>
                </a:ln>
                <a:solidFill>
                  <a:srgbClr val="000000"/>
                </a:solidFill>
                <a:effectLst/>
                <a:uLnTx/>
                <a:uFillTx/>
                <a:latin typeface="Consolas"/>
                <a:ea typeface="Consolas"/>
                <a:cs typeface="Consolas"/>
              </a:rPr>
              <a:t>VectorField</a:t>
            </a:r>
            <a:r>
              <a:rPr kumimoji="0" sz="1600" b="0" i="0" u="none" strike="noStrike" kern="0" cap="none" spc="0" normalizeH="0" baseline="0" noProof="0" dirty="0">
                <a:ln>
                  <a:noFill/>
                </a:ln>
                <a:solidFill>
                  <a:srgbClr val="000000"/>
                </a:solidFill>
                <a:effectLst/>
                <a:uLnTx/>
                <a:uFillTx/>
                <a:latin typeface="Consolas"/>
                <a:ea typeface="Consolas"/>
                <a:cs typeface="Consolas"/>
              </a:rPr>
              <a:t>(</a:t>
            </a:r>
            <a:r>
              <a:rPr kumimoji="0" sz="1600" b="0" i="0" u="none" strike="noStrike" kern="0" cap="none" spc="0" normalizeH="0" baseline="0" noProof="0" dirty="0">
                <a:ln>
                  <a:noFill/>
                </a:ln>
                <a:solidFill>
                  <a:srgbClr val="A31515"/>
                </a:solidFill>
                <a:effectLst/>
                <a:uLnTx/>
                <a:uFillTx/>
                <a:latin typeface="Consolas"/>
                <a:ea typeface="Consolas"/>
                <a:cs typeface="Consolas"/>
              </a:rPr>
              <a:t>"embedding"</a:t>
            </a:r>
            <a:r>
              <a:rPr kumimoji="0" sz="1600" b="0" i="0" u="none" strike="noStrike" kern="0" cap="none" spc="0" normalizeH="0" baseline="0" noProof="0" dirty="0">
                <a:ln>
                  <a:noFill/>
                </a:ln>
                <a:solidFill>
                  <a:srgbClr val="000000"/>
                </a:solidFill>
                <a:effectLst/>
                <a:uLnTx/>
                <a:uFillTx/>
                <a:latin typeface="Consolas"/>
                <a:ea typeface="Consolas"/>
                <a:cs typeface="Consolas"/>
              </a:rPr>
              <a:t>, </a:t>
            </a:r>
            <a:r>
              <a:rPr kumimoji="0" sz="1600" b="0" i="0" u="none" strike="noStrike" kern="0" cap="none" spc="0" normalizeH="0" baseline="0" noProof="0" dirty="0">
                <a:ln>
                  <a:noFill/>
                </a:ln>
                <a:solidFill>
                  <a:srgbClr val="A31515"/>
                </a:solidFill>
                <a:effectLst/>
                <a:uLnTx/>
                <a:uFillTx/>
                <a:latin typeface="Consolas"/>
                <a:ea typeface="Consolas"/>
                <a:cs typeface="Consolas"/>
              </a:rPr>
              <a:t>"HNSW"</a:t>
            </a:r>
            <a:r>
              <a:rPr kumimoji="0" sz="1600" b="0" i="0" u="none" strike="noStrike" kern="0" cap="none" spc="0" normalizeH="0" baseline="0" noProof="0" dirty="0">
                <a:ln>
                  <a:noFill/>
                </a:ln>
                <a:solidFill>
                  <a:srgbClr val="000000"/>
                </a:solidFill>
                <a:effectLst/>
                <a:uLnTx/>
                <a:uFillTx/>
                <a:latin typeface="Consolas"/>
                <a:ea typeface="Consolas"/>
                <a:cs typeface="Consolas"/>
              </a:rPr>
              <a:t>, {</a:t>
            </a:r>
            <a:endParaRPr kumimoji="0" sz="2200" b="0" i="0" u="none" strike="noStrike" kern="0" cap="none" spc="0" normalizeH="0" baseline="0" noProof="0" dirty="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dirty="0">
                <a:ln>
                  <a:noFill/>
                </a:ln>
                <a:solidFill>
                  <a:srgbClr val="000000"/>
                </a:solidFill>
                <a:effectLst/>
                <a:uLnTx/>
                <a:uFillTx/>
                <a:latin typeface="Consolas"/>
                <a:ea typeface="Consolas"/>
                <a:cs typeface="Consolas"/>
              </a:rPr>
              <a:t>        </a:t>
            </a:r>
            <a:r>
              <a:rPr kumimoji="0" sz="1600" b="0" i="0" u="none" strike="noStrike" kern="0" cap="none" spc="0" normalizeH="0" baseline="0" noProof="0" dirty="0">
                <a:ln>
                  <a:noFill/>
                </a:ln>
                <a:solidFill>
                  <a:srgbClr val="A31515"/>
                </a:solidFill>
                <a:effectLst/>
                <a:uLnTx/>
                <a:uFillTx/>
                <a:latin typeface="Consolas"/>
                <a:ea typeface="Consolas"/>
                <a:cs typeface="Consolas"/>
              </a:rPr>
              <a:t>"TYPE"</a:t>
            </a:r>
            <a:r>
              <a:rPr kumimoji="0" sz="1600" b="0" i="0" u="none" strike="noStrike" kern="0" cap="none" spc="0" normalizeH="0" baseline="0" noProof="0" dirty="0">
                <a:ln>
                  <a:noFill/>
                </a:ln>
                <a:solidFill>
                  <a:srgbClr val="000000"/>
                </a:solidFill>
                <a:effectLst/>
                <a:uLnTx/>
                <a:uFillTx/>
                <a:latin typeface="Consolas"/>
                <a:ea typeface="Consolas"/>
                <a:cs typeface="Consolas"/>
              </a:rPr>
              <a:t>: </a:t>
            </a:r>
            <a:r>
              <a:rPr kumimoji="0" sz="1600" b="0" i="0" u="none" strike="noStrike" kern="0" cap="none" spc="0" normalizeH="0" baseline="0" noProof="0" dirty="0">
                <a:ln>
                  <a:noFill/>
                </a:ln>
                <a:solidFill>
                  <a:srgbClr val="A31515"/>
                </a:solidFill>
                <a:effectLst/>
                <a:uLnTx/>
                <a:uFillTx/>
                <a:latin typeface="Consolas"/>
                <a:ea typeface="Consolas"/>
                <a:cs typeface="Consolas"/>
              </a:rPr>
              <a:t>"FLOAT32"</a:t>
            </a:r>
            <a:r>
              <a:rPr kumimoji="0" sz="1600" b="0" i="0" u="none" strike="noStrike" kern="0" cap="none" spc="0" normalizeH="0" baseline="0" noProof="0" dirty="0">
                <a:ln>
                  <a:noFill/>
                </a:ln>
                <a:solidFill>
                  <a:srgbClr val="000000"/>
                </a:solidFill>
                <a:effectLst/>
                <a:uLnTx/>
                <a:uFillTx/>
                <a:latin typeface="Consolas"/>
                <a:ea typeface="Consolas"/>
                <a:cs typeface="Consolas"/>
              </a:rPr>
              <a:t>,</a:t>
            </a:r>
            <a:endParaRPr kumimoji="0" sz="2200" b="0" i="0" u="none" strike="noStrike" kern="0" cap="none" spc="0" normalizeH="0" baseline="0" noProof="0" dirty="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dirty="0">
                <a:ln>
                  <a:noFill/>
                </a:ln>
                <a:solidFill>
                  <a:srgbClr val="000000"/>
                </a:solidFill>
                <a:effectLst/>
                <a:uLnTx/>
                <a:uFillTx/>
                <a:latin typeface="Consolas"/>
                <a:ea typeface="Consolas"/>
                <a:cs typeface="Consolas"/>
              </a:rPr>
              <a:t>        </a:t>
            </a:r>
            <a:r>
              <a:rPr kumimoji="0" sz="1600" b="0" i="0" u="none" strike="noStrike" kern="0" cap="none" spc="0" normalizeH="0" baseline="0" noProof="0" dirty="0">
                <a:ln>
                  <a:noFill/>
                </a:ln>
                <a:solidFill>
                  <a:srgbClr val="A31515"/>
                </a:solidFill>
                <a:effectLst/>
                <a:uLnTx/>
                <a:uFillTx/>
                <a:latin typeface="Consolas"/>
                <a:ea typeface="Consolas"/>
                <a:cs typeface="Consolas"/>
              </a:rPr>
              <a:t>"DIM"</a:t>
            </a:r>
            <a:r>
              <a:rPr kumimoji="0" sz="1600" b="0" i="0" u="none" strike="noStrike" kern="0" cap="none" spc="0" normalizeH="0" baseline="0" noProof="0" dirty="0">
                <a:ln>
                  <a:noFill/>
                </a:ln>
                <a:solidFill>
                  <a:srgbClr val="000000"/>
                </a:solidFill>
                <a:effectLst/>
                <a:uLnTx/>
                <a:uFillTx/>
                <a:latin typeface="Consolas"/>
                <a:ea typeface="Consolas"/>
                <a:cs typeface="Consolas"/>
              </a:rPr>
              <a:t>: </a:t>
            </a:r>
            <a:r>
              <a:rPr kumimoji="0" sz="1600" b="0" i="0" u="none" strike="noStrike" kern="0" cap="none" spc="0" normalizeH="0" baseline="0" noProof="0" dirty="0">
                <a:ln>
                  <a:noFill/>
                </a:ln>
                <a:solidFill>
                  <a:srgbClr val="098658"/>
                </a:solidFill>
                <a:effectLst/>
                <a:uLnTx/>
                <a:uFillTx/>
                <a:latin typeface="Consolas"/>
                <a:ea typeface="Consolas"/>
                <a:cs typeface="Consolas"/>
              </a:rPr>
              <a:t>1536</a:t>
            </a:r>
            <a:r>
              <a:rPr kumimoji="0" sz="1600" b="0" i="0" u="none" strike="noStrike" kern="0" cap="none" spc="0" normalizeH="0" baseline="0" noProof="0" dirty="0">
                <a:ln>
                  <a:noFill/>
                </a:ln>
                <a:solidFill>
                  <a:srgbClr val="000000"/>
                </a:solidFill>
                <a:effectLst/>
                <a:uLnTx/>
                <a:uFillTx/>
                <a:latin typeface="Consolas"/>
                <a:ea typeface="Consolas"/>
                <a:cs typeface="Consolas"/>
              </a:rPr>
              <a:t>,</a:t>
            </a:r>
            <a:endParaRPr kumimoji="0" sz="2200" b="0" i="0" u="none" strike="noStrike" kern="0" cap="none" spc="0" normalizeH="0" baseline="0" noProof="0" dirty="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dirty="0">
                <a:ln>
                  <a:noFill/>
                </a:ln>
                <a:solidFill>
                  <a:srgbClr val="000000"/>
                </a:solidFill>
                <a:effectLst/>
                <a:uLnTx/>
                <a:uFillTx/>
                <a:latin typeface="Consolas"/>
                <a:ea typeface="Consolas"/>
                <a:cs typeface="Consolas"/>
              </a:rPr>
              <a:t>        </a:t>
            </a:r>
            <a:r>
              <a:rPr kumimoji="0" sz="1600" b="0" i="0" u="none" strike="noStrike" kern="0" cap="none" spc="0" normalizeH="0" baseline="0" noProof="0" dirty="0">
                <a:ln>
                  <a:noFill/>
                </a:ln>
                <a:solidFill>
                  <a:srgbClr val="A31515"/>
                </a:solidFill>
                <a:effectLst/>
                <a:uLnTx/>
                <a:uFillTx/>
                <a:latin typeface="Consolas"/>
                <a:ea typeface="Consolas"/>
                <a:cs typeface="Consolas"/>
              </a:rPr>
              <a:t>"DISTANCE_METRIC"</a:t>
            </a:r>
            <a:r>
              <a:rPr kumimoji="0" sz="1600" b="0" i="0" u="none" strike="noStrike" kern="0" cap="none" spc="0" normalizeH="0" baseline="0" noProof="0" dirty="0">
                <a:ln>
                  <a:noFill/>
                </a:ln>
                <a:solidFill>
                  <a:srgbClr val="000000"/>
                </a:solidFill>
                <a:effectLst/>
                <a:uLnTx/>
                <a:uFillTx/>
                <a:latin typeface="Consolas"/>
                <a:ea typeface="Consolas"/>
                <a:cs typeface="Consolas"/>
              </a:rPr>
              <a:t>: </a:t>
            </a:r>
            <a:r>
              <a:rPr kumimoji="0" sz="1600" b="0" i="0" u="none" strike="noStrike" kern="0" cap="none" spc="0" normalizeH="0" baseline="0" noProof="0" dirty="0">
                <a:ln>
                  <a:noFill/>
                </a:ln>
                <a:solidFill>
                  <a:srgbClr val="A31515"/>
                </a:solidFill>
                <a:effectLst/>
                <a:uLnTx/>
                <a:uFillTx/>
                <a:latin typeface="Consolas"/>
                <a:ea typeface="Consolas"/>
                <a:cs typeface="Consolas"/>
              </a:rPr>
              <a:t>"COSINE"</a:t>
            </a:r>
            <a:endParaRPr kumimoji="0" sz="2200" b="0" i="0" u="none" strike="noStrike" kern="0" cap="none" spc="0" normalizeH="0" baseline="0" noProof="0" dirty="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dirty="0">
                <a:ln>
                  <a:noFill/>
                </a:ln>
                <a:solidFill>
                  <a:srgbClr val="000000"/>
                </a:solidFill>
                <a:effectLst/>
                <a:uLnTx/>
                <a:uFillTx/>
                <a:latin typeface="Consolas"/>
                <a:ea typeface="Consolas"/>
                <a:cs typeface="Consolas"/>
              </a:rPr>
              <a:t>    })</a:t>
            </a:r>
            <a:endParaRPr kumimoji="0" sz="2200" b="0" i="0" u="none" strike="noStrike" kern="0" cap="none" spc="0" normalizeH="0" baseline="0" noProof="0" dirty="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dirty="0">
                <a:ln>
                  <a:noFill/>
                </a:ln>
                <a:solidFill>
                  <a:srgbClr val="000000"/>
                </a:solidFill>
                <a:effectLst/>
                <a:uLnTx/>
                <a:uFillTx/>
                <a:latin typeface="Consolas"/>
                <a:ea typeface="Consolas"/>
                <a:cs typeface="Consolas"/>
              </a:rPr>
              <a:t>)</a:t>
            </a:r>
            <a:br>
              <a:rPr kumimoji="0" sz="1600" b="0" i="0" u="none" strike="noStrike" kern="0" cap="none" spc="0" normalizeH="0" baseline="0" noProof="0" dirty="0">
                <a:ln>
                  <a:noFill/>
                </a:ln>
                <a:solidFill>
                  <a:srgbClr val="000000"/>
                </a:solidFill>
                <a:effectLst/>
                <a:uLnTx/>
                <a:uFillTx/>
                <a:latin typeface="Consolas"/>
                <a:ea typeface="Consolas"/>
                <a:cs typeface="Consolas"/>
              </a:rPr>
            </a:br>
            <a:endParaRPr kumimoji="0" sz="2200" b="0" i="0" u="none" strike="noStrike" kern="0" cap="none" spc="0" normalizeH="0" baseline="0" noProof="0" dirty="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dirty="0" err="1">
                <a:ln>
                  <a:noFill/>
                </a:ln>
                <a:solidFill>
                  <a:srgbClr val="000000"/>
                </a:solidFill>
                <a:effectLst/>
                <a:uLnTx/>
                <a:uFillTx/>
                <a:latin typeface="Consolas"/>
                <a:ea typeface="Consolas"/>
                <a:cs typeface="Consolas"/>
              </a:rPr>
              <a:t>redis_client.ft</a:t>
            </a:r>
            <a:r>
              <a:rPr kumimoji="0" sz="1600" b="0" i="0" u="none" strike="noStrike" kern="0" cap="none" spc="0" normalizeH="0" baseline="0" noProof="0" dirty="0">
                <a:ln>
                  <a:noFill/>
                </a:ln>
                <a:solidFill>
                  <a:srgbClr val="000000"/>
                </a:solidFill>
                <a:effectLst/>
                <a:uLnTx/>
                <a:uFillTx/>
                <a:latin typeface="Consolas"/>
                <a:ea typeface="Consolas"/>
                <a:cs typeface="Consolas"/>
              </a:rPr>
              <a:t>(</a:t>
            </a:r>
            <a:r>
              <a:rPr kumimoji="0" sz="1600" b="0" i="0" u="none" strike="noStrike" kern="0" cap="none" spc="0" normalizeH="0" baseline="0" noProof="0" dirty="0">
                <a:ln>
                  <a:noFill/>
                </a:ln>
                <a:solidFill>
                  <a:srgbClr val="A31515"/>
                </a:solidFill>
                <a:effectLst/>
                <a:uLnTx/>
                <a:uFillTx/>
                <a:latin typeface="Consolas"/>
                <a:ea typeface="Consolas"/>
                <a:cs typeface="Consolas"/>
              </a:rPr>
              <a:t>"</a:t>
            </a:r>
            <a:r>
              <a:rPr kumimoji="0" sz="1600" b="0" i="0" u="none" strike="noStrike" kern="0" cap="none" spc="0" normalizeH="0" baseline="0" noProof="0" dirty="0" err="1">
                <a:ln>
                  <a:noFill/>
                </a:ln>
                <a:solidFill>
                  <a:srgbClr val="A31515"/>
                </a:solidFill>
                <a:effectLst/>
                <a:uLnTx/>
                <a:uFillTx/>
                <a:latin typeface="Consolas"/>
                <a:ea typeface="Consolas"/>
                <a:cs typeface="Consolas"/>
              </a:rPr>
              <a:t>idx:docs</a:t>
            </a:r>
            <a:r>
              <a:rPr kumimoji="0" sz="1600" b="0" i="0" u="none" strike="noStrike" kern="0" cap="none" spc="0" normalizeH="0" baseline="0" noProof="0" dirty="0">
                <a:ln>
                  <a:noFill/>
                </a:ln>
                <a:solidFill>
                  <a:srgbClr val="A31515"/>
                </a:solidFill>
                <a:effectLst/>
                <a:uLnTx/>
                <a:uFillTx/>
                <a:latin typeface="Consolas"/>
                <a:ea typeface="Consolas"/>
                <a:cs typeface="Consolas"/>
              </a:rPr>
              <a:t>"</a:t>
            </a:r>
            <a:r>
              <a:rPr kumimoji="0" sz="1600" b="0" i="0" u="none" strike="noStrike" kern="0" cap="none" spc="0" normalizeH="0" baseline="0" noProof="0" dirty="0">
                <a:ln>
                  <a:noFill/>
                </a:ln>
                <a:solidFill>
                  <a:srgbClr val="000000"/>
                </a:solidFill>
                <a:effectLst/>
                <a:uLnTx/>
                <a:uFillTx/>
                <a:latin typeface="Consolas"/>
                <a:ea typeface="Consolas"/>
                <a:cs typeface="Consolas"/>
              </a:rPr>
              <a:t>).</a:t>
            </a:r>
            <a:r>
              <a:rPr kumimoji="0" sz="1600" b="0" i="0" u="none" strike="noStrike" kern="0" cap="none" spc="0" normalizeH="0" baseline="0" noProof="0" dirty="0" err="1">
                <a:ln>
                  <a:noFill/>
                </a:ln>
                <a:solidFill>
                  <a:srgbClr val="000000"/>
                </a:solidFill>
                <a:effectLst/>
                <a:uLnTx/>
                <a:uFillTx/>
                <a:latin typeface="Consolas"/>
                <a:ea typeface="Consolas"/>
                <a:cs typeface="Consolas"/>
              </a:rPr>
              <a:t>create_index</a:t>
            </a:r>
            <a:r>
              <a:rPr kumimoji="0" sz="1600" b="0" i="0" u="none" strike="noStrike" kern="0" cap="none" spc="0" normalizeH="0" baseline="0" noProof="0" dirty="0">
                <a:ln>
                  <a:noFill/>
                </a:ln>
                <a:solidFill>
                  <a:srgbClr val="000000"/>
                </a:solidFill>
                <a:effectLst/>
                <a:uLnTx/>
                <a:uFillTx/>
                <a:latin typeface="Consolas"/>
                <a:ea typeface="Consolas"/>
                <a:cs typeface="Consolas"/>
              </a:rPr>
              <a:t>(</a:t>
            </a:r>
            <a:endParaRPr kumimoji="0" sz="2200" b="0" i="0" u="none" strike="noStrike" kern="0" cap="none" spc="0" normalizeH="0" baseline="0" noProof="0" dirty="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dirty="0">
                <a:ln>
                  <a:noFill/>
                </a:ln>
                <a:solidFill>
                  <a:srgbClr val="000000"/>
                </a:solidFill>
                <a:effectLst/>
                <a:uLnTx/>
                <a:uFillTx/>
                <a:latin typeface="Consolas"/>
                <a:ea typeface="Consolas"/>
                <a:cs typeface="Consolas"/>
              </a:rPr>
              <a:t>    fields=schema,</a:t>
            </a:r>
            <a:endParaRPr kumimoji="0" sz="2200" b="0" i="0" u="none" strike="noStrike" kern="0" cap="none" spc="0" normalizeH="0" baseline="0" noProof="0" dirty="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dirty="0">
                <a:ln>
                  <a:noFill/>
                </a:ln>
                <a:solidFill>
                  <a:srgbClr val="000000"/>
                </a:solidFill>
                <a:effectLst/>
                <a:uLnTx/>
                <a:uFillTx/>
                <a:latin typeface="Consolas"/>
                <a:ea typeface="Consolas"/>
                <a:cs typeface="Consolas"/>
              </a:rPr>
              <a:t>    definition=</a:t>
            </a:r>
            <a:r>
              <a:rPr kumimoji="0" sz="1600" b="0" i="0" u="none" strike="noStrike" kern="0" cap="none" spc="0" normalizeH="0" baseline="0" noProof="0" dirty="0" err="1">
                <a:ln>
                  <a:noFill/>
                </a:ln>
                <a:solidFill>
                  <a:srgbClr val="000000"/>
                </a:solidFill>
                <a:effectLst/>
                <a:uLnTx/>
                <a:uFillTx/>
                <a:latin typeface="Consolas"/>
                <a:ea typeface="Consolas"/>
                <a:cs typeface="Consolas"/>
              </a:rPr>
              <a:t>IndexDefinition</a:t>
            </a:r>
            <a:r>
              <a:rPr kumimoji="0" sz="1600" b="0" i="0" u="none" strike="noStrike" kern="0" cap="none" spc="0" normalizeH="0" baseline="0" noProof="0" dirty="0">
                <a:ln>
                  <a:noFill/>
                </a:ln>
                <a:solidFill>
                  <a:srgbClr val="000000"/>
                </a:solidFill>
                <a:effectLst/>
                <a:uLnTx/>
                <a:uFillTx/>
                <a:latin typeface="Consolas"/>
                <a:ea typeface="Consolas"/>
                <a:cs typeface="Consolas"/>
              </a:rPr>
              <a:t>(</a:t>
            </a:r>
            <a:endParaRPr kumimoji="0" sz="2200" b="0" i="0" u="none" strike="noStrike" kern="0" cap="none" spc="0" normalizeH="0" baseline="0" noProof="0" dirty="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dirty="0">
                <a:ln>
                  <a:noFill/>
                </a:ln>
                <a:solidFill>
                  <a:srgbClr val="000000"/>
                </a:solidFill>
                <a:effectLst/>
                <a:uLnTx/>
                <a:uFillTx/>
                <a:latin typeface="Consolas"/>
                <a:ea typeface="Consolas"/>
                <a:cs typeface="Consolas"/>
              </a:rPr>
              <a:t>        prefix=[</a:t>
            </a:r>
            <a:r>
              <a:rPr kumimoji="0" sz="1600" b="0" i="0" u="none" strike="noStrike" kern="0" cap="none" spc="0" normalizeH="0" baseline="0" noProof="0" dirty="0">
                <a:ln>
                  <a:noFill/>
                </a:ln>
                <a:solidFill>
                  <a:srgbClr val="A31515"/>
                </a:solidFill>
                <a:effectLst/>
                <a:uLnTx/>
                <a:uFillTx/>
                <a:latin typeface="Consolas"/>
                <a:ea typeface="Consolas"/>
                <a:cs typeface="Consolas"/>
              </a:rPr>
              <a:t>"doc:"</a:t>
            </a:r>
            <a:r>
              <a:rPr kumimoji="0" sz="1600" b="0" i="0" u="none" strike="noStrike" kern="0" cap="none" spc="0" normalizeH="0" baseline="0" noProof="0" dirty="0">
                <a:ln>
                  <a:noFill/>
                </a:ln>
                <a:solidFill>
                  <a:srgbClr val="000000"/>
                </a:solidFill>
                <a:effectLst/>
                <a:uLnTx/>
                <a:uFillTx/>
                <a:latin typeface="Consolas"/>
                <a:ea typeface="Consolas"/>
                <a:cs typeface="Consolas"/>
              </a:rPr>
              <a:t>],</a:t>
            </a:r>
            <a:endParaRPr kumimoji="0" sz="2200" b="0" i="0" u="none" strike="noStrike" kern="0" cap="none" spc="0" normalizeH="0" baseline="0" noProof="0" dirty="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dirty="0">
                <a:ln>
                  <a:noFill/>
                </a:ln>
                <a:solidFill>
                  <a:srgbClr val="000000"/>
                </a:solidFill>
                <a:effectLst/>
                <a:uLnTx/>
                <a:uFillTx/>
                <a:latin typeface="Consolas"/>
                <a:ea typeface="Consolas"/>
                <a:cs typeface="Consolas"/>
              </a:rPr>
              <a:t>        </a:t>
            </a:r>
            <a:r>
              <a:rPr kumimoji="0" sz="1600" b="0" i="0" u="none" strike="noStrike" kern="0" cap="none" spc="0" normalizeH="0" baseline="0" noProof="0" dirty="0" err="1">
                <a:ln>
                  <a:noFill/>
                </a:ln>
                <a:solidFill>
                  <a:srgbClr val="000000"/>
                </a:solidFill>
                <a:effectLst/>
                <a:uLnTx/>
                <a:uFillTx/>
                <a:latin typeface="Consolas"/>
                <a:ea typeface="Consolas"/>
                <a:cs typeface="Consolas"/>
              </a:rPr>
              <a:t>index_type</a:t>
            </a:r>
            <a:r>
              <a:rPr kumimoji="0" sz="1600" b="0" i="0" u="none" strike="noStrike" kern="0" cap="none" spc="0" normalizeH="0" baseline="0" noProof="0" dirty="0">
                <a:ln>
                  <a:noFill/>
                </a:ln>
                <a:solidFill>
                  <a:srgbClr val="000000"/>
                </a:solidFill>
                <a:effectLst/>
                <a:uLnTx/>
                <a:uFillTx/>
                <a:latin typeface="Consolas"/>
                <a:ea typeface="Consolas"/>
                <a:cs typeface="Consolas"/>
              </a:rPr>
              <a:t>=</a:t>
            </a:r>
            <a:r>
              <a:rPr kumimoji="0" sz="1600" b="0" i="0" u="none" strike="noStrike" kern="0" cap="none" spc="0" normalizeH="0" baseline="0" noProof="0" dirty="0" err="1">
                <a:ln>
                  <a:noFill/>
                </a:ln>
                <a:solidFill>
                  <a:srgbClr val="000000"/>
                </a:solidFill>
                <a:effectLst/>
                <a:uLnTx/>
                <a:uFillTx/>
                <a:latin typeface="Consolas"/>
                <a:ea typeface="Consolas"/>
                <a:cs typeface="Consolas"/>
              </a:rPr>
              <a:t>IndexType.HASH</a:t>
            </a:r>
            <a:endParaRPr kumimoji="0" sz="2200" b="0" i="0" u="none" strike="noStrike" kern="0" cap="none" spc="0" normalizeH="0" baseline="0" noProof="0" dirty="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dirty="0">
                <a:ln>
                  <a:noFill/>
                </a:ln>
                <a:solidFill>
                  <a:srgbClr val="000000"/>
                </a:solidFill>
                <a:effectLst/>
                <a:uLnTx/>
                <a:uFillTx/>
                <a:latin typeface="Consolas"/>
                <a:ea typeface="Consolas"/>
                <a:cs typeface="Consolas"/>
              </a:rPr>
              <a:t>    )</a:t>
            </a:r>
            <a:endParaRPr kumimoji="0" sz="2200" b="0" i="0" u="none" strike="noStrike" kern="0" cap="none" spc="0" normalizeH="0" baseline="0" noProof="0" dirty="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dirty="0">
                <a:ln>
                  <a:noFill/>
                </a:ln>
                <a:solidFill>
                  <a:srgbClr val="000000"/>
                </a:solidFill>
                <a:effectLst/>
                <a:uLnTx/>
                <a:uFillTx/>
                <a:latin typeface="Consolas"/>
                <a:ea typeface="Consolas"/>
                <a:cs typeface="Consolas"/>
              </a:rPr>
              <a:t>)</a:t>
            </a:r>
            <a:endParaRPr kumimoji="0" sz="2200" b="0" i="0" u="none" strike="noStrike" kern="0" cap="none" spc="0" normalizeH="0" baseline="0" noProof="0" dirty="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39070660"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Index and query vector data (2 of 2)</a:t>
            </a:r>
            <a:endParaRPr lang="en-US"/>
          </a:p>
        </p:txBody>
      </p:sp>
      <p:sp>
        <p:nvSpPr>
          <p:cNvPr id="1174224801" name="TextBox 2"/>
          <p:cNvSpPr txBox="1"/>
          <p:nvPr/>
        </p:nvSpPr>
        <p:spPr bwMode="auto">
          <a:xfrm>
            <a:off x="582239" y="1229358"/>
            <a:ext cx="5172363" cy="4843371"/>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8"/>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Query types:</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KNN: fixed count of nearest neighbors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Hybrid: metadata filter + vector similarity</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Range: all vectors within a distance threshold</a:t>
            </a:r>
            <a:endParaRPr kumimoji="0" sz="20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718"/>
              </a:spcBef>
              <a:spcAft>
                <a:spcPts val="358"/>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Key considerations:</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Dimensions must match between index and queries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Lower distance scores = higher similarity</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Requires </a:t>
            </a:r>
            <a:r>
              <a:rPr kumimoji="0" lang="en-US" sz="1800" b="0" i="0" u="none" strike="noStrike" kern="0" cap="none" spc="0" normalizeH="0" baseline="0" noProof="0">
                <a:ln>
                  <a:noFill/>
                </a:ln>
                <a:solidFill>
                  <a:prstClr val="black"/>
                </a:solidFill>
                <a:effectLst/>
                <a:uLnTx/>
                <a:uFillTx/>
                <a:latin typeface="Consolas"/>
                <a:ea typeface="Consolas"/>
                <a:cs typeface="Consolas"/>
              </a:rPr>
              <a:t>dialect(2)</a:t>
            </a:r>
            <a:r>
              <a:rPr kumimoji="0" lang="en-US" sz="1800" b="0" i="0" u="none" strike="noStrike" kern="0" cap="none" spc="0" normalizeH="0" baseline="0" noProof="0">
                <a:ln>
                  <a:noFill/>
                </a:ln>
                <a:solidFill>
                  <a:prstClr val="black"/>
                </a:solidFill>
                <a:effectLst/>
                <a:uLnTx/>
                <a:uFillTx/>
                <a:latin typeface="Segoe UI"/>
                <a:ea typeface="Segoe UI"/>
                <a:cs typeface="Segoe UI"/>
              </a:rPr>
              <a:t> for vector queries</a:t>
            </a:r>
            <a:endParaRPr kumimoji="0" sz="1800" b="0" i="0" u="none" strike="noStrike" kern="0" cap="none" spc="0" normalizeH="0" baseline="0" noProof="0">
              <a:ln>
                <a:noFill/>
              </a:ln>
              <a:solidFill>
                <a:prstClr val="black"/>
              </a:solidFill>
              <a:effectLst/>
              <a:uLnTx/>
              <a:uFillTx/>
              <a:latin typeface="Segoe UI"/>
              <a:cs typeface="Arial"/>
            </a:endParaRPr>
          </a:p>
        </p:txBody>
      </p:sp>
      <p:sp>
        <p:nvSpPr>
          <p:cNvPr id="214246802" name=" 214246801"/>
          <p:cNvSpPr/>
          <p:nvPr/>
        </p:nvSpPr>
        <p:spPr bwMode="auto">
          <a:xfrm>
            <a:off x="6391084" y="1229357"/>
            <a:ext cx="5147876" cy="262163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8000"/>
                </a:solidFill>
                <a:effectLst/>
                <a:uLnTx/>
                <a:uFillTx/>
                <a:latin typeface="Consolas"/>
                <a:ea typeface="Consolas"/>
                <a:cs typeface="Consolas"/>
              </a:rPr>
              <a:t># KNN: find 5 nearest neighbors</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q = Query(</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"*=&gt;[KNN 5 @embedding $vec AS score]"</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).sort_by(</a:t>
            </a:r>
            <a:r>
              <a:rPr kumimoji="0" sz="1600" b="0" i="0" u="none" strike="noStrike" kern="0" cap="none" spc="0" normalizeH="0" baseline="0" noProof="0">
                <a:ln>
                  <a:noFill/>
                </a:ln>
                <a:solidFill>
                  <a:srgbClr val="A31515"/>
                </a:solidFill>
                <a:effectLst/>
                <a:uLnTx/>
                <a:uFillTx/>
                <a:latin typeface="Consolas"/>
                <a:ea typeface="Consolas"/>
                <a:cs typeface="Consolas"/>
              </a:rPr>
              <a:t>"score"</a:t>
            </a:r>
            <a:r>
              <a:rPr kumimoji="0" sz="1600" b="0" i="0" u="none" strike="noStrike" kern="0" cap="none" spc="0" normalizeH="0" baseline="0" noProof="0">
                <a:ln>
                  <a:noFill/>
                </a:ln>
                <a:solidFill>
                  <a:srgbClr val="000000"/>
                </a:solidFill>
                <a:effectLst/>
                <a:uLnTx/>
                <a:uFillTx/>
                <a:latin typeface="Consolas"/>
                <a:ea typeface="Consolas"/>
                <a:cs typeface="Consolas"/>
              </a:rPr>
              <a:t>).dialect(</a:t>
            </a:r>
            <a:r>
              <a:rPr kumimoji="0" sz="1600" b="0" i="0" u="none" strike="noStrike" kern="0" cap="none" spc="0" normalizeH="0" baseline="0" noProof="0">
                <a:ln>
                  <a:noFill/>
                </a:ln>
                <a:solidFill>
                  <a:srgbClr val="098658"/>
                </a:solidFill>
                <a:effectLst/>
                <a:uLnTx/>
                <a:uFillTx/>
                <a:latin typeface="Consolas"/>
                <a:ea typeface="Consolas"/>
                <a:cs typeface="Consolas"/>
              </a:rPr>
              <a:t>2</a:t>
            </a:r>
            <a:r>
              <a:rPr kumimoji="0" sz="1600" b="0" i="0" u="none" strike="noStrike" kern="0" cap="none" spc="0" normalizeH="0" baseline="0" noProof="0">
                <a:ln>
                  <a:noFill/>
                </a:ln>
                <a:solidFill>
                  <a:srgbClr val="000000"/>
                </a:solidFill>
                <a:effectLst/>
                <a:uLnTx/>
                <a:uFillTx/>
                <a:latin typeface="Consolas"/>
                <a:ea typeface="Consolas"/>
                <a:cs typeface="Consolas"/>
              </a:rPr>
              <a:t>)</a:t>
            </a:r>
            <a:br>
              <a:rPr kumimoji="0" sz="1600" b="0" i="0" u="none" strike="noStrike" kern="0" cap="none" spc="0" normalizeH="0" baseline="0" noProof="0">
                <a:ln>
                  <a:noFill/>
                </a:ln>
                <a:solidFill>
                  <a:srgbClr val="000000"/>
                </a:solidFill>
                <a:effectLst/>
                <a:uLnTx/>
                <a:uFillTx/>
                <a:latin typeface="Consolas"/>
                <a:ea typeface="Consolas"/>
                <a:cs typeface="Consolas"/>
              </a:rPr>
            </a:b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8000"/>
                </a:solidFill>
                <a:effectLst/>
                <a:uLnTx/>
                <a:uFillTx/>
                <a:latin typeface="Consolas"/>
                <a:ea typeface="Consolas"/>
                <a:cs typeface="Consolas"/>
              </a:rPr>
              <a:t># Hybrid: filter then search</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q = Query(</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"@category:{docs}=&gt;"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"[KNN 3 @embedding $vec AS score]"</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).dialect(</a:t>
            </a:r>
            <a:r>
              <a:rPr kumimoji="0" sz="1600" b="0" i="0" u="none" strike="noStrike" kern="0" cap="none" spc="0" normalizeH="0" baseline="0" noProof="0">
                <a:ln>
                  <a:noFill/>
                </a:ln>
                <a:solidFill>
                  <a:srgbClr val="098658"/>
                </a:solidFill>
                <a:effectLst/>
                <a:uLnTx/>
                <a:uFillTx/>
                <a:latin typeface="Consolas"/>
                <a:ea typeface="Consolas"/>
                <a:cs typeface="Consolas"/>
              </a:rPr>
              <a:t>2</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07890956"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Optimize Redis data structures for vector storage</a:t>
            </a:r>
            <a:endParaRPr lang="en-US"/>
          </a:p>
        </p:txBody>
      </p:sp>
      <p:sp>
        <p:nvSpPr>
          <p:cNvPr id="589131823" name="TextBox 2"/>
          <p:cNvSpPr txBox="1"/>
          <p:nvPr/>
        </p:nvSpPr>
        <p:spPr bwMode="auto">
          <a:xfrm>
            <a:off x="457199" y="1226083"/>
            <a:ext cx="5270989" cy="4405825"/>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Hash storage:</a:t>
            </a:r>
            <a:endParaRPr kumimoji="0" sz="18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Flat field-value pairs, vectors as binary bytes</a:t>
            </a:r>
            <a:endParaRPr kumimoji="0" sz="18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Lower memory, faster queries</a:t>
            </a:r>
            <a:endParaRPr kumimoji="0" sz="18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Best for simple metadata</a:t>
            </a:r>
            <a:endParaRPr kumimoji="0" sz="18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JSON storage:</a:t>
            </a:r>
            <a:endParaRPr kumimoji="0" sz="18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Nested objects and arrays supported</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Vectors as numeric arrays with </a:t>
            </a:r>
            <a:r>
              <a:rPr kumimoji="0" lang="en-US" sz="1800" b="0" i="0" u="none" strike="noStrike" kern="0" cap="none" spc="0" normalizeH="0" baseline="0" noProof="0">
                <a:ln>
                  <a:noFill/>
                </a:ln>
                <a:solidFill>
                  <a:prstClr val="black"/>
                </a:solidFill>
                <a:effectLst/>
                <a:uLnTx/>
                <a:uFillTx/>
                <a:latin typeface="Consolas"/>
                <a:ea typeface="Consolas"/>
                <a:cs typeface="Consolas"/>
              </a:rPr>
              <a:t>tolist()</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Best for complex, hierarchical data</a:t>
            </a:r>
            <a:endParaRPr kumimoji="0" sz="18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Segoe UI"/>
              <a:cs typeface="Arial"/>
            </a:endParaRPr>
          </a:p>
        </p:txBody>
      </p:sp>
      <p:pic>
        <p:nvPicPr>
          <p:cNvPr id="505299112" name="Picture 1" descr="Comparison diagram of Hash versus JSON vector storage&#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7197588" y="1142980"/>
            <a:ext cx="3520440" cy="4965192"/>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71898298" name="Title 1"/>
          <p:cNvSpPr>
            <a:spLocks noGrp="1"/>
          </p:cNvSpPr>
          <p:nvPr>
            <p:ph type="title"/>
          </p:nvPr>
        </p:nvSpPr>
        <p:spPr bwMode="auto">
          <a:xfrm>
            <a:off x="588261" y="585216"/>
            <a:ext cx="5653640" cy="427079"/>
          </a:xfrm>
        </p:spPr>
        <p:txBody>
          <a:bodyPr/>
          <a:lstStyle/>
          <a:p>
            <a:pPr>
              <a:defRPr/>
            </a:pPr>
            <a:r>
              <a:rPr lang="en-US" sz="2800"/>
              <a:t>Exercise</a:t>
            </a:r>
            <a:endParaRPr sz="2800"/>
          </a:p>
        </p:txBody>
      </p:sp>
      <p:pic>
        <p:nvPicPr>
          <p:cNvPr id="1960494091" name="Picture Placeholder 6">
            <a:extLst>
              <a:ext uri="{C183D7F6-B498-43B3-948B-1728B52AA6E4}">
                <adec:decorative xmlns:adec="http://schemas.microsoft.com/office/drawing/2017/decorative" val="1"/>
              </a:ext>
            </a:extLst>
          </p:cNvPr>
          <p:cNvPicPr>
            <a:picLocks noGrp="1" noChangeAspect="1"/>
          </p:cNvPicPr>
          <p:nvPr>
            <p:ph type="pic" sz="quarter" idx="20"/>
          </p:nvPr>
        </p:nvPicPr>
        <p:blipFill rotWithShape="1">
          <a:blip r:embed="rId3"/>
          <a:srcRect l="118" r="117"/>
          <a:stretch/>
        </p:blipFill>
        <p:spPr bwMode="ltGray">
          <a:xfrm>
            <a:off x="7724773" y="2043463"/>
            <a:ext cx="4467224" cy="3307645"/>
          </a:xfrm>
          <a:prstGeom prst="rect">
            <a:avLst/>
          </a:prstGeom>
          <a:solidFill>
            <a:srgbClr val="F4F4F7"/>
          </a:solidFill>
          <a:ln>
            <a:noFill/>
          </a:ln>
        </p:spPr>
      </p:pic>
      <p:sp>
        <p:nvSpPr>
          <p:cNvPr id="508122448" name="Text Placeholder 4"/>
          <p:cNvSpPr>
            <a:spLocks noGrp="1"/>
          </p:cNvSpPr>
          <p:nvPr>
            <p:ph type="body" sz="quarter" idx="16"/>
          </p:nvPr>
        </p:nvSpPr>
        <p:spPr bwMode="auto">
          <a:xfrm>
            <a:off x="584199" y="1594150"/>
            <a:ext cx="5656009" cy="488039"/>
          </a:xfrm>
        </p:spPr>
        <p:txBody>
          <a:bodyPr/>
          <a:lstStyle/>
          <a:p>
            <a:pPr>
              <a:defRPr/>
            </a:pPr>
            <a:r>
              <a:rPr lang="en-US" sz="1600" b="0" i="0" u="none" strike="noStrike" cap="none" spc="0">
                <a:solidFill>
                  <a:srgbClr val="000000"/>
                </a:solidFill>
                <a:latin typeface="Segoe UI Semibold"/>
                <a:ea typeface="Segoe UI Semibold"/>
                <a:cs typeface="Segoe UI Semibold"/>
              </a:rPr>
              <a:t>Implement semantic search in Azure Managed Redis</a:t>
            </a:r>
            <a:endParaRPr lang="en-US"/>
          </a:p>
          <a:p>
            <a:pPr>
              <a:defRPr/>
            </a:pPr>
            <a:endParaRPr lang="en-US"/>
          </a:p>
        </p:txBody>
      </p:sp>
      <p:sp>
        <p:nvSpPr>
          <p:cNvPr id="900229711" name="Text Placeholder 61"/>
          <p:cNvSpPr>
            <a:spLocks noGrp="1"/>
          </p:cNvSpPr>
          <p:nvPr>
            <p:ph type="body" sz="quarter" idx="15"/>
          </p:nvPr>
        </p:nvSpPr>
        <p:spPr bwMode="auto">
          <a:xfrm>
            <a:off x="579438" y="2501488"/>
            <a:ext cx="5655603" cy="1951079"/>
          </a:xfrm>
        </p:spPr>
        <p:txBody>
          <a:bodyPr vert="horz" wrap="square" lIns="0" tIns="0" rIns="0" bIns="0" rtlCol="0" anchor="t">
            <a:spAutoFit/>
          </a:bodyPr>
          <a:lstStyle/>
          <a:p>
            <a:pPr marL="0" indent="0">
              <a:buNone/>
              <a:defRPr/>
            </a:pPr>
            <a:r>
              <a:rPr lang="en-US" sz="1600" b="0" i="0" u="none" strike="noStrike" cap="none" spc="0">
                <a:solidFill>
                  <a:srgbClr val="000000"/>
                </a:solidFill>
                <a:latin typeface="Segoe UI"/>
                <a:ea typeface="Segoe UI"/>
                <a:cs typeface="Segoe UI"/>
              </a:rPr>
              <a:t>In this exercise, you create an Azure Managed Redis resource and complete the code for a vector storage application.</a:t>
            </a:r>
            <a:endParaRPr/>
          </a:p>
          <a:p>
            <a:pPr marL="0" indent="0">
              <a:buNone/>
              <a:defRPr/>
            </a:pPr>
            <a:endParaRPr lang="en-US">
              <a:cs typeface="Segoe UI"/>
            </a:endParaRPr>
          </a:p>
          <a:p>
            <a:pPr marL="0" indent="0">
              <a:buNone/>
              <a:defRPr/>
            </a:pPr>
            <a:r>
              <a:rPr lang="en-US">
                <a:latin typeface="Segoe UI Semibold"/>
                <a:cs typeface="Segoe UI Semibold"/>
              </a:rPr>
              <a:t>Estimated time:</a:t>
            </a:r>
            <a:r>
              <a:rPr lang="en-US">
                <a:cs typeface="Segoe UI"/>
              </a:rPr>
              <a:t> 30 minutes</a:t>
            </a:r>
            <a:endParaRPr/>
          </a:p>
          <a:p>
            <a:pPr>
              <a:defRPr/>
            </a:pPr>
            <a:endParaRPr lang="en-US">
              <a:cs typeface="Segoe UI"/>
            </a:endParaRPr>
          </a:p>
          <a:p>
            <a:pPr marL="0" indent="0">
              <a:buNone/>
              <a:defRPr/>
            </a:pPr>
            <a:r>
              <a:rPr lang="en-US">
                <a:cs typeface="Segoe UI"/>
              </a:rPr>
              <a:t>Start the exercise at:</a:t>
            </a:r>
            <a:endParaRPr lang="en-US"/>
          </a:p>
          <a:p>
            <a:pPr marL="0" indent="0">
              <a:buNone/>
              <a:defRPr/>
            </a:pPr>
            <a:r>
              <a:rPr lang="en-US" sz="1600" b="0" i="0" u="sng" strike="noStrike" cap="none" spc="0">
                <a:solidFill>
                  <a:schemeClr val="hlink"/>
                </a:solidFill>
                <a:latin typeface="Segoe UI"/>
                <a:ea typeface="Segoe UI"/>
                <a:cs typeface="Segoe UI"/>
                <a:hlinkClick r:id="rId4"/>
              </a:rPr>
              <a:t>https://go.microsoft.com/fwlink/?linkid=2344301</a:t>
            </a:r>
            <a:endParaRPr/>
          </a:p>
          <a:p>
            <a:pPr marL="0" indent="0">
              <a:buNone/>
              <a:defRPr/>
            </a:pPr>
            <a:endParaRPr lang="en-US"/>
          </a:p>
        </p:txBody>
      </p:sp>
      <p:sp>
        <p:nvSpPr>
          <p:cNvPr id="464591555" name="Footer Placeholder 4"/>
          <p:cNvSpPr>
            <a:spLocks noGrp="1"/>
          </p:cNvSpPr>
          <p:nvPr>
            <p:ph type="ftr" sz="quarter" idx="3"/>
          </p:nvPr>
        </p:nvSpPr>
        <p:spPr bwMode="auto">
          <a:xfrm>
            <a:off x="579438" y="6421082"/>
            <a:ext cx="4151311" cy="19797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UI"/>
                <a:cs typeface="Arial"/>
              </a:rPr>
              <a:t>© Copyright Microsoft Corporation. All rights reserved.</a:t>
            </a:r>
          </a:p>
        </p:txBody>
      </p:sp>
    </p:spTree>
  </p:cSld>
  <p:clrMapOvr>
    <a:masterClrMapping/>
  </p:clrMapOvr>
  <mc:AlternateContent xmlns:mc="http://schemas.openxmlformats.org/markup-compatibility/2006" xmlns:p159="http://schemas.microsoft.com/office/powerpoint/2015/09/main">
    <mc:Choice Requires="p159">
      <p:transition>
        <p:fade/>
      </p:transition>
    </mc:Choice>
    <mc:Fallback xmlns:w="http://schemas.openxmlformats.org/wordprocessingml/2006/main" xmlns:m="http://schemas.openxmlformats.org/officeDocument/2006/math" xmlns="">
      <p:transition spd="fast" advClick="1">
        <p:fade thruBlk="0"/>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39710537" name="Title 6"/>
          <p:cNvSpPr>
            <a:spLocks noGrp="1"/>
          </p:cNvSpPr>
          <p:nvPr>
            <p:ph type="title"/>
          </p:nvPr>
        </p:nvSpPr>
        <p:spPr bwMode="auto">
          <a:xfrm>
            <a:off x="578961" y="2875002"/>
            <a:ext cx="6064808" cy="1107996"/>
          </a:xfrm>
        </p:spPr>
        <p:txBody>
          <a:bodyPr/>
          <a:lstStyle/>
          <a:p>
            <a:pPr>
              <a:defRPr/>
            </a:pPr>
            <a:r>
              <a:rPr lang="en-US" sz="4000" b="0" i="0" u="none" strike="noStrike" cap="none" spc="-45" dirty="0">
                <a:solidFill>
                  <a:schemeClr val="tx1"/>
                </a:solidFill>
                <a:latin typeface="Segoe UI"/>
                <a:ea typeface="Segoe UI"/>
                <a:cs typeface="Segoe UI"/>
              </a:rPr>
              <a:t>Integrate Backend Services for AI Solutions</a:t>
            </a:r>
            <a:endParaRPr lang="en-US" dirty="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Title 2">
            <a:extLst>
              <a:ext uri="{FF2B5EF4-FFF2-40B4-BE49-F238E27FC236}">
                <a16:creationId xmlns:a16="http://schemas.microsoft.com/office/drawing/2014/main" id="{70EDB70F-1C82-AB7C-61E4-130D17C9CEE1}"/>
              </a:ext>
            </a:extLst>
          </p:cNvPr>
          <p:cNvSpPr>
            <a:spLocks noGrp="1"/>
          </p:cNvSpPr>
          <p:nvPr>
            <p:ph type="title"/>
          </p:nvPr>
        </p:nvSpPr>
        <p:spPr/>
        <p:txBody>
          <a:bodyPr/>
          <a:lstStyle/>
          <a:p>
            <a:r>
              <a:rPr lang="en-US" dirty="0"/>
              <a:t>Module 1: </a:t>
            </a:r>
            <a:r>
              <a:rPr lang="en-US" spc="0" dirty="0">
                <a:ea typeface="Segoe UI"/>
              </a:rPr>
              <a:t>Queue and process AI operations with Azure Service Bus</a:t>
            </a:r>
            <a:endParaRPr lang="en-US" dirty="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27148630" name="Title 1"/>
          <p:cNvSpPr>
            <a:spLocks noGrp="1"/>
          </p:cNvSpPr>
          <p:nvPr>
            <p:ph type="title"/>
          </p:nvPr>
        </p:nvSpPr>
        <p:spPr bwMode="auto">
          <a:xfrm>
            <a:off x="457199" y="411480"/>
            <a:ext cx="11222609" cy="640257"/>
          </a:xfrm>
        </p:spPr>
        <p:txBody>
          <a:bodyPr/>
          <a:lstStyle/>
          <a:p>
            <a:pPr>
              <a:defRPr/>
            </a:pPr>
            <a:r>
              <a:rPr lang="en-US" sz="2800" b="0" i="0" u="none" strike="noStrike" cap="none" spc="0">
                <a:solidFill>
                  <a:schemeClr val="tx1"/>
                </a:solidFill>
                <a:latin typeface="Segoe UI Semibold"/>
                <a:ea typeface="Segoe UI Semibold"/>
                <a:cs typeface="Segoe UI Semibold"/>
              </a:rPr>
              <a:t>Explore Azure Service Bus concepts and messaging in AI architectures</a:t>
            </a:r>
            <a:endParaRPr lang="en-US" sz="2800"/>
          </a:p>
        </p:txBody>
      </p:sp>
      <p:sp>
        <p:nvSpPr>
          <p:cNvPr id="475797127" name="Content Placeholder 2"/>
          <p:cNvSpPr>
            <a:spLocks noGrp="1"/>
          </p:cNvSpPr>
          <p:nvPr>
            <p:ph sz="quarter" idx="10"/>
          </p:nvPr>
        </p:nvSpPr>
        <p:spPr bwMode="auto">
          <a:xfrm>
            <a:off x="457199" y="1371736"/>
            <a:ext cx="5150558" cy="4414384"/>
          </a:xfrm>
        </p:spPr>
        <p:txBody>
          <a:bodyPr vert="horz" wrap="square" lIns="45720" tIns="0" rIns="0" bIns="0" rtlCol="0" anchor="t">
            <a:noAutofit/>
          </a:bodyPr>
          <a:lstStyle/>
          <a:p>
            <a:pPr marL="0" indent="0">
              <a:spcAft>
                <a:spcPts val="359"/>
              </a:spcAft>
              <a:buFont typeface="Arial"/>
              <a:buNone/>
              <a:defRPr/>
            </a:pPr>
            <a:r>
              <a:rPr lang="en-US" sz="1800" b="0" i="0" u="none" strike="noStrike" cap="none" spc="0">
                <a:solidFill>
                  <a:schemeClr val="tx1"/>
                </a:solidFill>
                <a:latin typeface="Segoe UI Semibold"/>
                <a:ea typeface="Segoe UI Semibold"/>
                <a:cs typeface="Segoe UI Semibold"/>
              </a:rPr>
              <a:t>Why AI needs messaging:</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Inference latency is unpredictable. Synchronous calls block under load</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Decouples producers (APIs) from consumers (model processors)</a:t>
            </a:r>
            <a:endParaRPr lang="en-US" sz="1800" b="0" i="0" u="none" strike="noStrike" cap="none" spc="0">
              <a:solidFill>
                <a:schemeClr val="tx1"/>
              </a:solidFill>
              <a:latin typeface="Segoe UI"/>
              <a:cs typeface="Segoe UI"/>
            </a:endParaRPr>
          </a:p>
          <a:p>
            <a:pPr marL="0" marR="0" indent="0" algn="l">
              <a:lnSpc>
                <a:spcPct val="100000"/>
              </a:lnSpc>
              <a:spcBef>
                <a:spcPts val="719"/>
              </a:spcBef>
              <a:spcAft>
                <a:spcPts val="359"/>
              </a:spcAft>
              <a:buFont typeface="Arial"/>
              <a:buNone/>
              <a:defRPr/>
            </a:pPr>
            <a:r>
              <a:rPr lang="en-US" sz="1800" b="0" i="0" u="none" strike="noStrike" cap="none" spc="0">
                <a:solidFill>
                  <a:schemeClr val="tx1"/>
                </a:solidFill>
                <a:latin typeface="Segoe UI Semibold"/>
                <a:ea typeface="Segoe UI Semibold"/>
                <a:cs typeface="Segoe UI Semibold"/>
              </a:rPr>
              <a:t>Core patterns:</a:t>
            </a:r>
            <a:endParaRPr lang="en-US" sz="1800" b="0" i="0" u="none" strike="noStrike" cap="none" spc="0">
              <a:solidFill>
                <a:schemeClr val="tx1"/>
              </a:solidFill>
              <a:latin typeface="Segoe UI"/>
              <a:cs typeface="Segoe UI"/>
            </a:endParaRPr>
          </a:p>
          <a:p>
            <a:pPr>
              <a:spcAft>
                <a:spcPts val="287"/>
              </a:spcAft>
              <a:defRPr/>
            </a:pPr>
            <a:r>
              <a:rPr lang="en-US" sz="1800" b="0" i="0" u="none" strike="noStrike" cap="none" spc="0">
                <a:solidFill>
                  <a:schemeClr val="tx1"/>
                </a:solidFill>
                <a:latin typeface="Segoe UI"/>
                <a:ea typeface="Segoe UI"/>
                <a:cs typeface="Segoe UI"/>
              </a:rPr>
              <a:t>Load leveling: queue absorbs traffic spikes, processors consume at a steady rate</a:t>
            </a:r>
            <a:endParaRPr lang="en-US" sz="1800" b="0" i="0" u="none" strike="noStrike" cap="none" spc="0">
              <a:solidFill>
                <a:schemeClr val="tx1"/>
              </a:solidFill>
              <a:latin typeface="Segoe UI"/>
              <a:cs typeface="Segoe UI"/>
            </a:endParaRPr>
          </a:p>
          <a:p>
            <a:pPr>
              <a:spcAft>
                <a:spcPts val="287"/>
              </a:spcAft>
              <a:defRPr/>
            </a:pPr>
            <a:r>
              <a:rPr lang="en-US" sz="1800" b="0" i="0" u="none" strike="noStrike" cap="none" spc="0">
                <a:solidFill>
                  <a:schemeClr val="tx1"/>
                </a:solidFill>
                <a:latin typeface="Segoe UI"/>
                <a:ea typeface="Segoe UI"/>
                <a:cs typeface="Segoe UI"/>
              </a:rPr>
              <a:t>Competing consumers: multiple workers on one queue, each message delivered once</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287"/>
              </a:spcAft>
              <a:buChar char="•"/>
              <a:defRPr/>
            </a:pPr>
            <a:r>
              <a:rPr lang="en-US" sz="1800" b="0" i="0" u="none" strike="noStrike" cap="none" spc="0">
                <a:solidFill>
                  <a:schemeClr val="tx1"/>
                </a:solidFill>
                <a:latin typeface="Segoe UI"/>
                <a:ea typeface="Segoe UI"/>
                <a:cs typeface="Segoe UI"/>
              </a:rPr>
              <a:t>Temporal decoupling: producers and consumers don’t need to be online simultaneously</a:t>
            </a:r>
            <a:endParaRPr/>
          </a:p>
        </p:txBody>
      </p:sp>
      <p:pic>
        <p:nvPicPr>
          <p:cNvPr id="1190283260" name="Picture 1" descr="Diagram of load leveling pattern with queue absorbing traffic spikes&#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6894576" y="1371599"/>
            <a:ext cx="3877056" cy="4663440"/>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77318623"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Choose between queues and topics with subscriptions</a:t>
            </a:r>
            <a:endParaRPr/>
          </a:p>
        </p:txBody>
      </p:sp>
      <p:sp>
        <p:nvSpPr>
          <p:cNvPr id="1059439956" name="TextBox 2"/>
          <p:cNvSpPr txBox="1"/>
          <p:nvPr/>
        </p:nvSpPr>
        <p:spPr bwMode="auto">
          <a:xfrm>
            <a:off x="457200" y="1225296"/>
            <a:ext cx="5172363" cy="4952029"/>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8"/>
              </a:spcAft>
              <a:buClrTx/>
              <a:buSzTx/>
              <a:buFont typeface="Arial"/>
              <a:buNone/>
              <a:tabLst/>
              <a:defRPr/>
            </a:pPr>
            <a:r>
              <a:rPr kumimoji="0" lang="en-US" sz="1800" b="0" i="0" u="none" strike="noStrike" kern="0" cap="none" spc="0" normalizeH="0" baseline="0" noProof="0">
                <a:ln>
                  <a:noFill/>
                </a:ln>
                <a:solidFill>
                  <a:prstClr val="black"/>
                </a:solidFill>
                <a:effectLst/>
                <a:uLnTx/>
                <a:uFillTx/>
                <a:latin typeface="Segoe UI Semibold"/>
                <a:ea typeface="Segoe UI Semibold"/>
                <a:cs typeface="Segoe UI Semibold"/>
              </a:rPr>
              <a:t>Queues (point-to-point):</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Each message delivered to exactly one consumer</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Competing consumers for horizontal scaling</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Sessions enable FIFO ordering per session group</a:t>
            </a:r>
            <a:endParaRPr kumimoji="0" lang="en-US"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718"/>
              </a:spcBef>
              <a:spcAft>
                <a:spcPts val="358"/>
              </a:spcAft>
              <a:buClrTx/>
              <a:buSzTx/>
              <a:buFont typeface="Arial"/>
              <a:buNone/>
              <a:tabLst/>
              <a:defRPr/>
            </a:pPr>
            <a:r>
              <a:rPr kumimoji="0" lang="en-US" sz="1800" b="0" i="0" u="none" strike="noStrike" kern="0" cap="none" spc="0" normalizeH="0" baseline="0" noProof="0">
                <a:ln>
                  <a:noFill/>
                </a:ln>
                <a:solidFill>
                  <a:prstClr val="black"/>
                </a:solidFill>
                <a:effectLst/>
                <a:uLnTx/>
                <a:uFillTx/>
                <a:latin typeface="Segoe UI Semibold"/>
                <a:ea typeface="Segoe UI Semibold"/>
                <a:cs typeface="Segoe UI Semibold"/>
              </a:rPr>
              <a:t>Topics (fan-out):</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Message copies distributed to all subscriptions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Each subscription acts as an independent virtual queue</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8"/>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Add subscribers without modifying the producer</a:t>
            </a:r>
            <a:endParaRPr kumimoji="0" sz="1800" b="0" i="0" u="none" strike="noStrike" kern="0" cap="none" spc="0" normalizeH="0" baseline="0" noProof="0">
              <a:ln>
                <a:noFill/>
              </a:ln>
              <a:solidFill>
                <a:prstClr val="black"/>
              </a:solidFill>
              <a:effectLst/>
              <a:uLnTx/>
              <a:uFillTx/>
              <a:latin typeface="Segoe UI"/>
              <a:cs typeface="Arial"/>
            </a:endParaRPr>
          </a:p>
        </p:txBody>
      </p:sp>
      <p:sp>
        <p:nvSpPr>
          <p:cNvPr id="1962497936" name=" 1962497935"/>
          <p:cNvSpPr/>
          <p:nvPr/>
        </p:nvSpPr>
        <p:spPr bwMode="auto">
          <a:xfrm>
            <a:off x="6095999" y="1307294"/>
            <a:ext cx="5849238" cy="2621639"/>
          </a:xfr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dirty="0">
                <a:ln>
                  <a:noFill/>
                </a:ln>
                <a:solidFill>
                  <a:srgbClr val="008000"/>
                </a:solidFill>
                <a:effectLst/>
                <a:uLnTx/>
                <a:uFillTx/>
                <a:latin typeface="Consolas"/>
                <a:ea typeface="Consolas"/>
                <a:cs typeface="Consolas"/>
              </a:rPr>
              <a:t># Queue: point-to-point</a:t>
            </a:r>
            <a:endParaRPr kumimoji="0" sz="2200" b="0" i="0" u="none" strike="noStrike" kern="0" cap="none" spc="0" normalizeH="0" baseline="0" noProof="0" dirty="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dirty="0">
                <a:ln>
                  <a:noFill/>
                </a:ln>
                <a:solidFill>
                  <a:srgbClr val="000000"/>
                </a:solidFill>
                <a:effectLst/>
                <a:uLnTx/>
                <a:uFillTx/>
                <a:latin typeface="Consolas"/>
                <a:ea typeface="Consolas"/>
                <a:cs typeface="Consolas"/>
              </a:rPr>
              <a:t>sender = </a:t>
            </a:r>
            <a:r>
              <a:rPr kumimoji="0" sz="1600" b="0" i="0" u="none" strike="noStrike" kern="0" cap="none" spc="0" normalizeH="0" baseline="0" noProof="0" dirty="0" err="1">
                <a:ln>
                  <a:noFill/>
                </a:ln>
                <a:solidFill>
                  <a:srgbClr val="000000"/>
                </a:solidFill>
                <a:effectLst/>
                <a:uLnTx/>
                <a:uFillTx/>
                <a:latin typeface="Consolas"/>
                <a:ea typeface="Consolas"/>
                <a:cs typeface="Consolas"/>
              </a:rPr>
              <a:t>client.get_queue_sender</a:t>
            </a:r>
            <a:r>
              <a:rPr kumimoji="0" sz="1600" b="0" i="0" u="none" strike="noStrike" kern="0" cap="none" spc="0" normalizeH="0" baseline="0" noProof="0" dirty="0">
                <a:ln>
                  <a:noFill/>
                </a:ln>
                <a:solidFill>
                  <a:srgbClr val="000000"/>
                </a:solidFill>
                <a:effectLst/>
                <a:uLnTx/>
                <a:uFillTx/>
                <a:latin typeface="Consolas"/>
                <a:ea typeface="Consolas"/>
                <a:cs typeface="Consolas"/>
              </a:rPr>
              <a:t>(</a:t>
            </a:r>
            <a:r>
              <a:rPr kumimoji="0" sz="1600" b="0" i="0" u="none" strike="noStrike" kern="0" cap="none" spc="0" normalizeH="0" baseline="0" noProof="0" dirty="0">
                <a:ln>
                  <a:noFill/>
                </a:ln>
                <a:solidFill>
                  <a:srgbClr val="A31515"/>
                </a:solidFill>
                <a:effectLst/>
                <a:uLnTx/>
                <a:uFillTx/>
                <a:latin typeface="Consolas"/>
                <a:ea typeface="Consolas"/>
                <a:cs typeface="Consolas"/>
              </a:rPr>
              <a:t>"requests"</a:t>
            </a:r>
            <a:r>
              <a:rPr kumimoji="0" sz="1600" b="0" i="0" u="none" strike="noStrike" kern="0" cap="none" spc="0" normalizeH="0" baseline="0" noProof="0" dirty="0">
                <a:ln>
                  <a:noFill/>
                </a:ln>
                <a:solidFill>
                  <a:srgbClr val="000000"/>
                </a:solidFill>
                <a:effectLst/>
                <a:uLnTx/>
                <a:uFillTx/>
                <a:latin typeface="Consolas"/>
                <a:ea typeface="Consolas"/>
                <a:cs typeface="Consolas"/>
              </a:rPr>
              <a:t>)</a:t>
            </a:r>
            <a:endParaRPr kumimoji="0" sz="2200" b="0" i="0" u="none" strike="noStrike" kern="0" cap="none" spc="0" normalizeH="0" baseline="0" noProof="0" dirty="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dirty="0">
                <a:ln>
                  <a:noFill/>
                </a:ln>
                <a:solidFill>
                  <a:srgbClr val="000000"/>
                </a:solidFill>
                <a:effectLst/>
                <a:uLnTx/>
                <a:uFillTx/>
                <a:latin typeface="Consolas"/>
                <a:ea typeface="Consolas"/>
                <a:cs typeface="Consolas"/>
              </a:rPr>
              <a:t>receiver = </a:t>
            </a:r>
            <a:r>
              <a:rPr kumimoji="0" sz="1600" b="0" i="0" u="none" strike="noStrike" kern="0" cap="none" spc="0" normalizeH="0" baseline="0" noProof="0" dirty="0" err="1">
                <a:ln>
                  <a:noFill/>
                </a:ln>
                <a:solidFill>
                  <a:srgbClr val="000000"/>
                </a:solidFill>
                <a:effectLst/>
                <a:uLnTx/>
                <a:uFillTx/>
                <a:latin typeface="Consolas"/>
                <a:ea typeface="Consolas"/>
                <a:cs typeface="Consolas"/>
              </a:rPr>
              <a:t>client.get_queue_receiver</a:t>
            </a:r>
            <a:r>
              <a:rPr kumimoji="0" sz="1600" b="0" i="0" u="none" strike="noStrike" kern="0" cap="none" spc="0" normalizeH="0" baseline="0" noProof="0" dirty="0">
                <a:ln>
                  <a:noFill/>
                </a:ln>
                <a:solidFill>
                  <a:srgbClr val="000000"/>
                </a:solidFill>
                <a:effectLst/>
                <a:uLnTx/>
                <a:uFillTx/>
                <a:latin typeface="Consolas"/>
                <a:ea typeface="Consolas"/>
                <a:cs typeface="Consolas"/>
              </a:rPr>
              <a:t>(</a:t>
            </a:r>
            <a:r>
              <a:rPr kumimoji="0" sz="1600" b="0" i="0" u="none" strike="noStrike" kern="0" cap="none" spc="0" normalizeH="0" baseline="0" noProof="0" dirty="0">
                <a:ln>
                  <a:noFill/>
                </a:ln>
                <a:solidFill>
                  <a:srgbClr val="A31515"/>
                </a:solidFill>
                <a:effectLst/>
                <a:uLnTx/>
                <a:uFillTx/>
                <a:latin typeface="Consolas"/>
                <a:ea typeface="Consolas"/>
                <a:cs typeface="Consolas"/>
              </a:rPr>
              <a:t>"requests"</a:t>
            </a:r>
            <a:r>
              <a:rPr kumimoji="0" sz="1600" b="0" i="0" u="none" strike="noStrike" kern="0" cap="none" spc="0" normalizeH="0" baseline="0" noProof="0" dirty="0">
                <a:ln>
                  <a:noFill/>
                </a:ln>
                <a:solidFill>
                  <a:srgbClr val="000000"/>
                </a:solidFill>
                <a:effectLst/>
                <a:uLnTx/>
                <a:uFillTx/>
                <a:latin typeface="Consolas"/>
                <a:ea typeface="Consolas"/>
                <a:cs typeface="Consolas"/>
              </a:rPr>
              <a:t>)</a:t>
            </a:r>
            <a:br>
              <a:rPr kumimoji="0" sz="1600" b="0" i="0" u="none" strike="noStrike" kern="0" cap="none" spc="0" normalizeH="0" baseline="0" noProof="0" dirty="0">
                <a:ln>
                  <a:noFill/>
                </a:ln>
                <a:solidFill>
                  <a:srgbClr val="000000"/>
                </a:solidFill>
                <a:effectLst/>
                <a:uLnTx/>
                <a:uFillTx/>
                <a:latin typeface="Consolas"/>
                <a:ea typeface="Consolas"/>
                <a:cs typeface="Consolas"/>
              </a:rPr>
            </a:br>
            <a:endParaRPr kumimoji="0" sz="2200" b="0" i="0" u="none" strike="noStrike" kern="0" cap="none" spc="0" normalizeH="0" baseline="0" noProof="0" dirty="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dirty="0">
                <a:ln>
                  <a:noFill/>
                </a:ln>
                <a:solidFill>
                  <a:srgbClr val="008000"/>
                </a:solidFill>
                <a:effectLst/>
                <a:uLnTx/>
                <a:uFillTx/>
                <a:latin typeface="Consolas"/>
                <a:ea typeface="Consolas"/>
                <a:cs typeface="Consolas"/>
              </a:rPr>
              <a:t># Topic: fan-out</a:t>
            </a:r>
            <a:endParaRPr kumimoji="0" sz="2200" b="0" i="0" u="none" strike="noStrike" kern="0" cap="none" spc="0" normalizeH="0" baseline="0" noProof="0" dirty="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dirty="0">
                <a:ln>
                  <a:noFill/>
                </a:ln>
                <a:solidFill>
                  <a:srgbClr val="000000"/>
                </a:solidFill>
                <a:effectLst/>
                <a:uLnTx/>
                <a:uFillTx/>
                <a:latin typeface="Consolas"/>
                <a:ea typeface="Consolas"/>
                <a:cs typeface="Consolas"/>
              </a:rPr>
              <a:t>sender = </a:t>
            </a:r>
            <a:r>
              <a:rPr kumimoji="0" sz="1600" b="0" i="0" u="none" strike="noStrike" kern="0" cap="none" spc="0" normalizeH="0" baseline="0" noProof="0" dirty="0" err="1">
                <a:ln>
                  <a:noFill/>
                </a:ln>
                <a:solidFill>
                  <a:srgbClr val="000000"/>
                </a:solidFill>
                <a:effectLst/>
                <a:uLnTx/>
                <a:uFillTx/>
                <a:latin typeface="Consolas"/>
                <a:ea typeface="Consolas"/>
                <a:cs typeface="Consolas"/>
              </a:rPr>
              <a:t>client.get_topic_sender</a:t>
            </a:r>
            <a:r>
              <a:rPr kumimoji="0" sz="1600" b="0" i="0" u="none" strike="noStrike" kern="0" cap="none" spc="0" normalizeH="0" baseline="0" noProof="0" dirty="0">
                <a:ln>
                  <a:noFill/>
                </a:ln>
                <a:solidFill>
                  <a:srgbClr val="000000"/>
                </a:solidFill>
                <a:effectLst/>
                <a:uLnTx/>
                <a:uFillTx/>
                <a:latin typeface="Consolas"/>
                <a:ea typeface="Consolas"/>
                <a:cs typeface="Consolas"/>
              </a:rPr>
              <a:t>(</a:t>
            </a:r>
            <a:r>
              <a:rPr kumimoji="0" sz="1600" b="0" i="0" u="none" strike="noStrike" kern="0" cap="none" spc="0" normalizeH="0" baseline="0" noProof="0" dirty="0">
                <a:ln>
                  <a:noFill/>
                </a:ln>
                <a:solidFill>
                  <a:srgbClr val="A31515"/>
                </a:solidFill>
                <a:effectLst/>
                <a:uLnTx/>
                <a:uFillTx/>
                <a:latin typeface="Consolas"/>
                <a:ea typeface="Consolas"/>
                <a:cs typeface="Consolas"/>
              </a:rPr>
              <a:t>"results"</a:t>
            </a:r>
            <a:r>
              <a:rPr kumimoji="0" sz="1600" b="0" i="0" u="none" strike="noStrike" kern="0" cap="none" spc="0" normalizeH="0" baseline="0" noProof="0" dirty="0">
                <a:ln>
                  <a:noFill/>
                </a:ln>
                <a:solidFill>
                  <a:srgbClr val="000000"/>
                </a:solidFill>
                <a:effectLst/>
                <a:uLnTx/>
                <a:uFillTx/>
                <a:latin typeface="Consolas"/>
                <a:ea typeface="Consolas"/>
                <a:cs typeface="Consolas"/>
              </a:rPr>
              <a:t>)</a:t>
            </a:r>
            <a:endParaRPr kumimoji="0" sz="2200" b="0" i="0" u="none" strike="noStrike" kern="0" cap="none" spc="0" normalizeH="0" baseline="0" noProof="0" dirty="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dirty="0">
                <a:ln>
                  <a:noFill/>
                </a:ln>
                <a:solidFill>
                  <a:srgbClr val="000000"/>
                </a:solidFill>
                <a:effectLst/>
                <a:uLnTx/>
                <a:uFillTx/>
                <a:latin typeface="Consolas"/>
                <a:ea typeface="Consolas"/>
                <a:cs typeface="Consolas"/>
              </a:rPr>
              <a:t>receiver = </a:t>
            </a:r>
            <a:r>
              <a:rPr kumimoji="0" sz="1600" b="0" i="0" u="none" strike="noStrike" kern="0" cap="none" spc="0" normalizeH="0" baseline="0" noProof="0" dirty="0" err="1">
                <a:ln>
                  <a:noFill/>
                </a:ln>
                <a:solidFill>
                  <a:srgbClr val="000000"/>
                </a:solidFill>
                <a:effectLst/>
                <a:uLnTx/>
                <a:uFillTx/>
                <a:latin typeface="Consolas"/>
                <a:ea typeface="Consolas"/>
                <a:cs typeface="Consolas"/>
              </a:rPr>
              <a:t>client.get_subscription_receiver</a:t>
            </a:r>
            <a:r>
              <a:rPr kumimoji="0" sz="1600" b="0" i="0" u="none" strike="noStrike" kern="0" cap="none" spc="0" normalizeH="0" baseline="0" noProof="0" dirty="0">
                <a:ln>
                  <a:noFill/>
                </a:ln>
                <a:solidFill>
                  <a:srgbClr val="000000"/>
                </a:solidFill>
                <a:effectLst/>
                <a:uLnTx/>
                <a:uFillTx/>
                <a:latin typeface="Consolas"/>
                <a:ea typeface="Consolas"/>
                <a:cs typeface="Consolas"/>
              </a:rPr>
              <a:t>(</a:t>
            </a:r>
            <a:endParaRPr kumimoji="0" sz="2200" b="0" i="0" u="none" strike="noStrike" kern="0" cap="none" spc="0" normalizeH="0" baseline="0" noProof="0" dirty="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dirty="0">
                <a:ln>
                  <a:noFill/>
                </a:ln>
                <a:solidFill>
                  <a:srgbClr val="000000"/>
                </a:solidFill>
                <a:effectLst/>
                <a:uLnTx/>
                <a:uFillTx/>
                <a:latin typeface="Consolas"/>
                <a:ea typeface="Consolas"/>
                <a:cs typeface="Consolas"/>
              </a:rPr>
              <a:t>    </a:t>
            </a:r>
            <a:r>
              <a:rPr kumimoji="0" sz="1600" b="0" i="0" u="none" strike="noStrike" kern="0" cap="none" spc="0" normalizeH="0" baseline="0" noProof="0" dirty="0" err="1">
                <a:ln>
                  <a:noFill/>
                </a:ln>
                <a:solidFill>
                  <a:srgbClr val="000000"/>
                </a:solidFill>
                <a:effectLst/>
                <a:uLnTx/>
                <a:uFillTx/>
                <a:latin typeface="Consolas"/>
                <a:ea typeface="Consolas"/>
                <a:cs typeface="Consolas"/>
              </a:rPr>
              <a:t>topic_name</a:t>
            </a:r>
            <a:r>
              <a:rPr kumimoji="0" sz="1600" b="0" i="0" u="none" strike="noStrike" kern="0" cap="none" spc="0" normalizeH="0" baseline="0" noProof="0" dirty="0">
                <a:ln>
                  <a:noFill/>
                </a:ln>
                <a:solidFill>
                  <a:srgbClr val="000000"/>
                </a:solidFill>
                <a:effectLst/>
                <a:uLnTx/>
                <a:uFillTx/>
                <a:latin typeface="Consolas"/>
                <a:ea typeface="Consolas"/>
                <a:cs typeface="Consolas"/>
              </a:rPr>
              <a:t>=</a:t>
            </a:r>
            <a:r>
              <a:rPr kumimoji="0" sz="1600" b="0" i="0" u="none" strike="noStrike" kern="0" cap="none" spc="0" normalizeH="0" baseline="0" noProof="0" dirty="0">
                <a:ln>
                  <a:noFill/>
                </a:ln>
                <a:solidFill>
                  <a:srgbClr val="A31515"/>
                </a:solidFill>
                <a:effectLst/>
                <a:uLnTx/>
                <a:uFillTx/>
                <a:latin typeface="Consolas"/>
                <a:ea typeface="Consolas"/>
                <a:cs typeface="Consolas"/>
              </a:rPr>
              <a:t>"results"</a:t>
            </a:r>
            <a:r>
              <a:rPr kumimoji="0" sz="1600" b="0" i="0" u="none" strike="noStrike" kern="0" cap="none" spc="0" normalizeH="0" baseline="0" noProof="0" dirty="0">
                <a:ln>
                  <a:noFill/>
                </a:ln>
                <a:solidFill>
                  <a:srgbClr val="000000"/>
                </a:solidFill>
                <a:effectLst/>
                <a:uLnTx/>
                <a:uFillTx/>
                <a:latin typeface="Consolas"/>
                <a:ea typeface="Consolas"/>
                <a:cs typeface="Consolas"/>
              </a:rPr>
              <a:t>,</a:t>
            </a:r>
            <a:endParaRPr kumimoji="0" sz="2200" b="0" i="0" u="none" strike="noStrike" kern="0" cap="none" spc="0" normalizeH="0" baseline="0" noProof="0" dirty="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dirty="0">
                <a:ln>
                  <a:noFill/>
                </a:ln>
                <a:solidFill>
                  <a:srgbClr val="000000"/>
                </a:solidFill>
                <a:effectLst/>
                <a:uLnTx/>
                <a:uFillTx/>
                <a:latin typeface="Consolas"/>
                <a:ea typeface="Consolas"/>
                <a:cs typeface="Consolas"/>
              </a:rPr>
              <a:t>    </a:t>
            </a:r>
            <a:r>
              <a:rPr kumimoji="0" sz="1600" b="0" i="0" u="none" strike="noStrike" kern="0" cap="none" spc="0" normalizeH="0" baseline="0" noProof="0" dirty="0" err="1">
                <a:ln>
                  <a:noFill/>
                </a:ln>
                <a:solidFill>
                  <a:srgbClr val="000000"/>
                </a:solidFill>
                <a:effectLst/>
                <a:uLnTx/>
                <a:uFillTx/>
                <a:latin typeface="Consolas"/>
                <a:ea typeface="Consolas"/>
                <a:cs typeface="Consolas"/>
              </a:rPr>
              <a:t>subscription_name</a:t>
            </a:r>
            <a:r>
              <a:rPr kumimoji="0" sz="1600" b="0" i="0" u="none" strike="noStrike" kern="0" cap="none" spc="0" normalizeH="0" baseline="0" noProof="0" dirty="0">
                <a:ln>
                  <a:noFill/>
                </a:ln>
                <a:solidFill>
                  <a:srgbClr val="000000"/>
                </a:solidFill>
                <a:effectLst/>
                <a:uLnTx/>
                <a:uFillTx/>
                <a:latin typeface="Consolas"/>
                <a:ea typeface="Consolas"/>
                <a:cs typeface="Consolas"/>
              </a:rPr>
              <a:t>=</a:t>
            </a:r>
            <a:r>
              <a:rPr kumimoji="0" sz="1600" b="0" i="0" u="none" strike="noStrike" kern="0" cap="none" spc="0" normalizeH="0" baseline="0" noProof="0" dirty="0">
                <a:ln>
                  <a:noFill/>
                </a:ln>
                <a:solidFill>
                  <a:srgbClr val="A31515"/>
                </a:solidFill>
                <a:effectLst/>
                <a:uLnTx/>
                <a:uFillTx/>
                <a:latin typeface="Consolas"/>
                <a:ea typeface="Consolas"/>
                <a:cs typeface="Consolas"/>
              </a:rPr>
              <a:t>"notifications"</a:t>
            </a:r>
            <a:endParaRPr kumimoji="0" sz="2200" b="0" i="0" u="none" strike="noStrike" kern="0" cap="none" spc="0" normalizeH="0" baseline="0" noProof="0" dirty="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dirty="0">
                <a:ln>
                  <a:noFill/>
                </a:ln>
                <a:solidFill>
                  <a:srgbClr val="000000"/>
                </a:solidFill>
                <a:effectLst/>
                <a:uLnTx/>
                <a:uFillTx/>
                <a:latin typeface="Consolas"/>
                <a:ea typeface="Consolas"/>
                <a:cs typeface="Consolas"/>
              </a:rPr>
              <a:t>)</a:t>
            </a:r>
            <a:endParaRPr kumimoji="0" sz="2200" b="0" i="0" u="none" strike="noStrike" kern="0" cap="none" spc="0" normalizeH="0" baseline="0" noProof="0" dirty="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46411521"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Structure messages for AI workloads (1 of 2)</a:t>
            </a:r>
            <a:endParaRPr lang="en-US"/>
          </a:p>
        </p:txBody>
      </p:sp>
      <p:sp>
        <p:nvSpPr>
          <p:cNvPr id="855793278" name="TextBox 2"/>
          <p:cNvSpPr txBox="1"/>
          <p:nvPr/>
        </p:nvSpPr>
        <p:spPr bwMode="auto">
          <a:xfrm>
            <a:off x="457197" y="1226083"/>
            <a:ext cx="5062710" cy="4405825"/>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Message anatomy:</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Body: serialized payload (JSON for prompts and parameters)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Application properties: custom metadata for routing and filtering</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System properties: </a:t>
            </a:r>
            <a:r>
              <a:rPr kumimoji="0" lang="en-US" sz="1800" b="0" i="0" u="none" strike="noStrike" kern="0" cap="none" spc="0" normalizeH="0" baseline="0" noProof="0">
                <a:ln>
                  <a:noFill/>
                </a:ln>
                <a:solidFill>
                  <a:prstClr val="black"/>
                </a:solidFill>
                <a:effectLst/>
                <a:uLnTx/>
                <a:uFillTx/>
                <a:latin typeface="Consolas"/>
                <a:ea typeface="Consolas"/>
                <a:cs typeface="Consolas"/>
              </a:rPr>
              <a:t>message_id</a:t>
            </a:r>
            <a:r>
              <a:rPr kumimoji="0" lang="en-US" sz="1800" b="0" i="0" u="none" strike="noStrike" kern="0" cap="none" spc="0" normalizeH="0" baseline="0" noProof="0">
                <a:ln>
                  <a:noFill/>
                </a:ln>
                <a:solidFill>
                  <a:prstClr val="black"/>
                </a:solidFill>
                <a:effectLst/>
                <a:uLnTx/>
                <a:uFillTx/>
                <a:latin typeface="Segoe UI"/>
                <a:ea typeface="Segoe UI"/>
                <a:cs typeface="Segoe UI"/>
              </a:rPr>
              <a:t>, </a:t>
            </a:r>
            <a:r>
              <a:rPr kumimoji="0" lang="en-US" sz="1800" b="0" i="0" u="none" strike="noStrike" kern="0" cap="none" spc="0" normalizeH="0" baseline="0" noProof="0">
                <a:ln>
                  <a:noFill/>
                </a:ln>
                <a:solidFill>
                  <a:prstClr val="black"/>
                </a:solidFill>
                <a:effectLst/>
                <a:uLnTx/>
                <a:uFillTx/>
                <a:latin typeface="Consolas"/>
                <a:ea typeface="Consolas"/>
                <a:cs typeface="Consolas"/>
              </a:rPr>
              <a:t>correlation_id</a:t>
            </a:r>
            <a:r>
              <a:rPr kumimoji="0" lang="en-US" sz="1800" b="0" i="0" u="none" strike="noStrike" kern="0" cap="none" spc="0" normalizeH="0" baseline="0" noProof="0">
                <a:ln>
                  <a:noFill/>
                </a:ln>
                <a:solidFill>
                  <a:prstClr val="black"/>
                </a:solidFill>
                <a:effectLst/>
                <a:uLnTx/>
                <a:uFillTx/>
                <a:latin typeface="Segoe UI"/>
                <a:ea typeface="Segoe UI"/>
                <a:cs typeface="Segoe UI"/>
              </a:rPr>
              <a:t>, </a:t>
            </a:r>
            <a:r>
              <a:rPr kumimoji="0" lang="en-US" sz="1800" b="0" i="0" u="none" strike="noStrike" kern="0" cap="none" spc="0" normalizeH="0" baseline="0" noProof="0">
                <a:ln>
                  <a:noFill/>
                </a:ln>
                <a:solidFill>
                  <a:prstClr val="black"/>
                </a:solidFill>
                <a:effectLst/>
                <a:uLnTx/>
                <a:uFillTx/>
                <a:latin typeface="Consolas"/>
                <a:ea typeface="Consolas"/>
                <a:cs typeface="Consolas"/>
              </a:rPr>
              <a:t>content_type</a:t>
            </a:r>
            <a:r>
              <a:rPr kumimoji="0" lang="en-US" sz="1800" b="0" i="0" u="none" strike="noStrike" kern="0" cap="none" spc="0" normalizeH="0" baseline="0" noProof="0">
                <a:ln>
                  <a:noFill/>
                </a:ln>
                <a:solidFill>
                  <a:prstClr val="black"/>
                </a:solidFill>
                <a:effectLst/>
                <a:uLnTx/>
                <a:uFillTx/>
                <a:latin typeface="Segoe UI"/>
                <a:ea typeface="Segoe UI"/>
                <a:cs typeface="Segoe UI"/>
              </a:rPr>
              <a:t>, </a:t>
            </a:r>
            <a:r>
              <a:rPr kumimoji="0" lang="en-US" sz="1800" b="0" i="0" u="none" strike="noStrike" kern="0" cap="none" spc="0" normalizeH="0" baseline="0" noProof="0">
                <a:ln>
                  <a:noFill/>
                </a:ln>
                <a:solidFill>
                  <a:prstClr val="black"/>
                </a:solidFill>
                <a:effectLst/>
                <a:uLnTx/>
                <a:uFillTx/>
                <a:latin typeface="Consolas"/>
                <a:ea typeface="Consolas"/>
                <a:cs typeface="Consolas"/>
              </a:rPr>
              <a:t>time_to_live</a:t>
            </a:r>
            <a:endParaRPr kumimoji="0" lang="en-US"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Correlation tracking:</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Consolas"/>
                <a:ea typeface="Consolas"/>
                <a:cs typeface="Consolas"/>
              </a:rPr>
              <a:t>correlation_id</a:t>
            </a:r>
            <a:r>
              <a:rPr kumimoji="0" lang="en-US" sz="1800" b="0" i="0" u="none" strike="noStrike" kern="0" cap="none" spc="0" normalizeH="0" baseline="0" noProof="0">
                <a:ln>
                  <a:noFill/>
                </a:ln>
                <a:solidFill>
                  <a:prstClr val="black"/>
                </a:solidFill>
                <a:effectLst/>
                <a:uLnTx/>
                <a:uFillTx/>
                <a:latin typeface="Segoe UI"/>
                <a:ea typeface="Segoe UI"/>
                <a:cs typeface="Segoe UI"/>
              </a:rPr>
              <a:t> tracks a request end-to-end across all pipeline stages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Consolas"/>
                <a:ea typeface="Consolas"/>
                <a:cs typeface="Consolas"/>
              </a:rPr>
              <a:t>message_id</a:t>
            </a:r>
            <a:r>
              <a:rPr kumimoji="0" lang="en-US" sz="1800" b="0" i="0" u="none" strike="noStrike" kern="0" cap="none" spc="0" normalizeH="0" baseline="0" noProof="0">
                <a:ln>
                  <a:noFill/>
                </a:ln>
                <a:solidFill>
                  <a:prstClr val="black"/>
                </a:solidFill>
                <a:effectLst/>
                <a:uLnTx/>
                <a:uFillTx/>
                <a:latin typeface="Segoe UI"/>
                <a:ea typeface="Segoe UI"/>
                <a:cs typeface="Segoe UI"/>
              </a:rPr>
              <a:t> enables duplicate detection within the detection window</a:t>
            </a:r>
            <a:endParaRPr kumimoji="0" sz="1800" b="0" i="0" u="none" strike="noStrike" kern="0" cap="none" spc="0" normalizeH="0" baseline="0" noProof="0">
              <a:ln>
                <a:noFill/>
              </a:ln>
              <a:solidFill>
                <a:prstClr val="black"/>
              </a:solidFill>
              <a:effectLst/>
              <a:uLnTx/>
              <a:uFillTx/>
              <a:latin typeface="Segoe UI"/>
              <a:cs typeface="Segoe UI"/>
            </a:endParaRPr>
          </a:p>
        </p:txBody>
      </p:sp>
      <p:sp>
        <p:nvSpPr>
          <p:cNvPr id="538967628" name=" 538967627"/>
          <p:cNvSpPr/>
          <p:nvPr/>
        </p:nvSpPr>
        <p:spPr bwMode="auto">
          <a:xfrm>
            <a:off x="5748573" y="1226083"/>
            <a:ext cx="6149158" cy="374939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8000"/>
                </a:solidFill>
                <a:effectLst/>
                <a:uLnTx/>
                <a:uFillTx/>
                <a:latin typeface="Consolas"/>
                <a:ea typeface="Consolas"/>
                <a:cs typeface="Consolas"/>
              </a:rPr>
              <a:t># Message with JSON payload and tracking properties</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message = ServiceBusMessage(</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body=json.dumps({</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"prompt"</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"Extract parties..."</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"model"</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"gpt-4o"</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"temperature"</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98658"/>
                </a:solidFill>
                <a:effectLst/>
                <a:uLnTx/>
                <a:uFillTx/>
                <a:latin typeface="Consolas"/>
                <a:ea typeface="Consolas"/>
                <a:cs typeface="Consolas"/>
              </a:rPr>
              <a:t>0.1</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content_type=</a:t>
            </a:r>
            <a:r>
              <a:rPr kumimoji="0" sz="1600" b="0" i="0" u="none" strike="noStrike" kern="0" cap="none" spc="0" normalizeH="0" baseline="0" noProof="0">
                <a:ln>
                  <a:noFill/>
                </a:ln>
                <a:solidFill>
                  <a:srgbClr val="A31515"/>
                </a:solidFill>
                <a:effectLst/>
                <a:uLnTx/>
                <a:uFillTx/>
                <a:latin typeface="Consolas"/>
                <a:ea typeface="Consolas"/>
                <a:cs typeface="Consolas"/>
              </a:rPr>
              <a:t>"application/json"</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message_id=str(uuid.uuid4()),</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correlation_id=</a:t>
            </a:r>
            <a:r>
              <a:rPr kumimoji="0" sz="1600" b="0" i="0" u="none" strike="noStrike" kern="0" cap="none" spc="0" normalizeH="0" baseline="0" noProof="0">
                <a:ln>
                  <a:noFill/>
                </a:ln>
                <a:solidFill>
                  <a:srgbClr val="A31515"/>
                </a:solidFill>
                <a:effectLst/>
                <a:uLnTx/>
                <a:uFillTx/>
                <a:latin typeface="Consolas"/>
                <a:ea typeface="Consolas"/>
                <a:cs typeface="Consolas"/>
              </a:rPr>
              <a:t>"req-abc-12345"</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application_properties={</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"model_name"</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"gpt-4o"</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"priority"</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"standard"</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66254925"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Structure messages for AI workloads (2 of 2)</a:t>
            </a:r>
            <a:endParaRPr lang="en-US"/>
          </a:p>
        </p:txBody>
      </p:sp>
      <p:sp>
        <p:nvSpPr>
          <p:cNvPr id="2051715299" name="TextBox 2"/>
          <p:cNvSpPr txBox="1"/>
          <p:nvPr/>
        </p:nvSpPr>
        <p:spPr bwMode="auto">
          <a:xfrm>
            <a:off x="457197" y="1226083"/>
            <a:ext cx="5062710" cy="4405825"/>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Claim-check pattern:</a:t>
            </a:r>
            <a:endParaRPr kumimoji="0" lang="en-US" sz="1800" b="0" i="0" u="none" strike="noStrike" kern="0" cap="none" spc="0" normalizeH="0" baseline="0" noProof="0">
              <a:ln>
                <a:noFill/>
              </a:ln>
              <a:solidFill>
                <a:prstClr val="black"/>
              </a:solidFill>
              <a:effectLst/>
              <a:uLnTx/>
              <a:uFillTx/>
              <a:latin typeface="Consolas"/>
              <a:cs typeface="Consolas"/>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Upload large payloads to Blob Storage</a:t>
            </a:r>
            <a:endParaRPr kumimoji="0"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Send only the blob URI in the Service Bus message</a:t>
            </a:r>
            <a:endParaRPr kumimoji="0"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Consumer retrieves the full payload from storage</a:t>
            </a:r>
            <a:endParaRPr kumimoji="0"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Works within any tier’s size limits</a:t>
            </a:r>
            <a:endParaRPr kumimoji="0" lang="en-US" sz="1800" b="0" i="0" u="none" strike="noStrike" kern="0" cap="none" spc="0" normalizeH="0" baseline="0" noProof="0">
              <a:ln>
                <a:noFill/>
              </a:ln>
              <a:solidFill>
                <a:prstClr val="black"/>
              </a:solidFill>
              <a:effectLst/>
              <a:uLnTx/>
              <a:uFillTx/>
              <a:latin typeface="Consolas"/>
              <a:cs typeface="Consolas"/>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Message TTL and batching:</a:t>
            </a:r>
            <a:endParaRPr kumimoji="0" lang="en-US" sz="1800" b="0" i="0" u="none" strike="noStrike" kern="0" cap="none" spc="0" normalizeH="0" baseline="0" noProof="0">
              <a:ln>
                <a:noFill/>
              </a:ln>
              <a:solidFill>
                <a:prstClr val="black"/>
              </a:solidFill>
              <a:effectLst/>
              <a:uLnTx/>
              <a:uFillTx/>
              <a:latin typeface="Consolas"/>
              <a:cs typeface="Consolas"/>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Consolas"/>
                <a:ea typeface="Consolas"/>
                <a:cs typeface="Consolas"/>
              </a:rPr>
              <a:t>time_to_live</a:t>
            </a:r>
            <a:r>
              <a:rPr kumimoji="0" lang="en-US" sz="1800" b="0" i="0" u="none" strike="noStrike" kern="0" cap="none" spc="0" normalizeH="0" baseline="0" noProof="0">
                <a:ln>
                  <a:noFill/>
                </a:ln>
                <a:solidFill>
                  <a:prstClr val="black"/>
                </a:solidFill>
                <a:effectLst/>
                <a:uLnTx/>
                <a:uFillTx/>
                <a:latin typeface="Segoe UI"/>
                <a:ea typeface="Segoe UI"/>
                <a:cs typeface="Segoe UI"/>
              </a:rPr>
              <a:t> expires stale requests before they consume resources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Consolas"/>
                <a:ea typeface="Consolas"/>
                <a:cs typeface="Consolas"/>
              </a:rPr>
              <a:t>ServiceBusMessageBatch</a:t>
            </a:r>
            <a:r>
              <a:rPr kumimoji="0" lang="en-US" sz="1800" b="0" i="0" u="none" strike="noStrike" kern="0" cap="none" spc="0" normalizeH="0" baseline="0" noProof="0">
                <a:ln>
                  <a:noFill/>
                </a:ln>
                <a:solidFill>
                  <a:prstClr val="black"/>
                </a:solidFill>
                <a:effectLst/>
                <a:uLnTx/>
                <a:uFillTx/>
                <a:latin typeface="Segoe UI"/>
                <a:ea typeface="Segoe UI"/>
                <a:cs typeface="Segoe UI"/>
              </a:rPr>
              <a:t> groups messages into a single send operation</a:t>
            </a:r>
            <a:endParaRPr kumimoji="0" sz="1800" b="0" i="0" u="none" strike="noStrike" kern="0" cap="none" spc="0" normalizeH="0" baseline="0" noProof="0">
              <a:ln>
                <a:noFill/>
              </a:ln>
              <a:solidFill>
                <a:prstClr val="black"/>
              </a:solidFill>
              <a:effectLst/>
              <a:uLnTx/>
              <a:uFillTx/>
              <a:latin typeface="Segoe UI"/>
              <a:cs typeface="Segoe UI"/>
            </a:endParaRPr>
          </a:p>
        </p:txBody>
      </p:sp>
      <p:pic>
        <p:nvPicPr>
          <p:cNvPr id="1007547361" name="Picture 1" descr="Diagram of claim-check pattern showing producer uploading to blob storage and sending URI in message&#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6071615" y="1344167"/>
            <a:ext cx="5577839" cy="2752343"/>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5685304"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Process messages reliably (1 of 2)</a:t>
            </a:r>
            <a:endParaRPr lang="en-US"/>
          </a:p>
        </p:txBody>
      </p:sp>
      <p:sp>
        <p:nvSpPr>
          <p:cNvPr id="1168442590" name="TextBox 2"/>
          <p:cNvSpPr txBox="1"/>
          <p:nvPr/>
        </p:nvSpPr>
        <p:spPr bwMode="auto">
          <a:xfrm>
            <a:off x="457197" y="1226083"/>
            <a:ext cx="4969783" cy="4405825"/>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Receive modes: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Receive-and-delete: message removed immediately. Highest throughput, no delivery guarantee</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Peek-lock (default): message locked, consumer must settle. At-least-once delivery</a:t>
            </a:r>
            <a:endParaRPr kumimoji="0" lang="en-US"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Settlement operations: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Complete: success, remove from queue</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Abandon: release lock, redeliver (transient errors)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Dead-letter: move to DLQ with reason (permanent failures)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Defer: keep in queue, retrieve later by sequence number</a:t>
            </a:r>
            <a:endParaRPr kumimoji="0" sz="1800" b="0" i="0" u="none" strike="noStrike" kern="0" cap="none" spc="0" normalizeH="0" baseline="0" noProof="0">
              <a:ln>
                <a:noFill/>
              </a:ln>
              <a:solidFill>
                <a:prstClr val="black"/>
              </a:solidFill>
              <a:effectLst/>
              <a:uLnTx/>
              <a:uFillTx/>
              <a:latin typeface="Segoe UI"/>
              <a:cs typeface="Segoe UI"/>
            </a:endParaRPr>
          </a:p>
        </p:txBody>
      </p:sp>
      <p:sp>
        <p:nvSpPr>
          <p:cNvPr id="1780262144" name=" 1780262143"/>
          <p:cNvSpPr/>
          <p:nvPr/>
        </p:nvSpPr>
        <p:spPr bwMode="auto">
          <a:xfrm>
            <a:off x="6021077" y="1354501"/>
            <a:ext cx="5934733" cy="277403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8000"/>
                </a:solidFill>
                <a:effectLst/>
                <a:uLnTx/>
                <a:uFillTx/>
                <a:latin typeface="Consolas"/>
                <a:ea typeface="Consolas"/>
                <a:cs typeface="Consolas"/>
              </a:rPr>
              <a:t># Peek-lock receive with settlement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for</a:t>
            </a:r>
            <a:r>
              <a:rPr kumimoji="0" sz="1600" b="0" i="0" u="none" strike="noStrike" kern="0" cap="none" spc="0" normalizeH="0" baseline="0" noProof="0">
                <a:ln>
                  <a:noFill/>
                </a:ln>
                <a:solidFill>
                  <a:srgbClr val="000000"/>
                </a:solidFill>
                <a:effectLst/>
                <a:uLnTx/>
                <a:uFillTx/>
                <a:latin typeface="Consolas"/>
                <a:ea typeface="Consolas"/>
                <a:cs typeface="Consolas"/>
              </a:rPr>
              <a:t> msg </a:t>
            </a:r>
            <a:r>
              <a:rPr kumimoji="0" sz="1600" b="0" i="0" u="none" strike="noStrike" kern="0" cap="none" spc="0" normalizeH="0" baseline="0" noProof="0">
                <a:ln>
                  <a:noFill/>
                </a:ln>
                <a:solidFill>
                  <a:srgbClr val="0000FF"/>
                </a:solidFill>
                <a:effectLst/>
                <a:uLnTx/>
                <a:uFillTx/>
                <a:latin typeface="Consolas"/>
                <a:ea typeface="Consolas"/>
                <a:cs typeface="Consolas"/>
              </a:rPr>
              <a:t>in</a:t>
            </a:r>
            <a:r>
              <a:rPr kumimoji="0" sz="1600" b="0" i="0" u="none" strike="noStrike" kern="0" cap="none" spc="0" normalizeH="0" baseline="0" noProof="0">
                <a:ln>
                  <a:noFill/>
                </a:ln>
                <a:solidFill>
                  <a:srgbClr val="000000"/>
                </a:solidFill>
                <a:effectLst/>
                <a:uLnTx/>
                <a:uFillTx/>
                <a:latin typeface="Consolas"/>
                <a:ea typeface="Consolas"/>
                <a:cs typeface="Consolas"/>
              </a:rPr>
              <a:t> receiver:</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try</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result = run_inference(msg)</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receiver.complete_message(msg)</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except</a:t>
            </a:r>
            <a:r>
              <a:rPr kumimoji="0" sz="1600" b="0" i="0" u="none" strike="noStrike" kern="0" cap="none" spc="0" normalizeH="0" baseline="0" noProof="0">
                <a:ln>
                  <a:noFill/>
                </a:ln>
                <a:solidFill>
                  <a:srgbClr val="000000"/>
                </a:solidFill>
                <a:effectLst/>
                <a:uLnTx/>
                <a:uFillTx/>
                <a:latin typeface="Consolas"/>
                <a:ea typeface="Consolas"/>
                <a:cs typeface="Consolas"/>
              </a:rPr>
              <a:t> json.JSONDecodeError:</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receiver.dead_letter_message(</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msg, reason=</a:t>
            </a:r>
            <a:r>
              <a:rPr kumimoji="0" sz="1600" b="0" i="0" u="none" strike="noStrike" kern="0" cap="none" spc="0" normalizeH="0" baseline="0" noProof="0">
                <a:ln>
                  <a:noFill/>
                </a:ln>
                <a:solidFill>
                  <a:srgbClr val="A31515"/>
                </a:solidFill>
                <a:effectLst/>
                <a:uLnTx/>
                <a:uFillTx/>
                <a:latin typeface="Consolas"/>
                <a:ea typeface="Consolas"/>
                <a:cs typeface="Consolas"/>
              </a:rPr>
              <a:t>"MalformedPayload"</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except</a:t>
            </a:r>
            <a:r>
              <a:rPr kumimoji="0" sz="1600" b="0" i="0" u="none" strike="noStrike" kern="0" cap="none" spc="0" normalizeH="0" baseline="0" noProof="0">
                <a:ln>
                  <a:noFill/>
                </a:ln>
                <a:solidFill>
                  <a:srgbClr val="000000"/>
                </a:solidFill>
                <a:effectLst/>
                <a:uLnTx/>
                <a:uFillTx/>
                <a:latin typeface="Consolas"/>
                <a:ea typeface="Consolas"/>
                <a:cs typeface="Consolas"/>
              </a:rPr>
              <a:t> TransientServiceError:</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receiver.abandon_message(msg)</a:t>
            </a:r>
            <a:endParaRPr kumimoji="0" sz="2200" b="0" i="0" u="none" strike="noStrike" kern="0" cap="none" spc="0" normalizeH="0" baseline="0" noProof="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54893513"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Process messages reliably (2 of 2)</a:t>
            </a:r>
            <a:endParaRPr lang="en-US"/>
          </a:p>
        </p:txBody>
      </p:sp>
      <p:sp>
        <p:nvSpPr>
          <p:cNvPr id="1271348492" name="TextBox 2"/>
          <p:cNvSpPr txBox="1"/>
          <p:nvPr/>
        </p:nvSpPr>
        <p:spPr bwMode="auto">
          <a:xfrm>
            <a:off x="457197" y="1226083"/>
            <a:ext cx="4969783" cy="4405825"/>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Dead-letter queue (DLQ):</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Automatic subqueue on every queue and subscription</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Holds expired messages, max delivery count exceeded, and explicitly dead-lettered</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Each message carries </a:t>
            </a:r>
            <a:r>
              <a:rPr kumimoji="0" lang="en-US" sz="1800" b="0" i="0" u="none" strike="noStrike" kern="0" cap="none" spc="0" normalizeH="0" baseline="0" noProof="0">
                <a:ln>
                  <a:noFill/>
                </a:ln>
                <a:solidFill>
                  <a:prstClr val="black"/>
                </a:solidFill>
                <a:effectLst/>
                <a:uLnTx/>
                <a:uFillTx/>
                <a:latin typeface="Consolas"/>
                <a:ea typeface="Consolas"/>
                <a:cs typeface="Consolas"/>
              </a:rPr>
              <a:t>dead_letter_reason</a:t>
            </a:r>
            <a:r>
              <a:rPr kumimoji="0" lang="en-US" sz="1800" b="0" i="0" u="none" strike="noStrike" kern="0" cap="none" spc="0" normalizeH="0" baseline="0" noProof="0">
                <a:ln>
                  <a:noFill/>
                </a:ln>
                <a:solidFill>
                  <a:prstClr val="black"/>
                </a:solidFill>
                <a:effectLst/>
                <a:uLnTx/>
                <a:uFillTx/>
                <a:latin typeface="Segoe UI"/>
                <a:ea typeface="Segoe UI"/>
                <a:cs typeface="Segoe UI"/>
              </a:rPr>
              <a:t> and </a:t>
            </a:r>
            <a:r>
              <a:rPr kumimoji="0" lang="en-US" sz="1800" b="0" i="0" u="none" strike="noStrike" kern="0" cap="none" spc="0" normalizeH="0" baseline="0" noProof="0">
                <a:ln>
                  <a:noFill/>
                </a:ln>
                <a:solidFill>
                  <a:prstClr val="black"/>
                </a:solidFill>
                <a:effectLst/>
                <a:uLnTx/>
                <a:uFillTx/>
                <a:latin typeface="Consolas"/>
                <a:ea typeface="Consolas"/>
                <a:cs typeface="Consolas"/>
              </a:rPr>
              <a:t>dead_letter_error_description</a:t>
            </a:r>
            <a:endParaRPr kumimoji="0" lang="en-US"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Lock management:</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Default lock: 1 minute, max: 5 minutes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Consolas"/>
                <a:ea typeface="Consolas"/>
                <a:cs typeface="Consolas"/>
              </a:rPr>
              <a:t>AutoLockRenewer</a:t>
            </a:r>
            <a:r>
              <a:rPr kumimoji="0" lang="en-US" sz="1800" b="0" i="0" u="none" strike="noStrike" kern="0" cap="none" spc="0" normalizeH="0" baseline="0" noProof="0">
                <a:ln>
                  <a:noFill/>
                </a:ln>
                <a:solidFill>
                  <a:prstClr val="black"/>
                </a:solidFill>
                <a:effectLst/>
                <a:uLnTx/>
                <a:uFillTx/>
                <a:latin typeface="Segoe UI"/>
                <a:ea typeface="Segoe UI"/>
                <a:cs typeface="Segoe UI"/>
              </a:rPr>
              <a:t> extends locks for long-running inference</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Two-phase processing avoids lock management for very long operations</a:t>
            </a:r>
            <a:endParaRPr kumimoji="0" sz="1800" b="0" i="0" u="none" strike="noStrike" kern="0" cap="none" spc="0" normalizeH="0" baseline="0" noProof="0">
              <a:ln>
                <a:noFill/>
              </a:ln>
              <a:solidFill>
                <a:prstClr val="black"/>
              </a:solidFill>
              <a:effectLst/>
              <a:uLnTx/>
              <a:uFillTx/>
              <a:latin typeface="Segoe UI"/>
              <a:cs typeface="Segoe UI"/>
            </a:endParaRPr>
          </a:p>
        </p:txBody>
      </p:sp>
      <p:sp>
        <p:nvSpPr>
          <p:cNvPr id="764248908" name=" 764248907"/>
          <p:cNvSpPr/>
          <p:nvPr/>
        </p:nvSpPr>
        <p:spPr bwMode="auto">
          <a:xfrm>
            <a:off x="5744389" y="1411093"/>
            <a:ext cx="6027368" cy="2777087"/>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215"/>
              </a:spcAft>
              <a:buClrTx/>
              <a:buSzTx/>
              <a:buFontTx/>
              <a:buNone/>
              <a:tabLst/>
              <a:defRPr/>
            </a:pPr>
            <a:r>
              <a:rPr kumimoji="0" sz="1600" b="0" i="0" u="none" strike="noStrike" kern="0" cap="none" spc="0" normalizeH="0" baseline="0" noProof="0">
                <a:ln>
                  <a:noFill/>
                </a:ln>
                <a:solidFill>
                  <a:srgbClr val="008000"/>
                </a:solidFill>
                <a:effectLst/>
                <a:uLnTx/>
                <a:uFillTx/>
                <a:latin typeface="Consolas"/>
                <a:ea typeface="Consolas"/>
                <a:cs typeface="Consolas"/>
              </a:rPr>
              <a:t># Inspect the dead-letter queue</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215"/>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with</a:t>
            </a:r>
            <a:r>
              <a:rPr kumimoji="0" sz="1600" b="0" i="0" u="none" strike="noStrike" kern="0" cap="none" spc="0" normalizeH="0" baseline="0" noProof="0">
                <a:ln>
                  <a:noFill/>
                </a:ln>
                <a:solidFill>
                  <a:srgbClr val="000000"/>
                </a:solidFill>
                <a:effectLst/>
                <a:uLnTx/>
                <a:uFillTx/>
                <a:latin typeface="Consolas"/>
                <a:ea typeface="Consolas"/>
                <a:cs typeface="Consolas"/>
              </a:rPr>
              <a:t> client.get_queue_receiver(</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215"/>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queue_name=</a:t>
            </a:r>
            <a:r>
              <a:rPr kumimoji="0" sz="1600" b="0" i="0" u="none" strike="noStrike" kern="0" cap="none" spc="0" normalizeH="0" baseline="0" noProof="0">
                <a:ln>
                  <a:noFill/>
                </a:ln>
                <a:solidFill>
                  <a:srgbClr val="A31515"/>
                </a:solidFill>
                <a:effectLst/>
                <a:uLnTx/>
                <a:uFillTx/>
                <a:latin typeface="Consolas"/>
                <a:ea typeface="Consolas"/>
                <a:cs typeface="Consolas"/>
              </a:rPr>
              <a:t>"inference-requests"</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215"/>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sub_queue=ServiceBusSubQueue.DEAD_LETTER,</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215"/>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max_wait_time=</a:t>
            </a:r>
            <a:r>
              <a:rPr kumimoji="0" sz="1600" b="0" i="0" u="none" strike="noStrike" kern="0" cap="none" spc="0" normalizeH="0" baseline="0" noProof="0">
                <a:ln>
                  <a:noFill/>
                </a:ln>
                <a:solidFill>
                  <a:srgbClr val="098658"/>
                </a:solidFill>
                <a:effectLst/>
                <a:uLnTx/>
                <a:uFillTx/>
                <a:latin typeface="Consolas"/>
                <a:ea typeface="Consolas"/>
                <a:cs typeface="Consolas"/>
              </a:rPr>
              <a:t>10</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215"/>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as</a:t>
            </a:r>
            <a:r>
              <a:rPr kumimoji="0" sz="1600" b="0" i="0" u="none" strike="noStrike" kern="0" cap="none" spc="0" normalizeH="0" baseline="0" noProof="0">
                <a:ln>
                  <a:noFill/>
                </a:ln>
                <a:solidFill>
                  <a:srgbClr val="000000"/>
                </a:solidFill>
                <a:effectLst/>
                <a:uLnTx/>
                <a:uFillTx/>
                <a:latin typeface="Consolas"/>
                <a:ea typeface="Consolas"/>
                <a:cs typeface="Consolas"/>
              </a:rPr>
              <a:t> dlq_receiver:</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215"/>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for</a:t>
            </a:r>
            <a:r>
              <a:rPr kumimoji="0" sz="1600" b="0" i="0" u="none" strike="noStrike" kern="0" cap="none" spc="0" normalizeH="0" baseline="0" noProof="0">
                <a:ln>
                  <a:noFill/>
                </a:ln>
                <a:solidFill>
                  <a:srgbClr val="000000"/>
                </a:solidFill>
                <a:effectLst/>
                <a:uLnTx/>
                <a:uFillTx/>
                <a:latin typeface="Consolas"/>
                <a:ea typeface="Consolas"/>
                <a:cs typeface="Consolas"/>
              </a:rPr>
              <a:t> msg </a:t>
            </a:r>
            <a:r>
              <a:rPr kumimoji="0" sz="1600" b="0" i="0" u="none" strike="noStrike" kern="0" cap="none" spc="0" normalizeH="0" baseline="0" noProof="0">
                <a:ln>
                  <a:noFill/>
                </a:ln>
                <a:solidFill>
                  <a:srgbClr val="0000FF"/>
                </a:solidFill>
                <a:effectLst/>
                <a:uLnTx/>
                <a:uFillTx/>
                <a:latin typeface="Consolas"/>
                <a:ea typeface="Consolas"/>
                <a:cs typeface="Consolas"/>
              </a:rPr>
              <a:t>in</a:t>
            </a:r>
            <a:r>
              <a:rPr kumimoji="0" sz="1600" b="0" i="0" u="none" strike="noStrike" kern="0" cap="none" spc="0" normalizeH="0" baseline="0" noProof="0">
                <a:ln>
                  <a:noFill/>
                </a:ln>
                <a:solidFill>
                  <a:srgbClr val="000000"/>
                </a:solidFill>
                <a:effectLst/>
                <a:uLnTx/>
                <a:uFillTx/>
                <a:latin typeface="Consolas"/>
                <a:ea typeface="Consolas"/>
                <a:cs typeface="Consolas"/>
              </a:rPr>
              <a:t> dlq_receiver:</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215"/>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print(msg.dead_letter_reason)</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215"/>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print(msg.correlation_id)</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215"/>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dlq_receiver.complete_message(msg)</a:t>
            </a:r>
            <a:endParaRPr kumimoji="0" sz="2200" b="0" i="0" u="none" strike="noStrike" kern="0" cap="none" spc="0" normalizeH="0" baseline="0" noProof="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94530318" name="Title 1"/>
          <p:cNvSpPr>
            <a:spLocks noGrp="1"/>
          </p:cNvSpPr>
          <p:nvPr>
            <p:ph type="title"/>
          </p:nvPr>
        </p:nvSpPr>
        <p:spPr bwMode="auto">
          <a:xfrm>
            <a:off x="588261" y="585216"/>
            <a:ext cx="5653640" cy="427079"/>
          </a:xfrm>
        </p:spPr>
        <p:txBody>
          <a:bodyPr/>
          <a:lstStyle/>
          <a:p>
            <a:pPr>
              <a:defRPr/>
            </a:pPr>
            <a:r>
              <a:rPr lang="en-US" sz="2800"/>
              <a:t>Exercise</a:t>
            </a:r>
            <a:endParaRPr sz="2800"/>
          </a:p>
        </p:txBody>
      </p:sp>
      <p:pic>
        <p:nvPicPr>
          <p:cNvPr id="1840642234" name="Picture Placeholder 6">
            <a:extLst>
              <a:ext uri="{C183D7F6-B498-43B3-948B-1728B52AA6E4}">
                <adec:decorative xmlns:adec="http://schemas.microsoft.com/office/drawing/2017/decorative" val="1"/>
              </a:ext>
            </a:extLst>
          </p:cNvPr>
          <p:cNvPicPr>
            <a:picLocks noGrp="1" noChangeAspect="1"/>
          </p:cNvPicPr>
          <p:nvPr>
            <p:ph type="pic" sz="quarter" idx="20"/>
          </p:nvPr>
        </p:nvPicPr>
        <p:blipFill rotWithShape="1">
          <a:blip r:embed="rId3"/>
          <a:srcRect l="118" r="117"/>
          <a:stretch/>
        </p:blipFill>
        <p:spPr bwMode="ltGray">
          <a:xfrm>
            <a:off x="7724773" y="2043463"/>
            <a:ext cx="4467224" cy="3307645"/>
          </a:xfrm>
          <a:prstGeom prst="rect">
            <a:avLst/>
          </a:prstGeom>
          <a:solidFill>
            <a:srgbClr val="F4F4F7"/>
          </a:solidFill>
          <a:ln>
            <a:noFill/>
          </a:ln>
        </p:spPr>
      </p:pic>
      <p:sp>
        <p:nvSpPr>
          <p:cNvPr id="575808356" name="Text Placeholder 4"/>
          <p:cNvSpPr>
            <a:spLocks noGrp="1"/>
          </p:cNvSpPr>
          <p:nvPr>
            <p:ph type="body" sz="quarter" idx="16"/>
          </p:nvPr>
        </p:nvSpPr>
        <p:spPr bwMode="auto">
          <a:xfrm>
            <a:off x="584199" y="1594150"/>
            <a:ext cx="5656009" cy="244199"/>
          </a:xfrm>
        </p:spPr>
        <p:txBody>
          <a:bodyPr/>
          <a:lstStyle/>
          <a:p>
            <a:pPr>
              <a:defRPr/>
            </a:pPr>
            <a:r>
              <a:rPr lang="en-US" sz="1600" b="0" i="0" u="none" strike="noStrike" cap="none" spc="0">
                <a:solidFill>
                  <a:schemeClr val="tx1"/>
                </a:solidFill>
                <a:latin typeface="Segoe UI Semibold"/>
                <a:ea typeface="Segoe UI Semibold"/>
                <a:cs typeface="Segoe UI Semibold"/>
              </a:rPr>
              <a:t>Process messages with Azure Service Bus</a:t>
            </a:r>
            <a:endParaRPr lang="en-US"/>
          </a:p>
        </p:txBody>
      </p:sp>
      <p:sp>
        <p:nvSpPr>
          <p:cNvPr id="601907910" name="Text Placeholder 61"/>
          <p:cNvSpPr>
            <a:spLocks noGrp="1"/>
          </p:cNvSpPr>
          <p:nvPr>
            <p:ph type="body" sz="quarter" idx="15"/>
          </p:nvPr>
        </p:nvSpPr>
        <p:spPr bwMode="auto">
          <a:xfrm>
            <a:off x="579438" y="2501488"/>
            <a:ext cx="5656683" cy="2194920"/>
          </a:xfrm>
        </p:spPr>
        <p:txBody>
          <a:bodyPr vert="horz" wrap="square" lIns="0" tIns="0" rIns="0" bIns="0" rtlCol="0" anchor="t">
            <a:spAutoFit/>
          </a:bodyPr>
          <a:lstStyle/>
          <a:p>
            <a:pPr marL="0" indent="0">
              <a:buNone/>
              <a:defRPr/>
            </a:pPr>
            <a:r>
              <a:rPr lang="en-US" sz="1600" b="0" i="0" u="none" strike="noStrike" cap="none" spc="0">
                <a:solidFill>
                  <a:srgbClr val="000000"/>
                </a:solidFill>
                <a:latin typeface="Segoe UI"/>
                <a:ea typeface="Segoe UI"/>
                <a:cs typeface="Segoe UI"/>
              </a:rPr>
              <a:t>In this exercise, you create an Azure Service Bus namespace and build a Python Flask web application that demonstrates core messaging patterns using an AI inference scenario. </a:t>
            </a:r>
            <a:endParaRPr/>
          </a:p>
          <a:p>
            <a:pPr marL="0" indent="0">
              <a:buNone/>
              <a:defRPr/>
            </a:pPr>
            <a:endParaRPr lang="en-US">
              <a:cs typeface="Segoe UI"/>
            </a:endParaRPr>
          </a:p>
          <a:p>
            <a:pPr marL="0" indent="0">
              <a:buNone/>
              <a:defRPr/>
            </a:pPr>
            <a:r>
              <a:rPr lang="en-US">
                <a:latin typeface="Segoe UI Semibold"/>
                <a:cs typeface="Segoe UI Semibold"/>
              </a:rPr>
              <a:t>Estimated time:</a:t>
            </a:r>
            <a:r>
              <a:rPr lang="en-US">
                <a:cs typeface="Segoe UI"/>
              </a:rPr>
              <a:t> 30 minutes</a:t>
            </a:r>
            <a:endParaRPr/>
          </a:p>
          <a:p>
            <a:pPr>
              <a:defRPr/>
            </a:pPr>
            <a:endParaRPr lang="en-US">
              <a:cs typeface="Segoe UI"/>
            </a:endParaRPr>
          </a:p>
          <a:p>
            <a:pPr marL="0" indent="0">
              <a:buNone/>
              <a:defRPr/>
            </a:pPr>
            <a:r>
              <a:rPr lang="en-US">
                <a:cs typeface="Segoe UI"/>
              </a:rPr>
              <a:t>Start the exercise at:</a:t>
            </a:r>
            <a:endParaRPr lang="en-US"/>
          </a:p>
          <a:p>
            <a:pPr marL="0" indent="0">
              <a:buNone/>
              <a:defRPr/>
            </a:pPr>
            <a:r>
              <a:rPr lang="en-US" sz="1600" b="0" i="0" u="sng" strike="noStrike" cap="none" spc="0">
                <a:solidFill>
                  <a:schemeClr val="hlink"/>
                </a:solidFill>
                <a:latin typeface="Segoe UI"/>
                <a:ea typeface="Segoe UI"/>
                <a:cs typeface="Segoe UI"/>
                <a:hlinkClick r:id="rId4"/>
              </a:rPr>
              <a:t>https://go.microsoft.com/fwlink/?linkid=2352823</a:t>
            </a:r>
            <a:endParaRPr/>
          </a:p>
          <a:p>
            <a:pPr marL="0" indent="0">
              <a:buNone/>
              <a:defRPr/>
            </a:pPr>
            <a:endParaRPr lang="en-US"/>
          </a:p>
        </p:txBody>
      </p:sp>
      <p:sp>
        <p:nvSpPr>
          <p:cNvPr id="1235923132" name="Footer Placeholder 4"/>
          <p:cNvSpPr>
            <a:spLocks noGrp="1"/>
          </p:cNvSpPr>
          <p:nvPr>
            <p:ph type="ftr" sz="quarter" idx="3"/>
          </p:nvPr>
        </p:nvSpPr>
        <p:spPr bwMode="auto">
          <a:xfrm>
            <a:off x="579438" y="6421082"/>
            <a:ext cx="4151311" cy="19797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UI"/>
                <a:cs typeface="Arial"/>
              </a:rPr>
              <a:t>© Copyright Microsoft Corporation. All rights reserved.</a:t>
            </a:r>
          </a:p>
        </p:txBody>
      </p:sp>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Title 2">
            <a:extLst>
              <a:ext uri="{FF2B5EF4-FFF2-40B4-BE49-F238E27FC236}">
                <a16:creationId xmlns:a16="http://schemas.microsoft.com/office/drawing/2014/main" id="{C7CD8492-FE71-7E97-907F-40068E7FBABD}"/>
              </a:ext>
            </a:extLst>
          </p:cNvPr>
          <p:cNvSpPr>
            <a:spLocks noGrp="1"/>
          </p:cNvSpPr>
          <p:nvPr>
            <p:ph type="title"/>
          </p:nvPr>
        </p:nvSpPr>
        <p:spPr/>
        <p:txBody>
          <a:bodyPr/>
          <a:lstStyle/>
          <a:p>
            <a:r>
              <a:rPr lang="en-US" dirty="0"/>
              <a:t>Module 2: </a:t>
            </a:r>
            <a:r>
              <a:rPr lang="en-US" spc="-50" dirty="0">
                <a:ea typeface="Segoe UI"/>
              </a:rPr>
              <a:t>Develop event-driven AI workflows with Azure Event Grid</a:t>
            </a:r>
            <a:endParaRPr lang="en-US" dirty="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84100686" name="Title 1"/>
          <p:cNvSpPr>
            <a:spLocks noGrp="1"/>
          </p:cNvSpPr>
          <p:nvPr>
            <p:ph type="title"/>
          </p:nvPr>
        </p:nvSpPr>
        <p:spPr bwMode="auto">
          <a:xfrm>
            <a:off x="457199" y="411479"/>
            <a:ext cx="11222609" cy="691019"/>
          </a:xfrm>
        </p:spPr>
        <p:txBody>
          <a:bodyPr/>
          <a:lstStyle/>
          <a:p>
            <a:pPr>
              <a:defRPr/>
            </a:pPr>
            <a:r>
              <a:rPr lang="en-US" sz="2800" b="0" i="0" u="none" strike="noStrike" cap="none" spc="0">
                <a:solidFill>
                  <a:schemeClr val="tx1"/>
                </a:solidFill>
                <a:latin typeface="Segoe UI Semibold"/>
                <a:ea typeface="Segoe UI Semibold"/>
                <a:cs typeface="Segoe UI Semibold"/>
              </a:rPr>
              <a:t>Understand Azure Event Grid concepts and event-driven patterns for AI solutions</a:t>
            </a:r>
            <a:endParaRPr sz="2800"/>
          </a:p>
        </p:txBody>
      </p:sp>
      <p:sp>
        <p:nvSpPr>
          <p:cNvPr id="1656352837" name="Content Placeholder 3"/>
          <p:cNvSpPr>
            <a:spLocks noGrp="1"/>
          </p:cNvSpPr>
          <p:nvPr>
            <p:ph sz="quarter" idx="10"/>
          </p:nvPr>
        </p:nvSpPr>
        <p:spPr bwMode="auto">
          <a:xfrm>
            <a:off x="457198" y="1299652"/>
            <a:ext cx="5062709" cy="4816472"/>
          </a:xfrm>
        </p:spPr>
        <p:txBody>
          <a:bodyPr vertOverflow="overflow" horzOverflow="overflow" vert="horz" wrap="square" lIns="0" tIns="0" rIns="0" bIns="0" numCol="1" spcCol="0" rtlCol="0" fromWordArt="0" anchor="t" anchorCtr="0" forceAA="0" compatLnSpc="0">
            <a:normAutofit/>
          </a:bodyPr>
          <a:lstStyle/>
          <a:p>
            <a:pPr marL="0" indent="0">
              <a:spcAft>
                <a:spcPts val="359"/>
              </a:spcAft>
              <a:buFont typeface="Arial"/>
              <a:buNone/>
              <a:defRPr/>
            </a:pPr>
            <a:r>
              <a:rPr lang="en-US" sz="2000" b="0" i="0" u="none" strike="noStrike" cap="none" spc="0">
                <a:solidFill>
                  <a:schemeClr val="tx1"/>
                </a:solidFill>
                <a:latin typeface="Segoe UI Semibold"/>
                <a:ea typeface="Segoe UI Semibold"/>
                <a:cs typeface="Segoe UI Semibold"/>
              </a:rPr>
              <a:t>Core components:</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Events notify of state changes; sources emit them to topics</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Topics receive events; subscriptions filter and route them</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Handlers process: Functions, webhooks, Service Bus, queues</a:t>
            </a:r>
            <a:endParaRPr lang="en-US" sz="1800" b="0" i="0" u="none" strike="noStrike" cap="none" spc="0">
              <a:solidFill>
                <a:schemeClr val="tx1"/>
              </a:solidFill>
              <a:latin typeface="Segoe UI"/>
              <a:cs typeface="Segoe UI"/>
            </a:endParaRPr>
          </a:p>
          <a:p>
            <a:pPr marL="0" marR="0" indent="0" algn="l">
              <a:lnSpc>
                <a:spcPct val="100000"/>
              </a:lnSpc>
              <a:spcBef>
                <a:spcPts val="719"/>
              </a:spcBef>
              <a:spcAft>
                <a:spcPts val="359"/>
              </a:spcAft>
              <a:buFont typeface="Arial"/>
              <a:buNone/>
              <a:defRPr/>
            </a:pPr>
            <a:r>
              <a:rPr lang="en-US" sz="2000" b="0" i="0" u="none" strike="noStrike" cap="none" spc="0">
                <a:solidFill>
                  <a:schemeClr val="tx1"/>
                </a:solidFill>
                <a:latin typeface="Segoe UI Semibold"/>
                <a:ea typeface="Segoe UI Semibold"/>
                <a:cs typeface="Segoe UI Semibold"/>
              </a:rPr>
              <a:t>Event-driven benefits for AI:</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Replaces polling with sub-second reactive triggers</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Independent scaling and fault isolation across pipeline stages</a:t>
            </a:r>
            <a:endParaRPr sz="2600"/>
          </a:p>
        </p:txBody>
      </p:sp>
      <p:pic>
        <p:nvPicPr>
          <p:cNvPr id="598398444" name="Picture 1" descr="Diagram of Event Grid architecture showing event sources flowing through a topic to filtered subscriptions and then to event handlers&#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6766560" y="1298448"/>
            <a:ext cx="4197095" cy="4507991"/>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6652574"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Work with event schemas and properties</a:t>
            </a:r>
            <a:endParaRPr/>
          </a:p>
        </p:txBody>
      </p:sp>
      <p:sp>
        <p:nvSpPr>
          <p:cNvPr id="1002486707" name="Content Placeholder 3"/>
          <p:cNvSpPr>
            <a:spLocks noGrp="1"/>
          </p:cNvSpPr>
          <p:nvPr>
            <p:ph sz="quarter" idx="10"/>
          </p:nvPr>
        </p:nvSpPr>
        <p:spPr bwMode="auto">
          <a:xfrm>
            <a:off x="457198" y="1358775"/>
            <a:ext cx="5019179" cy="4816473"/>
          </a:xfrm>
        </p:spPr>
        <p:txBody>
          <a:bodyPr vertOverflow="overflow" horzOverflow="overflow" vert="horz" wrap="square" lIns="0" tIns="0" rIns="0" bIns="0" numCol="1" spcCol="0" rtlCol="0" fromWordArt="0" anchor="t" anchorCtr="0" forceAA="0" compatLnSpc="0">
            <a:noAutofit/>
          </a:bodyPr>
          <a:lstStyle/>
          <a:p>
            <a:pPr marL="0" lvl="0" indent="0">
              <a:spcAft>
                <a:spcPts val="359"/>
              </a:spcAft>
              <a:buNone/>
              <a:defRPr/>
            </a:pPr>
            <a:r>
              <a:rPr lang="en-US" sz="2000" b="0" i="0" u="none" strike="noStrike" cap="none" spc="0">
                <a:solidFill>
                  <a:schemeClr val="tx1"/>
                </a:solidFill>
                <a:latin typeface="Segoe UI Semibold"/>
                <a:ea typeface="Segoe UI Semibold"/>
                <a:cs typeface="Segoe UI Semibold"/>
              </a:rPr>
              <a:t>CloudEvents v1.0 schema:</a:t>
            </a:r>
            <a:endParaRPr sz="1800"/>
          </a:p>
          <a:p>
            <a:pPr lvl="0">
              <a:spcAft>
                <a:spcPts val="359"/>
              </a:spcAft>
              <a:defRPr/>
            </a:pPr>
            <a:r>
              <a:rPr lang="en-US" sz="1800" b="0" i="0" u="none" strike="noStrike" cap="none" spc="0">
                <a:solidFill>
                  <a:schemeClr val="tx1"/>
                </a:solidFill>
                <a:latin typeface="Segoe UI"/>
                <a:ea typeface="+mn-ea"/>
                <a:cs typeface="Segoe UI"/>
              </a:rPr>
              <a:t>CNCF standard, recommended for new implementations</a:t>
            </a:r>
            <a:endParaRPr sz="1800"/>
          </a:p>
          <a:p>
            <a:pPr marL="228600" marR="0" lvl="0" indent="-228600" algn="l">
              <a:lnSpc>
                <a:spcPct val="100000"/>
              </a:lnSpc>
              <a:spcBef>
                <a:spcPts val="0"/>
              </a:spcBef>
              <a:spcAft>
                <a:spcPts val="359"/>
              </a:spcAft>
              <a:buFont typeface="Arial"/>
              <a:buChar char="•"/>
              <a:defRPr/>
            </a:pPr>
            <a:r>
              <a:rPr lang="en-US" sz="1800" b="0" i="0" u="none" strike="noStrike" cap="none" spc="0">
                <a:solidFill>
                  <a:schemeClr val="tx1"/>
                </a:solidFill>
                <a:latin typeface="Segoe UI"/>
                <a:ea typeface="+mn-ea"/>
                <a:cs typeface="Segoe UI"/>
              </a:rPr>
              <a:t>Required: </a:t>
            </a:r>
            <a:r>
              <a:rPr lang="en-US" sz="1800" b="0" i="0" u="none" strike="noStrike" cap="none" spc="0">
                <a:solidFill>
                  <a:schemeClr val="tx1"/>
                </a:solidFill>
                <a:latin typeface="Consolas"/>
                <a:ea typeface="Consolas"/>
                <a:cs typeface="Consolas"/>
              </a:rPr>
              <a:t>specversion</a:t>
            </a:r>
            <a:r>
              <a:rPr lang="en-US" sz="1800" b="0" i="0" u="none" strike="noStrike" cap="none" spc="0">
                <a:solidFill>
                  <a:schemeClr val="tx1"/>
                </a:solidFill>
                <a:latin typeface="Segoe UI"/>
                <a:ea typeface="+mn-ea"/>
                <a:cs typeface="Segoe UI"/>
              </a:rPr>
              <a:t>, </a:t>
            </a:r>
            <a:r>
              <a:rPr lang="en-US" sz="1800" b="0" i="0" u="none" strike="noStrike" cap="none" spc="0">
                <a:solidFill>
                  <a:schemeClr val="tx1"/>
                </a:solidFill>
                <a:latin typeface="Consolas"/>
                <a:ea typeface="Consolas"/>
                <a:cs typeface="Consolas"/>
              </a:rPr>
              <a:t>type</a:t>
            </a:r>
            <a:r>
              <a:rPr lang="en-US" sz="1800" b="0" i="0" u="none" strike="noStrike" cap="none" spc="0">
                <a:solidFill>
                  <a:schemeClr val="tx1"/>
                </a:solidFill>
                <a:latin typeface="Segoe UI"/>
                <a:ea typeface="+mn-ea"/>
                <a:cs typeface="Segoe UI"/>
              </a:rPr>
              <a:t>, </a:t>
            </a:r>
            <a:r>
              <a:rPr lang="en-US" sz="1800" b="0" i="0" u="none" strike="noStrike" cap="none" spc="0">
                <a:solidFill>
                  <a:schemeClr val="tx1"/>
                </a:solidFill>
                <a:latin typeface="Consolas"/>
                <a:ea typeface="Consolas"/>
                <a:cs typeface="Consolas"/>
              </a:rPr>
              <a:t>source</a:t>
            </a:r>
            <a:r>
              <a:rPr lang="en-US" sz="1800" b="0" i="0" u="none" strike="noStrike" cap="none" spc="0">
                <a:solidFill>
                  <a:schemeClr val="tx1"/>
                </a:solidFill>
                <a:latin typeface="Segoe UI"/>
                <a:ea typeface="+mn-ea"/>
                <a:cs typeface="Segoe UI"/>
              </a:rPr>
              <a:t>, </a:t>
            </a:r>
            <a:r>
              <a:rPr lang="en-US" sz="1800" b="0" i="0" u="none" strike="noStrike" cap="none" spc="0">
                <a:solidFill>
                  <a:schemeClr val="tx1"/>
                </a:solidFill>
                <a:latin typeface="Consolas"/>
                <a:ea typeface="Consolas"/>
                <a:cs typeface="Consolas"/>
              </a:rPr>
              <a:t>id</a:t>
            </a:r>
            <a:endParaRPr sz="1800"/>
          </a:p>
          <a:p>
            <a:pPr marL="228600" marR="0" lvl="0" indent="-228600" algn="l">
              <a:lnSpc>
                <a:spcPct val="100000"/>
              </a:lnSpc>
              <a:spcBef>
                <a:spcPts val="0"/>
              </a:spcBef>
              <a:spcAft>
                <a:spcPts val="359"/>
              </a:spcAft>
              <a:buFont typeface="Arial"/>
              <a:buChar char="•"/>
              <a:defRPr/>
            </a:pPr>
            <a:r>
              <a:rPr lang="en-US" sz="1800" b="0" i="0" u="none" strike="noStrike" cap="none" spc="0">
                <a:solidFill>
                  <a:schemeClr val="tx1"/>
                </a:solidFill>
                <a:latin typeface="Consolas"/>
                <a:ea typeface="Consolas"/>
                <a:cs typeface="Consolas"/>
              </a:rPr>
              <a:t>subject</a:t>
            </a:r>
            <a:r>
              <a:rPr lang="en-US" sz="1800" b="0" i="0" u="none" strike="noStrike" cap="none" spc="0">
                <a:solidFill>
                  <a:schemeClr val="tx1"/>
                </a:solidFill>
                <a:latin typeface="Segoe UI"/>
                <a:ea typeface="+mn-ea"/>
                <a:cs typeface="Segoe UI"/>
              </a:rPr>
              <a:t> enables hierarchical path-based filtering</a:t>
            </a:r>
            <a:endParaRPr sz="1800"/>
          </a:p>
          <a:p>
            <a:pPr marL="0" marR="0" lvl="0" indent="0" algn="l">
              <a:lnSpc>
                <a:spcPct val="100000"/>
              </a:lnSpc>
              <a:spcBef>
                <a:spcPts val="719"/>
              </a:spcBef>
              <a:spcAft>
                <a:spcPts val="359"/>
              </a:spcAft>
              <a:buFont typeface="Arial"/>
              <a:buNone/>
              <a:defRPr/>
            </a:pPr>
            <a:r>
              <a:rPr lang="en-US" sz="2000" b="0" i="0" u="none" strike="noStrike" cap="none" spc="0">
                <a:solidFill>
                  <a:schemeClr val="tx1"/>
                </a:solidFill>
                <a:latin typeface="Segoe UI Semibold"/>
                <a:ea typeface="Segoe UI Semibold"/>
                <a:cs typeface="Segoe UI Semibold"/>
              </a:rPr>
              <a:t>Filtering options:</a:t>
            </a:r>
            <a:endParaRPr sz="1800"/>
          </a:p>
          <a:p>
            <a:pPr lvl="0">
              <a:spcAft>
                <a:spcPts val="359"/>
              </a:spcAft>
              <a:defRPr/>
            </a:pPr>
            <a:r>
              <a:rPr lang="en-US" sz="1800" b="0" i="0" u="none" strike="noStrike" cap="none" spc="0">
                <a:solidFill>
                  <a:schemeClr val="tx1"/>
                </a:solidFill>
                <a:latin typeface="Segoe UI"/>
                <a:ea typeface="+mn-ea"/>
                <a:cs typeface="Segoe UI"/>
              </a:rPr>
              <a:t>Type filtering: exact match on event type</a:t>
            </a:r>
            <a:endParaRPr sz="1800"/>
          </a:p>
          <a:p>
            <a:pPr lvl="0">
              <a:spcAft>
                <a:spcPts val="359"/>
              </a:spcAft>
              <a:defRPr/>
            </a:pPr>
            <a:r>
              <a:rPr lang="en-US" sz="1800" b="0" i="0" u="none" strike="noStrike" cap="none" spc="0">
                <a:solidFill>
                  <a:schemeClr val="tx1"/>
                </a:solidFill>
                <a:latin typeface="Segoe UI"/>
                <a:ea typeface="+mn-ea"/>
                <a:cs typeface="Segoe UI"/>
              </a:rPr>
              <a:t>Subject filtering: prefix/suffix path matching</a:t>
            </a:r>
            <a:endParaRPr sz="1800"/>
          </a:p>
          <a:p>
            <a:pPr>
              <a:spcAft>
                <a:spcPts val="359"/>
              </a:spcAft>
              <a:defRPr/>
            </a:pPr>
            <a:r>
              <a:rPr lang="en-US" sz="1800" b="0" i="0" u="none" strike="noStrike" cap="none" spc="0">
                <a:solidFill>
                  <a:schemeClr val="tx1"/>
                </a:solidFill>
                <a:latin typeface="Segoe UI"/>
                <a:ea typeface="+mn-ea"/>
                <a:cs typeface="Segoe UI"/>
              </a:rPr>
              <a:t>Advanced filtering: operators on data payload fields</a:t>
            </a:r>
            <a:endParaRPr/>
          </a:p>
        </p:txBody>
      </p:sp>
      <p:sp>
        <p:nvSpPr>
          <p:cNvPr id="902049379" name=" 902049378"/>
          <p:cNvSpPr/>
          <p:nvPr/>
        </p:nvSpPr>
        <p:spPr bwMode="auto">
          <a:xfrm>
            <a:off x="6068504" y="1358774"/>
            <a:ext cx="5861142" cy="359699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Segoe UI Semibold"/>
                <a:ea typeface="Segoe UI Semibold"/>
                <a:cs typeface="Segoe UI Semibold"/>
              </a:rPr>
              <a:t>CloudEvent for an AI inference completion:</a:t>
            </a:r>
            <a:endParaRPr kumimoji="0" sz="1600" b="0" i="0" u="none" strike="noStrike" kern="0" cap="none" spc="0" normalizeH="0" baseline="0" noProof="0">
              <a:ln>
                <a:noFill/>
              </a:ln>
              <a:solidFill>
                <a:srgbClr val="000000"/>
              </a:solidFill>
              <a:effectLst/>
              <a:uLnTx/>
              <a:uFillTx/>
              <a:latin typeface="Segoe UI Semibold"/>
              <a:ea typeface="Segoe UI Semibold"/>
              <a:cs typeface="Segoe UI Semibold"/>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451A5"/>
                </a:solidFill>
                <a:effectLst/>
                <a:uLnTx/>
                <a:uFillTx/>
                <a:latin typeface="Consolas"/>
                <a:ea typeface="Consolas"/>
                <a:cs typeface="Consolas"/>
              </a:rPr>
              <a:t>"specversion"</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"1.0"</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451A5"/>
                </a:solidFill>
                <a:effectLst/>
                <a:uLnTx/>
                <a:uFillTx/>
                <a:latin typeface="Consolas"/>
                <a:ea typeface="Consolas"/>
                <a:cs typeface="Consolas"/>
              </a:rPr>
              <a:t>"type"</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"com.contoso.ai.InferenceCompleted"</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451A5"/>
                </a:solidFill>
                <a:effectLst/>
                <a:uLnTx/>
                <a:uFillTx/>
                <a:latin typeface="Consolas"/>
                <a:ea typeface="Consolas"/>
                <a:cs typeface="Consolas"/>
              </a:rPr>
              <a:t>"source"</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"/services/content-moderation"</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451A5"/>
                </a:solidFill>
                <a:effectLst/>
                <a:uLnTx/>
                <a:uFillTx/>
                <a:latin typeface="Consolas"/>
                <a:ea typeface="Consolas"/>
                <a:cs typeface="Consolas"/>
              </a:rPr>
              <a:t>"id"</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"a1b2c3d4-e5f6-7890"</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451A5"/>
                </a:solidFill>
                <a:effectLst/>
                <a:uLnTx/>
                <a:uFillTx/>
                <a:latin typeface="Consolas"/>
                <a:ea typeface="Consolas"/>
                <a:cs typeface="Consolas"/>
              </a:rPr>
              <a:t>"subject"</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"/pipelines/moderation/batch-42"</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451A5"/>
                </a:solidFill>
                <a:effectLst/>
                <a:uLnTx/>
                <a:uFillTx/>
                <a:latin typeface="Consolas"/>
                <a:ea typeface="Consolas"/>
                <a:cs typeface="Consolas"/>
              </a:rPr>
              <a:t>"data"</a:t>
            </a:r>
            <a:r>
              <a:rPr kumimoji="0" sz="1600" b="0" i="0" u="none" strike="noStrike" kern="0" cap="none" spc="0" normalizeH="0" baseline="0" noProof="0">
                <a:ln>
                  <a:noFill/>
                </a:ln>
                <a:solidFill>
                  <a:srgbClr val="000000"/>
                </a:solidFill>
                <a:effectLst/>
                <a:uLnTx/>
                <a:uFillTx/>
                <a:latin typeface="Consolas"/>
                <a:ea typeface="Consolas"/>
                <a:cs typeface="Consolas"/>
              </a:rPr>
              <a:t>: {</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451A5"/>
                </a:solidFill>
                <a:effectLst/>
                <a:uLnTx/>
                <a:uFillTx/>
                <a:latin typeface="Consolas"/>
                <a:ea typeface="Consolas"/>
                <a:cs typeface="Consolas"/>
              </a:rPr>
              <a:t>"modelName"</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"content-classifier-v3"</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451A5"/>
                </a:solidFill>
                <a:effectLst/>
                <a:uLnTx/>
                <a:uFillTx/>
                <a:latin typeface="Consolas"/>
                <a:ea typeface="Consolas"/>
                <a:cs typeface="Consolas"/>
              </a:rPr>
              <a:t>"resultLocation"</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"https://.../results.json"</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451A5"/>
                </a:solidFill>
                <a:effectLst/>
                <a:uLnTx/>
                <a:uFillTx/>
                <a:latin typeface="Consolas"/>
                <a:ea typeface="Consolas"/>
                <a:cs typeface="Consolas"/>
              </a:rPr>
              <a:t>"status"</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"success"</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71780104" name="Title 1"/>
          <p:cNvSpPr>
            <a:spLocks noGrp="1"/>
          </p:cNvSpPr>
          <p:nvPr>
            <p:ph type="title"/>
          </p:nvPr>
        </p:nvSpPr>
        <p:spPr bwMode="auto"/>
        <p:txBody>
          <a:bodyPr/>
          <a:lstStyle/>
          <a:p>
            <a:pPr>
              <a:defRPr/>
            </a:pPr>
            <a:r>
              <a:rPr lang="en-US" sz="2800" b="0" i="0" u="none" strike="noStrike" cap="none" spc="0">
                <a:solidFill>
                  <a:schemeClr val="tx1"/>
                </a:solidFill>
                <a:latin typeface="Segoe UI Semibold"/>
                <a:ea typeface="Segoe UI Semibold"/>
                <a:cs typeface="Segoe UI Semibold"/>
              </a:rPr>
              <a:t>Configure delivery and retry policies for reliable event processing</a:t>
            </a:r>
            <a:endParaRPr sz="2800"/>
          </a:p>
        </p:txBody>
      </p:sp>
      <p:sp>
        <p:nvSpPr>
          <p:cNvPr id="1952297370" name="Content Placeholder 3"/>
          <p:cNvSpPr>
            <a:spLocks noGrp="1"/>
          </p:cNvSpPr>
          <p:nvPr>
            <p:ph sz="quarter" idx="10"/>
          </p:nvPr>
        </p:nvSpPr>
        <p:spPr bwMode="auto">
          <a:xfrm>
            <a:off x="457200" y="1234438"/>
            <a:ext cx="5037669" cy="4816473"/>
          </a:xfrm>
        </p:spPr>
        <p:txBody>
          <a:bodyPr vertOverflow="overflow" horzOverflow="overflow" vert="horz" wrap="square" lIns="0" tIns="0" rIns="0" bIns="0" numCol="1" spcCol="0" rtlCol="0" fromWordArt="0" anchor="t" anchorCtr="0" forceAA="0" compatLnSpc="0">
            <a:noAutofit/>
          </a:bodyPr>
          <a:lstStyle/>
          <a:p>
            <a:pPr marL="0" indent="0">
              <a:spcAft>
                <a:spcPts val="359"/>
              </a:spcAft>
              <a:buFont typeface="Arial"/>
              <a:buNone/>
              <a:defRPr/>
            </a:pPr>
            <a:r>
              <a:rPr lang="en-US" sz="2000" b="0" i="0" u="none" strike="noStrike" cap="none" spc="0">
                <a:solidFill>
                  <a:schemeClr val="tx1"/>
                </a:solidFill>
                <a:latin typeface="Segoe UI Semibold"/>
                <a:ea typeface="Segoe UI Semibold"/>
                <a:cs typeface="Segoe UI Semibold"/>
              </a:rPr>
              <a:t>Delivery behavior:</a:t>
            </a:r>
            <a:endParaRPr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HTTP POST, success = 200-204 within 30 seconds</a:t>
            </a:r>
            <a:endParaRPr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At-least-once delivery requires idempotent handlers</a:t>
            </a:r>
            <a:endParaRPr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Exponential backoff: 10s, 30s, 1m… up to 24h</a:t>
            </a:r>
            <a:endParaRPr sz="1800" b="0" i="0" u="none" strike="noStrike" cap="none" spc="0">
              <a:solidFill>
                <a:schemeClr val="tx1"/>
              </a:solidFill>
              <a:latin typeface="Segoe UI"/>
              <a:cs typeface="Segoe UI"/>
            </a:endParaRPr>
          </a:p>
          <a:p>
            <a:pPr marL="0" marR="0" indent="0" algn="l">
              <a:lnSpc>
                <a:spcPct val="100000"/>
              </a:lnSpc>
              <a:spcBef>
                <a:spcPts val="719"/>
              </a:spcBef>
              <a:spcAft>
                <a:spcPts val="359"/>
              </a:spcAft>
              <a:buFont typeface="Arial"/>
              <a:buNone/>
              <a:defRPr/>
            </a:pPr>
            <a:r>
              <a:rPr lang="en-US" sz="2000" b="0" i="0" u="none" strike="noStrike" cap="none" spc="0">
                <a:solidFill>
                  <a:schemeClr val="tx1"/>
                </a:solidFill>
                <a:latin typeface="Segoe UI Semibold"/>
                <a:ea typeface="Segoe UI Semibold"/>
                <a:cs typeface="Segoe UI Semibold"/>
              </a:rPr>
              <a:t>Configuration options:</a:t>
            </a:r>
            <a:endParaRPr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Max attempts (1-30) and event TTL (1-1440 min)</a:t>
            </a:r>
            <a:endParaRPr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Dead-letter to Blob Storage for undeliverable events</a:t>
            </a:r>
            <a:endParaRPr sz="1800" b="0" i="0" u="none" strike="noStrike" cap="none" spc="0">
              <a:solidFill>
                <a:schemeClr val="tx1"/>
              </a:solidFill>
              <a:latin typeface="Segoe UI"/>
              <a:cs typeface="Segoe UI"/>
            </a:endParaRPr>
          </a:p>
          <a:p>
            <a:pPr marL="228600" marR="0" lvl="0" indent="-228600" algn="l">
              <a:lnSpc>
                <a:spcPct val="100000"/>
              </a:lnSpc>
              <a:spcBef>
                <a:spcPts val="0"/>
              </a:spcBef>
              <a:spcAft>
                <a:spcPts val="359"/>
              </a:spcAft>
              <a:buFont typeface="Arial"/>
              <a:buChar char="•"/>
              <a:defRPr/>
            </a:pPr>
            <a:r>
              <a:rPr lang="en-US" sz="1800" b="0" i="0" u="none" strike="noStrike" cap="none" spc="0">
                <a:solidFill>
                  <a:schemeClr val="tx1"/>
                </a:solidFill>
                <a:latin typeface="Segoe UI"/>
                <a:ea typeface="Segoe UI"/>
                <a:cs typeface="Segoe UI"/>
              </a:rPr>
              <a:t>Output batching for high-throughput workloads</a:t>
            </a:r>
            <a:endParaRPr lang="en-US" sz="2800" b="0" i="0" u="none" strike="noStrike" cap="none" spc="0">
              <a:latin typeface="Consolas"/>
              <a:cs typeface="Times New Roman"/>
            </a:endParaRPr>
          </a:p>
        </p:txBody>
      </p:sp>
      <p:pic>
        <p:nvPicPr>
          <p:cNvPr id="2135504232" name="Picture 1" descr="Flow chart showing Event Grid delivery with retry attempts on failure, exponential backoff intervals, and routing to dead-letter storage when retries are exhausted&#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6775704" y="1106424"/>
            <a:ext cx="4105656" cy="5065775"/>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34583067" name="Title 1"/>
          <p:cNvSpPr>
            <a:spLocks noGrp="1"/>
          </p:cNvSpPr>
          <p:nvPr>
            <p:ph type="title"/>
          </p:nvPr>
        </p:nvSpPr>
        <p:spPr bwMode="auto"/>
        <p:txBody>
          <a:bodyPr/>
          <a:lstStyle/>
          <a:p>
            <a:pPr>
              <a:defRPr/>
            </a:pPr>
            <a:r>
              <a:rPr lang="en-US" sz="2800" b="0" i="0" u="none" strike="noStrike" cap="none" spc="0">
                <a:solidFill>
                  <a:schemeClr val="tx1"/>
                </a:solidFill>
                <a:latin typeface="Segoe UI Semibold"/>
                <a:ea typeface="Segoe UI Semibold"/>
                <a:cs typeface="Segoe UI Semibold"/>
              </a:rPr>
              <a:t>Publish custom events from AI applications</a:t>
            </a:r>
            <a:endParaRPr sz="2800"/>
          </a:p>
        </p:txBody>
      </p:sp>
      <p:sp>
        <p:nvSpPr>
          <p:cNvPr id="2013165396" name="Content Placeholder 3"/>
          <p:cNvSpPr>
            <a:spLocks noGrp="1"/>
          </p:cNvSpPr>
          <p:nvPr>
            <p:ph sz="quarter" idx="10"/>
          </p:nvPr>
        </p:nvSpPr>
        <p:spPr bwMode="auto">
          <a:xfrm>
            <a:off x="457200" y="1234437"/>
            <a:ext cx="5037669" cy="4816472"/>
          </a:xfrm>
        </p:spPr>
        <p:txBody>
          <a:bodyPr vertOverflow="overflow" horzOverflow="overflow" vert="horz" wrap="square" lIns="0" tIns="0" rIns="0" bIns="0" numCol="1" spcCol="0" rtlCol="0" fromWordArt="0" anchor="t" anchorCtr="0" forceAA="0" compatLnSpc="0">
            <a:noAutofit/>
          </a:bodyPr>
          <a:lstStyle/>
          <a:p>
            <a:pPr marL="0" indent="0">
              <a:spcAft>
                <a:spcPts val="359"/>
              </a:spcAft>
              <a:buFont typeface="Arial"/>
              <a:buNone/>
              <a:defRPr/>
            </a:pPr>
            <a:r>
              <a:rPr lang="en-US" sz="2000" b="0" i="0" u="none" strike="noStrike" cap="none" spc="0">
                <a:solidFill>
                  <a:schemeClr val="tx1"/>
                </a:solidFill>
                <a:latin typeface="Segoe UI Semibold"/>
                <a:ea typeface="Segoe UI Semibold"/>
                <a:cs typeface="Segoe UI Semibold"/>
              </a:rPr>
              <a:t>Custom topics:</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Create with </a:t>
            </a:r>
            <a:r>
              <a:rPr lang="en-US" sz="1800" b="0" i="0" u="none" strike="noStrike" cap="none" spc="0">
                <a:solidFill>
                  <a:schemeClr val="tx1"/>
                </a:solidFill>
                <a:latin typeface="Consolas"/>
                <a:ea typeface="Consolas"/>
                <a:cs typeface="Consolas"/>
              </a:rPr>
              <a:t>cloudeventschemav1_0</a:t>
            </a:r>
            <a:r>
              <a:rPr lang="en-US" sz="1800" b="0" i="0" u="none" strike="noStrike" cap="none" spc="0">
                <a:solidFill>
                  <a:schemeClr val="tx1"/>
                </a:solidFill>
                <a:latin typeface="Segoe UI"/>
                <a:ea typeface="Segoe UI"/>
                <a:cs typeface="Segoe UI"/>
              </a:rPr>
              <a:t> input schema</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Authenticate with Entra ID and managed identity</a:t>
            </a:r>
            <a:endParaRPr lang="en-US" sz="1800" b="0" i="0" u="none" strike="noStrike" cap="none" spc="0">
              <a:solidFill>
                <a:schemeClr val="tx1"/>
              </a:solidFill>
              <a:latin typeface="Segoe UI"/>
              <a:cs typeface="Segoe UI"/>
            </a:endParaRPr>
          </a:p>
          <a:p>
            <a:pPr marL="0" marR="0" indent="0" algn="l">
              <a:lnSpc>
                <a:spcPct val="100000"/>
              </a:lnSpc>
              <a:spcBef>
                <a:spcPts val="719"/>
              </a:spcBef>
              <a:spcAft>
                <a:spcPts val="359"/>
              </a:spcAft>
              <a:buFont typeface="Arial"/>
              <a:buNone/>
              <a:defRPr/>
            </a:pPr>
            <a:r>
              <a:rPr lang="en-US" sz="2000" b="0" i="0" u="none" strike="noStrike" cap="none" spc="0">
                <a:solidFill>
                  <a:schemeClr val="tx1"/>
                </a:solidFill>
                <a:latin typeface="Segoe UI Semibold"/>
                <a:ea typeface="Segoe UI Semibold"/>
                <a:cs typeface="Segoe UI Semibold"/>
              </a:rPr>
              <a:t>Event design principles:</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Include correlation IDs for distributed tracing</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Reference results via storage URLs, keep payloads small</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Publish at natural pipeline checkpoints</a:t>
            </a:r>
            <a:endParaRPr sz="1800"/>
          </a:p>
        </p:txBody>
      </p:sp>
      <p:sp>
        <p:nvSpPr>
          <p:cNvPr id="827682799" name=" 827682798"/>
          <p:cNvSpPr/>
          <p:nvPr/>
        </p:nvSpPr>
        <p:spPr bwMode="auto">
          <a:xfrm>
            <a:off x="5761515" y="1234436"/>
            <a:ext cx="6096582" cy="441995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0" i="0" u="none" strike="noStrike" kern="0" cap="none" spc="0" normalizeH="0" baseline="0" noProof="0">
                <a:ln>
                  <a:noFill/>
                </a:ln>
                <a:solidFill>
                  <a:srgbClr val="008000"/>
                </a:solidFill>
                <a:effectLst/>
                <a:uLnTx/>
                <a:uFillTx/>
                <a:latin typeface="Consolas"/>
                <a:ea typeface="Consolas"/>
                <a:cs typeface="Consolas"/>
              </a:rPr>
              <a:t># Publish a CloudEvent using the Event Grid SDK</a:t>
            </a:r>
            <a:endParaRPr kumimoji="0" sz="20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0" i="0" u="none" strike="noStrike" kern="0" cap="none" spc="0" normalizeH="0" baseline="0" noProof="0">
                <a:ln>
                  <a:noFill/>
                </a:ln>
                <a:solidFill>
                  <a:srgbClr val="0000FF"/>
                </a:solidFill>
                <a:effectLst/>
                <a:uLnTx/>
                <a:uFillTx/>
                <a:latin typeface="Consolas"/>
                <a:ea typeface="Consolas"/>
                <a:cs typeface="Consolas"/>
              </a:rPr>
              <a:t>from</a:t>
            </a:r>
            <a:r>
              <a:rPr kumimoji="0" sz="1400" b="0" i="0" u="none" strike="noStrike" kern="0" cap="none" spc="0" normalizeH="0" baseline="0" noProof="0">
                <a:ln>
                  <a:noFill/>
                </a:ln>
                <a:solidFill>
                  <a:srgbClr val="000000"/>
                </a:solidFill>
                <a:effectLst/>
                <a:uLnTx/>
                <a:uFillTx/>
                <a:latin typeface="Consolas"/>
                <a:ea typeface="Consolas"/>
                <a:cs typeface="Consolas"/>
              </a:rPr>
              <a:t> azure.core.messaging </a:t>
            </a:r>
            <a:r>
              <a:rPr kumimoji="0" sz="1400" b="0" i="0" u="none" strike="noStrike" kern="0" cap="none" spc="0" normalizeH="0" baseline="0" noProof="0">
                <a:ln>
                  <a:noFill/>
                </a:ln>
                <a:solidFill>
                  <a:srgbClr val="0000FF"/>
                </a:solidFill>
                <a:effectLst/>
                <a:uLnTx/>
                <a:uFillTx/>
                <a:latin typeface="Consolas"/>
                <a:ea typeface="Consolas"/>
                <a:cs typeface="Consolas"/>
              </a:rPr>
              <a:t>import</a:t>
            </a:r>
            <a:r>
              <a:rPr kumimoji="0" sz="1400" b="0" i="0" u="none" strike="noStrike" kern="0" cap="none" spc="0" normalizeH="0" baseline="0" noProof="0">
                <a:ln>
                  <a:noFill/>
                </a:ln>
                <a:solidFill>
                  <a:srgbClr val="000000"/>
                </a:solidFill>
                <a:effectLst/>
                <a:uLnTx/>
                <a:uFillTx/>
                <a:latin typeface="Consolas"/>
                <a:ea typeface="Consolas"/>
                <a:cs typeface="Consolas"/>
              </a:rPr>
              <a:t> CloudEvent</a:t>
            </a:r>
            <a:endParaRPr kumimoji="0" sz="20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0" i="0" u="none" strike="noStrike" kern="0" cap="none" spc="0" normalizeH="0" baseline="0" noProof="0">
                <a:ln>
                  <a:noFill/>
                </a:ln>
                <a:solidFill>
                  <a:srgbClr val="0000FF"/>
                </a:solidFill>
                <a:effectLst/>
                <a:uLnTx/>
                <a:uFillTx/>
                <a:latin typeface="Consolas"/>
                <a:ea typeface="Consolas"/>
                <a:cs typeface="Consolas"/>
              </a:rPr>
              <a:t>from</a:t>
            </a:r>
            <a:r>
              <a:rPr kumimoji="0" sz="1400" b="0" i="0" u="none" strike="noStrike" kern="0" cap="none" spc="0" normalizeH="0" baseline="0" noProof="0">
                <a:ln>
                  <a:noFill/>
                </a:ln>
                <a:solidFill>
                  <a:srgbClr val="000000"/>
                </a:solidFill>
                <a:effectLst/>
                <a:uLnTx/>
                <a:uFillTx/>
                <a:latin typeface="Consolas"/>
                <a:ea typeface="Consolas"/>
                <a:cs typeface="Consolas"/>
              </a:rPr>
              <a:t> azure.eventgrid </a:t>
            </a:r>
            <a:r>
              <a:rPr kumimoji="0" sz="1400" b="0" i="0" u="none" strike="noStrike" kern="0" cap="none" spc="0" normalizeH="0" baseline="0" noProof="0">
                <a:ln>
                  <a:noFill/>
                </a:ln>
                <a:solidFill>
                  <a:srgbClr val="0000FF"/>
                </a:solidFill>
                <a:effectLst/>
                <a:uLnTx/>
                <a:uFillTx/>
                <a:latin typeface="Consolas"/>
                <a:ea typeface="Consolas"/>
                <a:cs typeface="Consolas"/>
              </a:rPr>
              <a:t>import</a:t>
            </a:r>
            <a:r>
              <a:rPr kumimoji="0" sz="1400" b="0" i="0" u="none" strike="noStrike" kern="0" cap="none" spc="0" normalizeH="0" baseline="0" noProof="0">
                <a:ln>
                  <a:noFill/>
                </a:ln>
                <a:solidFill>
                  <a:srgbClr val="000000"/>
                </a:solidFill>
                <a:effectLst/>
                <a:uLnTx/>
                <a:uFillTx/>
                <a:latin typeface="Consolas"/>
                <a:ea typeface="Consolas"/>
                <a:cs typeface="Consolas"/>
              </a:rPr>
              <a:t> EventGridPublisherClient</a:t>
            </a:r>
            <a:br>
              <a:rPr kumimoji="0" sz="1400" b="0" i="0" u="none" strike="noStrike" kern="0" cap="none" spc="0" normalizeH="0" baseline="0" noProof="0">
                <a:ln>
                  <a:noFill/>
                </a:ln>
                <a:solidFill>
                  <a:srgbClr val="000000"/>
                </a:solidFill>
                <a:effectLst/>
                <a:uLnTx/>
                <a:uFillTx/>
                <a:latin typeface="Consolas"/>
                <a:ea typeface="Consolas"/>
                <a:cs typeface="Consolas"/>
              </a:rPr>
            </a:br>
            <a:endParaRPr kumimoji="0" sz="20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0" i="0" u="none" strike="noStrike" kern="0" cap="none" spc="0" normalizeH="0" baseline="0" noProof="0">
                <a:ln>
                  <a:noFill/>
                </a:ln>
                <a:solidFill>
                  <a:srgbClr val="000000"/>
                </a:solidFill>
                <a:effectLst/>
                <a:uLnTx/>
                <a:uFillTx/>
                <a:latin typeface="Consolas"/>
                <a:ea typeface="Consolas"/>
                <a:cs typeface="Consolas"/>
              </a:rPr>
              <a:t>client = EventGridPublisherClient(</a:t>
            </a:r>
            <a:endParaRPr kumimoji="0" sz="20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0" i="0" u="none" strike="noStrike" kern="0" cap="none" spc="0" normalizeH="0" baseline="0" noProof="0">
                <a:ln>
                  <a:noFill/>
                </a:ln>
                <a:solidFill>
                  <a:srgbClr val="000000"/>
                </a:solidFill>
                <a:effectLst/>
                <a:uLnTx/>
                <a:uFillTx/>
                <a:latin typeface="Consolas"/>
                <a:ea typeface="Consolas"/>
                <a:cs typeface="Consolas"/>
              </a:rPr>
              <a:t>    endpoint, credential</a:t>
            </a:r>
            <a:endParaRPr kumimoji="0" sz="20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0" i="0" u="none" strike="noStrike" kern="0" cap="none" spc="0" normalizeH="0" baseline="0" noProof="0">
                <a:ln>
                  <a:noFill/>
                </a:ln>
                <a:solidFill>
                  <a:srgbClr val="000000"/>
                </a:solidFill>
                <a:effectLst/>
                <a:uLnTx/>
                <a:uFillTx/>
                <a:latin typeface="Consolas"/>
                <a:ea typeface="Consolas"/>
                <a:cs typeface="Consolas"/>
              </a:rPr>
              <a:t>)</a:t>
            </a:r>
            <a:br>
              <a:rPr kumimoji="0" sz="1400" b="0" i="0" u="none" strike="noStrike" kern="0" cap="none" spc="0" normalizeH="0" baseline="0" noProof="0">
                <a:ln>
                  <a:noFill/>
                </a:ln>
                <a:solidFill>
                  <a:srgbClr val="000000"/>
                </a:solidFill>
                <a:effectLst/>
                <a:uLnTx/>
                <a:uFillTx/>
                <a:latin typeface="Consolas"/>
                <a:ea typeface="Consolas"/>
                <a:cs typeface="Consolas"/>
              </a:rPr>
            </a:br>
            <a:endParaRPr kumimoji="0" sz="20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0" i="0" u="none" strike="noStrike" kern="0" cap="none" spc="0" normalizeH="0" baseline="0" noProof="0">
                <a:ln>
                  <a:noFill/>
                </a:ln>
                <a:solidFill>
                  <a:srgbClr val="000000"/>
                </a:solidFill>
                <a:effectLst/>
                <a:uLnTx/>
                <a:uFillTx/>
                <a:latin typeface="Consolas"/>
                <a:ea typeface="Consolas"/>
                <a:cs typeface="Consolas"/>
              </a:rPr>
              <a:t>event = CloudEvent(</a:t>
            </a:r>
            <a:endParaRPr kumimoji="0" sz="20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0" i="0" u="none" strike="noStrike" kern="0" cap="none" spc="0" normalizeH="0" baseline="0" noProof="0">
                <a:ln>
                  <a:noFill/>
                </a:ln>
                <a:solidFill>
                  <a:srgbClr val="000000"/>
                </a:solidFill>
                <a:effectLst/>
                <a:uLnTx/>
                <a:uFillTx/>
                <a:latin typeface="Consolas"/>
                <a:ea typeface="Consolas"/>
                <a:cs typeface="Consolas"/>
              </a:rPr>
              <a:t>    type=</a:t>
            </a:r>
            <a:r>
              <a:rPr kumimoji="0" sz="1400" b="0" i="0" u="none" strike="noStrike" kern="0" cap="none" spc="0" normalizeH="0" baseline="0" noProof="0">
                <a:ln>
                  <a:noFill/>
                </a:ln>
                <a:solidFill>
                  <a:srgbClr val="A31515"/>
                </a:solidFill>
                <a:effectLst/>
                <a:uLnTx/>
                <a:uFillTx/>
                <a:latin typeface="Consolas"/>
                <a:ea typeface="Consolas"/>
                <a:cs typeface="Consolas"/>
              </a:rPr>
              <a:t>"com.contoso.ai.InferenceCompleted"</a:t>
            </a:r>
            <a:r>
              <a:rPr kumimoji="0" sz="1400" b="0" i="0" u="none" strike="noStrike" kern="0" cap="none" spc="0" normalizeH="0" baseline="0" noProof="0">
                <a:ln>
                  <a:noFill/>
                </a:ln>
                <a:solidFill>
                  <a:srgbClr val="000000"/>
                </a:solidFill>
                <a:effectLst/>
                <a:uLnTx/>
                <a:uFillTx/>
                <a:latin typeface="Consolas"/>
                <a:ea typeface="Consolas"/>
                <a:cs typeface="Consolas"/>
              </a:rPr>
              <a:t>,</a:t>
            </a:r>
            <a:endParaRPr kumimoji="0" sz="20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0" i="0" u="none" strike="noStrike" kern="0" cap="none" spc="0" normalizeH="0" baseline="0" noProof="0">
                <a:ln>
                  <a:noFill/>
                </a:ln>
                <a:solidFill>
                  <a:srgbClr val="000000"/>
                </a:solidFill>
                <a:effectLst/>
                <a:uLnTx/>
                <a:uFillTx/>
                <a:latin typeface="Consolas"/>
                <a:ea typeface="Consolas"/>
                <a:cs typeface="Consolas"/>
              </a:rPr>
              <a:t>    source=</a:t>
            </a:r>
            <a:r>
              <a:rPr kumimoji="0" sz="1400" b="0" i="0" u="none" strike="noStrike" kern="0" cap="none" spc="0" normalizeH="0" baseline="0" noProof="0">
                <a:ln>
                  <a:noFill/>
                </a:ln>
                <a:solidFill>
                  <a:srgbClr val="A31515"/>
                </a:solidFill>
                <a:effectLst/>
                <a:uLnTx/>
                <a:uFillTx/>
                <a:latin typeface="Consolas"/>
                <a:ea typeface="Consolas"/>
                <a:cs typeface="Consolas"/>
              </a:rPr>
              <a:t>"/services/content-moderation"</a:t>
            </a:r>
            <a:r>
              <a:rPr kumimoji="0" sz="1400" b="0" i="0" u="none" strike="noStrike" kern="0" cap="none" spc="0" normalizeH="0" baseline="0" noProof="0">
                <a:ln>
                  <a:noFill/>
                </a:ln>
                <a:solidFill>
                  <a:srgbClr val="000000"/>
                </a:solidFill>
                <a:effectLst/>
                <a:uLnTx/>
                <a:uFillTx/>
                <a:latin typeface="Consolas"/>
                <a:ea typeface="Consolas"/>
                <a:cs typeface="Consolas"/>
              </a:rPr>
              <a:t>,</a:t>
            </a:r>
            <a:endParaRPr kumimoji="0" sz="20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0" i="0" u="none" strike="noStrike" kern="0" cap="none" spc="0" normalizeH="0" baseline="0" noProof="0">
                <a:ln>
                  <a:noFill/>
                </a:ln>
                <a:solidFill>
                  <a:srgbClr val="000000"/>
                </a:solidFill>
                <a:effectLst/>
                <a:uLnTx/>
                <a:uFillTx/>
                <a:latin typeface="Consolas"/>
                <a:ea typeface="Consolas"/>
                <a:cs typeface="Consolas"/>
              </a:rPr>
              <a:t>    data={</a:t>
            </a:r>
            <a:endParaRPr kumimoji="0" sz="20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0" i="0" u="none" strike="noStrike" kern="0" cap="none" spc="0" normalizeH="0" baseline="0" noProof="0">
                <a:ln>
                  <a:noFill/>
                </a:ln>
                <a:solidFill>
                  <a:srgbClr val="000000"/>
                </a:solidFill>
                <a:effectLst/>
                <a:uLnTx/>
                <a:uFillTx/>
                <a:latin typeface="Consolas"/>
                <a:ea typeface="Consolas"/>
                <a:cs typeface="Consolas"/>
              </a:rPr>
              <a:t>        </a:t>
            </a:r>
            <a:r>
              <a:rPr kumimoji="0" sz="1400" b="0" i="0" u="none" strike="noStrike" kern="0" cap="none" spc="0" normalizeH="0" baseline="0" noProof="0">
                <a:ln>
                  <a:noFill/>
                </a:ln>
                <a:solidFill>
                  <a:srgbClr val="A31515"/>
                </a:solidFill>
                <a:effectLst/>
                <a:uLnTx/>
                <a:uFillTx/>
                <a:latin typeface="Consolas"/>
                <a:ea typeface="Consolas"/>
                <a:cs typeface="Consolas"/>
              </a:rPr>
              <a:t>"requestId"</a:t>
            </a:r>
            <a:r>
              <a:rPr kumimoji="0" sz="1400" b="0" i="0" u="none" strike="noStrike" kern="0" cap="none" spc="0" normalizeH="0" baseline="0" noProof="0">
                <a:ln>
                  <a:noFill/>
                </a:ln>
                <a:solidFill>
                  <a:srgbClr val="000000"/>
                </a:solidFill>
                <a:effectLst/>
                <a:uLnTx/>
                <a:uFillTx/>
                <a:latin typeface="Consolas"/>
                <a:ea typeface="Consolas"/>
                <a:cs typeface="Consolas"/>
              </a:rPr>
              <a:t>: </a:t>
            </a:r>
            <a:r>
              <a:rPr kumimoji="0" sz="1400" b="0" i="0" u="none" strike="noStrike" kern="0" cap="none" spc="0" normalizeH="0" baseline="0" noProof="0">
                <a:ln>
                  <a:noFill/>
                </a:ln>
                <a:solidFill>
                  <a:srgbClr val="A31515"/>
                </a:solidFill>
                <a:effectLst/>
                <a:uLnTx/>
                <a:uFillTx/>
                <a:latin typeface="Consolas"/>
                <a:ea typeface="Consolas"/>
                <a:cs typeface="Consolas"/>
              </a:rPr>
              <a:t>"req-78901"</a:t>
            </a:r>
            <a:r>
              <a:rPr kumimoji="0" sz="1400" b="0" i="0" u="none" strike="noStrike" kern="0" cap="none" spc="0" normalizeH="0" baseline="0" noProof="0">
                <a:ln>
                  <a:noFill/>
                </a:ln>
                <a:solidFill>
                  <a:srgbClr val="000000"/>
                </a:solidFill>
                <a:effectLst/>
                <a:uLnTx/>
                <a:uFillTx/>
                <a:latin typeface="Consolas"/>
                <a:ea typeface="Consolas"/>
                <a:cs typeface="Consolas"/>
              </a:rPr>
              <a:t>,</a:t>
            </a:r>
            <a:endParaRPr kumimoji="0" sz="20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0" i="0" u="none" strike="noStrike" kern="0" cap="none" spc="0" normalizeH="0" baseline="0" noProof="0">
                <a:ln>
                  <a:noFill/>
                </a:ln>
                <a:solidFill>
                  <a:srgbClr val="000000"/>
                </a:solidFill>
                <a:effectLst/>
                <a:uLnTx/>
                <a:uFillTx/>
                <a:latin typeface="Consolas"/>
                <a:ea typeface="Consolas"/>
                <a:cs typeface="Consolas"/>
              </a:rPr>
              <a:t>        </a:t>
            </a:r>
            <a:r>
              <a:rPr kumimoji="0" sz="1400" b="0" i="0" u="none" strike="noStrike" kern="0" cap="none" spc="0" normalizeH="0" baseline="0" noProof="0">
                <a:ln>
                  <a:noFill/>
                </a:ln>
                <a:solidFill>
                  <a:srgbClr val="A31515"/>
                </a:solidFill>
                <a:effectLst/>
                <a:uLnTx/>
                <a:uFillTx/>
                <a:latin typeface="Consolas"/>
                <a:ea typeface="Consolas"/>
                <a:cs typeface="Consolas"/>
              </a:rPr>
              <a:t>"modelName"</a:t>
            </a:r>
            <a:r>
              <a:rPr kumimoji="0" sz="1400" b="0" i="0" u="none" strike="noStrike" kern="0" cap="none" spc="0" normalizeH="0" baseline="0" noProof="0">
                <a:ln>
                  <a:noFill/>
                </a:ln>
                <a:solidFill>
                  <a:srgbClr val="000000"/>
                </a:solidFill>
                <a:effectLst/>
                <a:uLnTx/>
                <a:uFillTx/>
                <a:latin typeface="Consolas"/>
                <a:ea typeface="Consolas"/>
                <a:cs typeface="Consolas"/>
              </a:rPr>
              <a:t>: </a:t>
            </a:r>
            <a:r>
              <a:rPr kumimoji="0" sz="1400" b="0" i="0" u="none" strike="noStrike" kern="0" cap="none" spc="0" normalizeH="0" baseline="0" noProof="0">
                <a:ln>
                  <a:noFill/>
                </a:ln>
                <a:solidFill>
                  <a:srgbClr val="A31515"/>
                </a:solidFill>
                <a:effectLst/>
                <a:uLnTx/>
                <a:uFillTx/>
                <a:latin typeface="Consolas"/>
                <a:ea typeface="Consolas"/>
                <a:cs typeface="Consolas"/>
              </a:rPr>
              <a:t>"classifier-v3"</a:t>
            </a:r>
            <a:r>
              <a:rPr kumimoji="0" sz="1400" b="0" i="0" u="none" strike="noStrike" kern="0" cap="none" spc="0" normalizeH="0" baseline="0" noProof="0">
                <a:ln>
                  <a:noFill/>
                </a:ln>
                <a:solidFill>
                  <a:srgbClr val="000000"/>
                </a:solidFill>
                <a:effectLst/>
                <a:uLnTx/>
                <a:uFillTx/>
                <a:latin typeface="Consolas"/>
                <a:ea typeface="Consolas"/>
                <a:cs typeface="Consolas"/>
              </a:rPr>
              <a:t>,</a:t>
            </a:r>
            <a:endParaRPr kumimoji="0" sz="20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0" i="0" u="none" strike="noStrike" kern="0" cap="none" spc="0" normalizeH="0" baseline="0" noProof="0">
                <a:ln>
                  <a:noFill/>
                </a:ln>
                <a:solidFill>
                  <a:srgbClr val="000000"/>
                </a:solidFill>
                <a:effectLst/>
                <a:uLnTx/>
                <a:uFillTx/>
                <a:latin typeface="Consolas"/>
                <a:ea typeface="Consolas"/>
                <a:cs typeface="Consolas"/>
              </a:rPr>
              <a:t>        </a:t>
            </a:r>
            <a:r>
              <a:rPr kumimoji="0" sz="1400" b="0" i="0" u="none" strike="noStrike" kern="0" cap="none" spc="0" normalizeH="0" baseline="0" noProof="0">
                <a:ln>
                  <a:noFill/>
                </a:ln>
                <a:solidFill>
                  <a:srgbClr val="A31515"/>
                </a:solidFill>
                <a:effectLst/>
                <a:uLnTx/>
                <a:uFillTx/>
                <a:latin typeface="Consolas"/>
                <a:ea typeface="Consolas"/>
                <a:cs typeface="Consolas"/>
              </a:rPr>
              <a:t>"status"</a:t>
            </a:r>
            <a:r>
              <a:rPr kumimoji="0" sz="1400" b="0" i="0" u="none" strike="noStrike" kern="0" cap="none" spc="0" normalizeH="0" baseline="0" noProof="0">
                <a:ln>
                  <a:noFill/>
                </a:ln>
                <a:solidFill>
                  <a:srgbClr val="000000"/>
                </a:solidFill>
                <a:effectLst/>
                <a:uLnTx/>
                <a:uFillTx/>
                <a:latin typeface="Consolas"/>
                <a:ea typeface="Consolas"/>
                <a:cs typeface="Consolas"/>
              </a:rPr>
              <a:t>: </a:t>
            </a:r>
            <a:r>
              <a:rPr kumimoji="0" sz="1400" b="0" i="0" u="none" strike="noStrike" kern="0" cap="none" spc="0" normalizeH="0" baseline="0" noProof="0">
                <a:ln>
                  <a:noFill/>
                </a:ln>
                <a:solidFill>
                  <a:srgbClr val="A31515"/>
                </a:solidFill>
                <a:effectLst/>
                <a:uLnTx/>
                <a:uFillTx/>
                <a:latin typeface="Consolas"/>
                <a:ea typeface="Consolas"/>
                <a:cs typeface="Consolas"/>
              </a:rPr>
              <a:t>"completed"</a:t>
            </a:r>
            <a:endParaRPr kumimoji="0" sz="20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0" i="0" u="none" strike="noStrike" kern="0" cap="none" spc="0" normalizeH="0" baseline="0" noProof="0">
                <a:ln>
                  <a:noFill/>
                </a:ln>
                <a:solidFill>
                  <a:srgbClr val="000000"/>
                </a:solidFill>
                <a:effectLst/>
                <a:uLnTx/>
                <a:uFillTx/>
                <a:latin typeface="Consolas"/>
                <a:ea typeface="Consolas"/>
                <a:cs typeface="Consolas"/>
              </a:rPr>
              <a:t>    },</a:t>
            </a:r>
            <a:endParaRPr kumimoji="0" sz="20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0" i="0" u="none" strike="noStrike" kern="0" cap="none" spc="0" normalizeH="0" baseline="0" noProof="0">
                <a:ln>
                  <a:noFill/>
                </a:ln>
                <a:solidFill>
                  <a:srgbClr val="000000"/>
                </a:solidFill>
                <a:effectLst/>
                <a:uLnTx/>
                <a:uFillTx/>
                <a:latin typeface="Consolas"/>
                <a:ea typeface="Consolas"/>
                <a:cs typeface="Consolas"/>
              </a:rPr>
              <a:t>    subject=</a:t>
            </a:r>
            <a:r>
              <a:rPr kumimoji="0" sz="1400" b="0" i="0" u="none" strike="noStrike" kern="0" cap="none" spc="0" normalizeH="0" baseline="0" noProof="0">
                <a:ln>
                  <a:noFill/>
                </a:ln>
                <a:solidFill>
                  <a:srgbClr val="A31515"/>
                </a:solidFill>
                <a:effectLst/>
                <a:uLnTx/>
                <a:uFillTx/>
                <a:latin typeface="Consolas"/>
                <a:ea typeface="Consolas"/>
                <a:cs typeface="Consolas"/>
              </a:rPr>
              <a:t>"/pipelines/moderation/classifier"</a:t>
            </a:r>
            <a:endParaRPr kumimoji="0" sz="20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0" i="0" u="none" strike="noStrike" kern="0" cap="none" spc="0" normalizeH="0" baseline="0" noProof="0">
                <a:ln>
                  <a:noFill/>
                </a:ln>
                <a:solidFill>
                  <a:srgbClr val="000000"/>
                </a:solidFill>
                <a:effectLst/>
                <a:uLnTx/>
                <a:uFillTx/>
                <a:latin typeface="Consolas"/>
                <a:ea typeface="Consolas"/>
                <a:cs typeface="Consolas"/>
              </a:rPr>
              <a:t>)</a:t>
            </a:r>
            <a:br>
              <a:rPr kumimoji="0" sz="1400" b="0" i="0" u="none" strike="noStrike" kern="0" cap="none" spc="0" normalizeH="0" baseline="0" noProof="0">
                <a:ln>
                  <a:noFill/>
                </a:ln>
                <a:solidFill>
                  <a:srgbClr val="000000"/>
                </a:solidFill>
                <a:effectLst/>
                <a:uLnTx/>
                <a:uFillTx/>
                <a:latin typeface="Consolas"/>
                <a:ea typeface="Consolas"/>
                <a:cs typeface="Consolas"/>
              </a:rPr>
            </a:br>
            <a:endParaRPr kumimoji="0" sz="2000" b="0" i="0" u="none" strike="noStrike" kern="0" cap="none" spc="0" normalizeH="0" baseline="0" noProof="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7428354" name="Title 1"/>
          <p:cNvSpPr>
            <a:spLocks noGrp="1"/>
          </p:cNvSpPr>
          <p:nvPr>
            <p:ph type="title"/>
          </p:nvPr>
        </p:nvSpPr>
        <p:spPr bwMode="auto">
          <a:xfrm>
            <a:off x="588261" y="585216"/>
            <a:ext cx="5653640" cy="427079"/>
          </a:xfrm>
        </p:spPr>
        <p:txBody>
          <a:bodyPr/>
          <a:lstStyle/>
          <a:p>
            <a:pPr>
              <a:defRPr/>
            </a:pPr>
            <a:r>
              <a:rPr lang="en-US" sz="2800"/>
              <a:t>Exercise</a:t>
            </a:r>
            <a:endParaRPr sz="2800"/>
          </a:p>
        </p:txBody>
      </p:sp>
      <p:pic>
        <p:nvPicPr>
          <p:cNvPr id="909449481" name="Picture Placeholder 6">
            <a:extLst>
              <a:ext uri="{C183D7F6-B498-43B3-948B-1728B52AA6E4}">
                <adec:decorative xmlns:adec="http://schemas.microsoft.com/office/drawing/2017/decorative" val="1"/>
              </a:ext>
            </a:extLst>
          </p:cNvPr>
          <p:cNvPicPr>
            <a:picLocks noGrp="1" noChangeAspect="1"/>
          </p:cNvPicPr>
          <p:nvPr>
            <p:ph type="pic" sz="quarter" idx="20"/>
          </p:nvPr>
        </p:nvPicPr>
        <p:blipFill rotWithShape="1">
          <a:blip r:embed="rId3"/>
          <a:srcRect l="118" r="117"/>
          <a:stretch/>
        </p:blipFill>
        <p:spPr bwMode="ltGray">
          <a:xfrm>
            <a:off x="7724774" y="2043464"/>
            <a:ext cx="4467225" cy="3307646"/>
          </a:xfrm>
          <a:prstGeom prst="rect">
            <a:avLst/>
          </a:prstGeom>
          <a:solidFill>
            <a:srgbClr val="F4F4F7"/>
          </a:solidFill>
          <a:ln>
            <a:noFill/>
          </a:ln>
        </p:spPr>
      </p:pic>
      <p:sp>
        <p:nvSpPr>
          <p:cNvPr id="1903061121" name="Text Placeholder 4"/>
          <p:cNvSpPr>
            <a:spLocks noGrp="1"/>
          </p:cNvSpPr>
          <p:nvPr>
            <p:ph type="body" sz="quarter" idx="16"/>
          </p:nvPr>
        </p:nvSpPr>
        <p:spPr bwMode="auto">
          <a:xfrm>
            <a:off x="584199" y="1594151"/>
            <a:ext cx="5656009" cy="244199"/>
          </a:xfrm>
        </p:spPr>
        <p:txBody>
          <a:bodyPr/>
          <a:lstStyle/>
          <a:p>
            <a:pPr>
              <a:defRPr/>
            </a:pPr>
            <a:r>
              <a:rPr lang="en-US" sz="1600" b="0" i="0" u="none" strike="noStrike" cap="none" spc="0">
                <a:solidFill>
                  <a:schemeClr val="tx1"/>
                </a:solidFill>
                <a:latin typeface="Segoe UI Semibold"/>
                <a:ea typeface="Segoe UI Semibold"/>
                <a:cs typeface="Segoe UI Semibold"/>
              </a:rPr>
              <a:t>Publish and receive events with Azure Event Grid</a:t>
            </a:r>
            <a:endParaRPr lang="en-US"/>
          </a:p>
        </p:txBody>
      </p:sp>
      <p:sp>
        <p:nvSpPr>
          <p:cNvPr id="1495142927" name="Text Placeholder 61"/>
          <p:cNvSpPr>
            <a:spLocks noGrp="1"/>
          </p:cNvSpPr>
          <p:nvPr>
            <p:ph type="body" sz="quarter" idx="15"/>
          </p:nvPr>
        </p:nvSpPr>
        <p:spPr bwMode="auto">
          <a:xfrm>
            <a:off x="585784" y="2447264"/>
            <a:ext cx="5656683" cy="2438759"/>
          </a:xfrm>
        </p:spPr>
        <p:txBody>
          <a:bodyPr vert="horz" wrap="square" lIns="0" tIns="0" rIns="0" bIns="0" rtlCol="0" anchor="t">
            <a:spAutoFit/>
          </a:bodyPr>
          <a:lstStyle/>
          <a:p>
            <a:pPr marL="0" indent="0">
              <a:buNone/>
              <a:defRPr/>
            </a:pPr>
            <a:r>
              <a:rPr lang="en-US" sz="1600" b="0" i="0" u="none" strike="noStrike" cap="none" spc="0">
                <a:solidFill>
                  <a:srgbClr val="000000"/>
                </a:solidFill>
                <a:latin typeface="Segoe UI"/>
                <a:ea typeface="Segoe UI"/>
                <a:cs typeface="Segoe UI"/>
              </a:rPr>
              <a:t>In this exercise, you deploy an Event Grid Namespace with a namespace topic and filtered event subscriptions, then build a Python Flask application that publishes content moderation events and receives them using pull delivery.</a:t>
            </a:r>
            <a:endParaRPr/>
          </a:p>
          <a:p>
            <a:pPr marL="0" indent="0">
              <a:buNone/>
              <a:defRPr/>
            </a:pPr>
            <a:endParaRPr lang="en-US">
              <a:cs typeface="Segoe UI"/>
            </a:endParaRPr>
          </a:p>
          <a:p>
            <a:pPr marL="0" indent="0">
              <a:buNone/>
              <a:defRPr/>
            </a:pPr>
            <a:r>
              <a:rPr lang="en-US">
                <a:latin typeface="Segoe UI Semibold"/>
                <a:cs typeface="Segoe UI Semibold"/>
              </a:rPr>
              <a:t>Estimated time:</a:t>
            </a:r>
            <a:r>
              <a:rPr lang="en-US">
                <a:cs typeface="Segoe UI"/>
              </a:rPr>
              <a:t> 30 minutes</a:t>
            </a:r>
            <a:endParaRPr/>
          </a:p>
          <a:p>
            <a:pPr>
              <a:defRPr/>
            </a:pPr>
            <a:endParaRPr lang="en-US">
              <a:cs typeface="Segoe UI"/>
            </a:endParaRPr>
          </a:p>
          <a:p>
            <a:pPr marL="0" indent="0">
              <a:buNone/>
              <a:defRPr/>
            </a:pPr>
            <a:r>
              <a:rPr lang="en-US">
                <a:cs typeface="Segoe UI"/>
              </a:rPr>
              <a:t>Start the exercise at:</a:t>
            </a:r>
            <a:endParaRPr lang="en-US"/>
          </a:p>
          <a:p>
            <a:pPr marL="0" indent="0">
              <a:buNone/>
              <a:defRPr/>
            </a:pPr>
            <a:r>
              <a:rPr lang="en-US" u="sng">
                <a:solidFill>
                  <a:schemeClr val="hlink"/>
                </a:solidFill>
                <a:latin typeface="Segoe UI"/>
                <a:cs typeface="Segoe UI"/>
                <a:hlinkClick r:id="rId4"/>
              </a:rPr>
              <a:t>https://go.microsoft.com/fwlink/?linkid=2352234</a:t>
            </a:r>
            <a:endParaRPr/>
          </a:p>
          <a:p>
            <a:pPr marL="0" indent="0">
              <a:buNone/>
              <a:defRPr/>
            </a:pPr>
            <a:endParaRPr lang="en-US"/>
          </a:p>
        </p:txBody>
      </p:sp>
      <p:sp>
        <p:nvSpPr>
          <p:cNvPr id="1170454490" name="Footer Placeholder 4"/>
          <p:cNvSpPr>
            <a:spLocks noGrp="1"/>
          </p:cNvSpPr>
          <p:nvPr>
            <p:ph type="ftr" sz="quarter" idx="3"/>
          </p:nvPr>
        </p:nvSpPr>
        <p:spPr bwMode="auto">
          <a:xfrm>
            <a:off x="579438" y="6421083"/>
            <a:ext cx="4151312" cy="197976"/>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UI"/>
                <a:cs typeface="Arial"/>
              </a:rPr>
              <a:t>© Copyright Microsoft Corporation. All rights reserved.</a:t>
            </a:r>
          </a:p>
        </p:txBody>
      </p:sp>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Title 2">
            <a:extLst>
              <a:ext uri="{FF2B5EF4-FFF2-40B4-BE49-F238E27FC236}">
                <a16:creationId xmlns:a16="http://schemas.microsoft.com/office/drawing/2014/main" id="{82D9D8F1-F167-8EF3-6030-E1E13B84A3FF}"/>
              </a:ext>
            </a:extLst>
          </p:cNvPr>
          <p:cNvSpPr>
            <a:spLocks noGrp="1"/>
          </p:cNvSpPr>
          <p:nvPr>
            <p:ph type="title"/>
          </p:nvPr>
        </p:nvSpPr>
        <p:spPr/>
        <p:txBody>
          <a:bodyPr/>
          <a:lstStyle/>
          <a:p>
            <a:r>
              <a:rPr lang="en-US" dirty="0"/>
              <a:t>Module 3: </a:t>
            </a:r>
            <a:r>
              <a:rPr lang="en-US" spc="-49" dirty="0">
                <a:ea typeface="Segoe UI"/>
              </a:rPr>
              <a:t>Build serverless AI backends with Azure Functions</a:t>
            </a:r>
            <a:endParaRPr lang="en-US" dirty="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07678461" name="Title 1"/>
          <p:cNvSpPr>
            <a:spLocks noGrp="1"/>
          </p:cNvSpPr>
          <p:nvPr>
            <p:ph type="title"/>
          </p:nvPr>
        </p:nvSpPr>
        <p:spPr bwMode="auto"/>
        <p:txBody>
          <a:bodyPr/>
          <a:lstStyle/>
          <a:p>
            <a:pPr>
              <a:defRPr/>
            </a:pPr>
            <a:r>
              <a:rPr lang="en-US" sz="2600" b="0" i="0" u="none" strike="noStrike" cap="none" spc="0">
                <a:solidFill>
                  <a:schemeClr val="tx1"/>
                </a:solidFill>
                <a:latin typeface="Segoe UI Semibold"/>
                <a:ea typeface="Segoe UI Semibold"/>
                <a:cs typeface="Segoe UI Semibold"/>
              </a:rPr>
              <a:t>Understand Azure Functions hosting and scaling for AI workloads</a:t>
            </a:r>
            <a:endParaRPr sz="2600"/>
          </a:p>
        </p:txBody>
      </p:sp>
      <p:sp>
        <p:nvSpPr>
          <p:cNvPr id="657227078" name="TextBox 2"/>
          <p:cNvSpPr txBox="1"/>
          <p:nvPr/>
        </p:nvSpPr>
        <p:spPr bwMode="auto">
          <a:xfrm>
            <a:off x="457200" y="1225296"/>
            <a:ext cx="5205299" cy="4952026"/>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1800" b="0" i="0" u="none" strike="noStrike" kern="0" cap="none" spc="0" normalizeH="0" baseline="0" noProof="0">
                <a:ln>
                  <a:noFill/>
                </a:ln>
                <a:solidFill>
                  <a:prstClr val="black"/>
                </a:solidFill>
                <a:effectLst/>
                <a:uLnTx/>
                <a:uFillTx/>
                <a:latin typeface="Segoe UI Semibold"/>
                <a:ea typeface="Segoe UI Semibold"/>
                <a:cs typeface="Segoe UI Semibold"/>
              </a:rPr>
              <a:t>Cold start:</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Delay when a new instance is allocated and dependencies are loaded</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AI workloads amplify it: large libraries, model loading, connection warmup</a:t>
            </a:r>
            <a:endParaRPr kumimoji="0" lang="en-US"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1800" b="0" i="0" u="none" strike="noStrike" kern="0" cap="none" spc="0" normalizeH="0" baseline="0" noProof="0">
                <a:ln>
                  <a:noFill/>
                </a:ln>
                <a:solidFill>
                  <a:prstClr val="black"/>
                </a:solidFill>
                <a:effectLst/>
                <a:uLnTx/>
                <a:uFillTx/>
                <a:latin typeface="Segoe UI Semibold"/>
                <a:ea typeface="Segoe UI Semibold"/>
                <a:cs typeface="Segoe UI Semibold"/>
              </a:rPr>
              <a:t>Flex Consumption vs Premium:</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Flex Consumption: per-function scaling, always-ready instances, scales to zero</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Premium: pre-warmed workers, no cold starts, custom container support</a:t>
            </a:r>
            <a:endParaRPr kumimoji="0" sz="1800" b="0" i="0" u="none" strike="noStrike" kern="0" cap="none" spc="0" normalizeH="0" baseline="0" noProof="0">
              <a:ln>
                <a:noFill/>
              </a:ln>
              <a:solidFill>
                <a:prstClr val="black"/>
              </a:solidFill>
              <a:effectLst/>
              <a:uLnTx/>
              <a:uFillTx/>
              <a:latin typeface="Segoe UI"/>
              <a:cs typeface="Arial"/>
            </a:endParaRPr>
          </a:p>
        </p:txBody>
      </p:sp>
      <p:sp>
        <p:nvSpPr>
          <p:cNvPr id="385961785" name="TextBox 2"/>
          <p:cNvSpPr txBox="1"/>
          <p:nvPr/>
        </p:nvSpPr>
        <p:spPr bwMode="auto">
          <a:xfrm>
            <a:off x="6237013" y="1268213"/>
            <a:ext cx="5205298" cy="4952026"/>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1800" b="0" i="0" u="none" strike="noStrike" kern="0" cap="none" spc="0" normalizeH="0" baseline="0" noProof="0">
                <a:ln>
                  <a:noFill/>
                </a:ln>
                <a:solidFill>
                  <a:prstClr val="black"/>
                </a:solidFill>
                <a:effectLst/>
                <a:uLnTx/>
                <a:uFillTx/>
                <a:latin typeface="Segoe UI Semibold"/>
                <a:ea typeface="Segoe UI Semibold"/>
                <a:cs typeface="Segoe UI Semibold"/>
              </a:rPr>
              <a:t>Scaling and concurrency:</a:t>
            </a:r>
            <a:endParaRPr kumimoji="0" lang="en-US" sz="1800" b="0" i="0" u="none" strike="noStrike" kern="0" cap="none" spc="0" normalizeH="0" baseline="0" noProof="0">
              <a:ln>
                <a:noFill/>
              </a:ln>
              <a:solidFill>
                <a:prstClr val="black"/>
              </a:solidFill>
              <a:effectLst/>
              <a:uLnTx/>
              <a:uFillTx/>
              <a:latin typeface="Segoe UI Semibold"/>
              <a:cs typeface="Segoe UI Semibold"/>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Each trigger type scales independently on its own instances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Lower concurrency isolates resources per invocation</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Instance memory determines CPU: 2,048 MB = one vCPU, 4,096 MB = two vCPU</a:t>
            </a:r>
            <a:endParaRPr kumimoji="0" lang="en-US"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1800" b="0" i="0" u="none" strike="noStrike" kern="0" cap="none" spc="0" normalizeH="0" baseline="0" noProof="0">
                <a:ln>
                  <a:noFill/>
                </a:ln>
                <a:solidFill>
                  <a:prstClr val="black"/>
                </a:solidFill>
                <a:effectLst/>
                <a:uLnTx/>
                <a:uFillTx/>
                <a:latin typeface="Segoe UI Semibold"/>
                <a:ea typeface="Segoe UI Semibold"/>
                <a:cs typeface="Segoe UI Semibold"/>
              </a:rPr>
              <a:t>Long-running tasks: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HTTP triggers face a 230-second load balancer timeout</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Async request-reply: accept request, queue work, return 202</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Queue-triggered processor runs with no timeout constraint</a:t>
            </a:r>
            <a:endParaRPr kumimoji="0" sz="1800" b="0" i="0" u="none" strike="noStrike" kern="0" cap="none" spc="0" normalizeH="0" baseline="0" noProof="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98322675" name="Title 1"/>
          <p:cNvSpPr>
            <a:spLocks noGrp="1"/>
          </p:cNvSpPr>
          <p:nvPr>
            <p:ph type="title"/>
          </p:nvPr>
        </p:nvSpPr>
        <p:spPr bwMode="auto"/>
        <p:txBody>
          <a:bodyPr/>
          <a:lstStyle/>
          <a:p>
            <a:pPr>
              <a:defRPr/>
            </a:pPr>
            <a:r>
              <a:rPr lang="en-US" sz="2800" b="0" i="0" u="none" strike="noStrike" cap="none" spc="0">
                <a:solidFill>
                  <a:schemeClr val="tx1"/>
                </a:solidFill>
                <a:latin typeface="Segoe UI Semibold"/>
                <a:ea typeface="Segoe UI Semibold"/>
                <a:cs typeface="Segoe UI Semibold"/>
              </a:rPr>
              <a:t>Set up the local development environment for Functions</a:t>
            </a:r>
            <a:endParaRPr lang="en-US" sz="2800"/>
          </a:p>
        </p:txBody>
      </p:sp>
      <p:sp>
        <p:nvSpPr>
          <p:cNvPr id="1496025995" name="TextBox 2"/>
          <p:cNvSpPr txBox="1"/>
          <p:nvPr/>
        </p:nvSpPr>
        <p:spPr bwMode="auto">
          <a:xfrm>
            <a:off x="582238" y="1229357"/>
            <a:ext cx="10751467" cy="4843370"/>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1800" b="0" i="0" u="none" strike="noStrike" kern="0" cap="none" spc="0" normalizeH="0" baseline="0" noProof="0">
                <a:ln>
                  <a:noFill/>
                </a:ln>
                <a:solidFill>
                  <a:prstClr val="black"/>
                </a:solidFill>
                <a:effectLst/>
                <a:uLnTx/>
                <a:uFillTx/>
                <a:latin typeface="Segoe UI Semibold"/>
                <a:ea typeface="Segoe UI Semibold"/>
                <a:cs typeface="Segoe UI Semibold"/>
              </a:rPr>
              <a:t>Core Tools and project structure:</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Core Tools provides the local Functions runtime</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Python v2: single </a:t>
            </a:r>
            <a:r>
              <a:rPr kumimoji="0" lang="en-US" sz="1800" b="0" i="0" u="none" strike="noStrike" kern="0" cap="none" spc="0" normalizeH="0" baseline="0" noProof="0">
                <a:ln>
                  <a:noFill/>
                </a:ln>
                <a:solidFill>
                  <a:prstClr val="black"/>
                </a:solidFill>
                <a:effectLst/>
                <a:uLnTx/>
                <a:uFillTx/>
                <a:latin typeface="Consolas"/>
                <a:ea typeface="Consolas"/>
                <a:cs typeface="Consolas"/>
              </a:rPr>
              <a:t>function_app.py</a:t>
            </a:r>
            <a:r>
              <a:rPr kumimoji="0" lang="en-US" sz="1800" b="0" i="0" u="none" strike="noStrike" kern="0" cap="none" spc="0" normalizeH="0" baseline="0" noProof="0">
                <a:ln>
                  <a:noFill/>
                </a:ln>
                <a:solidFill>
                  <a:prstClr val="black"/>
                </a:solidFill>
                <a:effectLst/>
                <a:uLnTx/>
                <a:uFillTx/>
                <a:latin typeface="Segoe UI"/>
                <a:ea typeface="Segoe UI"/>
                <a:cs typeface="Segoe UI"/>
              </a:rPr>
              <a:t> with decorator-based definitions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Consolas"/>
                <a:ea typeface="Consolas"/>
                <a:cs typeface="Consolas"/>
              </a:rPr>
              <a:t>host.json</a:t>
            </a:r>
            <a:r>
              <a:rPr kumimoji="0" lang="en-US" sz="1800" b="0" i="0" u="none" strike="noStrike" kern="0" cap="none" spc="0" normalizeH="0" baseline="0" noProof="0">
                <a:ln>
                  <a:noFill/>
                </a:ln>
                <a:solidFill>
                  <a:prstClr val="black"/>
                </a:solidFill>
                <a:effectLst/>
                <a:uLnTx/>
                <a:uFillTx/>
                <a:latin typeface="Segoe UI"/>
                <a:ea typeface="Segoe UI"/>
                <a:cs typeface="Segoe UI"/>
              </a:rPr>
              <a:t> for runtime config, </a:t>
            </a:r>
            <a:r>
              <a:rPr kumimoji="0" lang="en-US" sz="1800" b="0" i="0" u="none" strike="noStrike" kern="0" cap="none" spc="0" normalizeH="0" baseline="0" noProof="0">
                <a:ln>
                  <a:noFill/>
                </a:ln>
                <a:solidFill>
                  <a:prstClr val="black"/>
                </a:solidFill>
                <a:effectLst/>
                <a:uLnTx/>
                <a:uFillTx/>
                <a:latin typeface="Consolas"/>
                <a:ea typeface="Consolas"/>
                <a:cs typeface="Consolas"/>
              </a:rPr>
              <a:t>local.settings.json</a:t>
            </a:r>
            <a:r>
              <a:rPr kumimoji="0" lang="en-US" sz="1800" b="0" i="0" u="none" strike="noStrike" kern="0" cap="none" spc="0" normalizeH="0" baseline="0" noProof="0">
                <a:ln>
                  <a:noFill/>
                </a:ln>
                <a:solidFill>
                  <a:prstClr val="black"/>
                </a:solidFill>
                <a:effectLst/>
                <a:uLnTx/>
                <a:uFillTx/>
                <a:latin typeface="Segoe UI"/>
                <a:ea typeface="Segoe UI"/>
                <a:cs typeface="Segoe UI"/>
              </a:rPr>
              <a:t> for local settings</a:t>
            </a:r>
            <a:endParaRPr kumimoji="0" lang="en-US"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1799"/>
              </a:spcBef>
              <a:spcAft>
                <a:spcPts val="359"/>
              </a:spcAft>
              <a:buClrTx/>
              <a:buSzTx/>
              <a:buFontTx/>
              <a:buNone/>
              <a:tabLst/>
              <a:defRPr/>
            </a:pPr>
            <a:r>
              <a:rPr kumimoji="0" lang="en-US" sz="1800" b="0" i="0" u="none" strike="noStrike" kern="0" cap="none" spc="0" normalizeH="0" baseline="0" noProof="0">
                <a:ln>
                  <a:noFill/>
                </a:ln>
                <a:solidFill>
                  <a:prstClr val="black"/>
                </a:solidFill>
                <a:effectLst/>
                <a:uLnTx/>
                <a:uFillTx/>
                <a:latin typeface="Segoe UI Semibold"/>
                <a:ea typeface="Segoe UI Semibold"/>
                <a:cs typeface="Segoe UI Semibold"/>
              </a:rPr>
              <a:t>Local development workflow:</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Azurite emulates storage locally, required even for non-storage triggers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F5 in VS Code launches Core Tools with debugger attached</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Sync settings with Azure: </a:t>
            </a:r>
            <a:r>
              <a:rPr kumimoji="0" lang="en-US" sz="1800" b="0" i="0" u="none" strike="noStrike" kern="0" cap="none" spc="0" normalizeH="0" baseline="0" noProof="0">
                <a:ln>
                  <a:noFill/>
                </a:ln>
                <a:solidFill>
                  <a:prstClr val="black"/>
                </a:solidFill>
                <a:effectLst/>
                <a:uLnTx/>
                <a:uFillTx/>
                <a:latin typeface="Consolas"/>
                <a:ea typeface="Consolas"/>
                <a:cs typeface="Consolas"/>
              </a:rPr>
              <a:t>func azure functionapp fetch-app-settings</a:t>
            </a:r>
            <a:endParaRPr kumimoji="0" sz="1800" b="0" i="0" u="none" strike="noStrike" kern="0" cap="none" spc="0" normalizeH="0" baseline="0" noProof="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05257231" name="Title 1"/>
          <p:cNvSpPr>
            <a:spLocks noGrp="1"/>
          </p:cNvSpPr>
          <p:nvPr>
            <p:ph type="title"/>
          </p:nvPr>
        </p:nvSpPr>
        <p:spPr bwMode="auto"/>
        <p:txBody>
          <a:bodyPr/>
          <a:lstStyle/>
          <a:p>
            <a:pPr>
              <a:defRPr/>
            </a:pPr>
            <a:r>
              <a:rPr lang="en-US" sz="2800" b="0" i="0" u="none" strike="noStrike" cap="none" spc="0">
                <a:solidFill>
                  <a:schemeClr val="tx1"/>
                </a:solidFill>
                <a:latin typeface="Segoe UI Semibold"/>
                <a:ea typeface="Segoe UI Semibold"/>
                <a:cs typeface="Segoe UI Semibold"/>
              </a:rPr>
              <a:t>Create triggers and bindings for AI integration patterns (1 of 2)</a:t>
            </a:r>
            <a:endParaRPr lang="en-US" sz="2800"/>
          </a:p>
        </p:txBody>
      </p:sp>
      <p:sp>
        <p:nvSpPr>
          <p:cNvPr id="392287359" name="TextBox 2"/>
          <p:cNvSpPr txBox="1"/>
          <p:nvPr/>
        </p:nvSpPr>
        <p:spPr bwMode="auto">
          <a:xfrm>
            <a:off x="457198" y="1226082"/>
            <a:ext cx="4876852" cy="4405824"/>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1800" b="0" i="0" u="none" strike="noStrike" kern="0" cap="none" spc="0" normalizeH="0" baseline="0" noProof="0">
                <a:ln>
                  <a:noFill/>
                </a:ln>
                <a:solidFill>
                  <a:prstClr val="black"/>
                </a:solidFill>
                <a:effectLst/>
                <a:uLnTx/>
                <a:uFillTx/>
                <a:latin typeface="Segoe UI Semibold"/>
                <a:ea typeface="Segoe UI Semibold"/>
                <a:cs typeface="Segoe UI Semibold"/>
              </a:rPr>
              <a:t>HTTP triggers for inference:</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Consolas"/>
                <a:ea typeface="Consolas"/>
                <a:cs typeface="Consolas"/>
              </a:rPr>
              <a:t>@app.route()</a:t>
            </a:r>
            <a:r>
              <a:rPr kumimoji="0" lang="en-US" sz="1800" b="0" i="0" u="none" strike="noStrike" kern="0" cap="none" spc="0" normalizeH="0" baseline="0" noProof="0">
                <a:ln>
                  <a:noFill/>
                </a:ln>
                <a:solidFill>
                  <a:prstClr val="black"/>
                </a:solidFill>
                <a:effectLst/>
                <a:uLnTx/>
                <a:uFillTx/>
                <a:latin typeface="Segoe UI"/>
                <a:ea typeface="Segoe UI"/>
                <a:cs typeface="Segoe UI"/>
              </a:rPr>
              <a:t> decorator with route, methods, and auth level</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Returns response directly to the caller</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230-second timeout from Azure Load Balancer</a:t>
            </a:r>
            <a:endParaRPr kumimoji="0" lang="en-US"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1800" b="0" i="0" u="none" strike="noStrike" kern="0" cap="none" spc="0" normalizeH="0" baseline="0" noProof="0">
                <a:ln>
                  <a:noFill/>
                </a:ln>
                <a:solidFill>
                  <a:prstClr val="black"/>
                </a:solidFill>
                <a:effectLst/>
                <a:uLnTx/>
                <a:uFillTx/>
                <a:latin typeface="Segoe UI Semibold"/>
                <a:ea typeface="Segoe UI Semibold"/>
                <a:cs typeface="Segoe UI Semibold"/>
              </a:rPr>
              <a:t>Service Bus triggers for batch processing:</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Consolas"/>
                <a:ea typeface="Consolas"/>
                <a:cs typeface="Consolas"/>
              </a:rPr>
              <a:t>@app.service_bus_queue_trigger()</a:t>
            </a:r>
            <a:r>
              <a:rPr kumimoji="0" lang="en-US" sz="1800" b="0" i="0" u="none" strike="noStrike" kern="0" cap="none" spc="0" normalizeH="0" baseline="0" noProof="0">
                <a:ln>
                  <a:noFill/>
                </a:ln>
                <a:solidFill>
                  <a:prstClr val="black"/>
                </a:solidFill>
                <a:effectLst/>
                <a:uLnTx/>
                <a:uFillTx/>
                <a:latin typeface="Segoe UI"/>
                <a:ea typeface="Segoe UI"/>
                <a:cs typeface="Segoe UI"/>
              </a:rPr>
              <a:t> picks up queued work items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Consolas"/>
                <a:ea typeface="Consolas"/>
                <a:cs typeface="Consolas"/>
              </a:rPr>
              <a:t>maxConcurrentCalls</a:t>
            </a:r>
            <a:r>
              <a:rPr kumimoji="0" lang="en-US" sz="1800" b="0" i="0" u="none" strike="noStrike" kern="0" cap="none" spc="0" normalizeH="0" baseline="0" noProof="0">
                <a:ln>
                  <a:noFill/>
                </a:ln>
                <a:solidFill>
                  <a:prstClr val="black"/>
                </a:solidFill>
                <a:effectLst/>
                <a:uLnTx/>
                <a:uFillTx/>
                <a:latin typeface="Segoe UI"/>
                <a:ea typeface="Segoe UI"/>
                <a:cs typeface="Segoe UI"/>
              </a:rPr>
              <a:t> in host.json controls parallelism per instance</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Dead-letter sub-queue catches repeatedly failing messages</a:t>
            </a:r>
            <a:endParaRPr kumimoji="0" sz="18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Segoe UI"/>
              <a:cs typeface="Arial"/>
            </a:endParaRPr>
          </a:p>
        </p:txBody>
      </p:sp>
      <p:sp>
        <p:nvSpPr>
          <p:cNvPr id="1233222354" name=" 1233222353"/>
          <p:cNvSpPr/>
          <p:nvPr/>
        </p:nvSpPr>
        <p:spPr bwMode="auto">
          <a:xfrm>
            <a:off x="6189033" y="1334200"/>
            <a:ext cx="5490776" cy="448091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8000"/>
                </a:solidFill>
                <a:effectLst/>
                <a:uLnTx/>
                <a:uFillTx/>
                <a:latin typeface="Consolas"/>
                <a:ea typeface="Consolas"/>
                <a:cs typeface="Consolas"/>
              </a:rPr>
              <a:t># HTTP trigger - inference endpoint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@app.route(</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route=</a:t>
            </a:r>
            <a:r>
              <a:rPr kumimoji="0" sz="1600" b="0" i="0" u="none" strike="noStrike" kern="0" cap="none" spc="0" normalizeH="0" baseline="0" noProof="0">
                <a:ln>
                  <a:noFill/>
                </a:ln>
                <a:solidFill>
                  <a:srgbClr val="A31515"/>
                </a:solidFill>
                <a:effectLst/>
                <a:uLnTx/>
                <a:uFillTx/>
                <a:latin typeface="Consolas"/>
                <a:ea typeface="Consolas"/>
                <a:cs typeface="Consolas"/>
              </a:rPr>
              <a:t>"classify"</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methods=[</a:t>
            </a:r>
            <a:r>
              <a:rPr kumimoji="0" sz="1600" b="0" i="0" u="none" strike="noStrike" kern="0" cap="none" spc="0" normalizeH="0" baseline="0" noProof="0">
                <a:ln>
                  <a:noFill/>
                </a:ln>
                <a:solidFill>
                  <a:srgbClr val="A31515"/>
                </a:solidFill>
                <a:effectLst/>
                <a:uLnTx/>
                <a:uFillTx/>
                <a:latin typeface="Consolas"/>
                <a:ea typeface="Consolas"/>
                <a:cs typeface="Consolas"/>
              </a:rPr>
              <a:t>"POST"</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auth_level=func.AuthLevel.FUNCTION</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def</a:t>
            </a:r>
            <a:r>
              <a:rPr kumimoji="0" sz="1600" b="0" i="0" u="none" strike="noStrike" kern="0" cap="none" spc="0" normalizeH="0" baseline="0" noProof="0">
                <a:ln>
                  <a:noFill/>
                </a:ln>
                <a:solidFill>
                  <a:srgbClr val="000000"/>
                </a:solidFill>
                <a:effectLst/>
                <a:uLnTx/>
                <a:uFillTx/>
                <a:latin typeface="Consolas"/>
                <a:ea typeface="Consolas"/>
                <a:cs typeface="Consolas"/>
              </a:rPr>
              <a:t> classify_document(req):</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payload = req.get_json()</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result = perform_classification(</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payload.get(</a:t>
            </a:r>
            <a:r>
              <a:rPr kumimoji="0" sz="1600" b="0" i="0" u="none" strike="noStrike" kern="0" cap="none" spc="0" normalizeH="0" baseline="0" noProof="0">
                <a:ln>
                  <a:noFill/>
                </a:ln>
                <a:solidFill>
                  <a:srgbClr val="A31515"/>
                </a:solidFill>
                <a:effectLst/>
                <a:uLnTx/>
                <a:uFillTx/>
                <a:latin typeface="Consolas"/>
                <a:ea typeface="Consolas"/>
                <a:cs typeface="Consolas"/>
              </a:rPr>
              <a:t>"text"</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return</a:t>
            </a:r>
            <a:r>
              <a:rPr kumimoji="0" sz="1600" b="0" i="0" u="none" strike="noStrike" kern="0" cap="none" spc="0" normalizeH="0" baseline="0" noProof="0">
                <a:ln>
                  <a:noFill/>
                </a:ln>
                <a:solidFill>
                  <a:srgbClr val="000000"/>
                </a:solidFill>
                <a:effectLst/>
                <a:uLnTx/>
                <a:uFillTx/>
                <a:latin typeface="Consolas"/>
                <a:ea typeface="Consolas"/>
                <a:cs typeface="Consolas"/>
              </a:rPr>
              <a:t> func.HttpResponse(</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json.dumps(</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"category"</a:t>
            </a:r>
            <a:r>
              <a:rPr kumimoji="0" sz="1600" b="0" i="0" u="none" strike="noStrike" kern="0" cap="none" spc="0" normalizeH="0" baseline="0" noProof="0">
                <a:ln>
                  <a:noFill/>
                </a:ln>
                <a:solidFill>
                  <a:srgbClr val="000000"/>
                </a:solidFill>
                <a:effectLst/>
                <a:uLnTx/>
                <a:uFillTx/>
                <a:latin typeface="Consolas"/>
                <a:ea typeface="Consolas"/>
                <a:cs typeface="Consolas"/>
              </a:rPr>
              <a:t>: result}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status_code=</a:t>
            </a:r>
            <a:r>
              <a:rPr kumimoji="0" sz="1600" b="0" i="0" u="none" strike="noStrike" kern="0" cap="none" spc="0" normalizeH="0" baseline="0" noProof="0">
                <a:ln>
                  <a:noFill/>
                </a:ln>
                <a:solidFill>
                  <a:srgbClr val="098658"/>
                </a:solidFill>
                <a:effectLst/>
                <a:uLnTx/>
                <a:uFillTx/>
                <a:latin typeface="Consolas"/>
                <a:ea typeface="Consolas"/>
                <a:cs typeface="Consolas"/>
              </a:rPr>
              <a:t>200</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mimetype=</a:t>
            </a:r>
            <a:r>
              <a:rPr kumimoji="0" sz="1600" b="0" i="0" u="none" strike="noStrike" kern="0" cap="none" spc="0" normalizeH="0" baseline="0" noProof="0">
                <a:ln>
                  <a:noFill/>
                </a:ln>
                <a:solidFill>
                  <a:srgbClr val="A31515"/>
                </a:solidFill>
                <a:effectLst/>
                <a:uLnTx/>
                <a:uFillTx/>
                <a:latin typeface="Consolas"/>
                <a:ea typeface="Consolas"/>
                <a:cs typeface="Consolas"/>
              </a:rPr>
              <a:t>"application/json"</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endParaRPr kumimoji="0" sz="2200" b="0" i="0" u="none" strike="noStrike" kern="0" cap="none" spc="0" normalizeH="0" baseline="0" noProof="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47770319" name="Title 1"/>
          <p:cNvSpPr>
            <a:spLocks noGrp="1"/>
          </p:cNvSpPr>
          <p:nvPr>
            <p:ph type="title"/>
          </p:nvPr>
        </p:nvSpPr>
        <p:spPr bwMode="auto"/>
        <p:txBody>
          <a:bodyPr/>
          <a:lstStyle/>
          <a:p>
            <a:pPr>
              <a:defRPr/>
            </a:pPr>
            <a:r>
              <a:rPr lang="en-US" sz="2800" b="0" i="0" u="none" strike="noStrike" cap="none" spc="0">
                <a:solidFill>
                  <a:schemeClr val="tx1"/>
                </a:solidFill>
                <a:latin typeface="Segoe UI Semibold"/>
                <a:ea typeface="Segoe UI Semibold"/>
                <a:cs typeface="Segoe UI Semibold"/>
              </a:rPr>
              <a:t>Create triggers and bindings for AI integration patterns (2 of 2)</a:t>
            </a:r>
            <a:endParaRPr lang="en-US" sz="2800"/>
          </a:p>
        </p:txBody>
      </p:sp>
      <p:sp>
        <p:nvSpPr>
          <p:cNvPr id="1146802264" name="TextBox 2"/>
          <p:cNvSpPr txBox="1"/>
          <p:nvPr/>
        </p:nvSpPr>
        <p:spPr bwMode="auto">
          <a:xfrm>
            <a:off x="457198" y="1226082"/>
            <a:ext cx="4997283" cy="4405824"/>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Output bindings: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287"/>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Write results to storage without SDK boilerplate</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287"/>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Runtime handles connection, auth, and serialization</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287"/>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Targets: Blob Storage, Cosmos DB, Service Bus</a:t>
            </a:r>
            <a:endParaRPr kumimoji="0" lang="en-US" sz="1800" b="0" i="0" u="none" strike="noStrike" kern="0" cap="none" spc="0" normalizeH="0" baseline="0" noProof="0">
              <a:ln>
                <a:noFill/>
              </a:ln>
              <a:solidFill>
                <a:prstClr val="black"/>
              </a:solidFill>
              <a:effectLst/>
              <a:uLnTx/>
              <a:uFillTx/>
              <a:latin typeface="Segoe UI"/>
              <a:cs typeface="Segoe UI"/>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SDK clients for AI services: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287"/>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Use for services without bindings: Document Intelligence, OpenAI, AI Search</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287"/>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Initialize clients at module level for reuse across invocations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287"/>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Consolas"/>
                <a:ea typeface="Consolas"/>
                <a:cs typeface="Consolas"/>
              </a:rPr>
              <a:t>DefaultAzureCredential</a:t>
            </a:r>
            <a:r>
              <a:rPr kumimoji="0" lang="en-US" sz="1800" b="0" i="0" u="none" strike="noStrike" kern="0" cap="none" spc="0" normalizeH="0" baseline="0" noProof="0">
                <a:ln>
                  <a:noFill/>
                </a:ln>
                <a:solidFill>
                  <a:prstClr val="black"/>
                </a:solidFill>
                <a:effectLst/>
                <a:uLnTx/>
                <a:uFillTx/>
                <a:latin typeface="Segoe UI"/>
                <a:ea typeface="Segoe UI"/>
                <a:cs typeface="Segoe UI"/>
              </a:rPr>
              <a:t> works locally and in production</a:t>
            </a:r>
            <a:endParaRPr kumimoji="0" sz="18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Segoe UI"/>
              <a:cs typeface="Arial"/>
            </a:endParaRPr>
          </a:p>
        </p:txBody>
      </p:sp>
      <p:sp>
        <p:nvSpPr>
          <p:cNvPr id="1738325310" name=" 1738325309"/>
          <p:cNvSpPr/>
          <p:nvPr/>
        </p:nvSpPr>
        <p:spPr bwMode="auto">
          <a:xfrm>
            <a:off x="5858396" y="1341294"/>
            <a:ext cx="5443184" cy="472475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8000"/>
                </a:solidFill>
                <a:effectLst/>
                <a:uLnTx/>
                <a:uFillTx/>
                <a:latin typeface="Consolas"/>
                <a:ea typeface="Consolas"/>
                <a:cs typeface="Consolas"/>
              </a:rPr>
              <a:t># Output binding - store results</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@app.service_bus_queue_trigger(</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arg_name=</a:t>
            </a:r>
            <a:r>
              <a:rPr kumimoji="0" sz="1600" b="0" i="0" u="none" strike="noStrike" kern="0" cap="none" spc="0" normalizeH="0" baseline="0" noProof="0">
                <a:ln>
                  <a:noFill/>
                </a:ln>
                <a:solidFill>
                  <a:srgbClr val="A31515"/>
                </a:solidFill>
                <a:effectLst/>
                <a:uLnTx/>
                <a:uFillTx/>
                <a:latin typeface="Consolas"/>
                <a:ea typeface="Consolas"/>
                <a:cs typeface="Consolas"/>
              </a:rPr>
              <a:t>"msg"</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queue_name=</a:t>
            </a:r>
            <a:r>
              <a:rPr kumimoji="0" sz="1600" b="0" i="0" u="none" strike="noStrike" kern="0" cap="none" spc="0" normalizeH="0" baseline="0" noProof="0">
                <a:ln>
                  <a:noFill/>
                </a:ln>
                <a:solidFill>
                  <a:srgbClr val="A31515"/>
                </a:solidFill>
                <a:effectLst/>
                <a:uLnTx/>
                <a:uFillTx/>
                <a:latin typeface="Consolas"/>
                <a:ea typeface="Consolas"/>
                <a:cs typeface="Consolas"/>
              </a:rPr>
              <a:t>"document-jobs"</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connection=</a:t>
            </a:r>
            <a:r>
              <a:rPr kumimoji="0" sz="1600" b="0" i="0" u="none" strike="noStrike" kern="0" cap="none" spc="0" normalizeH="0" baseline="0" noProof="0">
                <a:ln>
                  <a:noFill/>
                </a:ln>
                <a:solidFill>
                  <a:srgbClr val="A31515"/>
                </a:solidFill>
                <a:effectLst/>
                <a:uLnTx/>
                <a:uFillTx/>
                <a:latin typeface="Consolas"/>
                <a:ea typeface="Consolas"/>
                <a:cs typeface="Consolas"/>
              </a:rPr>
              <a:t>"ServiceBusConnection"</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@app.blob_output(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arg_name=</a:t>
            </a:r>
            <a:r>
              <a:rPr kumimoji="0" sz="1600" b="0" i="0" u="none" strike="noStrike" kern="0" cap="none" spc="0" normalizeH="0" baseline="0" noProof="0">
                <a:ln>
                  <a:noFill/>
                </a:ln>
                <a:solidFill>
                  <a:srgbClr val="A31515"/>
                </a:solidFill>
                <a:effectLst/>
                <a:uLnTx/>
                <a:uFillTx/>
                <a:latin typeface="Consolas"/>
                <a:ea typeface="Consolas"/>
                <a:cs typeface="Consolas"/>
              </a:rPr>
              <a:t>"output_blob"</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path=</a:t>
            </a:r>
            <a:r>
              <a:rPr kumimoji="0" sz="1600" b="0" i="0" u="none" strike="noStrike" kern="0" cap="none" spc="0" normalizeH="0" baseline="0" noProof="0">
                <a:ln>
                  <a:noFill/>
                </a:ln>
                <a:solidFill>
                  <a:srgbClr val="A31515"/>
                </a:solidFill>
                <a:effectLst/>
                <a:uLnTx/>
                <a:uFillTx/>
                <a:latin typeface="Consolas"/>
                <a:ea typeface="Consolas"/>
                <a:cs typeface="Consolas"/>
              </a:rPr>
              <a:t>"results/{rand-guid}.json"</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connection=</a:t>
            </a:r>
            <a:r>
              <a:rPr kumimoji="0" sz="1600" b="0" i="0" u="none" strike="noStrike" kern="0" cap="none" spc="0" normalizeH="0" baseline="0" noProof="0">
                <a:ln>
                  <a:noFill/>
                </a:ln>
                <a:solidFill>
                  <a:srgbClr val="A31515"/>
                </a:solidFill>
                <a:effectLst/>
                <a:uLnTx/>
                <a:uFillTx/>
                <a:latin typeface="Consolas"/>
                <a:ea typeface="Consolas"/>
                <a:cs typeface="Consolas"/>
              </a:rPr>
              <a:t>"AzureWebJobsStorage"</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def</a:t>
            </a:r>
            <a:r>
              <a:rPr kumimoji="0" sz="1600" b="0" i="0" u="none" strike="noStrike" kern="0" cap="none" spc="0" normalizeH="0" baseline="0" noProof="0">
                <a:ln>
                  <a:noFill/>
                </a:ln>
                <a:solidFill>
                  <a:srgbClr val="000000"/>
                </a:solidFill>
                <a:effectLst/>
                <a:uLnTx/>
                <a:uFillTx/>
                <a:latin typeface="Consolas"/>
                <a:ea typeface="Consolas"/>
                <a:cs typeface="Consolas"/>
              </a:rPr>
              <a:t> process_and_store(msg, output_blob):</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job = json.loads(</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msg.get_body().decode(</a:t>
            </a:r>
            <a:r>
              <a:rPr kumimoji="0" sz="1600" b="0" i="0" u="none" strike="noStrike" kern="0" cap="none" spc="0" normalizeH="0" baseline="0" noProof="0">
                <a:ln>
                  <a:noFill/>
                </a:ln>
                <a:solidFill>
                  <a:srgbClr val="A31515"/>
                </a:solidFill>
                <a:effectLst/>
                <a:uLnTx/>
                <a:uFillTx/>
                <a:latin typeface="Consolas"/>
                <a:ea typeface="Consolas"/>
                <a:cs typeface="Consolas"/>
              </a:rPr>
              <a:t>"utf-8"</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result = extract_and_classify(</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job[</a:t>
            </a:r>
            <a:r>
              <a:rPr kumimoji="0" sz="1600" b="0" i="0" u="none" strike="noStrike" kern="0" cap="none" spc="0" normalizeH="0" baseline="0" noProof="0">
                <a:ln>
                  <a:noFill/>
                </a:ln>
                <a:solidFill>
                  <a:srgbClr val="A31515"/>
                </a:solidFill>
                <a:effectLst/>
                <a:uLnTx/>
                <a:uFillTx/>
                <a:latin typeface="Consolas"/>
                <a:ea typeface="Consolas"/>
                <a:cs typeface="Consolas"/>
              </a:rPr>
              <a:t>"document_url"</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output_blob.set(json.dumps(result))</a:t>
            </a:r>
            <a:endParaRPr kumimoji="0" sz="2200" b="0" i="0" u="none" strike="noStrike" kern="0" cap="none" spc="0" normalizeH="0" baseline="0" noProof="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26363301"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Manage secrets and configuration in Functions</a:t>
            </a:r>
            <a:endParaRPr lang="en-US"/>
          </a:p>
        </p:txBody>
      </p:sp>
      <p:sp>
        <p:nvSpPr>
          <p:cNvPr id="2101560759" name="TextBox 2"/>
          <p:cNvSpPr txBox="1"/>
          <p:nvPr/>
        </p:nvSpPr>
        <p:spPr bwMode="auto">
          <a:xfrm>
            <a:off x="457198" y="1226082"/>
            <a:ext cx="10843662" cy="4405824"/>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Application settings and Key Vault references:</a:t>
            </a:r>
            <a:endParaRPr kumimoji="0" sz="22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App settings exposed as environment variables via </a:t>
            </a:r>
            <a:r>
              <a:rPr kumimoji="0" lang="en-US" sz="1800" b="0" i="0" u="none" strike="noStrike" kern="0" cap="none" spc="0" normalizeH="0" baseline="0" noProof="0">
                <a:ln>
                  <a:noFill/>
                </a:ln>
                <a:solidFill>
                  <a:prstClr val="black"/>
                </a:solidFill>
                <a:effectLst/>
                <a:uLnTx/>
                <a:uFillTx/>
                <a:latin typeface="Consolas"/>
                <a:ea typeface="Consolas"/>
                <a:cs typeface="Consolas"/>
              </a:rPr>
              <a:t>os.environ</a:t>
            </a:r>
            <a:endParaRPr kumimoji="0" sz="22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Key Vault references resolve secrets through app settings at runtime</a:t>
            </a:r>
            <a:endParaRPr kumimoji="0" sz="22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Versionless URIs auto-resolve to latest version on rotation</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1799"/>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Azure App Configuration:</a:t>
            </a:r>
            <a:endParaRPr kumimoji="0" sz="22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Centralized store for non-secret config shared across services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Label-based filtering per environment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44784753"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Configure identity and access for Functions</a:t>
            </a:r>
            <a:endParaRPr lang="en-US"/>
          </a:p>
        </p:txBody>
      </p:sp>
      <p:sp>
        <p:nvSpPr>
          <p:cNvPr id="1939708534" name="TextBox 2"/>
          <p:cNvSpPr txBox="1"/>
          <p:nvPr/>
        </p:nvSpPr>
        <p:spPr bwMode="auto">
          <a:xfrm>
            <a:off x="457198" y="1226082"/>
            <a:ext cx="6124956" cy="4405824"/>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Identity-based connections:</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Replace connection strings with managed identity and endpoint config</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Suffix pattern: </a:t>
            </a:r>
            <a:r>
              <a:rPr kumimoji="0" lang="en-US" sz="1800" b="0" i="0" u="none" strike="noStrike" kern="0" cap="none" spc="0" normalizeH="0" baseline="0" noProof="0">
                <a:ln>
                  <a:noFill/>
                </a:ln>
                <a:solidFill>
                  <a:prstClr val="black"/>
                </a:solidFill>
                <a:effectLst/>
                <a:uLnTx/>
                <a:uFillTx/>
                <a:latin typeface="Consolas"/>
                <a:ea typeface="Consolas"/>
                <a:cs typeface="Consolas"/>
              </a:rPr>
              <a:t>ServiceBusConnection__fullyQualifiedNamespace</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Assign minimum required roles per service</a:t>
            </a:r>
            <a:endParaRPr kumimoji="0" sz="20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Authorization keys:</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Function keys scoped to one function, host keys to all functions</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System keys for extensions, master key for admin access</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Set per-trigger auth level: </a:t>
            </a:r>
            <a:r>
              <a:rPr kumimoji="0" lang="en-US" sz="1800" b="0" i="0" u="none" strike="noStrike" kern="0" cap="none" spc="0" normalizeH="0" baseline="0" noProof="0">
                <a:ln>
                  <a:noFill/>
                </a:ln>
                <a:solidFill>
                  <a:prstClr val="black"/>
                </a:solidFill>
                <a:effectLst/>
                <a:uLnTx/>
                <a:uFillTx/>
                <a:latin typeface="Consolas"/>
                <a:ea typeface="Consolas"/>
                <a:cs typeface="Consolas"/>
              </a:rPr>
              <a:t>anonymous</a:t>
            </a:r>
            <a:r>
              <a:rPr kumimoji="0" lang="en-US" sz="1800" b="0" i="0" u="none" strike="noStrike" kern="0" cap="none" spc="0" normalizeH="0" baseline="0" noProof="0">
                <a:ln>
                  <a:noFill/>
                </a:ln>
                <a:solidFill>
                  <a:prstClr val="black"/>
                </a:solidFill>
                <a:effectLst/>
                <a:uLnTx/>
                <a:uFillTx/>
                <a:latin typeface="Segoe UI"/>
                <a:ea typeface="+mn-ea"/>
                <a:cs typeface="Arial"/>
              </a:rPr>
              <a:t>, </a:t>
            </a:r>
            <a:r>
              <a:rPr kumimoji="0" lang="en-US" sz="1800" b="0" i="0" u="none" strike="noStrike" kern="0" cap="none" spc="0" normalizeH="0" baseline="0" noProof="0">
                <a:ln>
                  <a:noFill/>
                </a:ln>
                <a:solidFill>
                  <a:prstClr val="black"/>
                </a:solidFill>
                <a:effectLst/>
                <a:uLnTx/>
                <a:uFillTx/>
                <a:latin typeface="Consolas"/>
                <a:ea typeface="Consolas"/>
                <a:cs typeface="Consolas"/>
              </a:rPr>
              <a:t>function</a:t>
            </a:r>
            <a:r>
              <a:rPr kumimoji="0" lang="en-US" sz="1800" b="0" i="0" u="none" strike="noStrike" kern="0" cap="none" spc="0" normalizeH="0" baseline="0" noProof="0">
                <a:ln>
                  <a:noFill/>
                </a:ln>
                <a:solidFill>
                  <a:prstClr val="black"/>
                </a:solidFill>
                <a:effectLst/>
                <a:uLnTx/>
                <a:uFillTx/>
                <a:latin typeface="Segoe UI"/>
                <a:ea typeface="+mn-ea"/>
                <a:cs typeface="Arial"/>
              </a:rPr>
              <a:t>, </a:t>
            </a:r>
            <a:r>
              <a:rPr kumimoji="0" lang="en-US" sz="1800" b="0" i="0" u="none" strike="noStrike" kern="0" cap="none" spc="0" normalizeH="0" baseline="0" noProof="0">
                <a:ln>
                  <a:noFill/>
                </a:ln>
                <a:solidFill>
                  <a:prstClr val="black"/>
                </a:solidFill>
                <a:effectLst/>
                <a:uLnTx/>
                <a:uFillTx/>
                <a:latin typeface="Consolas"/>
                <a:ea typeface="Consolas"/>
                <a:cs typeface="Consolas"/>
              </a:rPr>
              <a:t>admin</a:t>
            </a:r>
            <a:endParaRPr kumimoji="0" sz="20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Segoe UI"/>
              <a:cs typeface="Arial"/>
            </a:endParaRPr>
          </a:p>
        </p:txBody>
      </p:sp>
      <p:pic>
        <p:nvPicPr>
          <p:cNvPr id="940642490" name="Picture 1" descr="Diagram of identity-based connection configuration showing managed identity, role assignments, and service endpoints&#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7680960" y="989846"/>
            <a:ext cx="4187952" cy="4745736"/>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0290994" name="Title 1"/>
          <p:cNvSpPr>
            <a:spLocks noGrp="1"/>
          </p:cNvSpPr>
          <p:nvPr>
            <p:ph type="title"/>
          </p:nvPr>
        </p:nvSpPr>
        <p:spPr bwMode="auto">
          <a:xfrm>
            <a:off x="588261" y="585216"/>
            <a:ext cx="5653640" cy="427079"/>
          </a:xfrm>
        </p:spPr>
        <p:txBody>
          <a:bodyPr/>
          <a:lstStyle/>
          <a:p>
            <a:pPr>
              <a:defRPr/>
            </a:pPr>
            <a:r>
              <a:rPr lang="en-US" sz="2800"/>
              <a:t>Exercise</a:t>
            </a:r>
            <a:endParaRPr sz="2800"/>
          </a:p>
        </p:txBody>
      </p:sp>
      <p:pic>
        <p:nvPicPr>
          <p:cNvPr id="308187931" name="Picture Placeholder 6">
            <a:extLst>
              <a:ext uri="{C183D7F6-B498-43B3-948B-1728B52AA6E4}">
                <adec:decorative xmlns:adec="http://schemas.microsoft.com/office/drawing/2017/decorative" val="1"/>
              </a:ext>
            </a:extLst>
          </p:cNvPr>
          <p:cNvPicPr>
            <a:picLocks noGrp="1" noChangeAspect="1"/>
          </p:cNvPicPr>
          <p:nvPr>
            <p:ph type="pic" sz="quarter" idx="20"/>
          </p:nvPr>
        </p:nvPicPr>
        <p:blipFill rotWithShape="1">
          <a:blip r:embed="rId3"/>
          <a:srcRect l="118" r="117"/>
          <a:stretch/>
        </p:blipFill>
        <p:spPr bwMode="ltGray">
          <a:xfrm>
            <a:off x="7724773" y="2043463"/>
            <a:ext cx="4467224" cy="3307645"/>
          </a:xfrm>
          <a:prstGeom prst="rect">
            <a:avLst/>
          </a:prstGeom>
          <a:solidFill>
            <a:srgbClr val="F4F4F7"/>
          </a:solidFill>
          <a:ln>
            <a:noFill/>
          </a:ln>
        </p:spPr>
      </p:pic>
      <p:sp>
        <p:nvSpPr>
          <p:cNvPr id="58039979" name="Text Placeholder 4"/>
          <p:cNvSpPr>
            <a:spLocks noGrp="1"/>
          </p:cNvSpPr>
          <p:nvPr>
            <p:ph type="body" sz="quarter" idx="16"/>
          </p:nvPr>
        </p:nvSpPr>
        <p:spPr bwMode="auto">
          <a:xfrm>
            <a:off x="584199" y="1594149"/>
            <a:ext cx="5656368" cy="244199"/>
          </a:xfrm>
        </p:spPr>
        <p:txBody>
          <a:bodyPr/>
          <a:lstStyle/>
          <a:p>
            <a:pPr>
              <a:defRPr/>
            </a:pPr>
            <a:r>
              <a:rPr lang="en-US" sz="1600" b="0" i="0" u="none" strike="noStrike" cap="none" spc="0">
                <a:solidFill>
                  <a:schemeClr val="tx1"/>
                </a:solidFill>
                <a:latin typeface="Segoe UI Semibold"/>
                <a:ea typeface="Segoe UI Semibold"/>
                <a:cs typeface="Segoe UI Semibold"/>
              </a:rPr>
              <a:t>Create an MCP server with Azure Functions</a:t>
            </a:r>
            <a:endParaRPr lang="en-US"/>
          </a:p>
        </p:txBody>
      </p:sp>
      <p:sp>
        <p:nvSpPr>
          <p:cNvPr id="1227654192" name="Text Placeholder 61"/>
          <p:cNvSpPr>
            <a:spLocks noGrp="1"/>
          </p:cNvSpPr>
          <p:nvPr>
            <p:ph type="body" sz="quarter" idx="15"/>
          </p:nvPr>
        </p:nvSpPr>
        <p:spPr bwMode="auto">
          <a:xfrm>
            <a:off x="579438" y="2501487"/>
            <a:ext cx="5656322" cy="2682599"/>
          </a:xfrm>
        </p:spPr>
        <p:txBody>
          <a:bodyPr vert="horz" wrap="square" lIns="0" tIns="0" rIns="0" bIns="0" rtlCol="0" anchor="t">
            <a:spAutoFit/>
          </a:bodyPr>
          <a:lstStyle/>
          <a:p>
            <a:pPr marL="0" indent="0">
              <a:buNone/>
              <a:defRPr/>
            </a:pPr>
            <a:r>
              <a:rPr lang="en-US" sz="1600" b="0" i="0" u="none" strike="noStrike" cap="none" spc="0">
                <a:solidFill>
                  <a:srgbClr val="000000"/>
                </a:solidFill>
                <a:latin typeface="Segoe UI"/>
                <a:ea typeface="Segoe UI"/>
                <a:cs typeface="Segoe UI"/>
              </a:rPr>
              <a:t>In this exercise, you create an Azure Functions project with the MCP extension, define tool trigger functions for document processing, configure the MCP server settings, and test the server locally by connecting to it from GitHub Copilot in agent mode.</a:t>
            </a:r>
            <a:endParaRPr/>
          </a:p>
          <a:p>
            <a:pPr marL="0" indent="0">
              <a:buNone/>
              <a:defRPr/>
            </a:pPr>
            <a:endParaRPr lang="en-US">
              <a:cs typeface="Segoe UI"/>
            </a:endParaRPr>
          </a:p>
          <a:p>
            <a:pPr marL="0" indent="0">
              <a:buNone/>
              <a:defRPr/>
            </a:pPr>
            <a:r>
              <a:rPr lang="en-US">
                <a:latin typeface="Segoe UI Semibold"/>
                <a:cs typeface="Segoe UI Semibold"/>
              </a:rPr>
              <a:t>Estimated time:</a:t>
            </a:r>
            <a:r>
              <a:rPr lang="en-US">
                <a:cs typeface="Segoe UI"/>
              </a:rPr>
              <a:t> 30 minutes</a:t>
            </a:r>
            <a:endParaRPr/>
          </a:p>
          <a:p>
            <a:pPr>
              <a:defRPr/>
            </a:pPr>
            <a:endParaRPr lang="en-US">
              <a:cs typeface="Segoe UI"/>
            </a:endParaRPr>
          </a:p>
          <a:p>
            <a:pPr marL="0" indent="0">
              <a:buNone/>
              <a:defRPr/>
            </a:pPr>
            <a:r>
              <a:rPr lang="en-US">
                <a:cs typeface="Segoe UI"/>
              </a:rPr>
              <a:t>Start the exercise at:</a:t>
            </a:r>
            <a:endParaRPr lang="en-US"/>
          </a:p>
          <a:p>
            <a:pPr marL="0" indent="0">
              <a:buNone/>
              <a:defRPr/>
            </a:pPr>
            <a:r>
              <a:rPr lang="en-US" sz="1600" b="0" i="0" u="sng" strike="noStrike" cap="none" spc="0">
                <a:solidFill>
                  <a:schemeClr val="hlink"/>
                </a:solidFill>
                <a:latin typeface="Segoe UI"/>
                <a:ea typeface="Segoe UI"/>
                <a:cs typeface="Segoe UI"/>
                <a:hlinkClick r:id="rId4"/>
              </a:rPr>
              <a:t>https://go.microsoft.com/fwlink/?linkid=2352235</a:t>
            </a:r>
            <a:endParaRPr/>
          </a:p>
          <a:p>
            <a:pPr marL="0" indent="0">
              <a:buNone/>
              <a:defRPr/>
            </a:pPr>
            <a:endParaRPr lang="en-US"/>
          </a:p>
        </p:txBody>
      </p:sp>
      <p:sp>
        <p:nvSpPr>
          <p:cNvPr id="1220996966" name="Footer Placeholder 4"/>
          <p:cNvSpPr>
            <a:spLocks noGrp="1"/>
          </p:cNvSpPr>
          <p:nvPr>
            <p:ph type="ftr" sz="quarter" idx="3"/>
          </p:nvPr>
        </p:nvSpPr>
        <p:spPr bwMode="auto">
          <a:xfrm>
            <a:off x="579438" y="6421082"/>
            <a:ext cx="4151311" cy="19797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UI"/>
                <a:cs typeface="Arial"/>
              </a:rPr>
              <a:t>© Copyright Microsoft Corporation. All rights reserved.</a:t>
            </a:r>
          </a:p>
        </p:txBody>
      </p:sp>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1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90039523" name="Title 6"/>
          <p:cNvSpPr>
            <a:spLocks noGrp="1"/>
          </p:cNvSpPr>
          <p:nvPr>
            <p:ph type="title"/>
          </p:nvPr>
        </p:nvSpPr>
        <p:spPr bwMode="auto">
          <a:xfrm>
            <a:off x="588014" y="2598003"/>
            <a:ext cx="5689469" cy="1661993"/>
          </a:xfrm>
        </p:spPr>
        <p:txBody>
          <a:bodyPr/>
          <a:lstStyle/>
          <a:p>
            <a:pPr>
              <a:defRPr/>
            </a:pPr>
            <a:r>
              <a:rPr lang="en-US" sz="4000" b="0" i="0" u="none" strike="noStrike" cap="none" spc="-45" dirty="0">
                <a:solidFill>
                  <a:schemeClr val="tx1"/>
                </a:solidFill>
                <a:latin typeface="Segoe UI"/>
                <a:ea typeface="Segoe UI"/>
                <a:cs typeface="Segoe UI"/>
              </a:rPr>
              <a:t>Manage application secrets and configuration for AI solutions</a:t>
            </a:r>
            <a:endParaRPr lang="en-US" dirty="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Title 2">
            <a:extLst>
              <a:ext uri="{FF2B5EF4-FFF2-40B4-BE49-F238E27FC236}">
                <a16:creationId xmlns:a16="http://schemas.microsoft.com/office/drawing/2014/main" id="{47E726C3-0D67-F85E-CAD8-FA536D1B6B03}"/>
              </a:ext>
            </a:extLst>
          </p:cNvPr>
          <p:cNvSpPr>
            <a:spLocks noGrp="1"/>
          </p:cNvSpPr>
          <p:nvPr>
            <p:ph type="title"/>
          </p:nvPr>
        </p:nvSpPr>
        <p:spPr/>
        <p:txBody>
          <a:bodyPr/>
          <a:lstStyle/>
          <a:p>
            <a:r>
              <a:rPr lang="en-US" dirty="0"/>
              <a:t>Module 1: </a:t>
            </a:r>
            <a:r>
              <a:rPr lang="en-US" spc="0" dirty="0">
                <a:ea typeface="Segoe UI"/>
              </a:rPr>
              <a:t>Manage application secrets with Azure Key Vault</a:t>
            </a:r>
            <a:endParaRPr lang="en-US" dirty="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3471163" name="Title 1"/>
          <p:cNvSpPr>
            <a:spLocks noGrp="1"/>
          </p:cNvSpPr>
          <p:nvPr>
            <p:ph type="title"/>
          </p:nvPr>
        </p:nvSpPr>
        <p:spPr bwMode="auto">
          <a:xfrm>
            <a:off x="457199" y="411480"/>
            <a:ext cx="11222609" cy="640257"/>
          </a:xfrm>
        </p:spPr>
        <p:txBody>
          <a:bodyPr/>
          <a:lstStyle/>
          <a:p>
            <a:pPr>
              <a:defRPr/>
            </a:pPr>
            <a:r>
              <a:rPr lang="en-US" sz="2800" b="0" i="0" u="none" strike="noStrike" cap="none" spc="0">
                <a:solidFill>
                  <a:schemeClr val="tx1"/>
                </a:solidFill>
                <a:latin typeface="Segoe UI Semibold"/>
                <a:ea typeface="Segoe UI Semibold"/>
                <a:cs typeface="Segoe UI Semibold"/>
              </a:rPr>
              <a:t>Store and organize secrets, keys, and certificates</a:t>
            </a:r>
            <a:endParaRPr lang="en-US" sz="2800"/>
          </a:p>
        </p:txBody>
      </p:sp>
      <p:sp>
        <p:nvSpPr>
          <p:cNvPr id="1880173833" name="Content Placeholder 2"/>
          <p:cNvSpPr>
            <a:spLocks noGrp="1"/>
          </p:cNvSpPr>
          <p:nvPr>
            <p:ph sz="quarter" idx="10"/>
          </p:nvPr>
        </p:nvSpPr>
        <p:spPr bwMode="auto">
          <a:xfrm>
            <a:off x="457198" y="1371735"/>
            <a:ext cx="10884408" cy="4414383"/>
          </a:xfrm>
        </p:spPr>
        <p:txBody>
          <a:bodyPr vert="horz" wrap="square" lIns="45720" tIns="0" rIns="0" bIns="0" rtlCol="0" anchor="t">
            <a:noAutofit/>
          </a:bodyPr>
          <a:lstStyle/>
          <a:p>
            <a:pPr marL="0" lvl="0" indent="0">
              <a:spcAft>
                <a:spcPts val="359"/>
              </a:spcAft>
              <a:buNone/>
              <a:defRPr/>
            </a:pPr>
            <a:r>
              <a:rPr lang="en-US" sz="2000" b="0" i="0" u="none" strike="noStrike" cap="none" spc="0">
                <a:solidFill>
                  <a:schemeClr val="tx1"/>
                </a:solidFill>
                <a:latin typeface="Segoe UI Semibold"/>
                <a:ea typeface="Segoe UI Semibold"/>
                <a:cs typeface="Segoe UI Semibold"/>
              </a:rPr>
              <a:t>Three object types:</a:t>
            </a:r>
            <a:endParaRPr sz="1800"/>
          </a:p>
          <a:p>
            <a:pPr marL="228600" marR="0" lvl="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Secrets: arbitrary strings like API keys, connection strings, and passwords (up to 25 KB)</a:t>
            </a:r>
            <a:endParaRPr lang="en-US" sz="1800" b="0" i="0" u="none" strike="noStrike" cap="none" spc="0">
              <a:solidFill>
                <a:schemeClr val="tx1"/>
              </a:solidFill>
              <a:latin typeface="Segoe UI"/>
              <a:cs typeface="Segoe UI"/>
            </a:endParaRPr>
          </a:p>
          <a:p>
            <a:pPr marL="228600" marR="0" lvl="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Keys: server-side cryptography operations, key material never leaves the vault</a:t>
            </a:r>
            <a:endParaRPr lang="en-US" sz="1800" b="0" i="0" u="none" strike="noStrike" cap="none" spc="0">
              <a:solidFill>
                <a:schemeClr val="tx1"/>
              </a:solidFill>
              <a:latin typeface="Segoe UI"/>
              <a:cs typeface="Segoe UI"/>
            </a:endParaRPr>
          </a:p>
          <a:p>
            <a:pPr marL="228600" marR="0" lvl="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Certificates: X.509 lifecycle management with certificate authority integration</a:t>
            </a:r>
            <a:endParaRPr sz="1800"/>
          </a:p>
          <a:p>
            <a:pPr marL="0" marR="0" lvl="0" indent="0" algn="l">
              <a:lnSpc>
                <a:spcPct val="100000"/>
              </a:lnSpc>
              <a:spcBef>
                <a:spcPts val="1799"/>
              </a:spcBef>
              <a:spcAft>
                <a:spcPts val="359"/>
              </a:spcAft>
              <a:buFont typeface="Arial"/>
              <a:buNone/>
              <a:defRPr/>
            </a:pPr>
            <a:r>
              <a:rPr lang="en-US" sz="2000" b="0" i="0" u="none" strike="noStrike" cap="none" spc="0">
                <a:solidFill>
                  <a:schemeClr val="tx1"/>
                </a:solidFill>
                <a:latin typeface="Segoe UI Semibold"/>
                <a:ea typeface="Segoe UI Semibold"/>
                <a:cs typeface="Segoe UI Semibold"/>
              </a:rPr>
              <a:t>Vault organization and access control:</a:t>
            </a:r>
            <a:endParaRPr sz="1800"/>
          </a:p>
          <a:p>
            <a:pPr lvl="0">
              <a:spcAft>
                <a:spcPts val="359"/>
              </a:spcAft>
              <a:defRPr/>
            </a:pPr>
            <a:r>
              <a:rPr lang="en-US" sz="1800" b="0" i="0" u="none" strike="noStrike" cap="none" spc="0">
                <a:solidFill>
                  <a:schemeClr val="tx1"/>
                </a:solidFill>
                <a:latin typeface="Segoe UI"/>
                <a:ea typeface="+mn-ea"/>
                <a:cs typeface="Segoe UI"/>
              </a:rPr>
              <a:t>Separate vault per application and environment limits blast radius</a:t>
            </a:r>
            <a:endParaRPr sz="1800"/>
          </a:p>
          <a:p>
            <a:pPr lvl="0">
              <a:spcAft>
                <a:spcPts val="359"/>
              </a:spcAft>
              <a:defRPr/>
            </a:pPr>
            <a:r>
              <a:rPr lang="en-US" sz="1800" b="0" i="0" u="none" strike="noStrike" cap="none" spc="0">
                <a:solidFill>
                  <a:schemeClr val="tx1"/>
                </a:solidFill>
                <a:latin typeface="Segoe UI"/>
                <a:ea typeface="+mn-ea"/>
                <a:cs typeface="Segoe UI"/>
              </a:rPr>
              <a:t>Secrets User role for app identities (read-only), Secrets Officer for operators</a:t>
            </a:r>
            <a:endParaRPr sz="1800"/>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mn-ea"/>
                <a:cs typeface="Segoe UI"/>
              </a:rPr>
              <a:t>Soft delete enabled by default, purge protection recommended for production</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12136318"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Retrieve secrets using Azure SDK client libraries</a:t>
            </a:r>
            <a:endParaRPr/>
          </a:p>
        </p:txBody>
      </p:sp>
      <p:sp>
        <p:nvSpPr>
          <p:cNvPr id="1087655811" name="TextBox 2"/>
          <p:cNvSpPr txBox="1"/>
          <p:nvPr/>
        </p:nvSpPr>
        <p:spPr bwMode="auto">
          <a:xfrm>
            <a:off x="457200" y="1225296"/>
            <a:ext cx="5172363" cy="4952029"/>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SecretClient operations:</a:t>
            </a:r>
            <a:endParaRPr kumimoji="0" sz="18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Initialized with vault URL and credential object</a:t>
            </a:r>
            <a:endParaRPr kumimoji="0" sz="18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Consolas"/>
                <a:ea typeface="Consolas"/>
                <a:cs typeface="Consolas"/>
              </a:rPr>
              <a:t>get_secret()</a:t>
            </a:r>
            <a:r>
              <a:rPr kumimoji="0" lang="en-US" sz="1800" b="0" i="0" u="none" strike="noStrike" kern="0" cap="none" spc="0" normalizeH="0" baseline="0" noProof="0">
                <a:ln>
                  <a:noFill/>
                </a:ln>
                <a:solidFill>
                  <a:prstClr val="black"/>
                </a:solidFill>
                <a:effectLst/>
                <a:uLnTx/>
                <a:uFillTx/>
                <a:latin typeface="Segoe UI"/>
                <a:ea typeface="+mn-ea"/>
                <a:cs typeface="Arial"/>
              </a:rPr>
              <a:t> returns value plus metadata: version, created date, content type</a:t>
            </a:r>
            <a:endParaRPr kumimoji="0" sz="18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Consolas"/>
                <a:ea typeface="Consolas"/>
                <a:cs typeface="Consolas"/>
              </a:rPr>
              <a:t>list_properties_of_secrets()</a:t>
            </a:r>
            <a:r>
              <a:rPr kumimoji="0" lang="en-US" sz="1800" b="0" i="0" u="none" strike="noStrike" kern="0" cap="none" spc="0" normalizeH="0" baseline="0" noProof="0">
                <a:ln>
                  <a:noFill/>
                </a:ln>
                <a:solidFill>
                  <a:prstClr val="black"/>
                </a:solidFill>
                <a:effectLst/>
                <a:uLnTx/>
                <a:uFillTx/>
                <a:latin typeface="Segoe UI"/>
                <a:ea typeface="+mn-ea"/>
                <a:cs typeface="Arial"/>
              </a:rPr>
              <a:t> discovers secrets without reading values</a:t>
            </a:r>
            <a:endParaRPr kumimoji="0" sz="18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Error handling decisions:</a:t>
            </a:r>
            <a:endParaRPr kumimoji="0" sz="18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ResourceNotFoundError: configuration error, don’t retry</a:t>
            </a:r>
            <a:endParaRPr kumimoji="0" sz="18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HttpResponseError: auth or server failure, check RBAC assignments</a:t>
            </a:r>
            <a:endParaRPr kumimoji="0" sz="18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ServiceRequestError: transient network issue, safe to retry</a:t>
            </a:r>
            <a:endParaRPr kumimoji="0" sz="1800" b="0" i="0" u="none" strike="noStrike" kern="0" cap="none" spc="0" normalizeH="0" baseline="0" noProof="0">
              <a:ln>
                <a:noFill/>
              </a:ln>
              <a:solidFill>
                <a:prstClr val="black"/>
              </a:solidFill>
              <a:effectLst/>
              <a:uLnTx/>
              <a:uFillTx/>
              <a:latin typeface="Segoe UI"/>
              <a:cs typeface="Arial"/>
            </a:endParaRPr>
          </a:p>
        </p:txBody>
      </p:sp>
      <p:sp>
        <p:nvSpPr>
          <p:cNvPr id="16465089" name=" 16465088"/>
          <p:cNvSpPr/>
          <p:nvPr/>
        </p:nvSpPr>
        <p:spPr bwMode="auto">
          <a:xfrm>
            <a:off x="6347716" y="1394550"/>
            <a:ext cx="5198717" cy="1646280"/>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8000"/>
                </a:solidFill>
                <a:effectLst/>
                <a:uLnTx/>
                <a:uFillTx/>
                <a:latin typeface="Consolas"/>
                <a:ea typeface="Consolas"/>
                <a:cs typeface="Consolas"/>
              </a:rPr>
              <a:t># Retrieve a secret and access metadata</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secret = client.get_secret(</a:t>
            </a:r>
            <a:r>
              <a:rPr kumimoji="0" sz="1600" b="0" i="0" u="none" strike="noStrike" kern="0" cap="none" spc="0" normalizeH="0" baseline="0" noProof="0">
                <a:ln>
                  <a:noFill/>
                </a:ln>
                <a:solidFill>
                  <a:srgbClr val="A31515"/>
                </a:solidFill>
                <a:effectLst/>
                <a:uLnTx/>
                <a:uFillTx/>
                <a:latin typeface="Consolas"/>
                <a:ea typeface="Consolas"/>
                <a:cs typeface="Consolas"/>
              </a:rPr>
              <a:t>"openai-api-key"</a:t>
            </a:r>
            <a:r>
              <a:rPr kumimoji="0" sz="1600" b="0" i="0" u="none" strike="noStrike" kern="0" cap="none" spc="0" normalizeH="0" baseline="0" noProof="0">
                <a:ln>
                  <a:noFill/>
                </a:ln>
                <a:solidFill>
                  <a:srgbClr val="000000"/>
                </a:solidFill>
                <a:effectLst/>
                <a:uLnTx/>
                <a:uFillTx/>
                <a:latin typeface="Consolas"/>
                <a:ea typeface="Consolas"/>
                <a:cs typeface="Consolas"/>
              </a:rPr>
              <a:t>)</a:t>
            </a:r>
            <a:br>
              <a:rPr kumimoji="0" sz="1600" b="0" i="0" u="none" strike="noStrike" kern="0" cap="none" spc="0" normalizeH="0" baseline="0" noProof="0">
                <a:ln>
                  <a:noFill/>
                </a:ln>
                <a:solidFill>
                  <a:srgbClr val="000000"/>
                </a:solidFill>
                <a:effectLst/>
                <a:uLnTx/>
                <a:uFillTx/>
                <a:latin typeface="Consolas"/>
                <a:ea typeface="Consolas"/>
                <a:cs typeface="Consolas"/>
              </a:rPr>
            </a:b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api_key = secret.value</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version = secret.properties.version</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created = secret.properties.created_on</a:t>
            </a:r>
            <a:endParaRPr kumimoji="0" sz="2200" b="0" i="0" u="none" strike="noStrike" kern="0" cap="none" spc="0" normalizeH="0" baseline="0" noProof="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11098426"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Handle secret versioning and rotation</a:t>
            </a:r>
            <a:endParaRPr lang="en-US"/>
          </a:p>
        </p:txBody>
      </p:sp>
      <p:sp>
        <p:nvSpPr>
          <p:cNvPr id="2035531314" name="TextBox 2"/>
          <p:cNvSpPr txBox="1"/>
          <p:nvPr/>
        </p:nvSpPr>
        <p:spPr bwMode="auto">
          <a:xfrm>
            <a:off x="457197" y="1226083"/>
            <a:ext cx="5062710" cy="4405825"/>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Versioning and rotation:</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Each </a:t>
            </a:r>
            <a:r>
              <a:rPr kumimoji="0" lang="en-US" sz="1800" b="0" i="0" u="none" strike="noStrike" kern="0" cap="none" spc="0" normalizeH="0" baseline="0" noProof="0">
                <a:ln>
                  <a:noFill/>
                </a:ln>
                <a:solidFill>
                  <a:prstClr val="black"/>
                </a:solidFill>
                <a:effectLst/>
                <a:uLnTx/>
                <a:uFillTx/>
                <a:latin typeface="Consolas"/>
                <a:ea typeface="Consolas"/>
                <a:cs typeface="Consolas"/>
              </a:rPr>
              <a:t>set_secret()</a:t>
            </a:r>
            <a:r>
              <a:rPr kumimoji="0" lang="en-US" sz="1800" b="0" i="0" u="none" strike="noStrike" kern="0" cap="none" spc="0" normalizeH="0" baseline="0" noProof="0">
                <a:ln>
                  <a:noFill/>
                </a:ln>
                <a:solidFill>
                  <a:prstClr val="black"/>
                </a:solidFill>
                <a:effectLst/>
                <a:uLnTx/>
                <a:uFillTx/>
                <a:latin typeface="Segoe UI"/>
                <a:ea typeface="+mn-ea"/>
                <a:cs typeface="Arial"/>
              </a:rPr>
              <a:t> creates a new version with a unique identifier</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Consolas"/>
                <a:ea typeface="Consolas"/>
                <a:cs typeface="Consolas"/>
              </a:rPr>
              <a:t>get_secret()</a:t>
            </a:r>
            <a:r>
              <a:rPr kumimoji="0" lang="en-US" sz="1800" b="0" i="0" u="none" strike="noStrike" kern="0" cap="none" spc="0" normalizeH="0" baseline="0" noProof="0">
                <a:ln>
                  <a:noFill/>
                </a:ln>
                <a:solidFill>
                  <a:prstClr val="black"/>
                </a:solidFill>
                <a:effectLst/>
                <a:uLnTx/>
                <a:uFillTx/>
                <a:latin typeface="Segoe UI"/>
                <a:ea typeface="+mn-ea"/>
                <a:cs typeface="Arial"/>
              </a:rPr>
              <a:t> returns the latest enabled version by default</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Three strategies: manual, automated (Event Grid), dual-credential</a:t>
            </a:r>
            <a:endParaRPr kumimoji="0" sz="20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Zero-downtime credential updates:</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App catches auth failure, refetches secret from vault (gets latest version)</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Retries with new credential, no restart needed</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Set </a:t>
            </a:r>
            <a:r>
              <a:rPr kumimoji="0" lang="en-US" sz="1800" b="0" i="0" u="none" strike="noStrike" kern="0" cap="none" spc="0" normalizeH="0" baseline="0" noProof="0">
                <a:ln>
                  <a:noFill/>
                </a:ln>
                <a:solidFill>
                  <a:prstClr val="black"/>
                </a:solidFill>
                <a:effectLst/>
                <a:uLnTx/>
                <a:uFillTx/>
                <a:latin typeface="Consolas"/>
                <a:ea typeface="Consolas"/>
                <a:cs typeface="Consolas"/>
              </a:rPr>
              <a:t>expires_on</a:t>
            </a:r>
            <a:r>
              <a:rPr kumimoji="0" lang="en-US" sz="1800" b="0" i="0" u="none" strike="noStrike" kern="0" cap="none" spc="0" normalizeH="0" baseline="0" noProof="0">
                <a:ln>
                  <a:noFill/>
                </a:ln>
                <a:solidFill>
                  <a:prstClr val="black"/>
                </a:solidFill>
                <a:effectLst/>
                <a:uLnTx/>
                <a:uFillTx/>
                <a:latin typeface="Segoe UI"/>
                <a:ea typeface="+mn-ea"/>
                <a:cs typeface="Arial"/>
              </a:rPr>
              <a:t> plus Event Grid to automate rotation triggers</a:t>
            </a:r>
            <a:endParaRPr kumimoji="0" sz="1800" b="0" i="0" u="none" strike="noStrike" kern="0" cap="none" spc="0" normalizeH="0" baseline="0" noProof="0">
              <a:ln>
                <a:noFill/>
              </a:ln>
              <a:solidFill>
                <a:prstClr val="black"/>
              </a:solidFill>
              <a:effectLst/>
              <a:uLnTx/>
              <a:uFillTx/>
              <a:latin typeface="Segoe UI"/>
              <a:cs typeface="Arial"/>
            </a:endParaRPr>
          </a:p>
        </p:txBody>
      </p:sp>
      <p:sp>
        <p:nvSpPr>
          <p:cNvPr id="116670375" name=" 116670374"/>
          <p:cNvSpPr/>
          <p:nvPr/>
        </p:nvSpPr>
        <p:spPr bwMode="auto">
          <a:xfrm>
            <a:off x="6095999" y="1379219"/>
            <a:ext cx="5584529" cy="2956918"/>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8000"/>
                </a:solidFill>
                <a:effectLst/>
                <a:uLnTx/>
                <a:uFillTx/>
                <a:latin typeface="Consolas"/>
                <a:ea typeface="Consolas"/>
                <a:cs typeface="Consolas"/>
              </a:rPr>
              <a:t># Versioning: each set creates a new version</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v1 = client.set_secret(</a:t>
            </a:r>
            <a:r>
              <a:rPr kumimoji="0" sz="1600" b="0" i="0" u="none" strike="noStrike" kern="0" cap="none" spc="0" normalizeH="0" baseline="0" noProof="0">
                <a:ln>
                  <a:noFill/>
                </a:ln>
                <a:solidFill>
                  <a:srgbClr val="A31515"/>
                </a:solidFill>
                <a:effectLst/>
                <a:uLnTx/>
                <a:uFillTx/>
                <a:latin typeface="Consolas"/>
                <a:ea typeface="Consolas"/>
                <a:cs typeface="Consolas"/>
              </a:rPr>
              <a:t>"db-key"</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"old-value"</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v2 = client.set_secret(</a:t>
            </a:r>
            <a:r>
              <a:rPr kumimoji="0" sz="1600" b="0" i="0" u="none" strike="noStrike" kern="0" cap="none" spc="0" normalizeH="0" baseline="0" noProof="0">
                <a:ln>
                  <a:noFill/>
                </a:ln>
                <a:solidFill>
                  <a:srgbClr val="A31515"/>
                </a:solidFill>
                <a:effectLst/>
                <a:uLnTx/>
                <a:uFillTx/>
                <a:latin typeface="Consolas"/>
                <a:ea typeface="Consolas"/>
                <a:cs typeface="Consolas"/>
              </a:rPr>
              <a:t>"db-key"</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"new-value"</a:t>
            </a:r>
            <a:r>
              <a:rPr kumimoji="0" sz="1600" b="0" i="0" u="none" strike="noStrike" kern="0" cap="none" spc="0" normalizeH="0" baseline="0" noProof="0">
                <a:ln>
                  <a:noFill/>
                </a:ln>
                <a:solidFill>
                  <a:srgbClr val="000000"/>
                </a:solidFill>
                <a:effectLst/>
                <a:uLnTx/>
                <a:uFillTx/>
                <a:latin typeface="Consolas"/>
                <a:ea typeface="Consolas"/>
                <a:cs typeface="Consolas"/>
              </a:rPr>
              <a:t>)</a:t>
            </a:r>
            <a:br>
              <a:rPr kumimoji="0" sz="1600" b="0" i="0" u="none" strike="noStrike" kern="0" cap="none" spc="0" normalizeH="0" baseline="0" noProof="0">
                <a:ln>
                  <a:noFill/>
                </a:ln>
                <a:solidFill>
                  <a:srgbClr val="000000"/>
                </a:solidFill>
                <a:effectLst/>
                <a:uLnTx/>
                <a:uFillTx/>
                <a:latin typeface="Consolas"/>
                <a:ea typeface="Consolas"/>
                <a:cs typeface="Consolas"/>
              </a:rPr>
            </a:b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8000"/>
                </a:solidFill>
                <a:effectLst/>
                <a:uLnTx/>
                <a:uFillTx/>
                <a:latin typeface="Consolas"/>
                <a:ea typeface="Consolas"/>
                <a:cs typeface="Consolas"/>
              </a:rPr>
              <a:t># Returns latest version (v2)</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latest = client.get_secret(</a:t>
            </a:r>
            <a:r>
              <a:rPr kumimoji="0" sz="1600" b="0" i="0" u="none" strike="noStrike" kern="0" cap="none" spc="0" normalizeH="0" baseline="0" noProof="0">
                <a:ln>
                  <a:noFill/>
                </a:ln>
                <a:solidFill>
                  <a:srgbClr val="A31515"/>
                </a:solidFill>
                <a:effectLst/>
                <a:uLnTx/>
                <a:uFillTx/>
                <a:latin typeface="Consolas"/>
                <a:ea typeface="Consolas"/>
                <a:cs typeface="Consolas"/>
              </a:rPr>
              <a:t>"db-key"</a:t>
            </a:r>
            <a:r>
              <a:rPr kumimoji="0" sz="1600" b="0" i="0" u="none" strike="noStrike" kern="0" cap="none" spc="0" normalizeH="0" baseline="0" noProof="0">
                <a:ln>
                  <a:noFill/>
                </a:ln>
                <a:solidFill>
                  <a:srgbClr val="000000"/>
                </a:solidFill>
                <a:effectLst/>
                <a:uLnTx/>
                <a:uFillTx/>
                <a:latin typeface="Consolas"/>
                <a:ea typeface="Consolas"/>
                <a:cs typeface="Consolas"/>
              </a:rPr>
              <a:t>)</a:t>
            </a:r>
            <a:br>
              <a:rPr kumimoji="0" sz="1600" b="0" i="0" u="none" strike="noStrike" kern="0" cap="none" spc="0" normalizeH="0" baseline="0" noProof="0">
                <a:ln>
                  <a:noFill/>
                </a:ln>
                <a:solidFill>
                  <a:srgbClr val="000000"/>
                </a:solidFill>
                <a:effectLst/>
                <a:uLnTx/>
                <a:uFillTx/>
                <a:latin typeface="Consolas"/>
                <a:ea typeface="Consolas"/>
                <a:cs typeface="Consolas"/>
              </a:rPr>
            </a:b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8000"/>
                </a:solidFill>
                <a:effectLst/>
                <a:uLnTx/>
                <a:uFillTx/>
                <a:latin typeface="Consolas"/>
                <a:ea typeface="Consolas"/>
                <a:cs typeface="Consolas"/>
              </a:rPr>
              <a:t># Retrieve a specific version</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old = client.get_secret(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"db-key"</a:t>
            </a:r>
            <a:r>
              <a:rPr kumimoji="0" sz="1600" b="0" i="0" u="none" strike="noStrike" kern="0" cap="none" spc="0" normalizeH="0" baseline="0" noProof="0">
                <a:ln>
                  <a:noFill/>
                </a:ln>
                <a:solidFill>
                  <a:srgbClr val="000000"/>
                </a:solidFill>
                <a:effectLst/>
                <a:uLnTx/>
                <a:uFillTx/>
                <a:latin typeface="Consolas"/>
                <a:ea typeface="Consolas"/>
                <a:cs typeface="Consolas"/>
              </a:rPr>
              <a:t>, version=v1.properties.version</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42368087"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Implement caching strategies to reduce Key Vault calls</a:t>
            </a:r>
            <a:endParaRPr lang="en-US"/>
          </a:p>
        </p:txBody>
      </p:sp>
      <p:sp>
        <p:nvSpPr>
          <p:cNvPr id="1241835795" name="TextBox 2"/>
          <p:cNvSpPr txBox="1"/>
          <p:nvPr/>
        </p:nvSpPr>
        <p:spPr bwMode="auto">
          <a:xfrm>
            <a:off x="457197" y="1226083"/>
            <a:ext cx="5062710" cy="4405825"/>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Why cache:</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Key Vault throttles at 4,000 GET per vault per 10-second window</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Time-based cache stores secret with TTL, refreshes periodically</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Event Grid invalidation provides near-real-time freshness</a:t>
            </a:r>
            <a:endParaRPr kumimoji="0" sz="20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Cache scope and TTL guidance:</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Per-process cache: simplest approach, recommended starting point</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Shared distributed cache: reduces total calls but adds complexity</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Match TTL to rotation frequency (90-day rotation = 1-hour TTL)</a:t>
            </a:r>
            <a:endParaRPr kumimoji="0" sz="20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Segoe UI"/>
              <a:cs typeface="Arial"/>
            </a:endParaRPr>
          </a:p>
        </p:txBody>
      </p:sp>
      <p:sp>
        <p:nvSpPr>
          <p:cNvPr id="71816004" name=" 71816003"/>
          <p:cNvSpPr/>
          <p:nvPr/>
        </p:nvSpPr>
        <p:spPr bwMode="auto">
          <a:xfrm>
            <a:off x="6096179" y="1615530"/>
            <a:ext cx="5584349" cy="359699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8000"/>
                </a:solidFill>
                <a:effectLst/>
                <a:uLnTx/>
                <a:uFillTx/>
                <a:latin typeface="Consolas"/>
                <a:ea typeface="Consolas"/>
                <a:cs typeface="Consolas"/>
              </a:rPr>
              <a:t># Time-based cache with configurable TTL</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_cache = {}</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_ttl = </a:t>
            </a:r>
            <a:r>
              <a:rPr kumimoji="0" sz="1600" b="0" i="0" u="none" strike="noStrike" kern="0" cap="none" spc="0" normalizeH="0" baseline="0" noProof="0">
                <a:ln>
                  <a:noFill/>
                </a:ln>
                <a:solidFill>
                  <a:srgbClr val="098658"/>
                </a:solidFill>
                <a:effectLst/>
                <a:uLnTx/>
                <a:uFillTx/>
                <a:latin typeface="Consolas"/>
                <a:ea typeface="Consolas"/>
                <a:cs typeface="Consolas"/>
              </a:rPr>
              <a:t>900</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8000"/>
                </a:solidFill>
                <a:effectLst/>
                <a:uLnTx/>
                <a:uFillTx/>
                <a:latin typeface="Consolas"/>
                <a:ea typeface="Consolas"/>
                <a:cs typeface="Consolas"/>
              </a:rPr>
              <a:t># 15 minutes</a:t>
            </a:r>
            <a:br>
              <a:rPr kumimoji="0" sz="1600" b="0" i="0" u="none" strike="noStrike" kern="0" cap="none" spc="0" normalizeH="0" baseline="0" noProof="0">
                <a:ln>
                  <a:noFill/>
                </a:ln>
                <a:solidFill>
                  <a:srgbClr val="008000"/>
                </a:solidFill>
                <a:effectLst/>
                <a:uLnTx/>
                <a:uFillTx/>
                <a:latin typeface="Consolas"/>
                <a:ea typeface="Consolas"/>
                <a:cs typeface="Consolas"/>
              </a:rPr>
            </a:b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def</a:t>
            </a:r>
            <a:r>
              <a:rPr kumimoji="0" sz="1600" b="0" i="0" u="none" strike="noStrike" kern="0" cap="none" spc="0" normalizeH="0" baseline="0" noProof="0">
                <a:ln>
                  <a:noFill/>
                </a:ln>
                <a:solidFill>
                  <a:srgbClr val="000000"/>
                </a:solidFill>
                <a:effectLst/>
                <a:uLnTx/>
                <a:uFillTx/>
                <a:latin typeface="Consolas"/>
                <a:ea typeface="Consolas"/>
                <a:cs typeface="Consolas"/>
              </a:rPr>
              <a:t> get_cached_secret(client, name):</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cached = _cache.get(name)</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now = time.monotonic()</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if</a:t>
            </a:r>
            <a:r>
              <a:rPr kumimoji="0" sz="1600" b="0" i="0" u="none" strike="noStrike" kern="0" cap="none" spc="0" normalizeH="0" baseline="0" noProof="0">
                <a:ln>
                  <a:noFill/>
                </a:ln>
                <a:solidFill>
                  <a:srgbClr val="000000"/>
                </a:solidFill>
                <a:effectLst/>
                <a:uLnTx/>
                <a:uFillTx/>
                <a:latin typeface="Consolas"/>
                <a:ea typeface="Consolas"/>
                <a:cs typeface="Consolas"/>
              </a:rPr>
              <a:t> cached </a:t>
            </a:r>
            <a:r>
              <a:rPr kumimoji="0" sz="1600" b="0" i="0" u="none" strike="noStrike" kern="0" cap="none" spc="0" normalizeH="0" baseline="0" noProof="0">
                <a:ln>
                  <a:noFill/>
                </a:ln>
                <a:solidFill>
                  <a:srgbClr val="0000FF"/>
                </a:solidFill>
                <a:effectLst/>
                <a:uLnTx/>
                <a:uFillTx/>
                <a:latin typeface="Consolas"/>
                <a:ea typeface="Consolas"/>
                <a:cs typeface="Consolas"/>
              </a:rPr>
              <a:t>and</a:t>
            </a:r>
            <a:r>
              <a:rPr kumimoji="0" sz="1600" b="0" i="0" u="none" strike="noStrike" kern="0" cap="none" spc="0" normalizeH="0" baseline="0" noProof="0">
                <a:ln>
                  <a:noFill/>
                </a:ln>
                <a:solidFill>
                  <a:srgbClr val="000000"/>
                </a:solidFill>
                <a:effectLst/>
                <a:uLnTx/>
                <a:uFillTx/>
                <a:latin typeface="Consolas"/>
                <a:ea typeface="Consolas"/>
                <a:cs typeface="Consolas"/>
              </a:rPr>
              <a:t> (now - cached[</a:t>
            </a:r>
            <a:r>
              <a:rPr kumimoji="0" sz="1600" b="0" i="0" u="none" strike="noStrike" kern="0" cap="none" spc="0" normalizeH="0" baseline="0" noProof="0">
                <a:ln>
                  <a:noFill/>
                </a:ln>
                <a:solidFill>
                  <a:srgbClr val="A31515"/>
                </a:solidFill>
                <a:effectLst/>
                <a:uLnTx/>
                <a:uFillTx/>
                <a:latin typeface="Consolas"/>
                <a:ea typeface="Consolas"/>
                <a:cs typeface="Consolas"/>
              </a:rPr>
              <a:t>"ts"</a:t>
            </a:r>
            <a:r>
              <a:rPr kumimoji="0" sz="1600" b="0" i="0" u="none" strike="noStrike" kern="0" cap="none" spc="0" normalizeH="0" baseline="0" noProof="0">
                <a:ln>
                  <a:noFill/>
                </a:ln>
                <a:solidFill>
                  <a:srgbClr val="000000"/>
                </a:solidFill>
                <a:effectLst/>
                <a:uLnTx/>
                <a:uFillTx/>
                <a:latin typeface="Consolas"/>
                <a:ea typeface="Consolas"/>
                <a:cs typeface="Consolas"/>
              </a:rPr>
              <a:t>]) &lt; _ttl:</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return</a:t>
            </a:r>
            <a:r>
              <a:rPr kumimoji="0" sz="1600" b="0" i="0" u="none" strike="noStrike" kern="0" cap="none" spc="0" normalizeH="0" baseline="0" noProof="0">
                <a:ln>
                  <a:noFill/>
                </a:ln>
                <a:solidFill>
                  <a:srgbClr val="000000"/>
                </a:solidFill>
                <a:effectLst/>
                <a:uLnTx/>
                <a:uFillTx/>
                <a:latin typeface="Consolas"/>
                <a:ea typeface="Consolas"/>
                <a:cs typeface="Consolas"/>
              </a:rPr>
              <a:t> cached[</a:t>
            </a:r>
            <a:r>
              <a:rPr kumimoji="0" sz="1600" b="0" i="0" u="none" strike="noStrike" kern="0" cap="none" spc="0" normalizeH="0" baseline="0" noProof="0">
                <a:ln>
                  <a:noFill/>
                </a:ln>
                <a:solidFill>
                  <a:srgbClr val="A31515"/>
                </a:solidFill>
                <a:effectLst/>
                <a:uLnTx/>
                <a:uFillTx/>
                <a:latin typeface="Consolas"/>
                <a:ea typeface="Consolas"/>
                <a:cs typeface="Consolas"/>
              </a:rPr>
              <a:t>"value"</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secret = client.get_secret(name)</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_cache[name] = {</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"value"</a:t>
            </a:r>
            <a:r>
              <a:rPr kumimoji="0" sz="1600" b="0" i="0" u="none" strike="noStrike" kern="0" cap="none" spc="0" normalizeH="0" baseline="0" noProof="0">
                <a:ln>
                  <a:noFill/>
                </a:ln>
                <a:solidFill>
                  <a:srgbClr val="000000"/>
                </a:solidFill>
                <a:effectLst/>
                <a:uLnTx/>
                <a:uFillTx/>
                <a:latin typeface="Consolas"/>
                <a:ea typeface="Consolas"/>
                <a:cs typeface="Consolas"/>
              </a:rPr>
              <a:t>: secret.value, </a:t>
            </a:r>
            <a:r>
              <a:rPr kumimoji="0" sz="1600" b="0" i="0" u="none" strike="noStrike" kern="0" cap="none" spc="0" normalizeH="0" baseline="0" noProof="0">
                <a:ln>
                  <a:noFill/>
                </a:ln>
                <a:solidFill>
                  <a:srgbClr val="A31515"/>
                </a:solidFill>
                <a:effectLst/>
                <a:uLnTx/>
                <a:uFillTx/>
                <a:latin typeface="Consolas"/>
                <a:ea typeface="Consolas"/>
                <a:cs typeface="Consolas"/>
              </a:rPr>
              <a:t>"ts"</a:t>
            </a:r>
            <a:r>
              <a:rPr kumimoji="0" sz="1600" b="0" i="0" u="none" strike="noStrike" kern="0" cap="none" spc="0" normalizeH="0" baseline="0" noProof="0">
                <a:ln>
                  <a:noFill/>
                </a:ln>
                <a:solidFill>
                  <a:srgbClr val="000000"/>
                </a:solidFill>
                <a:effectLst/>
                <a:uLnTx/>
                <a:uFillTx/>
                <a:latin typeface="Consolas"/>
                <a:ea typeface="Consolas"/>
                <a:cs typeface="Consolas"/>
              </a:rPr>
              <a:t>: now</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return</a:t>
            </a:r>
            <a:r>
              <a:rPr kumimoji="0" sz="1600" b="0" i="0" u="none" strike="noStrike" kern="0" cap="none" spc="0" normalizeH="0" baseline="0" noProof="0">
                <a:ln>
                  <a:noFill/>
                </a:ln>
                <a:solidFill>
                  <a:srgbClr val="000000"/>
                </a:solidFill>
                <a:effectLst/>
                <a:uLnTx/>
                <a:uFillTx/>
                <a:latin typeface="Consolas"/>
                <a:ea typeface="Consolas"/>
                <a:cs typeface="Consolas"/>
              </a:rPr>
              <a:t> secret.value</a:t>
            </a:r>
            <a:endParaRPr kumimoji="0" sz="2200" b="0" i="0" u="none" strike="noStrike" kern="0" cap="none" spc="0" normalizeH="0" baseline="0" noProof="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7311862" name="Title 1"/>
          <p:cNvSpPr>
            <a:spLocks noGrp="1"/>
          </p:cNvSpPr>
          <p:nvPr>
            <p:ph type="title"/>
          </p:nvPr>
        </p:nvSpPr>
        <p:spPr bwMode="auto">
          <a:xfrm>
            <a:off x="588261" y="585216"/>
            <a:ext cx="5653640" cy="427079"/>
          </a:xfrm>
        </p:spPr>
        <p:txBody>
          <a:bodyPr/>
          <a:lstStyle/>
          <a:p>
            <a:pPr>
              <a:defRPr/>
            </a:pPr>
            <a:r>
              <a:rPr lang="en-US" sz="2800"/>
              <a:t>Exercise</a:t>
            </a:r>
            <a:endParaRPr sz="2800"/>
          </a:p>
        </p:txBody>
      </p:sp>
      <p:pic>
        <p:nvPicPr>
          <p:cNvPr id="1463457617" name="Picture Placeholder 6">
            <a:extLst>
              <a:ext uri="{C183D7F6-B498-43B3-948B-1728B52AA6E4}">
                <adec:decorative xmlns:adec="http://schemas.microsoft.com/office/drawing/2017/decorative" val="1"/>
              </a:ext>
            </a:extLst>
          </p:cNvPr>
          <p:cNvPicPr>
            <a:picLocks noGrp="1" noChangeAspect="1"/>
          </p:cNvPicPr>
          <p:nvPr>
            <p:ph type="pic" sz="quarter" idx="20"/>
          </p:nvPr>
        </p:nvPicPr>
        <p:blipFill rotWithShape="1">
          <a:blip r:embed="rId3"/>
          <a:srcRect l="118" r="117"/>
          <a:stretch/>
        </p:blipFill>
        <p:spPr bwMode="ltGray">
          <a:xfrm>
            <a:off x="7724773" y="2043463"/>
            <a:ext cx="4467224" cy="3307645"/>
          </a:xfrm>
          <a:prstGeom prst="rect">
            <a:avLst/>
          </a:prstGeom>
          <a:solidFill>
            <a:srgbClr val="F4F4F7"/>
          </a:solidFill>
          <a:ln>
            <a:noFill/>
          </a:ln>
        </p:spPr>
      </p:pic>
      <p:sp>
        <p:nvSpPr>
          <p:cNvPr id="155734537" name="Text Placeholder 4"/>
          <p:cNvSpPr>
            <a:spLocks noGrp="1"/>
          </p:cNvSpPr>
          <p:nvPr>
            <p:ph type="body" sz="quarter" idx="16"/>
          </p:nvPr>
        </p:nvSpPr>
        <p:spPr bwMode="auto">
          <a:xfrm>
            <a:off x="584199" y="1594149"/>
            <a:ext cx="5656368" cy="244199"/>
          </a:xfrm>
        </p:spPr>
        <p:txBody>
          <a:bodyPr/>
          <a:lstStyle/>
          <a:p>
            <a:pPr>
              <a:defRPr/>
            </a:pPr>
            <a:r>
              <a:rPr lang="en-US" sz="1600" b="0" i="0" u="none" strike="noStrike" cap="none" spc="0">
                <a:solidFill>
                  <a:schemeClr val="tx1"/>
                </a:solidFill>
                <a:latin typeface="Segoe UI Semibold"/>
                <a:ea typeface="Segoe UI Semibold"/>
                <a:cs typeface="Segoe UI Semibold"/>
              </a:rPr>
              <a:t>Manage secrets with Azure Key Vault</a:t>
            </a:r>
            <a:endParaRPr lang="en-US"/>
          </a:p>
        </p:txBody>
      </p:sp>
      <p:sp>
        <p:nvSpPr>
          <p:cNvPr id="650525830" name="Text Placeholder 61"/>
          <p:cNvSpPr>
            <a:spLocks noGrp="1"/>
          </p:cNvSpPr>
          <p:nvPr>
            <p:ph type="body" sz="quarter" idx="15"/>
          </p:nvPr>
        </p:nvSpPr>
        <p:spPr bwMode="auto">
          <a:xfrm>
            <a:off x="579438" y="2501487"/>
            <a:ext cx="5657402" cy="2438759"/>
          </a:xfrm>
        </p:spPr>
        <p:txBody>
          <a:bodyPr vert="horz" wrap="square" lIns="0" tIns="0" rIns="0" bIns="0" rtlCol="0" anchor="t">
            <a:spAutoFit/>
          </a:bodyPr>
          <a:lstStyle/>
          <a:p>
            <a:pPr marL="0" indent="0">
              <a:buNone/>
              <a:defRPr/>
            </a:pPr>
            <a:r>
              <a:rPr lang="en-US" sz="1600" b="0" i="0" u="none" strike="noStrike" cap="none" spc="0">
                <a:solidFill>
                  <a:srgbClr val="000000"/>
                </a:solidFill>
                <a:latin typeface="Segoe UI"/>
                <a:ea typeface="Segoe UI"/>
                <a:cs typeface="Segoe UI"/>
              </a:rPr>
              <a:t>In this exercise, you deploy an Azure Key Vault pre-loaded with sample secrets and build a Python Flask web application that demonstrates core secret management patterns using the Azure SDK. </a:t>
            </a:r>
            <a:endParaRPr/>
          </a:p>
          <a:p>
            <a:pPr marL="0" indent="0">
              <a:buNone/>
              <a:defRPr/>
            </a:pPr>
            <a:endParaRPr lang="en-US">
              <a:cs typeface="Segoe UI"/>
            </a:endParaRPr>
          </a:p>
          <a:p>
            <a:pPr marL="0" indent="0">
              <a:buNone/>
              <a:defRPr/>
            </a:pPr>
            <a:r>
              <a:rPr lang="en-US">
                <a:latin typeface="Segoe UI Semibold"/>
                <a:cs typeface="Segoe UI Semibold"/>
              </a:rPr>
              <a:t>Estimated time:</a:t>
            </a:r>
            <a:r>
              <a:rPr lang="en-US">
                <a:cs typeface="Segoe UI"/>
              </a:rPr>
              <a:t> 30 minutes</a:t>
            </a:r>
            <a:endParaRPr/>
          </a:p>
          <a:p>
            <a:pPr>
              <a:defRPr/>
            </a:pPr>
            <a:endParaRPr lang="en-US">
              <a:cs typeface="Segoe UI"/>
            </a:endParaRPr>
          </a:p>
          <a:p>
            <a:pPr marL="0" indent="0">
              <a:buNone/>
              <a:defRPr/>
            </a:pPr>
            <a:r>
              <a:rPr lang="en-US">
                <a:cs typeface="Segoe UI"/>
              </a:rPr>
              <a:t>Start the exercise at:</a:t>
            </a:r>
            <a:endParaRPr lang="en-US"/>
          </a:p>
          <a:p>
            <a:pPr marL="0" indent="0">
              <a:buNone/>
              <a:defRPr/>
            </a:pPr>
            <a:r>
              <a:rPr lang="en-US" sz="1600" b="0" i="0" u="sng" strike="noStrike" cap="none" spc="0">
                <a:solidFill>
                  <a:schemeClr val="hlink"/>
                </a:solidFill>
                <a:latin typeface="Segoe UI"/>
                <a:ea typeface="Segoe UI"/>
                <a:cs typeface="Segoe UI"/>
                <a:hlinkClick r:id="rId4"/>
              </a:rPr>
              <a:t>https://go.microsoft.com/fwlink/?linkid=2352903</a:t>
            </a:r>
            <a:endParaRPr/>
          </a:p>
          <a:p>
            <a:pPr marL="0" indent="0">
              <a:buNone/>
              <a:defRPr/>
            </a:pPr>
            <a:endParaRPr lang="en-US"/>
          </a:p>
        </p:txBody>
      </p:sp>
      <p:sp>
        <p:nvSpPr>
          <p:cNvPr id="1366994582" name="Footer Placeholder 4"/>
          <p:cNvSpPr>
            <a:spLocks noGrp="1"/>
          </p:cNvSpPr>
          <p:nvPr>
            <p:ph type="ftr" sz="quarter" idx="3"/>
          </p:nvPr>
        </p:nvSpPr>
        <p:spPr bwMode="auto">
          <a:xfrm>
            <a:off x="579438" y="6421082"/>
            <a:ext cx="4151311" cy="19797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UI"/>
                <a:cs typeface="Arial"/>
              </a:rPr>
              <a:t>© Copyright Microsoft Corporation. All rights reserved.</a:t>
            </a:r>
          </a:p>
        </p:txBody>
      </p:sp>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1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Title 2">
            <a:extLst>
              <a:ext uri="{FF2B5EF4-FFF2-40B4-BE49-F238E27FC236}">
                <a16:creationId xmlns:a16="http://schemas.microsoft.com/office/drawing/2014/main" id="{BFDF7A86-6564-954B-3BB8-6808804364EC}"/>
              </a:ext>
            </a:extLst>
          </p:cNvPr>
          <p:cNvSpPr>
            <a:spLocks noGrp="1"/>
          </p:cNvSpPr>
          <p:nvPr>
            <p:ph type="title"/>
          </p:nvPr>
        </p:nvSpPr>
        <p:spPr/>
        <p:txBody>
          <a:bodyPr/>
          <a:lstStyle/>
          <a:p>
            <a:r>
              <a:rPr lang="en-US" dirty="0"/>
              <a:t>Module 2: </a:t>
            </a:r>
            <a:r>
              <a:rPr lang="en-US" spc="-49" dirty="0">
                <a:ea typeface="Segoe UI"/>
              </a:rPr>
              <a:t>Manage application settings with Azure App Configuration</a:t>
            </a:r>
            <a:endParaRPr lang="en-US" dirty="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07493970" name="Title 1"/>
          <p:cNvSpPr>
            <a:spLocks noGrp="1"/>
          </p:cNvSpPr>
          <p:nvPr>
            <p:ph type="title"/>
          </p:nvPr>
        </p:nvSpPr>
        <p:spPr bwMode="auto">
          <a:xfrm>
            <a:off x="457199" y="411479"/>
            <a:ext cx="11222609" cy="691019"/>
          </a:xfrm>
        </p:spPr>
        <p:txBody>
          <a:bodyPr/>
          <a:lstStyle/>
          <a:p>
            <a:pPr>
              <a:defRPr/>
            </a:pPr>
            <a:r>
              <a:rPr lang="en-US" sz="2800" b="0" i="0" u="none" strike="noStrike" cap="none" spc="0">
                <a:solidFill>
                  <a:schemeClr val="tx1"/>
                </a:solidFill>
                <a:latin typeface="Segoe UI Semibold"/>
                <a:ea typeface="Segoe UI Semibold"/>
                <a:cs typeface="Segoe UI Semibold"/>
              </a:rPr>
              <a:t>Connect to App Configuration from application code</a:t>
            </a:r>
            <a:endParaRPr sz="2800"/>
          </a:p>
        </p:txBody>
      </p:sp>
      <p:sp>
        <p:nvSpPr>
          <p:cNvPr id="1923963026" name="Content Placeholder 3"/>
          <p:cNvSpPr>
            <a:spLocks noGrp="1"/>
          </p:cNvSpPr>
          <p:nvPr>
            <p:ph sz="quarter" idx="10"/>
          </p:nvPr>
        </p:nvSpPr>
        <p:spPr bwMode="auto">
          <a:xfrm>
            <a:off x="457198" y="1299652"/>
            <a:ext cx="5062709" cy="4816472"/>
          </a:xfrm>
        </p:spPr>
        <p:txBody>
          <a:bodyPr vertOverflow="overflow" horzOverflow="overflow" vert="horz" wrap="square" lIns="0" tIns="0" rIns="0" bIns="0" numCol="1" spcCol="0" rtlCol="0" fromWordArt="0" anchor="t" anchorCtr="0" forceAA="0" compatLnSpc="0">
            <a:normAutofit/>
          </a:bodyPr>
          <a:lstStyle/>
          <a:p>
            <a:pPr marL="0" lvl="0" indent="0">
              <a:spcAft>
                <a:spcPts val="359"/>
              </a:spcAft>
              <a:buNone/>
              <a:defRPr/>
            </a:pPr>
            <a:r>
              <a:rPr lang="en-US" sz="2200" b="0" i="0" u="none" strike="noStrike" cap="none" spc="0">
                <a:solidFill>
                  <a:schemeClr val="tx1"/>
                </a:solidFill>
                <a:latin typeface="Segoe UI Semibold"/>
                <a:ea typeface="Segoe UI Semibold"/>
                <a:cs typeface="Segoe UI Semibold"/>
              </a:rPr>
              <a:t>Data model and connection:</a:t>
            </a:r>
            <a:endParaRPr sz="2000"/>
          </a:p>
          <a:p>
            <a:pPr lvl="0">
              <a:defRPr/>
            </a:pPr>
            <a:r>
              <a:rPr lang="en-US" sz="1800" b="0" i="0" u="none" strike="noStrike" cap="none" spc="0">
                <a:solidFill>
                  <a:schemeClr val="tx1"/>
                </a:solidFill>
                <a:latin typeface="Segoe UI"/>
                <a:ea typeface="+mn-ea"/>
                <a:cs typeface="Segoe UI"/>
              </a:rPr>
              <a:t>Settings stored as key-value pairs with optional labels and content types</a:t>
            </a:r>
            <a:endParaRPr sz="1800"/>
          </a:p>
          <a:p>
            <a:pPr lvl="0">
              <a:defRPr/>
            </a:pPr>
            <a:r>
              <a:rPr lang="en-US" sz="1800" b="0" i="0" u="none" strike="noStrike" cap="none" spc="0">
                <a:solidFill>
                  <a:schemeClr val="tx1"/>
                </a:solidFill>
                <a:latin typeface="Segoe UI"/>
                <a:ea typeface="+mn-ea"/>
                <a:cs typeface="Segoe UI"/>
              </a:rPr>
              <a:t>Provider </a:t>
            </a:r>
            <a:r>
              <a:rPr lang="en-US" sz="1800" b="0" i="0" u="none" strike="noStrike" cap="none" spc="0">
                <a:solidFill>
                  <a:schemeClr val="tx1"/>
                </a:solidFill>
                <a:latin typeface="Consolas"/>
                <a:ea typeface="Consolas"/>
                <a:cs typeface="Consolas"/>
              </a:rPr>
              <a:t>load()</a:t>
            </a:r>
            <a:r>
              <a:rPr lang="en-US" sz="1800" b="0" i="0" u="none" strike="noStrike" cap="none" spc="0">
                <a:solidFill>
                  <a:schemeClr val="tx1"/>
                </a:solidFill>
                <a:latin typeface="Segoe UI"/>
                <a:ea typeface="+mn-ea"/>
                <a:cs typeface="Segoe UI"/>
              </a:rPr>
              <a:t> returns dictionary-like object for standard access</a:t>
            </a:r>
            <a:endParaRPr sz="2000"/>
          </a:p>
          <a:p>
            <a:pPr marL="0" marR="0" lvl="0" indent="0" algn="l">
              <a:lnSpc>
                <a:spcPct val="100000"/>
              </a:lnSpc>
              <a:spcBef>
                <a:spcPts val="719"/>
              </a:spcBef>
              <a:spcAft>
                <a:spcPts val="359"/>
              </a:spcAft>
              <a:buFont typeface="Arial"/>
              <a:buNone/>
              <a:defRPr/>
            </a:pPr>
            <a:r>
              <a:rPr lang="en-US" sz="2200" b="0" i="0" u="none" strike="noStrike" cap="none" spc="0">
                <a:solidFill>
                  <a:schemeClr val="tx1"/>
                </a:solidFill>
                <a:latin typeface="Segoe UI Semibold"/>
                <a:ea typeface="Segoe UI Semibold"/>
                <a:cs typeface="Segoe UI Semibold"/>
              </a:rPr>
              <a:t>Filtering and refresh:</a:t>
            </a:r>
            <a:endParaRPr sz="2000"/>
          </a:p>
          <a:p>
            <a:pPr marL="228600" marR="0" lvl="0" indent="-228600" algn="l">
              <a:lnSpc>
                <a:spcPct val="100000"/>
              </a:lnSpc>
              <a:spcBef>
                <a:spcPts val="0"/>
              </a:spcBef>
              <a:spcAft>
                <a:spcPts val="0"/>
              </a:spcAft>
              <a:buFont typeface="Arial"/>
              <a:buChar char="•"/>
              <a:defRPr/>
            </a:pPr>
            <a:r>
              <a:rPr lang="en-US" sz="1800" b="0" i="0" u="none" strike="noStrike" cap="none" spc="0">
                <a:solidFill>
                  <a:schemeClr val="tx1"/>
                </a:solidFill>
                <a:latin typeface="Consolas"/>
                <a:ea typeface="Consolas"/>
                <a:cs typeface="Consolas"/>
              </a:rPr>
              <a:t>SettingSelector</a:t>
            </a:r>
            <a:r>
              <a:rPr lang="en-US" sz="1800" b="0" i="0" u="none" strike="noStrike" cap="none" spc="0">
                <a:solidFill>
                  <a:schemeClr val="tx1"/>
                </a:solidFill>
                <a:latin typeface="Segoe UI"/>
                <a:ea typeface="+mn-ea"/>
                <a:cs typeface="Segoe UI"/>
              </a:rPr>
              <a:t> filters keys by prefix pattern and label</a:t>
            </a:r>
            <a:endParaRPr sz="1800"/>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mn-ea"/>
                <a:cs typeface="Segoe UI"/>
              </a:rPr>
              <a:t>Sentinel key pattern triggers configuration reload without restart</a:t>
            </a:r>
            <a:endParaRPr sz="2600"/>
          </a:p>
        </p:txBody>
      </p:sp>
      <p:sp>
        <p:nvSpPr>
          <p:cNvPr id="410792398" name=" 410792397"/>
          <p:cNvSpPr/>
          <p:nvPr/>
        </p:nvSpPr>
        <p:spPr bwMode="auto">
          <a:xfrm>
            <a:off x="6068503" y="1299651"/>
            <a:ext cx="5736301" cy="359699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8000"/>
                </a:solidFill>
                <a:effectLst/>
                <a:uLnTx/>
                <a:uFillTx/>
                <a:latin typeface="Consolas"/>
                <a:ea typeface="Consolas"/>
                <a:cs typeface="Consolas"/>
              </a:rPr>
              <a:t># Filter settings by key prefix and label</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selects = [</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SettingSelector(</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key_filter=</a:t>
            </a:r>
            <a:r>
              <a:rPr kumimoji="0" sz="1600" b="0" i="0" u="none" strike="noStrike" kern="0" cap="none" spc="0" normalizeH="0" baseline="0" noProof="0">
                <a:ln>
                  <a:noFill/>
                </a:ln>
                <a:solidFill>
                  <a:srgbClr val="A31515"/>
                </a:solidFill>
                <a:effectLst/>
                <a:uLnTx/>
                <a:uFillTx/>
                <a:latin typeface="Consolas"/>
                <a:ea typeface="Consolas"/>
                <a:cs typeface="Consolas"/>
              </a:rPr>
              <a:t>"Pipeline:*"</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label_filter=</a:t>
            </a:r>
            <a:r>
              <a:rPr kumimoji="0" sz="1600" b="0" i="0" u="none" strike="noStrike" kern="0" cap="none" spc="0" normalizeH="0" baseline="0" noProof="0">
                <a:ln>
                  <a:noFill/>
                </a:ln>
                <a:solidFill>
                  <a:srgbClr val="A31515"/>
                </a:solidFill>
                <a:effectLst/>
                <a:uLnTx/>
                <a:uFillTx/>
                <a:latin typeface="Consolas"/>
                <a:ea typeface="Consolas"/>
                <a:cs typeface="Consolas"/>
              </a:rPr>
              <a:t>"Production"</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a:t>
            </a:r>
            <a:br>
              <a:rPr kumimoji="0" sz="1600" b="0" i="0" u="none" strike="noStrike" kern="0" cap="none" spc="0" normalizeH="0" baseline="0" noProof="0">
                <a:ln>
                  <a:noFill/>
                </a:ln>
                <a:solidFill>
                  <a:srgbClr val="000000"/>
                </a:solidFill>
                <a:effectLst/>
                <a:uLnTx/>
                <a:uFillTx/>
                <a:latin typeface="Consolas"/>
                <a:ea typeface="Consolas"/>
                <a:cs typeface="Consolas"/>
              </a:rPr>
            </a:b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config = load(</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endpoint=endpoint,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credential=credential,</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selects=selects</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batch_size = config[</a:t>
            </a:r>
            <a:r>
              <a:rPr kumimoji="0" sz="1600" b="0" i="0" u="none" strike="noStrike" kern="0" cap="none" spc="0" normalizeH="0" baseline="0" noProof="0">
                <a:ln>
                  <a:noFill/>
                </a:ln>
                <a:solidFill>
                  <a:srgbClr val="A31515"/>
                </a:solidFill>
                <a:effectLst/>
                <a:uLnTx/>
                <a:uFillTx/>
                <a:latin typeface="Consolas"/>
                <a:ea typeface="Consolas"/>
                <a:cs typeface="Consolas"/>
              </a:rPr>
              <a:t>"Pipeline:BatchSize"</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04648254"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Organize settings with labels and feature flags</a:t>
            </a:r>
            <a:endParaRPr/>
          </a:p>
        </p:txBody>
      </p:sp>
      <p:sp>
        <p:nvSpPr>
          <p:cNvPr id="114309111" name="Content Placeholder 3"/>
          <p:cNvSpPr>
            <a:spLocks noGrp="1"/>
          </p:cNvSpPr>
          <p:nvPr>
            <p:ph sz="quarter" idx="10"/>
          </p:nvPr>
        </p:nvSpPr>
        <p:spPr bwMode="auto">
          <a:xfrm>
            <a:off x="457198" y="1358775"/>
            <a:ext cx="5019179" cy="4816473"/>
          </a:xfrm>
        </p:spPr>
        <p:txBody>
          <a:bodyPr vertOverflow="overflow" horzOverflow="overflow" vert="horz" wrap="square" lIns="0" tIns="0" rIns="0" bIns="0" numCol="1" spcCol="0" rtlCol="0" fromWordArt="0" anchor="t" anchorCtr="0" forceAA="0" compatLnSpc="0">
            <a:noAutofit/>
          </a:bodyPr>
          <a:lstStyle/>
          <a:p>
            <a:pPr marL="0" lvl="0" indent="0">
              <a:spcAft>
                <a:spcPts val="359"/>
              </a:spcAft>
              <a:buNone/>
              <a:defRPr/>
            </a:pPr>
            <a:r>
              <a:rPr lang="en-US" sz="2000" b="0" i="0" u="none" strike="noStrike" cap="none" spc="0">
                <a:solidFill>
                  <a:schemeClr val="tx1"/>
                </a:solidFill>
                <a:latin typeface="Segoe UI Semibold"/>
                <a:ea typeface="Segoe UI Semibold"/>
                <a:cs typeface="Segoe UI Semibold"/>
              </a:rPr>
              <a:t>Labels and composition:</a:t>
            </a:r>
            <a:endParaRPr sz="1800"/>
          </a:p>
          <a:p>
            <a:pPr lvl="0">
              <a:spcAft>
                <a:spcPts val="359"/>
              </a:spcAft>
              <a:defRPr/>
            </a:pPr>
            <a:r>
              <a:rPr lang="en-US" sz="1800" b="0" i="0" u="none" strike="noStrike" cap="none" spc="0">
                <a:solidFill>
                  <a:schemeClr val="tx1"/>
                </a:solidFill>
                <a:latin typeface="Segoe UI"/>
                <a:ea typeface="+mn-ea"/>
                <a:cs typeface="Segoe UI"/>
              </a:rPr>
              <a:t>Labels create environment-specific variants of the same key</a:t>
            </a:r>
            <a:endParaRPr sz="1100"/>
          </a:p>
          <a:p>
            <a:pPr lvl="0">
              <a:spcAft>
                <a:spcPts val="359"/>
              </a:spcAft>
              <a:defRPr/>
            </a:pPr>
            <a:r>
              <a:rPr lang="en-US" sz="1800" b="0" i="0" u="none" strike="noStrike" cap="none" spc="0">
                <a:solidFill>
                  <a:schemeClr val="tx1"/>
                </a:solidFill>
                <a:latin typeface="Segoe UI"/>
                <a:ea typeface="+mn-ea"/>
                <a:cs typeface="Segoe UI"/>
              </a:rPr>
              <a:t>Defaults load first, environment labels override matching keys</a:t>
            </a:r>
            <a:endParaRPr sz="1800"/>
          </a:p>
          <a:p>
            <a:pPr marL="0" marR="0" lvl="0" indent="0" algn="l">
              <a:lnSpc>
                <a:spcPct val="100000"/>
              </a:lnSpc>
              <a:spcBef>
                <a:spcPts val="719"/>
              </a:spcBef>
              <a:spcAft>
                <a:spcPts val="359"/>
              </a:spcAft>
              <a:buFont typeface="Arial"/>
              <a:buNone/>
              <a:defRPr/>
            </a:pPr>
            <a:r>
              <a:rPr lang="en-US" sz="2000" b="0" i="0" u="none" strike="noStrike" cap="none" spc="0">
                <a:solidFill>
                  <a:schemeClr val="tx1"/>
                </a:solidFill>
                <a:latin typeface="Segoe UI Semibold"/>
                <a:ea typeface="Segoe UI Semibold"/>
                <a:cs typeface="Segoe UI Semibold"/>
              </a:rPr>
              <a:t>Feature flags:</a:t>
            </a:r>
            <a:endParaRPr sz="1800"/>
          </a:p>
          <a:p>
            <a:pPr lvl="0">
              <a:spcAft>
                <a:spcPts val="359"/>
              </a:spcAft>
              <a:defRPr/>
            </a:pPr>
            <a:r>
              <a:rPr lang="en-US" sz="1800" b="0" i="0" u="none" strike="noStrike" cap="none" spc="0">
                <a:solidFill>
                  <a:schemeClr val="tx1"/>
                </a:solidFill>
                <a:latin typeface="Consolas"/>
                <a:ea typeface="Consolas"/>
                <a:cs typeface="Consolas"/>
              </a:rPr>
              <a:t>FeatureManager.is_enabled()</a:t>
            </a:r>
            <a:r>
              <a:rPr lang="en-US" sz="1800" b="0" i="0" u="none" strike="noStrike" cap="none" spc="0">
                <a:solidFill>
                  <a:schemeClr val="tx1"/>
                </a:solidFill>
                <a:latin typeface="Segoe UI"/>
                <a:ea typeface="+mn-ea"/>
                <a:cs typeface="Segoe UI"/>
              </a:rPr>
              <a:t> evaluates flags at runtime</a:t>
            </a:r>
            <a:endParaRPr sz="1100"/>
          </a:p>
          <a:p>
            <a:pPr>
              <a:spcAft>
                <a:spcPts val="359"/>
              </a:spcAft>
              <a:defRPr/>
            </a:pPr>
            <a:r>
              <a:rPr lang="en-US" sz="1800" b="0" i="0" u="none" strike="noStrike" cap="none" spc="0">
                <a:solidFill>
                  <a:schemeClr val="tx1"/>
                </a:solidFill>
                <a:latin typeface="Segoe UI"/>
                <a:ea typeface="+mn-ea"/>
                <a:cs typeface="Segoe UI"/>
              </a:rPr>
              <a:t>Operators toggle features without redeployment</a:t>
            </a:r>
            <a:endParaRPr sz="2600"/>
          </a:p>
        </p:txBody>
      </p:sp>
      <p:sp>
        <p:nvSpPr>
          <p:cNvPr id="1166201237" name=" 1166201236"/>
          <p:cNvSpPr/>
          <p:nvPr/>
        </p:nvSpPr>
        <p:spPr bwMode="auto">
          <a:xfrm>
            <a:off x="6096179" y="1389211"/>
            <a:ext cx="5685393" cy="310931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8000"/>
                </a:solidFill>
                <a:effectLst/>
                <a:uLnTx/>
                <a:uFillTx/>
                <a:latin typeface="Consolas"/>
                <a:ea typeface="Consolas"/>
                <a:cs typeface="Consolas"/>
              </a:rPr>
              <a:t># Evaluate feature flags at runtime</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config = load(</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endpoint=endpoint,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credential=credential,</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feature_flags_enabled=</a:t>
            </a:r>
            <a:r>
              <a:rPr kumimoji="0" sz="1600" b="0" i="0" u="none" strike="noStrike" kern="0" cap="none" spc="0" normalizeH="0" baseline="0" noProof="0">
                <a:ln>
                  <a:noFill/>
                </a:ln>
                <a:solidFill>
                  <a:srgbClr val="0000FF"/>
                </a:solidFill>
                <a:effectLst/>
                <a:uLnTx/>
                <a:uFillTx/>
                <a:latin typeface="Consolas"/>
                <a:ea typeface="Consolas"/>
                <a:cs typeface="Consolas"/>
              </a:rPr>
              <a:t>True</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a:t>
            </a:r>
            <a:br>
              <a:rPr kumimoji="0" sz="1600" b="0" i="0" u="none" strike="noStrike" kern="0" cap="none" spc="0" normalizeH="0" baseline="0" noProof="0">
                <a:ln>
                  <a:noFill/>
                </a:ln>
                <a:solidFill>
                  <a:srgbClr val="000000"/>
                </a:solidFill>
                <a:effectLst/>
                <a:uLnTx/>
                <a:uFillTx/>
                <a:latin typeface="Consolas"/>
                <a:ea typeface="Consolas"/>
                <a:cs typeface="Consolas"/>
              </a:rPr>
            </a:b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feature_manager = FeatureManager(config)</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if</a:t>
            </a:r>
            <a:r>
              <a:rPr kumimoji="0" sz="1600" b="0" i="0" u="none" strike="noStrike" kern="0" cap="none" spc="0" normalizeH="0" baseline="0" noProof="0">
                <a:ln>
                  <a:noFill/>
                </a:ln>
                <a:solidFill>
                  <a:srgbClr val="000000"/>
                </a:solidFill>
                <a:effectLst/>
                <a:uLnTx/>
                <a:uFillTx/>
                <a:latin typeface="Consolas"/>
                <a:ea typeface="Consolas"/>
                <a:cs typeface="Consolas"/>
              </a:rPr>
              <a:t> feature_manager.is_enabled(</a:t>
            </a:r>
            <a:r>
              <a:rPr kumimoji="0" sz="1600" b="0" i="0" u="none" strike="noStrike" kern="0" cap="none" spc="0" normalizeH="0" baseline="0" noProof="0">
                <a:ln>
                  <a:noFill/>
                </a:ln>
                <a:solidFill>
                  <a:srgbClr val="A31515"/>
                </a:solidFill>
                <a:effectLst/>
                <a:uLnTx/>
                <a:uFillTx/>
                <a:latin typeface="Consolas"/>
                <a:ea typeface="Consolas"/>
                <a:cs typeface="Consolas"/>
              </a:rPr>
              <a:t>"UseNewModel"</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process_with_new_model(document)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else</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process_with_current_model(document)</a:t>
            </a:r>
            <a:endParaRPr kumimoji="0" sz="2200" b="0" i="0" u="none" strike="noStrike" kern="0" cap="none" spc="0" normalizeH="0" baseline="0" noProof="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80820340" name="Title 1"/>
          <p:cNvSpPr>
            <a:spLocks noGrp="1"/>
          </p:cNvSpPr>
          <p:nvPr>
            <p:ph type="title"/>
          </p:nvPr>
        </p:nvSpPr>
        <p:spPr bwMode="auto"/>
        <p:txBody>
          <a:bodyPr/>
          <a:lstStyle/>
          <a:p>
            <a:pPr>
              <a:defRPr/>
            </a:pPr>
            <a:r>
              <a:rPr lang="en-US" sz="2800" b="0" i="0" u="none" strike="noStrike" cap="none" spc="0">
                <a:solidFill>
                  <a:schemeClr val="tx1"/>
                </a:solidFill>
                <a:latin typeface="Segoe UI Semibold"/>
                <a:ea typeface="Segoe UI Semibold"/>
                <a:cs typeface="Segoe UI Semibold"/>
              </a:rPr>
              <a:t>Reference Key Vault secrets from App Configuration</a:t>
            </a:r>
            <a:endParaRPr sz="2800"/>
          </a:p>
        </p:txBody>
      </p:sp>
      <p:sp>
        <p:nvSpPr>
          <p:cNvPr id="1934822259" name="Content Placeholder 3"/>
          <p:cNvSpPr>
            <a:spLocks noGrp="1"/>
          </p:cNvSpPr>
          <p:nvPr>
            <p:ph sz="quarter" idx="10"/>
          </p:nvPr>
        </p:nvSpPr>
        <p:spPr bwMode="auto">
          <a:xfrm>
            <a:off x="457200" y="1234438"/>
            <a:ext cx="5037669" cy="4816473"/>
          </a:xfrm>
        </p:spPr>
        <p:txBody>
          <a:bodyPr vertOverflow="overflow" horzOverflow="overflow" vert="horz" wrap="square" lIns="0" tIns="0" rIns="0" bIns="0" numCol="1" spcCol="0" rtlCol="0" fromWordArt="0" anchor="t" anchorCtr="0" forceAA="0" compatLnSpc="0">
            <a:noAutofit/>
          </a:bodyPr>
          <a:lstStyle/>
          <a:p>
            <a:pPr marL="0" lvl="0" indent="0">
              <a:spcAft>
                <a:spcPts val="359"/>
              </a:spcAft>
              <a:buNone/>
              <a:defRPr/>
            </a:pPr>
            <a:r>
              <a:rPr lang="en-US" sz="2000" b="0" i="0" u="none" strike="noStrike" cap="none" spc="0">
                <a:solidFill>
                  <a:schemeClr val="tx1"/>
                </a:solidFill>
                <a:latin typeface="Segoe UI Semibold"/>
                <a:ea typeface="Segoe UI Semibold"/>
                <a:cs typeface="Segoe UI Semibold"/>
              </a:rPr>
              <a:t>How references work:</a:t>
            </a:r>
            <a:endParaRPr sz="1400"/>
          </a:p>
          <a:p>
            <a:pPr lvl="0">
              <a:spcAft>
                <a:spcPts val="359"/>
              </a:spcAft>
              <a:defRPr/>
            </a:pPr>
            <a:r>
              <a:rPr lang="en-US" sz="1800" b="0" i="0" u="none" strike="noStrike" cap="none" spc="0">
                <a:solidFill>
                  <a:schemeClr val="tx1"/>
                </a:solidFill>
                <a:latin typeface="Segoe UI"/>
                <a:ea typeface="+mn-ea"/>
                <a:cs typeface="Segoe UI"/>
              </a:rPr>
              <a:t>App Configuration stores a URI pointer, not the secret value</a:t>
            </a:r>
            <a:endParaRPr sz="1100"/>
          </a:p>
          <a:p>
            <a:pPr lvl="0">
              <a:spcAft>
                <a:spcPts val="359"/>
              </a:spcAft>
              <a:defRPr/>
            </a:pPr>
            <a:r>
              <a:rPr lang="en-US" sz="1800" b="0" i="0" u="none" strike="noStrike" cap="none" spc="0">
                <a:solidFill>
                  <a:schemeClr val="tx1"/>
                </a:solidFill>
                <a:latin typeface="Segoe UI"/>
                <a:ea typeface="+mn-ea"/>
                <a:cs typeface="Segoe UI"/>
              </a:rPr>
              <a:t>Provider resolves secrets automatically using the reference content type</a:t>
            </a:r>
            <a:endParaRPr sz="1100"/>
          </a:p>
          <a:p>
            <a:pPr lvl="0">
              <a:spcAft>
                <a:spcPts val="359"/>
              </a:spcAft>
              <a:defRPr/>
            </a:pPr>
            <a:r>
              <a:rPr lang="en-US" sz="1800" b="0" i="0" u="none" strike="noStrike" cap="none" spc="0">
                <a:solidFill>
                  <a:schemeClr val="tx1"/>
                </a:solidFill>
                <a:latin typeface="Segoe UI"/>
                <a:ea typeface="+mn-ea"/>
                <a:cs typeface="Segoe UI"/>
              </a:rPr>
              <a:t>Application accesses secrets and settings through the same dictionary</a:t>
            </a:r>
            <a:endParaRPr sz="1400"/>
          </a:p>
          <a:p>
            <a:pPr marL="0" marR="0" lvl="0" indent="0" algn="l">
              <a:lnSpc>
                <a:spcPct val="100000"/>
              </a:lnSpc>
              <a:spcBef>
                <a:spcPts val="719"/>
              </a:spcBef>
              <a:spcAft>
                <a:spcPts val="359"/>
              </a:spcAft>
              <a:buFont typeface="Arial"/>
              <a:buNone/>
              <a:defRPr/>
            </a:pPr>
            <a:r>
              <a:rPr lang="en-US" sz="2000" b="0" i="0" u="none" strike="noStrike" cap="none" spc="0">
                <a:solidFill>
                  <a:schemeClr val="tx1"/>
                </a:solidFill>
                <a:latin typeface="Segoe UI Semibold"/>
                <a:ea typeface="Segoe UI Semibold"/>
                <a:cs typeface="Segoe UI Semibold"/>
              </a:rPr>
              <a:t>Authentication and refresh:</a:t>
            </a:r>
            <a:endParaRPr sz="1400"/>
          </a:p>
          <a:p>
            <a:pPr lvl="0">
              <a:spcAft>
                <a:spcPts val="359"/>
              </a:spcAft>
              <a:defRPr/>
            </a:pPr>
            <a:r>
              <a:rPr lang="en-US" sz="1800" b="0" i="0" u="none" strike="noStrike" cap="none" spc="0">
                <a:solidFill>
                  <a:schemeClr val="tx1"/>
                </a:solidFill>
                <a:latin typeface="Segoe UI"/>
                <a:ea typeface="+mn-ea"/>
                <a:cs typeface="Segoe UI"/>
              </a:rPr>
              <a:t>Identity needs Data Reader and Key Vault Secrets User roles</a:t>
            </a:r>
            <a:endParaRPr sz="1100"/>
          </a:p>
          <a:p>
            <a:pPr marL="228600" marR="0" lvl="0" indent="-228600" algn="l">
              <a:lnSpc>
                <a:spcPct val="100000"/>
              </a:lnSpc>
              <a:spcBef>
                <a:spcPts val="0"/>
              </a:spcBef>
              <a:spcAft>
                <a:spcPts val="359"/>
              </a:spcAft>
              <a:buFont typeface="Arial"/>
              <a:buChar char="•"/>
              <a:defRPr/>
            </a:pPr>
            <a:r>
              <a:rPr lang="en-US" sz="1800" b="0" i="0" u="none" strike="noStrike" cap="none" spc="0">
                <a:solidFill>
                  <a:schemeClr val="tx1"/>
                </a:solidFill>
                <a:latin typeface="Consolas"/>
                <a:ea typeface="Consolas"/>
                <a:cs typeface="Consolas"/>
              </a:rPr>
              <a:t>secret_refresh_interval</a:t>
            </a:r>
            <a:r>
              <a:rPr lang="en-US" sz="1800" b="0" i="0" u="none" strike="noStrike" cap="none" spc="0">
                <a:solidFill>
                  <a:schemeClr val="tx1"/>
                </a:solidFill>
                <a:latin typeface="Segoe UI"/>
                <a:ea typeface="+mn-ea"/>
                <a:cs typeface="Segoe UI"/>
              </a:rPr>
              <a:t> controls independent secret refresh cycle</a:t>
            </a:r>
            <a:endParaRPr lang="en-US" sz="2200" b="0" i="0" u="none" strike="noStrike" cap="none" spc="0">
              <a:latin typeface="Consolas"/>
              <a:cs typeface="Times New Roman"/>
            </a:endParaRPr>
          </a:p>
        </p:txBody>
      </p:sp>
      <p:pic>
        <p:nvPicPr>
          <p:cNvPr id="1925448434" name="Picture 1" descr="Diagram of Key Vault reference resolution flow from application through App Configuration to Key Vault&#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6510528" y="1024128"/>
            <a:ext cx="4041647" cy="4727447"/>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141129030" name="Title 1"/>
          <p:cNvSpPr>
            <a:spLocks noGrp="1"/>
          </p:cNvSpPr>
          <p:nvPr>
            <p:ph type="title"/>
          </p:nvPr>
        </p:nvSpPr>
        <p:spPr bwMode="auto"/>
        <p:txBody>
          <a:bodyPr/>
          <a:lstStyle/>
          <a:p>
            <a:pPr>
              <a:defRPr/>
            </a:pPr>
            <a:r>
              <a:rPr lang="en-US" sz="2800" b="0" i="0" u="none" strike="noStrike" cap="none" spc="0">
                <a:solidFill>
                  <a:schemeClr val="tx1"/>
                </a:solidFill>
                <a:latin typeface="Segoe UI Semibold"/>
                <a:ea typeface="Segoe UI Semibold"/>
                <a:cs typeface="Segoe UI Semibold"/>
              </a:rPr>
              <a:t>Decide what to store in App Configuration vs Key Vault</a:t>
            </a:r>
            <a:endParaRPr sz="2800"/>
          </a:p>
        </p:txBody>
      </p:sp>
      <p:sp>
        <p:nvSpPr>
          <p:cNvPr id="320153297" name="Content Placeholder 3"/>
          <p:cNvSpPr>
            <a:spLocks noGrp="1"/>
          </p:cNvSpPr>
          <p:nvPr>
            <p:ph sz="quarter" idx="10"/>
          </p:nvPr>
        </p:nvSpPr>
        <p:spPr bwMode="auto">
          <a:xfrm>
            <a:off x="457200" y="1234437"/>
            <a:ext cx="5037669" cy="4816472"/>
          </a:xfrm>
        </p:spPr>
        <p:txBody>
          <a:bodyPr vertOverflow="overflow" horzOverflow="overflow" vert="horz" wrap="square" lIns="0" tIns="0" rIns="0" bIns="0" numCol="1" spcCol="0" rtlCol="0" fromWordArt="0" anchor="t" anchorCtr="0" forceAA="0" compatLnSpc="0">
            <a:noAutofit/>
          </a:bodyPr>
          <a:lstStyle/>
          <a:p>
            <a:pPr marL="0" indent="0">
              <a:spcAft>
                <a:spcPts val="359"/>
              </a:spcAft>
              <a:buFont typeface="Arial"/>
              <a:buNone/>
              <a:defRPr/>
            </a:pPr>
            <a:r>
              <a:rPr lang="en-US" sz="2000" b="0" i="0" u="none" strike="noStrike" cap="none" spc="0">
                <a:solidFill>
                  <a:schemeClr val="tx1"/>
                </a:solidFill>
                <a:latin typeface="Segoe UI Semibold"/>
                <a:ea typeface="Segoe UI Semibold"/>
                <a:cs typeface="Segoe UI Semibold"/>
              </a:rPr>
              <a:t>Classification criteria:</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Sensitivity: does the value grant access to a resource?</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Rotation: does it need audit trails and expiration?</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Access control: does it require per-object tracking?</a:t>
            </a:r>
            <a:endParaRPr lang="en-US" sz="1800" b="0" i="0" u="none" strike="noStrike" cap="none" spc="0">
              <a:solidFill>
                <a:schemeClr val="tx1"/>
              </a:solidFill>
              <a:latin typeface="Segoe UI"/>
              <a:cs typeface="Segoe UI"/>
            </a:endParaRPr>
          </a:p>
          <a:p>
            <a:pPr marL="0" marR="0" indent="0" algn="l">
              <a:lnSpc>
                <a:spcPct val="100000"/>
              </a:lnSpc>
              <a:spcBef>
                <a:spcPts val="719"/>
              </a:spcBef>
              <a:spcAft>
                <a:spcPts val="359"/>
              </a:spcAft>
              <a:buFont typeface="Arial"/>
              <a:buNone/>
              <a:defRPr/>
            </a:pPr>
            <a:r>
              <a:rPr lang="en-US" sz="2000" b="0" i="0" u="none" strike="noStrike" cap="none" spc="0">
                <a:solidFill>
                  <a:schemeClr val="tx1"/>
                </a:solidFill>
                <a:latin typeface="Segoe UI Semibold"/>
                <a:ea typeface="Segoe UI Semibold"/>
                <a:cs typeface="Segoe UI Semibold"/>
              </a:rPr>
              <a:t>Complementary architecture:</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App Configuration as single entry point for all settings</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Key Vault references for sensitive values behind the scenes</a:t>
            </a:r>
            <a:endParaRPr sz="1800"/>
          </a:p>
        </p:txBody>
      </p:sp>
      <p:pic>
        <p:nvPicPr>
          <p:cNvPr id="21619338" name="Picture 1" descr="Comparison diagram of App Configuration and Key Vault showing which settings belong in each service&#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6964754" y="990912"/>
            <a:ext cx="3685032" cy="5303520"/>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17914026" name="Title 1"/>
          <p:cNvSpPr>
            <a:spLocks noGrp="1"/>
          </p:cNvSpPr>
          <p:nvPr>
            <p:ph type="title"/>
          </p:nvPr>
        </p:nvSpPr>
        <p:spPr bwMode="auto">
          <a:xfrm>
            <a:off x="588261" y="585216"/>
            <a:ext cx="5653640" cy="427079"/>
          </a:xfrm>
        </p:spPr>
        <p:txBody>
          <a:bodyPr/>
          <a:lstStyle/>
          <a:p>
            <a:pPr>
              <a:defRPr/>
            </a:pPr>
            <a:r>
              <a:rPr lang="en-US" sz="2800"/>
              <a:t>Exercise</a:t>
            </a:r>
            <a:endParaRPr sz="2800"/>
          </a:p>
        </p:txBody>
      </p:sp>
      <p:pic>
        <p:nvPicPr>
          <p:cNvPr id="2115234625" name="Picture Placeholder 6">
            <a:extLst>
              <a:ext uri="{C183D7F6-B498-43B3-948B-1728B52AA6E4}">
                <adec:decorative xmlns:adec="http://schemas.microsoft.com/office/drawing/2017/decorative" val="1"/>
              </a:ext>
            </a:extLst>
          </p:cNvPr>
          <p:cNvPicPr>
            <a:picLocks noGrp="1" noChangeAspect="1"/>
          </p:cNvPicPr>
          <p:nvPr>
            <p:ph type="pic" sz="quarter" idx="20"/>
          </p:nvPr>
        </p:nvPicPr>
        <p:blipFill rotWithShape="1">
          <a:blip r:embed="rId3"/>
          <a:srcRect l="118" r="117"/>
          <a:stretch/>
        </p:blipFill>
        <p:spPr bwMode="ltGray">
          <a:xfrm>
            <a:off x="7724774" y="2043464"/>
            <a:ext cx="4467225" cy="3307646"/>
          </a:xfrm>
          <a:prstGeom prst="rect">
            <a:avLst/>
          </a:prstGeom>
          <a:solidFill>
            <a:srgbClr val="F4F4F7"/>
          </a:solidFill>
          <a:ln>
            <a:noFill/>
          </a:ln>
        </p:spPr>
      </p:pic>
      <p:sp>
        <p:nvSpPr>
          <p:cNvPr id="975303446" name="Text Placeholder 4"/>
          <p:cNvSpPr>
            <a:spLocks noGrp="1"/>
          </p:cNvSpPr>
          <p:nvPr>
            <p:ph type="body" sz="quarter" idx="16"/>
          </p:nvPr>
        </p:nvSpPr>
        <p:spPr bwMode="auto">
          <a:xfrm>
            <a:off x="584199" y="1594150"/>
            <a:ext cx="5656368" cy="244199"/>
          </a:xfrm>
        </p:spPr>
        <p:txBody>
          <a:bodyPr/>
          <a:lstStyle/>
          <a:p>
            <a:pPr>
              <a:defRPr/>
            </a:pPr>
            <a:r>
              <a:rPr lang="en-US" sz="1600" b="0" i="0" u="none" strike="noStrike" cap="none" spc="0">
                <a:solidFill>
                  <a:schemeClr val="tx1"/>
                </a:solidFill>
                <a:latin typeface="Segoe UI Semibold"/>
                <a:ea typeface="Segoe UI Semibold"/>
                <a:cs typeface="Segoe UI Semibold"/>
              </a:rPr>
              <a:t>Retrieve settings and secrets from Azure App Configuration</a:t>
            </a:r>
            <a:endParaRPr lang="en-US"/>
          </a:p>
        </p:txBody>
      </p:sp>
      <p:sp>
        <p:nvSpPr>
          <p:cNvPr id="1303370124" name="Text Placeholder 61"/>
          <p:cNvSpPr>
            <a:spLocks noGrp="1"/>
          </p:cNvSpPr>
          <p:nvPr>
            <p:ph type="body" sz="quarter" idx="15"/>
          </p:nvPr>
        </p:nvSpPr>
        <p:spPr bwMode="auto">
          <a:xfrm>
            <a:off x="585783" y="2447263"/>
            <a:ext cx="5657402" cy="2438759"/>
          </a:xfrm>
        </p:spPr>
        <p:txBody>
          <a:bodyPr vert="horz" wrap="square" lIns="0" tIns="0" rIns="0" bIns="0" rtlCol="0" anchor="t">
            <a:spAutoFit/>
          </a:bodyPr>
          <a:lstStyle/>
          <a:p>
            <a:pPr marL="0" indent="0">
              <a:buNone/>
              <a:defRPr/>
            </a:pPr>
            <a:r>
              <a:rPr lang="en-US" sz="1600" b="0" i="0" u="none" strike="noStrike" cap="none" spc="0">
                <a:solidFill>
                  <a:srgbClr val="000000"/>
                </a:solidFill>
                <a:latin typeface="Segoe UI"/>
                <a:ea typeface="Segoe UI"/>
                <a:cs typeface="Segoe UI"/>
              </a:rPr>
              <a:t>In this exercise, you deploy an Azure App Configuration store and Key Vault pre-loaded with sample settings and build a Python Flask web application that demonstrates core configuration management patterns using the Azure SDK.</a:t>
            </a:r>
            <a:endParaRPr/>
          </a:p>
          <a:p>
            <a:pPr marL="0" indent="0">
              <a:buNone/>
              <a:defRPr/>
            </a:pPr>
            <a:endParaRPr lang="en-US">
              <a:cs typeface="Segoe UI"/>
            </a:endParaRPr>
          </a:p>
          <a:p>
            <a:pPr marL="0" indent="0">
              <a:buNone/>
              <a:defRPr/>
            </a:pPr>
            <a:r>
              <a:rPr lang="en-US">
                <a:latin typeface="Segoe UI Semibold"/>
                <a:cs typeface="Segoe UI Semibold"/>
              </a:rPr>
              <a:t>Estimated time:</a:t>
            </a:r>
            <a:r>
              <a:rPr lang="en-US">
                <a:cs typeface="Segoe UI"/>
              </a:rPr>
              <a:t> 30 minutes</a:t>
            </a:r>
            <a:endParaRPr/>
          </a:p>
          <a:p>
            <a:pPr>
              <a:defRPr/>
            </a:pPr>
            <a:endParaRPr lang="en-US">
              <a:cs typeface="Segoe UI"/>
            </a:endParaRPr>
          </a:p>
          <a:p>
            <a:pPr marL="0" indent="0">
              <a:buNone/>
              <a:defRPr/>
            </a:pPr>
            <a:r>
              <a:rPr lang="en-US">
                <a:cs typeface="Segoe UI"/>
              </a:rPr>
              <a:t>Start the exercise at:</a:t>
            </a:r>
            <a:endParaRPr lang="en-US"/>
          </a:p>
          <a:p>
            <a:pPr marL="0" indent="0">
              <a:buNone/>
              <a:defRPr/>
            </a:pPr>
            <a:r>
              <a:rPr lang="en-US" u="sng">
                <a:solidFill>
                  <a:schemeClr val="hlink"/>
                </a:solidFill>
                <a:latin typeface="Segoe UI"/>
                <a:cs typeface="Segoe UI"/>
                <a:hlinkClick r:id="rId4"/>
              </a:rPr>
              <a:t>https://go.microsoft.com/fwlink/?linkid=2352904</a:t>
            </a:r>
            <a:endParaRPr/>
          </a:p>
          <a:p>
            <a:pPr marL="0" indent="0">
              <a:buNone/>
              <a:defRPr/>
            </a:pPr>
            <a:endParaRPr lang="en-US"/>
          </a:p>
        </p:txBody>
      </p:sp>
      <p:sp>
        <p:nvSpPr>
          <p:cNvPr id="1745267166" name="Footer Placeholder 4"/>
          <p:cNvSpPr>
            <a:spLocks noGrp="1"/>
          </p:cNvSpPr>
          <p:nvPr>
            <p:ph type="ftr" sz="quarter" idx="3"/>
          </p:nvPr>
        </p:nvSpPr>
        <p:spPr bwMode="auto">
          <a:xfrm>
            <a:off x="579438" y="6421083"/>
            <a:ext cx="4151312" cy="197976"/>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UI"/>
                <a:cs typeface="Arial"/>
              </a:rPr>
              <a:t>© Copyright Microsoft Corporation. All rights reserved.</a:t>
            </a:r>
          </a:p>
        </p:txBody>
      </p:sp>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1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31417749" name="Title 6"/>
          <p:cNvSpPr>
            <a:spLocks noGrp="1"/>
          </p:cNvSpPr>
          <p:nvPr>
            <p:ph type="title"/>
          </p:nvPr>
        </p:nvSpPr>
        <p:spPr bwMode="auto">
          <a:xfrm>
            <a:off x="588014" y="2598003"/>
            <a:ext cx="5689828" cy="1661993"/>
          </a:xfrm>
        </p:spPr>
        <p:txBody>
          <a:bodyPr/>
          <a:lstStyle/>
          <a:p>
            <a:pPr>
              <a:defRPr/>
            </a:pPr>
            <a:r>
              <a:rPr lang="en-US" sz="4000" b="0" i="0" u="none" strike="noStrike" cap="none" spc="-45" dirty="0">
                <a:solidFill>
                  <a:schemeClr val="tx1"/>
                </a:solidFill>
                <a:latin typeface="Segoe UI"/>
                <a:ea typeface="Segoe UI"/>
                <a:cs typeface="Segoe UI"/>
              </a:rPr>
              <a:t>Observe and troubleshoot apps on Azure</a:t>
            </a:r>
            <a:endParaRPr lang="en-US" dirty="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69387132" name="Title 2"/>
          <p:cNvSpPr>
            <a:spLocks noGrp="1"/>
          </p:cNvSpPr>
          <p:nvPr>
            <p:ph type="title"/>
          </p:nvPr>
        </p:nvSpPr>
        <p:spPr bwMode="auto"/>
        <p:txBody>
          <a:bodyPr/>
          <a:lstStyle/>
          <a:p>
            <a:pPr>
              <a:defRPr/>
            </a:pPr>
            <a:r>
              <a:rPr lang="en-US"/>
              <a:t>Module 1: </a:t>
            </a:r>
            <a:r>
              <a:rPr lang="en-US" spc="0">
                <a:ea typeface="Segoe UI"/>
              </a:rPr>
              <a:t>Instrument an app with OpenTelemetry</a:t>
            </a:r>
            <a:endParaRPr lang="en-US"/>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92009863" name="Title 1"/>
          <p:cNvSpPr>
            <a:spLocks noGrp="1"/>
          </p:cNvSpPr>
          <p:nvPr>
            <p:ph type="title"/>
          </p:nvPr>
        </p:nvSpPr>
        <p:spPr bwMode="auto">
          <a:xfrm>
            <a:off x="457199" y="411480"/>
            <a:ext cx="11222609" cy="640257"/>
          </a:xfrm>
        </p:spPr>
        <p:txBody>
          <a:bodyPr/>
          <a:lstStyle/>
          <a:p>
            <a:pPr>
              <a:defRPr/>
            </a:pPr>
            <a:r>
              <a:rPr lang="en-US" sz="2800" b="0" i="0" u="none" strike="noStrike" cap="none" spc="0">
                <a:solidFill>
                  <a:schemeClr val="tx1"/>
                </a:solidFill>
                <a:latin typeface="Segoe UI Semibold"/>
                <a:ea typeface="Segoe UI Semibold"/>
                <a:cs typeface="Segoe UI Semibold"/>
              </a:rPr>
              <a:t>Explore OpenTelemetry and its role in observability</a:t>
            </a:r>
            <a:endParaRPr lang="en-US" sz="2800"/>
          </a:p>
        </p:txBody>
      </p:sp>
      <p:sp>
        <p:nvSpPr>
          <p:cNvPr id="1264579406" name="Content Placeholder 2"/>
          <p:cNvSpPr>
            <a:spLocks noGrp="1"/>
          </p:cNvSpPr>
          <p:nvPr>
            <p:ph sz="quarter" idx="10"/>
          </p:nvPr>
        </p:nvSpPr>
        <p:spPr bwMode="auto">
          <a:xfrm>
            <a:off x="457197" y="1371735"/>
            <a:ext cx="5385696" cy="4414383"/>
          </a:xfrm>
        </p:spPr>
        <p:txBody>
          <a:bodyPr vert="horz" wrap="square" lIns="45720" tIns="0" rIns="0" bIns="0" rtlCol="0" anchor="t">
            <a:noAutofit/>
          </a:bodyPr>
          <a:lstStyle/>
          <a:p>
            <a:pPr marL="0" indent="0">
              <a:spcAft>
                <a:spcPts val="359"/>
              </a:spcAft>
              <a:buFont typeface="Arial"/>
              <a:buNone/>
              <a:defRPr/>
            </a:pPr>
            <a:r>
              <a:rPr lang="en-US" sz="2000" b="0" i="0" u="none" strike="noStrike" cap="none" spc="0">
                <a:solidFill>
                  <a:schemeClr val="tx1"/>
                </a:solidFill>
                <a:latin typeface="Segoe UI Semibold"/>
                <a:ea typeface="Segoe UI Semibold"/>
                <a:cs typeface="Segoe UI Semibold"/>
              </a:rPr>
              <a:t>Observability pillars:</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Distributed tracing captures the full request path through services</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Metrics provide aggregate numerical measurements over time</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Logs record detailed, timestamped events within a service</a:t>
            </a:r>
            <a:endParaRPr lang="en-US" sz="1800" b="0" i="0" u="none" strike="noStrike" cap="none" spc="0">
              <a:solidFill>
                <a:schemeClr val="tx1"/>
              </a:solidFill>
              <a:latin typeface="Segoe UI"/>
              <a:cs typeface="Segoe UI"/>
            </a:endParaRPr>
          </a:p>
          <a:p>
            <a:pPr marL="0" marR="0" indent="0" algn="l">
              <a:lnSpc>
                <a:spcPct val="100000"/>
              </a:lnSpc>
              <a:spcBef>
                <a:spcPts val="719"/>
              </a:spcBef>
              <a:spcAft>
                <a:spcPts val="359"/>
              </a:spcAft>
              <a:buFont typeface="Arial"/>
              <a:buNone/>
              <a:defRPr/>
            </a:pPr>
            <a:r>
              <a:rPr lang="en-US" sz="2000" b="0" i="0" u="none" strike="noStrike" cap="none" spc="0">
                <a:solidFill>
                  <a:schemeClr val="tx1"/>
                </a:solidFill>
                <a:latin typeface="Segoe UI Semibold"/>
                <a:ea typeface="Segoe UI Semibold"/>
                <a:cs typeface="Segoe UI Semibold"/>
              </a:rPr>
              <a:t>OpenTelemetry components:</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APIs define interfaces; SDKs implement processing and export</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Instrumentation libraries auto-capture telemetry from common frameworks</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Exporters serialize and send telemetry to any compatible backend</a:t>
            </a:r>
            <a:endParaRPr/>
          </a:p>
        </p:txBody>
      </p:sp>
      <p:pic>
        <p:nvPicPr>
          <p:cNvPr id="581540282" name="Picture 1" descr="Diagram of the OpenTelemetry component architecture from APIs through exporters to Application Insights&#10;"/>
          <p:cNvPicPr>
            <a:picLocks noGrp="1" noChangeAspect="1"/>
          </p:cNvPicPr>
          <p:nvPr/>
        </p:nvPicPr>
        <p:blipFill rotWithShape="1">
          <a:blip>
            <a:extLst>
              <a:ext uri="{96DAC541-7B7A-43D3-8B79-37D633B846F1}">
                <asvg:svgBlip xmlns:asvg="http://schemas.microsoft.com/office/drawing/2016/SVG/main" r:embed="rId3"/>
              </a:ext>
            </a:extLst>
          </a:blip>
          <a:stretch/>
        </p:blipFill>
        <p:spPr bwMode="auto">
          <a:xfrm>
            <a:off x="7168896" y="1097279"/>
            <a:ext cx="3364992" cy="4956047"/>
          </a:xfrm>
          <a:prstGeom prst="rect">
            <a:avLst/>
          </a:prstGeom>
          <a:noFill/>
          <a:ln w="9525">
            <a:noFill/>
            <a:headEnd/>
            <a:tailEnd/>
          </a:ln>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04107366"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Add the OpenTelemetry SDK to an application</a:t>
            </a:r>
            <a:endParaRPr/>
          </a:p>
        </p:txBody>
      </p:sp>
      <p:sp>
        <p:nvSpPr>
          <p:cNvPr id="306947458" name="TextBox 2"/>
          <p:cNvSpPr txBox="1"/>
          <p:nvPr/>
        </p:nvSpPr>
        <p:spPr bwMode="auto">
          <a:xfrm>
            <a:off x="457200" y="1225296"/>
            <a:ext cx="5172363" cy="4952029"/>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Instrumentation approaches:</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Autoinstrumentation: config-based, no code changes, limited customization</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SDK-based (manual): full control over spans, attributes, and sampling</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Distro packages SDK, exporter, and auto-instrumentation in one install</a:t>
            </a:r>
            <a:endParaRPr kumimoji="0" sz="20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Configuration essentials:</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Connection string routes telemetry to Application Insights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Environment variable is the recommended approach for production</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Cloud role name identifies each service on the Application Map</a:t>
            </a:r>
            <a:endParaRPr kumimoji="0" sz="1800" b="0" i="0" u="none" strike="noStrike" kern="0" cap="none" spc="0" normalizeH="0" baseline="0" noProof="0">
              <a:ln>
                <a:noFill/>
              </a:ln>
              <a:solidFill>
                <a:prstClr val="black"/>
              </a:solidFill>
              <a:effectLst/>
              <a:uLnTx/>
              <a:uFillTx/>
              <a:latin typeface="Segoe UI"/>
              <a:cs typeface="Arial"/>
            </a:endParaRPr>
          </a:p>
        </p:txBody>
      </p:sp>
      <p:sp>
        <p:nvSpPr>
          <p:cNvPr id="1562007033" name=" 543810470"/>
          <p:cNvSpPr/>
          <p:nvPr/>
        </p:nvSpPr>
        <p:spPr bwMode="auto">
          <a:xfrm>
            <a:off x="5748076" y="1225295"/>
            <a:ext cx="6274255" cy="310931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8000"/>
                </a:solidFill>
                <a:effectLst/>
                <a:uLnTx/>
                <a:uFillTx/>
                <a:latin typeface="Consolas"/>
                <a:ea typeface="Consolas"/>
                <a:cs typeface="Consolas"/>
              </a:rPr>
              <a:t># Configure service identity for the Application Map</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from</a:t>
            </a:r>
            <a:r>
              <a:rPr kumimoji="0" sz="1600" b="0" i="0" u="none" strike="noStrike" kern="0" cap="none" spc="0" normalizeH="0" baseline="0" noProof="0">
                <a:ln>
                  <a:noFill/>
                </a:ln>
                <a:solidFill>
                  <a:srgbClr val="000000"/>
                </a:solidFill>
                <a:effectLst/>
                <a:uLnTx/>
                <a:uFillTx/>
                <a:latin typeface="Consolas"/>
                <a:ea typeface="Consolas"/>
                <a:cs typeface="Consolas"/>
              </a:rPr>
              <a:t> azure.monitor.opentelemetry </a:t>
            </a:r>
            <a:r>
              <a:rPr kumimoji="0" sz="1600" b="0" i="0" u="none" strike="noStrike" kern="0" cap="none" spc="0" normalizeH="0" baseline="0" noProof="0">
                <a:ln>
                  <a:noFill/>
                </a:ln>
                <a:solidFill>
                  <a:srgbClr val="0000FF"/>
                </a:solidFill>
                <a:effectLst/>
                <a:uLnTx/>
                <a:uFillTx/>
                <a:latin typeface="Consolas"/>
                <a:ea typeface="Consolas"/>
                <a:cs typeface="Consolas"/>
              </a:rPr>
              <a:t>import</a:t>
            </a:r>
            <a:r>
              <a:rPr kumimoji="0" sz="1600" b="0" i="0" u="none" strike="noStrike" kern="0" cap="none" spc="0" normalizeH="0" baseline="0" noProof="0">
                <a:ln>
                  <a:noFill/>
                </a:ln>
                <a:solidFill>
                  <a:srgbClr val="000000"/>
                </a:solidFill>
                <a:effectLst/>
                <a:uLnTx/>
                <a:uFillTx/>
                <a:latin typeface="Consolas"/>
                <a:ea typeface="Consolas"/>
                <a:cs typeface="Consolas"/>
              </a:rPr>
              <a:t> configure_azure_monitor</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from</a:t>
            </a:r>
            <a:r>
              <a:rPr kumimoji="0" sz="1600" b="0" i="0" u="none" strike="noStrike" kern="0" cap="none" spc="0" normalizeH="0" baseline="0" noProof="0">
                <a:ln>
                  <a:noFill/>
                </a:ln>
                <a:solidFill>
                  <a:srgbClr val="000000"/>
                </a:solidFill>
                <a:effectLst/>
                <a:uLnTx/>
                <a:uFillTx/>
                <a:latin typeface="Consolas"/>
                <a:ea typeface="Consolas"/>
                <a:cs typeface="Consolas"/>
              </a:rPr>
              <a:t> opentelemetry.sdk.resources </a:t>
            </a:r>
            <a:r>
              <a:rPr kumimoji="0" sz="1600" b="0" i="0" u="none" strike="noStrike" kern="0" cap="none" spc="0" normalizeH="0" baseline="0" noProof="0">
                <a:ln>
                  <a:noFill/>
                </a:ln>
                <a:solidFill>
                  <a:srgbClr val="0000FF"/>
                </a:solidFill>
                <a:effectLst/>
                <a:uLnTx/>
                <a:uFillTx/>
                <a:latin typeface="Consolas"/>
                <a:ea typeface="Consolas"/>
                <a:cs typeface="Consolas"/>
              </a:rPr>
              <a:t>import</a:t>
            </a:r>
            <a:r>
              <a:rPr kumimoji="0" sz="1600" b="0" i="0" u="none" strike="noStrike" kern="0" cap="none" spc="0" normalizeH="0" baseline="0" noProof="0">
                <a:ln>
                  <a:noFill/>
                </a:ln>
                <a:solidFill>
                  <a:srgbClr val="000000"/>
                </a:solidFill>
                <a:effectLst/>
                <a:uLnTx/>
                <a:uFillTx/>
                <a:latin typeface="Consolas"/>
                <a:ea typeface="Consolas"/>
                <a:cs typeface="Consolas"/>
              </a:rPr>
              <a:t> Resource</a:t>
            </a:r>
            <a:br>
              <a:rPr kumimoji="0" sz="1600" b="0" i="0" u="none" strike="noStrike" kern="0" cap="none" spc="0" normalizeH="0" baseline="0" noProof="0">
                <a:ln>
                  <a:noFill/>
                </a:ln>
                <a:solidFill>
                  <a:srgbClr val="000000"/>
                </a:solidFill>
                <a:effectLst/>
                <a:uLnTx/>
                <a:uFillTx/>
                <a:latin typeface="Consolas"/>
                <a:ea typeface="Consolas"/>
                <a:cs typeface="Consolas"/>
              </a:rPr>
            </a:b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configure_azure_monitor(</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resource=Resource.create({</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"service.name"</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"embedding-service"</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"service.namespace"</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"rag-pipeline"</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"service.instance.id"</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"embedding-instance-1"</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72838930"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Configure spans and traces</a:t>
            </a:r>
            <a:endParaRPr lang="en-US"/>
          </a:p>
        </p:txBody>
      </p:sp>
      <p:sp>
        <p:nvSpPr>
          <p:cNvPr id="523003724" name="TextBox 2"/>
          <p:cNvSpPr txBox="1"/>
          <p:nvPr/>
        </p:nvSpPr>
        <p:spPr bwMode="auto">
          <a:xfrm>
            <a:off x="457197" y="1226083"/>
            <a:ext cx="5062710" cy="4405825"/>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Custom spans and attributes:</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Each service creates one tracer to identify its instrumentation source</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Context manager pattern handles span lifecycle and parent assignment</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Attributes add business context like model name, token count, result count</a:t>
            </a:r>
            <a:endParaRPr kumimoji="0" sz="20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Span kinds and error handling:</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SpanKind controls table mapping: SERVER to requests, CLIENT to dependencies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Nested spans create parent-child hierarchy without explicit references</a:t>
            </a:r>
            <a:endParaRPr kumimoji="0" lang="en-US" sz="18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1800" b="0" i="0" u="none" strike="noStrike" kern="0" cap="none" spc="0" normalizeH="0" baseline="0" noProof="0">
                <a:ln>
                  <a:noFill/>
                </a:ln>
                <a:solidFill>
                  <a:prstClr val="black"/>
                </a:solidFill>
                <a:effectLst/>
                <a:uLnTx/>
                <a:uFillTx/>
                <a:latin typeface="Segoe UI"/>
                <a:ea typeface="Segoe UI"/>
                <a:cs typeface="Segoe UI"/>
              </a:rPr>
              <a:t>SDK records exceptions and sets error status on unhandled failures</a:t>
            </a:r>
            <a:endParaRPr kumimoji="0" sz="20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Segoe UI"/>
              <a:cs typeface="Arial"/>
            </a:endParaRPr>
          </a:p>
        </p:txBody>
      </p:sp>
      <p:sp>
        <p:nvSpPr>
          <p:cNvPr id="1439601818" name=" 1719699989"/>
          <p:cNvSpPr/>
          <p:nvPr/>
        </p:nvSpPr>
        <p:spPr bwMode="auto">
          <a:xfrm>
            <a:off x="5736957" y="1226082"/>
            <a:ext cx="6134979" cy="368843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from</a:t>
            </a:r>
            <a:r>
              <a:rPr kumimoji="0" sz="1600" b="0" i="0" u="none" strike="noStrike" kern="0" cap="none" spc="0" normalizeH="0" baseline="0" noProof="0">
                <a:ln>
                  <a:noFill/>
                </a:ln>
                <a:solidFill>
                  <a:srgbClr val="000000"/>
                </a:solidFill>
                <a:effectLst/>
                <a:uLnTx/>
                <a:uFillTx/>
                <a:latin typeface="Consolas"/>
                <a:ea typeface="Consolas"/>
                <a:cs typeface="Consolas"/>
              </a:rPr>
              <a:t> opentelemetry </a:t>
            </a:r>
            <a:r>
              <a:rPr kumimoji="0" sz="1600" b="0" i="0" u="none" strike="noStrike" kern="0" cap="none" spc="0" normalizeH="0" baseline="0" noProof="0">
                <a:ln>
                  <a:noFill/>
                </a:ln>
                <a:solidFill>
                  <a:srgbClr val="0000FF"/>
                </a:solidFill>
                <a:effectLst/>
                <a:uLnTx/>
                <a:uFillTx/>
                <a:latin typeface="Consolas"/>
                <a:ea typeface="Consolas"/>
                <a:cs typeface="Consolas"/>
              </a:rPr>
              <a:t>import</a:t>
            </a:r>
            <a:r>
              <a:rPr kumimoji="0" sz="1600" b="0" i="0" u="none" strike="noStrike" kern="0" cap="none" spc="0" normalizeH="0" baseline="0" noProof="0">
                <a:ln>
                  <a:noFill/>
                </a:ln>
                <a:solidFill>
                  <a:srgbClr val="000000"/>
                </a:solidFill>
                <a:effectLst/>
                <a:uLnTx/>
                <a:uFillTx/>
                <a:latin typeface="Consolas"/>
                <a:ea typeface="Consolas"/>
                <a:cs typeface="Consolas"/>
              </a:rPr>
              <a:t> trace</a:t>
            </a:r>
            <a:br>
              <a:rPr kumimoji="0" sz="1600" b="0" i="0" u="none" strike="noStrike" kern="0" cap="none" spc="0" normalizeH="0" baseline="0" noProof="0">
                <a:ln>
                  <a:noFill/>
                </a:ln>
                <a:solidFill>
                  <a:srgbClr val="000000"/>
                </a:solidFill>
                <a:effectLst/>
                <a:uLnTx/>
                <a:uFillTx/>
                <a:latin typeface="Consolas"/>
                <a:ea typeface="Consolas"/>
                <a:cs typeface="Consolas"/>
              </a:rPr>
            </a:b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tracer = trace.get_tracer(</a:t>
            </a:r>
            <a:r>
              <a:rPr kumimoji="0" sz="1600" b="0" i="0" u="none" strike="noStrike" kern="0" cap="none" spc="0" normalizeH="0" baseline="0" noProof="0">
                <a:ln>
                  <a:noFill/>
                </a:ln>
                <a:solidFill>
                  <a:srgbClr val="A31515"/>
                </a:solidFill>
                <a:effectLst/>
                <a:uLnTx/>
                <a:uFillTx/>
                <a:latin typeface="Consolas"/>
                <a:ea typeface="Consolas"/>
                <a:cs typeface="Consolas"/>
              </a:rPr>
              <a:t>"embedding-service"</a:t>
            </a:r>
            <a:r>
              <a:rPr kumimoji="0" sz="1600" b="0" i="0" u="none" strike="noStrike" kern="0" cap="none" spc="0" normalizeH="0" baseline="0" noProof="0">
                <a:ln>
                  <a:noFill/>
                </a:ln>
                <a:solidFill>
                  <a:srgbClr val="000000"/>
                </a:solidFill>
                <a:effectLst/>
                <a:uLnTx/>
                <a:uFillTx/>
                <a:latin typeface="Consolas"/>
                <a:ea typeface="Consolas"/>
                <a:cs typeface="Consolas"/>
              </a:rPr>
              <a:t>)</a:t>
            </a:r>
            <a:br>
              <a:rPr kumimoji="0" sz="1600" b="0" i="0" u="none" strike="noStrike" kern="0" cap="none" spc="0" normalizeH="0" baseline="0" noProof="0">
                <a:ln>
                  <a:noFill/>
                </a:ln>
                <a:solidFill>
                  <a:srgbClr val="000000"/>
                </a:solidFill>
                <a:effectLst/>
                <a:uLnTx/>
                <a:uFillTx/>
                <a:latin typeface="Consolas"/>
                <a:ea typeface="Consolas"/>
                <a:cs typeface="Consolas"/>
              </a:rPr>
            </a:b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FF"/>
                </a:solidFill>
                <a:effectLst/>
                <a:uLnTx/>
                <a:uFillTx/>
                <a:latin typeface="Consolas"/>
                <a:ea typeface="Consolas"/>
                <a:cs typeface="Consolas"/>
              </a:rPr>
              <a:t>with</a:t>
            </a:r>
            <a:r>
              <a:rPr kumimoji="0" sz="1600" b="0" i="0" u="none" strike="noStrike" kern="0" cap="none" spc="0" normalizeH="0" baseline="0" noProof="0">
                <a:ln>
                  <a:noFill/>
                </a:ln>
                <a:solidFill>
                  <a:srgbClr val="000000"/>
                </a:solidFill>
                <a:effectLst/>
                <a:uLnTx/>
                <a:uFillTx/>
                <a:latin typeface="Consolas"/>
                <a:ea typeface="Consolas"/>
                <a:cs typeface="Consolas"/>
              </a:rPr>
              <a:t> tracer.start_as_current_span(</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"GenerateEmbedding"</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as</a:t>
            </a:r>
            <a:r>
              <a:rPr kumimoji="0" sz="1600" b="0" i="0" u="none" strike="noStrike" kern="0" cap="none" spc="0" normalizeH="0" baseline="0" noProof="0">
                <a:ln>
                  <a:noFill/>
                </a:ln>
                <a:solidFill>
                  <a:srgbClr val="000000"/>
                </a:solidFill>
                <a:effectLst/>
                <a:uLnTx/>
                <a:uFillTx/>
                <a:latin typeface="Consolas"/>
                <a:ea typeface="Consolas"/>
                <a:cs typeface="Consolas"/>
              </a:rPr>
              <a:t> span:</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span.set_attribute(</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"embedding.model"</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"text-embedding-ada-002"</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span.set_attribute(</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A31515"/>
                </a:solidFill>
                <a:effectLst/>
                <a:uLnTx/>
                <a:uFillTx/>
                <a:latin typeface="Consolas"/>
                <a:ea typeface="Consolas"/>
                <a:cs typeface="Consolas"/>
              </a:rPr>
              <a:t>"embedding.token_count"</a:t>
            </a:r>
            <a:r>
              <a:rPr kumimoji="0" sz="1600" b="0" i="0" u="none" strike="noStrike" kern="0" cap="none" spc="0" normalizeH="0" baseline="0" noProof="0">
                <a:ln>
                  <a:noFill/>
                </a:ln>
                <a:solidFill>
                  <a:srgbClr val="000000"/>
                </a:solidFill>
                <a:effectLst/>
                <a:uLnTx/>
                <a:uFillTx/>
                <a:latin typeface="Consolas"/>
                <a:ea typeface="Consolas"/>
                <a:cs typeface="Consolas"/>
              </a:rPr>
              <a:t>, token_count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embedding = generate_embedding(input_text)</a:t>
            </a:r>
            <a:endParaRPr kumimoji="0" sz="2200" b="0" i="0" u="none" strike="noStrike" kern="0" cap="none" spc="0" normalizeH="0" baseline="0" noProof="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24792902"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Export telemetry to Azure Monitor</a:t>
            </a:r>
            <a:endParaRPr lang="en-US"/>
          </a:p>
        </p:txBody>
      </p:sp>
      <p:sp>
        <p:nvSpPr>
          <p:cNvPr id="90033239" name="TextBox 2"/>
          <p:cNvSpPr txBox="1"/>
          <p:nvPr/>
        </p:nvSpPr>
        <p:spPr bwMode="auto">
          <a:xfrm>
            <a:off x="457196" y="1226082"/>
            <a:ext cx="10712177" cy="4405824"/>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2200" b="0" i="0" u="none" strike="noStrike" kern="0" cap="none" spc="0" normalizeH="0" baseline="0" noProof="0">
                <a:ln>
                  <a:noFill/>
                </a:ln>
                <a:solidFill>
                  <a:prstClr val="black"/>
                </a:solidFill>
                <a:effectLst/>
                <a:uLnTx/>
                <a:uFillTx/>
                <a:latin typeface="Segoe UI Semibold"/>
                <a:ea typeface="Segoe UI Semibold"/>
                <a:cs typeface="Segoe UI Semibold"/>
              </a:rPr>
              <a:t>Export pipeline:</a:t>
            </a:r>
            <a:endParaRPr kumimoji="0" sz="18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2000" b="0" i="0" u="none" strike="noStrike" kern="0" cap="none" spc="0" normalizeH="0" baseline="0" noProof="0">
                <a:ln>
                  <a:noFill/>
                </a:ln>
                <a:solidFill>
                  <a:prstClr val="black"/>
                </a:solidFill>
                <a:effectLst/>
                <a:uLnTx/>
                <a:uFillTx/>
                <a:latin typeface="Segoe UI"/>
                <a:ea typeface="+mn-ea"/>
                <a:cs typeface="Arial"/>
              </a:rPr>
              <a:t>Direct export sends telemetry straight to Application Insights endpoint</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2000" b="0" i="0" u="none" strike="noStrike" kern="0" cap="none" spc="0" normalizeH="0" baseline="0" noProof="0">
                <a:ln>
                  <a:noFill/>
                </a:ln>
                <a:solidFill>
                  <a:prstClr val="black"/>
                </a:solidFill>
                <a:effectLst/>
                <a:uLnTx/>
                <a:uFillTx/>
                <a:latin typeface="Segoe UI"/>
                <a:ea typeface="+mn-ea"/>
                <a:cs typeface="Arial"/>
              </a:rPr>
              <a:t>Signal types map to tables: requests, dependencies, traces, exceptions</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2000" b="0" i="0" u="none" strike="noStrike" kern="0" cap="none" spc="0" normalizeH="0" baseline="0" noProof="0">
                <a:ln>
                  <a:noFill/>
                </a:ln>
                <a:solidFill>
                  <a:prstClr val="black"/>
                </a:solidFill>
                <a:effectLst/>
                <a:uLnTx/>
                <a:uFillTx/>
                <a:latin typeface="Segoe UI"/>
                <a:ea typeface="+mn-ea"/>
                <a:cs typeface="Arial"/>
              </a:rPr>
              <a:t>Offline storage caches data during connectivity loss for up to 48 hours</a:t>
            </a:r>
            <a:endParaRPr kumimoji="0" sz="18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1799"/>
              </a:spcBef>
              <a:spcAft>
                <a:spcPts val="359"/>
              </a:spcAft>
              <a:buClrTx/>
              <a:buSzTx/>
              <a:buFontTx/>
              <a:buNone/>
              <a:tabLst/>
              <a:defRPr/>
            </a:pPr>
            <a:r>
              <a:rPr kumimoji="0" lang="en-US" sz="2200" b="0" i="0" u="none" strike="noStrike" kern="0" cap="none" spc="0" normalizeH="0" baseline="0" noProof="0">
                <a:ln>
                  <a:noFill/>
                </a:ln>
                <a:solidFill>
                  <a:prstClr val="black"/>
                </a:solidFill>
                <a:effectLst/>
                <a:uLnTx/>
                <a:uFillTx/>
                <a:latin typeface="Segoe UI Semibold"/>
                <a:ea typeface="Segoe UI Semibold"/>
                <a:cs typeface="Segoe UI Semibold"/>
              </a:rPr>
              <a:t>Sampling strategies:</a:t>
            </a:r>
            <a:endParaRPr kumimoji="0" sz="18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2000" b="0" i="0" u="none" strike="noStrike" kern="0" cap="none" spc="0" normalizeH="0" baseline="0" noProof="0">
                <a:ln>
                  <a:noFill/>
                </a:ln>
                <a:solidFill>
                  <a:prstClr val="black"/>
                </a:solidFill>
                <a:effectLst/>
                <a:uLnTx/>
                <a:uFillTx/>
                <a:latin typeface="Segoe UI"/>
                <a:ea typeface="Segoe UI"/>
                <a:cs typeface="Segoe UI"/>
              </a:rPr>
              <a:t>Fixed-percentage: collect a configurable fraction of all traces</a:t>
            </a:r>
            <a:endParaRPr kumimoji="0" lang="en-US" sz="20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2000" b="0" i="0" u="none" strike="noStrike" kern="0" cap="none" spc="0" normalizeH="0" baseline="0" noProof="0">
                <a:ln>
                  <a:noFill/>
                </a:ln>
                <a:solidFill>
                  <a:prstClr val="black"/>
                </a:solidFill>
                <a:effectLst/>
                <a:uLnTx/>
                <a:uFillTx/>
                <a:latin typeface="Segoe UI"/>
                <a:ea typeface="Segoe UI"/>
                <a:cs typeface="Segoe UI"/>
              </a:rPr>
              <a:t>Rate-limited: cap traces per second (default strategy for Python Distro)</a:t>
            </a:r>
            <a:endParaRPr kumimoji="0" lang="en-US" sz="2000" b="0" i="0" u="none" strike="noStrike" kern="0" cap="none" spc="0" normalizeH="0" baseline="0" noProof="0">
              <a:ln>
                <a:noFill/>
              </a:ln>
              <a:solidFill>
                <a:prstClr val="black"/>
              </a:solidFill>
              <a:effectLst/>
              <a:uLnTx/>
              <a:uFillTx/>
              <a:latin typeface="Segoe UI"/>
              <a:cs typeface="Segoe UI"/>
            </a:endParaRPr>
          </a:p>
          <a:p>
            <a:pPr marL="228600" marR="0" lvl="0" indent="-228600" algn="l" defTabSz="914400" rtl="0" eaLnBrk="1" fontAlgn="auto" latinLnBrk="0" hangingPunct="1">
              <a:lnSpc>
                <a:spcPct val="100000"/>
              </a:lnSpc>
              <a:spcBef>
                <a:spcPts val="0"/>
              </a:spcBef>
              <a:spcAft>
                <a:spcPts val="359"/>
              </a:spcAft>
              <a:buClrTx/>
              <a:buSzTx/>
              <a:buFontTx/>
              <a:buChar char="•"/>
              <a:tabLst/>
              <a:defRPr/>
            </a:pPr>
            <a:r>
              <a:rPr kumimoji="0" lang="en-US" sz="2000" b="0" i="0" u="none" strike="noStrike" kern="0" cap="none" spc="0" normalizeH="0" baseline="0" noProof="0">
                <a:ln>
                  <a:noFill/>
                </a:ln>
                <a:solidFill>
                  <a:prstClr val="black"/>
                </a:solidFill>
                <a:effectLst/>
                <a:uLnTx/>
                <a:uFillTx/>
                <a:latin typeface="Segoe UI"/>
                <a:ea typeface="Segoe UI"/>
                <a:cs typeface="Segoe UI"/>
              </a:rPr>
              <a:t>Metrics are never sampled; only trace data is affected by sampling</a:t>
            </a:r>
            <a:endParaRPr kumimoji="0" sz="18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65343957"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Debug distributed flows with trace data</a:t>
            </a:r>
            <a:endParaRPr/>
          </a:p>
        </p:txBody>
      </p:sp>
      <p:sp>
        <p:nvSpPr>
          <p:cNvPr id="258970062" name="TextBox 2"/>
          <p:cNvSpPr txBox="1"/>
          <p:nvPr/>
        </p:nvSpPr>
        <p:spPr bwMode="auto">
          <a:xfrm>
            <a:off x="457200" y="1225296"/>
            <a:ext cx="5348095" cy="4952028"/>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Application Insights tools:</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Application Map shows service topology, response times, and failure rates</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End-to-end transaction view displays waterfall chart of all spans in a trace</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Custom attributes and exception details appear in span detail panels</a:t>
            </a:r>
            <a:endParaRPr kumimoji="0" sz="20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719"/>
              </a:spcBef>
              <a:spcAft>
                <a:spcPts val="359"/>
              </a:spcAft>
              <a:buClrTx/>
              <a:buSzTx/>
              <a:buFontTx/>
              <a:buNone/>
              <a:tabLst/>
              <a:defRPr/>
            </a:pPr>
            <a:r>
              <a:rPr kumimoji="0" lang="en-US" sz="2000" b="0" i="0" u="none" strike="noStrike" kern="0" cap="none" spc="0" normalizeH="0" baseline="0" noProof="0">
                <a:ln>
                  <a:noFill/>
                </a:ln>
                <a:solidFill>
                  <a:prstClr val="black"/>
                </a:solidFill>
                <a:effectLst/>
                <a:uLnTx/>
                <a:uFillTx/>
                <a:latin typeface="Segoe UI Semibold"/>
                <a:ea typeface="Segoe UI Semibold"/>
                <a:cs typeface="Segoe UI Semibold"/>
              </a:rPr>
              <a:t>KQL queries and AI diagnostic patterns:</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Join requests and dependencies on </a:t>
            </a:r>
            <a:r>
              <a:rPr kumimoji="0" lang="en-US" sz="1800" b="0" i="0" u="none" strike="noStrike" kern="0" cap="none" spc="0" normalizeH="0" baseline="0" noProof="0">
                <a:ln>
                  <a:noFill/>
                </a:ln>
                <a:solidFill>
                  <a:prstClr val="black"/>
                </a:solidFill>
                <a:effectLst/>
                <a:uLnTx/>
                <a:uFillTx/>
                <a:latin typeface="Consolas"/>
                <a:ea typeface="Consolas"/>
                <a:cs typeface="Consolas"/>
              </a:rPr>
              <a:t>operation_Id</a:t>
            </a:r>
            <a:r>
              <a:rPr kumimoji="0" lang="en-US" sz="1800" b="0" i="0" u="none" strike="noStrike" kern="0" cap="none" spc="0" normalizeH="0" baseline="0" noProof="0">
                <a:ln>
                  <a:noFill/>
                </a:ln>
                <a:solidFill>
                  <a:prstClr val="black"/>
                </a:solidFill>
                <a:effectLst/>
                <a:uLnTx/>
                <a:uFillTx/>
                <a:latin typeface="Segoe UI"/>
                <a:ea typeface="+mn-ea"/>
                <a:cs typeface="Arial"/>
              </a:rPr>
              <a:t> to trace latency sources</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Query </a:t>
            </a:r>
            <a:r>
              <a:rPr kumimoji="0" lang="en-US" sz="1800" b="0" i="0" u="none" strike="noStrike" kern="0" cap="none" spc="0" normalizeH="0" baseline="0" noProof="0">
                <a:ln>
                  <a:noFill/>
                </a:ln>
                <a:solidFill>
                  <a:prstClr val="black"/>
                </a:solidFill>
                <a:effectLst/>
                <a:uLnTx/>
                <a:uFillTx/>
                <a:latin typeface="Consolas"/>
                <a:ea typeface="Consolas"/>
                <a:cs typeface="Consolas"/>
              </a:rPr>
              <a:t>customDimensions</a:t>
            </a:r>
            <a:r>
              <a:rPr kumimoji="0" lang="en-US" sz="1800" b="0" i="0" u="none" strike="noStrike" kern="0" cap="none" spc="0" normalizeH="0" baseline="0" noProof="0">
                <a:ln>
                  <a:noFill/>
                </a:ln>
                <a:solidFill>
                  <a:prstClr val="black"/>
                </a:solidFill>
                <a:effectLst/>
                <a:uLnTx/>
                <a:uFillTx/>
                <a:latin typeface="Segoe UI"/>
                <a:ea typeface="+mn-ea"/>
                <a:cs typeface="Arial"/>
              </a:rPr>
              <a:t> for AI metrics like token counts and model names</a:t>
            </a:r>
            <a:endParaRPr kumimoji="0" sz="2000" b="0" i="0" u="none" strike="noStrike" kern="0" cap="none" spc="0" normalizeH="0" baseline="0" noProof="0">
              <a:ln>
                <a:noFill/>
              </a:ln>
              <a:solidFill>
                <a:prstClr val="black"/>
              </a:solidFill>
              <a:effectLst/>
              <a:uLnTx/>
              <a:uFillTx/>
              <a:latin typeface="Segoe UI"/>
              <a:cs typeface="Arial"/>
            </a:endParaRPr>
          </a:p>
          <a:p>
            <a:pPr marL="228600" marR="0" lvl="0" indent="-228600" algn="l" defTabSz="914400" rtl="0" eaLnBrk="1" fontAlgn="auto" latinLnBrk="0" hangingPunct="1">
              <a:lnSpc>
                <a:spcPct val="100000"/>
              </a:lnSpc>
              <a:spcBef>
                <a:spcPts val="0"/>
              </a:spcBef>
              <a:spcAft>
                <a:spcPts val="359"/>
              </a:spcAft>
              <a:buClrTx/>
              <a:buSzTx/>
              <a:buFont typeface="Arial"/>
              <a:buChar char="•"/>
              <a:tabLst/>
              <a:defRPr/>
            </a:pPr>
            <a:r>
              <a:rPr kumimoji="0" lang="en-US" sz="1800" b="0" i="0" u="none" strike="noStrike" kern="0" cap="none" spc="0" normalizeH="0" baseline="0" noProof="0">
                <a:ln>
                  <a:noFill/>
                </a:ln>
                <a:solidFill>
                  <a:prstClr val="black"/>
                </a:solidFill>
                <a:effectLst/>
                <a:uLnTx/>
                <a:uFillTx/>
                <a:latin typeface="Segoe UI"/>
                <a:ea typeface="+mn-ea"/>
                <a:cs typeface="Arial"/>
              </a:rPr>
              <a:t>Watch for: embedding timeouts, search cold starts, LLM rate limiting</a:t>
            </a:r>
            <a:endParaRPr kumimoji="0" sz="1800" b="0" i="0" u="none" strike="noStrike" kern="0" cap="none" spc="0" normalizeH="0" baseline="0" noProof="0">
              <a:ln>
                <a:noFill/>
              </a:ln>
              <a:solidFill>
                <a:prstClr val="black"/>
              </a:solidFill>
              <a:effectLst/>
              <a:uLnTx/>
              <a:uFillTx/>
              <a:latin typeface="Segoe UI"/>
              <a:cs typeface="Arial"/>
            </a:endParaRPr>
          </a:p>
        </p:txBody>
      </p:sp>
      <p:sp>
        <p:nvSpPr>
          <p:cNvPr id="958475410" name=" 212096647"/>
          <p:cNvSpPr/>
          <p:nvPr/>
        </p:nvSpPr>
        <p:spPr bwMode="auto">
          <a:xfrm>
            <a:off x="6356761" y="1390349"/>
            <a:ext cx="4277799" cy="253019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8000"/>
                </a:solidFill>
                <a:effectLst/>
                <a:uLnTx/>
                <a:uFillTx/>
                <a:latin typeface="Consolas"/>
                <a:ea typeface="Consolas"/>
                <a:cs typeface="Consolas"/>
              </a:rPr>
              <a:t>// Find slow requests and their dependency calls</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requests</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where</a:t>
            </a:r>
            <a:r>
              <a:rPr kumimoji="0" sz="1600" b="0" i="0" u="none" strike="noStrike" kern="0" cap="none" spc="0" normalizeH="0" baseline="0" noProof="0">
                <a:ln>
                  <a:noFill/>
                </a:ln>
                <a:solidFill>
                  <a:srgbClr val="000000"/>
                </a:solidFill>
                <a:effectLst/>
                <a:uLnTx/>
                <a:uFillTx/>
                <a:latin typeface="Consolas"/>
                <a:ea typeface="Consolas"/>
                <a:cs typeface="Consolas"/>
              </a:rPr>
              <a:t> duration &gt; </a:t>
            </a:r>
            <a:r>
              <a:rPr kumimoji="0" sz="1600" b="0" i="0" u="none" strike="noStrike" kern="0" cap="none" spc="0" normalizeH="0" baseline="0" noProof="0">
                <a:ln>
                  <a:noFill/>
                </a:ln>
                <a:solidFill>
                  <a:srgbClr val="098658"/>
                </a:solidFill>
                <a:effectLst/>
                <a:uLnTx/>
                <a:uFillTx/>
                <a:latin typeface="Consolas"/>
                <a:ea typeface="Consolas"/>
                <a:cs typeface="Consolas"/>
              </a:rPr>
              <a:t>3000</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join</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kind</a:t>
            </a:r>
            <a:r>
              <a:rPr kumimoji="0" sz="1600" b="0" i="0" u="none" strike="noStrike" kern="0" cap="none" spc="0" normalizeH="0" baseline="0" noProof="0">
                <a:ln>
                  <a:noFill/>
                </a:ln>
                <a:solidFill>
                  <a:srgbClr val="000000"/>
                </a:solidFill>
                <a:effectLst/>
                <a:uLnTx/>
                <a:uFillTx/>
                <a:latin typeface="Consolas"/>
                <a:ea typeface="Consolas"/>
                <a:cs typeface="Consolas"/>
              </a:rPr>
              <a:t>=</a:t>
            </a:r>
            <a:r>
              <a:rPr kumimoji="0" sz="1600" b="0" i="0" u="none" strike="noStrike" kern="0" cap="none" spc="0" normalizeH="0" baseline="0" noProof="0">
                <a:ln>
                  <a:noFill/>
                </a:ln>
                <a:solidFill>
                  <a:srgbClr val="0000FF"/>
                </a:solidFill>
                <a:effectLst/>
                <a:uLnTx/>
                <a:uFillTx/>
                <a:latin typeface="Consolas"/>
                <a:ea typeface="Consolas"/>
                <a:cs typeface="Consolas"/>
              </a:rPr>
              <a:t>inner</a:t>
            </a:r>
            <a:r>
              <a:rPr kumimoji="0" sz="1600" b="0" i="0" u="none" strike="noStrike" kern="0" cap="none" spc="0" normalizeH="0" baseline="0" noProof="0">
                <a:ln>
                  <a:noFill/>
                </a:ln>
                <a:solidFill>
                  <a:srgbClr val="000000"/>
                </a:solidFill>
                <a:effectLst/>
                <a:uLnTx/>
                <a:uFillTx/>
                <a:latin typeface="Consolas"/>
                <a:ea typeface="Consolas"/>
                <a:cs typeface="Consolas"/>
              </a:rPr>
              <a:t> (dependencies)</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on</a:t>
            </a:r>
            <a:r>
              <a:rPr kumimoji="0" sz="1600" b="0" i="0" u="none" strike="noStrike" kern="0" cap="none" spc="0" normalizeH="0" baseline="0" noProof="0">
                <a:ln>
                  <a:noFill/>
                </a:ln>
                <a:solidFill>
                  <a:srgbClr val="000000"/>
                </a:solidFill>
                <a:effectLst/>
                <a:uLnTx/>
                <a:uFillTx/>
                <a:latin typeface="Consolas"/>
                <a:ea typeface="Consolas"/>
                <a:cs typeface="Consolas"/>
              </a:rPr>
              <a:t> operation_Id</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project</a:t>
            </a:r>
            <a:r>
              <a:rPr kumimoji="0" sz="1600" b="0" i="0" u="none" strike="noStrike" kern="0" cap="none" spc="0" normalizeH="0" baseline="0" noProof="0">
                <a:ln>
                  <a:noFill/>
                </a:ln>
                <a:solidFill>
                  <a:srgbClr val="000000"/>
                </a:solidFill>
                <a:effectLst/>
                <a:uLnTx/>
                <a:uFillTx/>
                <a:latin typeface="Consolas"/>
                <a:ea typeface="Consolas"/>
                <a:cs typeface="Consolas"/>
              </a:rPr>
              <a:t> requestName = name,</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dependencyName = name1,</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dependencyDuration = duration1</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order</a:t>
            </a: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by</a:t>
            </a:r>
            <a:r>
              <a:rPr kumimoji="0" sz="1600" b="0" i="0" u="none" strike="noStrike" kern="0" cap="none" spc="0" normalizeH="0" baseline="0" noProof="0">
                <a:ln>
                  <a:noFill/>
                </a:ln>
                <a:solidFill>
                  <a:srgbClr val="000000"/>
                </a:solidFill>
                <a:effectLst/>
                <a:uLnTx/>
                <a:uFillTx/>
                <a:latin typeface="Consolas"/>
                <a:ea typeface="Consolas"/>
                <a:cs typeface="Consolas"/>
              </a:rPr>
              <a:t> requestDuration </a:t>
            </a:r>
            <a:r>
              <a:rPr kumimoji="0" sz="1600" b="0" i="0" u="none" strike="noStrike" kern="0" cap="none" spc="0" normalizeH="0" baseline="0" noProof="0">
                <a:ln>
                  <a:noFill/>
                </a:ln>
                <a:solidFill>
                  <a:srgbClr val="0000FF"/>
                </a:solidFill>
                <a:effectLst/>
                <a:uLnTx/>
                <a:uFillTx/>
                <a:latin typeface="Consolas"/>
                <a:ea typeface="Consolas"/>
                <a:cs typeface="Consolas"/>
              </a:rPr>
              <a:t>desc</a:t>
            </a:r>
            <a:endParaRPr kumimoji="0" sz="2200" b="0" i="0" u="none" strike="noStrike" kern="0" cap="none" spc="0" normalizeH="0" baseline="0" noProof="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83593536" name="Title 1"/>
          <p:cNvSpPr>
            <a:spLocks noGrp="1"/>
          </p:cNvSpPr>
          <p:nvPr>
            <p:ph type="title"/>
          </p:nvPr>
        </p:nvSpPr>
        <p:spPr bwMode="auto">
          <a:xfrm>
            <a:off x="588261" y="585216"/>
            <a:ext cx="5653640" cy="427079"/>
          </a:xfrm>
        </p:spPr>
        <p:txBody>
          <a:bodyPr/>
          <a:lstStyle/>
          <a:p>
            <a:pPr>
              <a:defRPr/>
            </a:pPr>
            <a:r>
              <a:rPr lang="en-US" sz="2800"/>
              <a:t>Exercise</a:t>
            </a:r>
            <a:endParaRPr sz="2800"/>
          </a:p>
        </p:txBody>
      </p:sp>
      <p:pic>
        <p:nvPicPr>
          <p:cNvPr id="1905492134" name="Picture Placeholder 6"/>
          <p:cNvPicPr>
            <a:picLocks noGrp="1" noChangeAspect="1"/>
          </p:cNvPicPr>
          <p:nvPr>
            <p:ph type="pic" sz="quarter" idx="20"/>
          </p:nvPr>
        </p:nvPicPr>
        <p:blipFill rotWithShape="1">
          <a:blip r:embed="rId3"/>
          <a:srcRect l="118" r="117"/>
          <a:stretch/>
        </p:blipFill>
        <p:spPr bwMode="ltGray">
          <a:xfrm>
            <a:off x="7724773" y="2043463"/>
            <a:ext cx="4467224" cy="3307645"/>
          </a:xfrm>
          <a:prstGeom prst="rect">
            <a:avLst/>
          </a:prstGeom>
          <a:solidFill>
            <a:srgbClr val="F4F4F7"/>
          </a:solidFill>
          <a:ln>
            <a:noFill/>
          </a:ln>
        </p:spPr>
      </p:pic>
      <p:sp>
        <p:nvSpPr>
          <p:cNvPr id="199789818" name="Text Placeholder 4"/>
          <p:cNvSpPr>
            <a:spLocks noGrp="1"/>
          </p:cNvSpPr>
          <p:nvPr>
            <p:ph type="body" sz="quarter" idx="16"/>
          </p:nvPr>
        </p:nvSpPr>
        <p:spPr bwMode="auto">
          <a:xfrm>
            <a:off x="584199" y="1594148"/>
            <a:ext cx="5656726" cy="244199"/>
          </a:xfrm>
        </p:spPr>
        <p:txBody>
          <a:bodyPr/>
          <a:lstStyle/>
          <a:p>
            <a:pPr>
              <a:defRPr/>
            </a:pPr>
            <a:r>
              <a:rPr lang="en-US" sz="1600" b="0" i="0" u="none" strike="noStrike" cap="none" spc="0">
                <a:solidFill>
                  <a:schemeClr val="tx1"/>
                </a:solidFill>
                <a:latin typeface="Segoe UI Semibold"/>
                <a:ea typeface="Segoe UI Semibold"/>
                <a:cs typeface="Segoe UI Semibold"/>
              </a:rPr>
              <a:t>Instrument an app with OpenTelemetry</a:t>
            </a:r>
            <a:endParaRPr lang="en-US"/>
          </a:p>
        </p:txBody>
      </p:sp>
      <p:sp>
        <p:nvSpPr>
          <p:cNvPr id="205076981" name="Text Placeholder 61"/>
          <p:cNvSpPr>
            <a:spLocks noGrp="1"/>
          </p:cNvSpPr>
          <p:nvPr>
            <p:ph type="body" sz="quarter" idx="15"/>
          </p:nvPr>
        </p:nvSpPr>
        <p:spPr bwMode="auto">
          <a:xfrm>
            <a:off x="579438" y="2501487"/>
            <a:ext cx="5658121" cy="2438759"/>
          </a:xfrm>
        </p:spPr>
        <p:txBody>
          <a:bodyPr vert="horz" wrap="square" lIns="0" tIns="0" rIns="0" bIns="0" rtlCol="0" anchor="t">
            <a:spAutoFit/>
          </a:bodyPr>
          <a:lstStyle/>
          <a:p>
            <a:pPr marL="0" indent="0">
              <a:buNone/>
              <a:defRPr/>
            </a:pPr>
            <a:r>
              <a:rPr lang="en-US" sz="1600" b="0" i="0" u="none" strike="noStrike" cap="none" spc="0">
                <a:solidFill>
                  <a:srgbClr val="000000"/>
                </a:solidFill>
                <a:latin typeface="Segoe UI"/>
                <a:ea typeface="Segoe UI"/>
                <a:cs typeface="Segoe UI"/>
              </a:rPr>
              <a:t>In this exercise, you deploy an Application Insights resource and build a Python Flask web application that demonstrates OpenTelemetry instrumentation for a document processing pipeline.</a:t>
            </a:r>
            <a:endParaRPr/>
          </a:p>
          <a:p>
            <a:pPr marL="0" indent="0">
              <a:buNone/>
              <a:defRPr/>
            </a:pPr>
            <a:endParaRPr lang="en-US">
              <a:cs typeface="Segoe UI"/>
            </a:endParaRPr>
          </a:p>
          <a:p>
            <a:pPr marL="0" indent="0">
              <a:buNone/>
              <a:defRPr/>
            </a:pPr>
            <a:r>
              <a:rPr lang="en-US">
                <a:latin typeface="Segoe UI Semibold"/>
                <a:cs typeface="Segoe UI Semibold"/>
              </a:rPr>
              <a:t>Estimated time:</a:t>
            </a:r>
            <a:r>
              <a:rPr lang="en-US">
                <a:cs typeface="Segoe UI"/>
              </a:rPr>
              <a:t> 30 minutes</a:t>
            </a:r>
            <a:endParaRPr/>
          </a:p>
          <a:p>
            <a:pPr>
              <a:defRPr/>
            </a:pPr>
            <a:endParaRPr lang="en-US">
              <a:cs typeface="Segoe UI"/>
            </a:endParaRPr>
          </a:p>
          <a:p>
            <a:pPr marL="0" indent="0">
              <a:buNone/>
              <a:defRPr/>
            </a:pPr>
            <a:r>
              <a:rPr lang="en-US">
                <a:cs typeface="Segoe UI"/>
              </a:rPr>
              <a:t>Start the exercise at:</a:t>
            </a:r>
            <a:endParaRPr lang="en-US"/>
          </a:p>
          <a:p>
            <a:pPr marL="0" indent="0">
              <a:buNone/>
              <a:defRPr/>
            </a:pPr>
            <a:r>
              <a:rPr lang="en-US" sz="1600" b="0" i="0" u="sng" strike="noStrike" cap="none" spc="0">
                <a:solidFill>
                  <a:schemeClr val="hlink"/>
                </a:solidFill>
                <a:latin typeface="Segoe UI"/>
                <a:ea typeface="Segoe UI"/>
                <a:cs typeface="Segoe UI"/>
                <a:hlinkClick r:id="rId4"/>
              </a:rPr>
              <a:t>https://go.microsoft.com/fwlink/?linkid=2353616</a:t>
            </a:r>
            <a:endParaRPr/>
          </a:p>
          <a:p>
            <a:pPr marL="0" indent="0">
              <a:buNone/>
              <a:defRPr/>
            </a:pPr>
            <a:endParaRPr lang="en-US"/>
          </a:p>
        </p:txBody>
      </p:sp>
      <p:sp>
        <p:nvSpPr>
          <p:cNvPr id="333061038" name="Footer Placeholder 4"/>
          <p:cNvSpPr>
            <a:spLocks noGrp="1"/>
          </p:cNvSpPr>
          <p:nvPr>
            <p:ph type="ftr" sz="quarter" idx="3"/>
          </p:nvPr>
        </p:nvSpPr>
        <p:spPr bwMode="auto">
          <a:xfrm>
            <a:off x="579438" y="6421082"/>
            <a:ext cx="4151311" cy="19797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UI"/>
                <a:cs typeface="Arial"/>
              </a:rPr>
              <a:t>© Copyright Microsoft Corporation. All rights reserved.</a:t>
            </a:r>
          </a:p>
        </p:txBody>
      </p:sp>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1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94717717" name="Title 2"/>
          <p:cNvSpPr>
            <a:spLocks noGrp="1"/>
          </p:cNvSpPr>
          <p:nvPr>
            <p:ph type="title"/>
          </p:nvPr>
        </p:nvSpPr>
        <p:spPr bwMode="auto"/>
        <p:txBody>
          <a:bodyPr/>
          <a:lstStyle/>
          <a:p>
            <a:pPr>
              <a:defRPr/>
            </a:pPr>
            <a:r>
              <a:rPr lang="en-US"/>
              <a:t>Module 2: </a:t>
            </a:r>
            <a:r>
              <a:rPr lang="en-US" spc="-47">
                <a:ea typeface="Segoe UI"/>
              </a:rPr>
              <a:t>Analyze app telemetry with logs and metrics</a:t>
            </a:r>
            <a:endParaRPr lang="en-US"/>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74596292" name="Title 1"/>
          <p:cNvSpPr>
            <a:spLocks noGrp="1"/>
          </p:cNvSpPr>
          <p:nvPr>
            <p:ph type="title"/>
          </p:nvPr>
        </p:nvSpPr>
        <p:spPr bwMode="auto">
          <a:xfrm>
            <a:off x="457199" y="411479"/>
            <a:ext cx="11222609" cy="691019"/>
          </a:xfrm>
        </p:spPr>
        <p:txBody>
          <a:bodyPr/>
          <a:lstStyle/>
          <a:p>
            <a:pPr>
              <a:defRPr/>
            </a:pPr>
            <a:r>
              <a:rPr lang="en-US" sz="2800" b="0" i="0" u="none" strike="noStrike" cap="none" spc="0">
                <a:solidFill>
                  <a:schemeClr val="tx1"/>
                </a:solidFill>
                <a:latin typeface="Segoe UI Semibold"/>
                <a:ea typeface="Segoe UI Semibold"/>
                <a:cs typeface="Segoe UI Semibold"/>
              </a:rPr>
              <a:t>Write basic KQL queries (1 of 2)</a:t>
            </a:r>
            <a:endParaRPr sz="2800"/>
          </a:p>
        </p:txBody>
      </p:sp>
      <p:sp>
        <p:nvSpPr>
          <p:cNvPr id="1061978029" name="Content Placeholder 3"/>
          <p:cNvSpPr>
            <a:spLocks noGrp="1"/>
          </p:cNvSpPr>
          <p:nvPr>
            <p:ph sz="quarter" idx="10"/>
          </p:nvPr>
        </p:nvSpPr>
        <p:spPr bwMode="auto">
          <a:xfrm>
            <a:off x="457197" y="1299651"/>
            <a:ext cx="10511650" cy="4816471"/>
          </a:xfrm>
        </p:spPr>
        <p:txBody>
          <a:bodyPr vertOverflow="overflow" horzOverflow="overflow" vert="horz" wrap="square" lIns="0" tIns="0" rIns="0" bIns="0" numCol="1" spcCol="0" rtlCol="0" fromWordArt="0" anchor="t" anchorCtr="0" forceAA="0" compatLnSpc="0">
            <a:normAutofit/>
          </a:bodyPr>
          <a:lstStyle/>
          <a:p>
            <a:pPr marL="0" indent="0">
              <a:spcAft>
                <a:spcPts val="359"/>
              </a:spcAft>
              <a:buFont typeface="Arial"/>
              <a:buNone/>
              <a:defRPr/>
            </a:pPr>
            <a:r>
              <a:rPr lang="en-US" sz="2200" b="0" i="0" u="none" strike="noStrike" cap="none" spc="0">
                <a:solidFill>
                  <a:schemeClr val="tx1"/>
                </a:solidFill>
                <a:latin typeface="Segoe UI Semibold"/>
                <a:ea typeface="Segoe UI Semibold"/>
                <a:cs typeface="Segoe UI Semibold"/>
              </a:rPr>
              <a:t>Application Insights tables:</a:t>
            </a:r>
            <a:endParaRPr lang="en-US" sz="2000" b="0" i="0" u="none" strike="noStrike" cap="none" spc="0">
              <a:solidFill>
                <a:schemeClr val="tx1"/>
              </a:solidFill>
              <a:latin typeface="Segoe UI"/>
              <a:cs typeface="Segoe UI"/>
            </a:endParaRPr>
          </a:p>
          <a:p>
            <a:pPr>
              <a:spcAft>
                <a:spcPts val="359"/>
              </a:spcAft>
              <a:defRPr/>
            </a:pPr>
            <a:r>
              <a:rPr lang="en-US" sz="2000" b="0" i="0" u="none" strike="noStrike" cap="none" spc="0">
                <a:solidFill>
                  <a:schemeClr val="tx1"/>
                </a:solidFill>
                <a:latin typeface="Consolas"/>
                <a:ea typeface="Consolas"/>
                <a:cs typeface="Consolas"/>
              </a:rPr>
              <a:t>requests</a:t>
            </a:r>
            <a:r>
              <a:rPr lang="en-US" sz="2000" b="0" i="0" u="none" strike="noStrike" cap="none" spc="0">
                <a:solidFill>
                  <a:schemeClr val="tx1"/>
                </a:solidFill>
                <a:latin typeface="Segoe UI"/>
                <a:ea typeface="Segoe UI"/>
                <a:cs typeface="Segoe UI"/>
              </a:rPr>
              <a:t> stores incoming HTTP requests with duration, response code, success status</a:t>
            </a:r>
            <a:endParaRPr lang="en-US" sz="20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Font typeface="Arial"/>
              <a:buChar char="•"/>
              <a:defRPr/>
            </a:pPr>
            <a:r>
              <a:rPr lang="en-US" sz="2000" b="0" i="0" u="none" strike="noStrike" cap="none" spc="0">
                <a:solidFill>
                  <a:schemeClr val="tx1"/>
                </a:solidFill>
                <a:latin typeface="Consolas"/>
                <a:ea typeface="Consolas"/>
                <a:cs typeface="Consolas"/>
              </a:rPr>
              <a:t>dependencies</a:t>
            </a:r>
            <a:r>
              <a:rPr lang="en-US" sz="2000" b="0" i="0" u="none" strike="noStrike" cap="none" spc="0">
                <a:solidFill>
                  <a:schemeClr val="tx1"/>
                </a:solidFill>
                <a:latin typeface="Segoe UI"/>
                <a:ea typeface="Segoe UI"/>
                <a:cs typeface="Segoe UI"/>
              </a:rPr>
              <a:t> captures outbound calls to databases, APIs, model endpoints</a:t>
            </a:r>
            <a:endParaRPr lang="en-US" sz="20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Font typeface="Arial"/>
              <a:buChar char="•"/>
              <a:defRPr/>
            </a:pPr>
            <a:r>
              <a:rPr lang="en-US" sz="2000" b="0" i="0" u="none" strike="noStrike" cap="none" spc="0">
                <a:solidFill>
                  <a:schemeClr val="tx1"/>
                </a:solidFill>
                <a:latin typeface="Consolas"/>
                <a:ea typeface="Consolas"/>
                <a:cs typeface="Consolas"/>
              </a:rPr>
              <a:t>exceptions</a:t>
            </a:r>
            <a:r>
              <a:rPr lang="en-US" sz="2000" b="0" i="0" u="none" strike="noStrike" cap="none" spc="0">
                <a:solidFill>
                  <a:schemeClr val="tx1"/>
                </a:solidFill>
                <a:latin typeface="Segoe UI"/>
                <a:ea typeface="Segoe UI"/>
                <a:cs typeface="Segoe UI"/>
              </a:rPr>
              <a:t> records errors with stack traces. </a:t>
            </a:r>
            <a:r>
              <a:rPr lang="en-US" sz="2000" b="0" i="0" u="none" strike="noStrike" cap="none" spc="0">
                <a:solidFill>
                  <a:schemeClr val="tx1"/>
                </a:solidFill>
                <a:latin typeface="Consolas"/>
                <a:ea typeface="Consolas"/>
                <a:cs typeface="Consolas"/>
              </a:rPr>
              <a:t>traces</a:t>
            </a:r>
            <a:r>
              <a:rPr lang="en-US" sz="2000" b="0" i="0" u="none" strike="noStrike" cap="none" spc="0">
                <a:solidFill>
                  <a:schemeClr val="tx1"/>
                </a:solidFill>
                <a:latin typeface="Segoe UI"/>
                <a:ea typeface="Segoe UI"/>
                <a:cs typeface="Segoe UI"/>
              </a:rPr>
              <a:t> stores application log messages.</a:t>
            </a:r>
            <a:endParaRPr lang="en-US" sz="2000" b="0" i="0" u="none" strike="noStrike" cap="none" spc="0">
              <a:solidFill>
                <a:schemeClr val="tx1"/>
              </a:solidFill>
              <a:latin typeface="Segoe UI"/>
              <a:cs typeface="Segoe UI"/>
            </a:endParaRPr>
          </a:p>
          <a:p>
            <a:pPr marL="0" indent="0">
              <a:spcBef>
                <a:spcPts val="719"/>
              </a:spcBef>
              <a:spcAft>
                <a:spcPts val="359"/>
              </a:spcAft>
              <a:buFont typeface="Arial"/>
              <a:buNone/>
              <a:defRPr/>
            </a:pPr>
            <a:r>
              <a:rPr lang="en-US" sz="2200" b="0" i="0" u="none" strike="noStrike" cap="none" spc="0">
                <a:solidFill>
                  <a:schemeClr val="tx1"/>
                </a:solidFill>
                <a:latin typeface="Segoe UI Semibold"/>
                <a:ea typeface="Segoe UI Semibold"/>
                <a:cs typeface="Segoe UI Semibold"/>
              </a:rPr>
              <a:t>Core operators:</a:t>
            </a:r>
            <a:endParaRPr lang="en-US" sz="20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Font typeface="Arial"/>
              <a:buChar char="•"/>
              <a:defRPr/>
            </a:pPr>
            <a:r>
              <a:rPr lang="en-US" sz="2000" b="0" i="0" u="none" strike="noStrike" cap="none" spc="0">
                <a:solidFill>
                  <a:schemeClr val="tx1"/>
                </a:solidFill>
                <a:latin typeface="Consolas"/>
                <a:ea typeface="Consolas"/>
                <a:cs typeface="Consolas"/>
              </a:rPr>
              <a:t>where</a:t>
            </a:r>
            <a:r>
              <a:rPr lang="en-US" sz="2000" b="0" i="0" u="none" strike="noStrike" cap="none" spc="0">
                <a:solidFill>
                  <a:schemeClr val="tx1"/>
                </a:solidFill>
                <a:latin typeface="Segoe UI"/>
                <a:ea typeface="Segoe UI"/>
                <a:cs typeface="Segoe UI"/>
              </a:rPr>
              <a:t> filters rows. </a:t>
            </a:r>
            <a:r>
              <a:rPr lang="en-US" sz="2000" b="0" i="0" u="none" strike="noStrike" cap="none" spc="0">
                <a:solidFill>
                  <a:schemeClr val="tx1"/>
                </a:solidFill>
                <a:latin typeface="Consolas"/>
                <a:ea typeface="Consolas"/>
                <a:cs typeface="Consolas"/>
              </a:rPr>
              <a:t>project</a:t>
            </a:r>
            <a:r>
              <a:rPr lang="en-US" sz="2000" b="0" i="0" u="none" strike="noStrike" cap="none" spc="0">
                <a:solidFill>
                  <a:schemeClr val="tx1"/>
                </a:solidFill>
                <a:latin typeface="Segoe UI"/>
                <a:ea typeface="Segoe UI"/>
                <a:cs typeface="Segoe UI"/>
              </a:rPr>
              <a:t> selects and renames columns.</a:t>
            </a:r>
            <a:endParaRPr lang="en-US" sz="20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Font typeface="Arial"/>
              <a:buChar char="•"/>
              <a:defRPr/>
            </a:pPr>
            <a:r>
              <a:rPr lang="en-US" sz="2000" b="0" i="0" u="none" strike="noStrike" cap="none" spc="0">
                <a:solidFill>
                  <a:schemeClr val="tx1"/>
                </a:solidFill>
                <a:latin typeface="Consolas"/>
                <a:ea typeface="Consolas"/>
                <a:cs typeface="Consolas"/>
              </a:rPr>
              <a:t>take</a:t>
            </a:r>
            <a:r>
              <a:rPr lang="en-US" sz="2000" b="0" i="0" u="none" strike="noStrike" cap="none" spc="0">
                <a:solidFill>
                  <a:schemeClr val="tx1"/>
                </a:solidFill>
                <a:latin typeface="Segoe UI"/>
                <a:ea typeface="Segoe UI"/>
                <a:cs typeface="Segoe UI"/>
              </a:rPr>
              <a:t> returns arbitrary N rows. </a:t>
            </a:r>
            <a:r>
              <a:rPr lang="en-US" sz="2000" b="0" i="0" u="none" strike="noStrike" cap="none" spc="0">
                <a:solidFill>
                  <a:schemeClr val="tx1"/>
                </a:solidFill>
                <a:latin typeface="Consolas"/>
                <a:ea typeface="Consolas"/>
                <a:cs typeface="Consolas"/>
              </a:rPr>
              <a:t>top</a:t>
            </a:r>
            <a:r>
              <a:rPr lang="en-US" sz="2000" b="0" i="0" u="none" strike="noStrike" cap="none" spc="0">
                <a:solidFill>
                  <a:schemeClr val="tx1"/>
                </a:solidFill>
                <a:latin typeface="Segoe UI"/>
                <a:ea typeface="Segoe UI"/>
                <a:cs typeface="Segoe UI"/>
              </a:rPr>
              <a:t> returns N rows sorted by a column.</a:t>
            </a:r>
            <a:endParaRPr/>
          </a:p>
          <a:p>
            <a:pPr>
              <a:spcAft>
                <a:spcPts val="359"/>
              </a:spcAft>
              <a:defRPr/>
            </a:pPr>
            <a:r>
              <a:rPr lang="en-US" sz="2000" b="0" i="0" u="none" strike="noStrike" cap="none" spc="0">
                <a:solidFill>
                  <a:schemeClr val="tx1"/>
                </a:solidFill>
                <a:latin typeface="Consolas"/>
                <a:ea typeface="Consolas"/>
                <a:cs typeface="Consolas"/>
              </a:rPr>
              <a:t>has</a:t>
            </a:r>
            <a:r>
              <a:rPr lang="en-US" sz="2000" b="0" i="0" u="none" strike="noStrike" cap="none" spc="0">
                <a:solidFill>
                  <a:schemeClr val="tx1"/>
                </a:solidFill>
                <a:latin typeface="Segoe UI"/>
                <a:ea typeface="Segoe UI"/>
                <a:cs typeface="Segoe UI"/>
              </a:rPr>
              <a:t> uses term indexing for fast lookups. </a:t>
            </a:r>
            <a:r>
              <a:rPr lang="en-US" sz="2000" b="0" i="0" u="none" strike="noStrike" cap="none" spc="0">
                <a:solidFill>
                  <a:schemeClr val="tx1"/>
                </a:solidFill>
                <a:latin typeface="Consolas"/>
                <a:ea typeface="Consolas"/>
                <a:cs typeface="Consolas"/>
              </a:rPr>
              <a:t>contains</a:t>
            </a:r>
            <a:r>
              <a:rPr lang="en-US" sz="2000" b="0" i="0" u="none" strike="noStrike" cap="none" spc="0">
                <a:solidFill>
                  <a:schemeClr val="tx1"/>
                </a:solidFill>
                <a:latin typeface="Segoe UI"/>
                <a:ea typeface="Segoe UI"/>
                <a:cs typeface="Segoe UI"/>
              </a:rPr>
              <a:t> does slower substring matching.</a:t>
            </a:r>
            <a:endParaRPr lang="en-US" sz="2000" b="0" i="0" u="none" strike="noStrike" cap="none" spc="0">
              <a:solidFill>
                <a:schemeClr val="tx1"/>
              </a:solidFill>
              <a:latin typeface="Segoe UI"/>
              <a:cs typeface="Segoe UI"/>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92996943"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Write basic KQL queries (2 of 2)</a:t>
            </a:r>
            <a:endParaRPr/>
          </a:p>
        </p:txBody>
      </p:sp>
      <p:sp>
        <p:nvSpPr>
          <p:cNvPr id="41305758" name="Content Placeholder 3"/>
          <p:cNvSpPr>
            <a:spLocks noGrp="1"/>
          </p:cNvSpPr>
          <p:nvPr>
            <p:ph sz="quarter" idx="10"/>
          </p:nvPr>
        </p:nvSpPr>
        <p:spPr bwMode="auto">
          <a:xfrm>
            <a:off x="457198" y="1358775"/>
            <a:ext cx="5019179" cy="4816473"/>
          </a:xfrm>
        </p:spPr>
        <p:txBody>
          <a:bodyPr vertOverflow="overflow" horzOverflow="overflow" vert="horz" wrap="square" lIns="0" tIns="0" rIns="0" bIns="0" numCol="1" spcCol="0" rtlCol="0" fromWordArt="0" anchor="t" anchorCtr="0" forceAA="0" compatLnSpc="0">
            <a:noAutofit/>
          </a:bodyPr>
          <a:lstStyle/>
          <a:p>
            <a:pPr marL="0" indent="0">
              <a:spcAft>
                <a:spcPts val="359"/>
              </a:spcAft>
              <a:buFont typeface="Arial"/>
              <a:buNone/>
              <a:defRPr/>
            </a:pPr>
            <a:r>
              <a:rPr lang="en-US" sz="2000" b="0" i="0" u="none" strike="noStrike" cap="none" spc="0">
                <a:solidFill>
                  <a:schemeClr val="tx1"/>
                </a:solidFill>
                <a:latin typeface="Segoe UI Semibold"/>
                <a:ea typeface="Segoe UI Semibold"/>
                <a:cs typeface="Segoe UI Semibold"/>
              </a:rPr>
              <a:t>Aggregate and summarize:</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Font typeface="Arial"/>
              <a:buChar char="•"/>
              <a:defRPr/>
            </a:pPr>
            <a:r>
              <a:rPr lang="en-US" sz="1800" b="0" i="0" u="none" strike="noStrike" cap="none" spc="0">
                <a:solidFill>
                  <a:schemeClr val="tx1"/>
                </a:solidFill>
                <a:latin typeface="Segoe UI"/>
                <a:ea typeface="Segoe UI"/>
                <a:cs typeface="Segoe UI"/>
              </a:rPr>
              <a:t>summarize groups rows with </a:t>
            </a:r>
            <a:r>
              <a:rPr lang="en-US" sz="1800" b="0" i="0" u="none" strike="noStrike" cap="none" spc="0">
                <a:solidFill>
                  <a:schemeClr val="tx1"/>
                </a:solidFill>
                <a:latin typeface="Consolas"/>
                <a:ea typeface="Consolas"/>
                <a:cs typeface="Consolas"/>
              </a:rPr>
              <a:t>count()</a:t>
            </a:r>
            <a:r>
              <a:rPr lang="en-US" sz="1800" b="0" i="0" u="none" strike="noStrike" cap="none" spc="0">
                <a:solidFill>
                  <a:schemeClr val="tx1"/>
                </a:solidFill>
                <a:latin typeface="Segoe UI"/>
                <a:ea typeface="Segoe UI"/>
                <a:cs typeface="Segoe UI"/>
              </a:rPr>
              <a:t>, </a:t>
            </a:r>
            <a:r>
              <a:rPr lang="en-US" sz="1800" b="0" i="0" u="none" strike="noStrike" cap="none" spc="0">
                <a:solidFill>
                  <a:schemeClr val="tx1"/>
                </a:solidFill>
                <a:latin typeface="Consolas"/>
                <a:ea typeface="Consolas"/>
                <a:cs typeface="Consolas"/>
              </a:rPr>
              <a:t>avg()</a:t>
            </a:r>
            <a:r>
              <a:rPr lang="en-US" sz="1800" b="0" i="0" u="none" strike="noStrike" cap="none" spc="0">
                <a:solidFill>
                  <a:schemeClr val="tx1"/>
                </a:solidFill>
                <a:latin typeface="Segoe UI"/>
                <a:ea typeface="Segoe UI"/>
                <a:cs typeface="Segoe UI"/>
              </a:rPr>
              <a:t>, </a:t>
            </a:r>
            <a:r>
              <a:rPr lang="en-US" sz="1800" b="0" i="0" u="none" strike="noStrike" cap="none" spc="0">
                <a:solidFill>
                  <a:schemeClr val="tx1"/>
                </a:solidFill>
                <a:latin typeface="Consolas"/>
                <a:ea typeface="Consolas"/>
                <a:cs typeface="Consolas"/>
              </a:rPr>
              <a:t>percentile()</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Font typeface="Arial"/>
              <a:buChar char="•"/>
              <a:defRPr/>
            </a:pPr>
            <a:r>
              <a:rPr lang="en-US" sz="1800" b="0" i="0" u="none" strike="noStrike" cap="none" spc="0">
                <a:solidFill>
                  <a:schemeClr val="tx1"/>
                </a:solidFill>
                <a:latin typeface="Consolas"/>
                <a:ea typeface="Consolas"/>
                <a:cs typeface="Consolas"/>
              </a:rPr>
              <a:t>bin()</a:t>
            </a:r>
            <a:r>
              <a:rPr lang="en-US" sz="1800" b="0" i="0" u="none" strike="noStrike" cap="none" spc="0">
                <a:solidFill>
                  <a:schemeClr val="tx1"/>
                </a:solidFill>
                <a:latin typeface="Segoe UI"/>
                <a:ea typeface="Segoe UI"/>
                <a:cs typeface="Segoe UI"/>
              </a:rPr>
              <a:t> groups timestamps into fixed intervals for trend analysis</a:t>
            </a:r>
            <a:endParaRPr lang="en-US" sz="1800" b="0" i="0" u="none" strike="noStrike" cap="none" spc="0">
              <a:solidFill>
                <a:schemeClr val="tx1"/>
              </a:solidFill>
              <a:latin typeface="Segoe UI"/>
              <a:cs typeface="Segoe UI"/>
            </a:endParaRPr>
          </a:p>
          <a:p>
            <a:pPr marL="0" marR="0" indent="0" algn="l">
              <a:lnSpc>
                <a:spcPct val="100000"/>
              </a:lnSpc>
              <a:spcBef>
                <a:spcPts val="0"/>
              </a:spcBef>
              <a:spcAft>
                <a:spcPts val="359"/>
              </a:spcAft>
              <a:buFont typeface="Arial"/>
              <a:buNone/>
              <a:defRPr/>
            </a:pPr>
            <a:r>
              <a:rPr lang="en-US" sz="2000" b="0" i="0" u="none" strike="noStrike" cap="none" spc="0">
                <a:solidFill>
                  <a:schemeClr val="tx1"/>
                </a:solidFill>
                <a:latin typeface="Segoe UI Semibold"/>
                <a:ea typeface="Segoe UI Semibold"/>
                <a:cs typeface="Segoe UI Semibold"/>
              </a:rPr>
              <a:t>Visualize with render:</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Font typeface="Arial"/>
              <a:buChar char="•"/>
              <a:defRPr/>
            </a:pPr>
            <a:r>
              <a:rPr lang="en-US" sz="1800" b="0" i="0" u="none" strike="noStrike" cap="none" spc="0">
                <a:solidFill>
                  <a:schemeClr val="tx1"/>
                </a:solidFill>
                <a:latin typeface="Consolas"/>
                <a:ea typeface="Consolas"/>
                <a:cs typeface="Consolas"/>
              </a:rPr>
              <a:t>render timechart</a:t>
            </a:r>
            <a:r>
              <a:rPr lang="en-US" sz="1800" b="0" i="0" u="none" strike="noStrike" cap="none" spc="0">
                <a:solidFill>
                  <a:schemeClr val="tx1"/>
                </a:solidFill>
                <a:latin typeface="Segoe UI"/>
                <a:ea typeface="Segoe UI"/>
                <a:cs typeface="Segoe UI"/>
              </a:rPr>
              <a:t>,</a:t>
            </a:r>
            <a:r>
              <a:rPr lang="en-US" sz="1800" b="0" i="0" u="none" strike="noStrike" cap="none" spc="0">
                <a:solidFill>
                  <a:schemeClr val="tx1"/>
                </a:solidFill>
                <a:latin typeface="Consolas"/>
                <a:ea typeface="Consolas"/>
                <a:cs typeface="Consolas"/>
              </a:rPr>
              <a:t> barchart</a:t>
            </a:r>
            <a:r>
              <a:rPr lang="en-US" sz="1800" b="0" i="0" u="none" strike="noStrike" cap="none" spc="0">
                <a:solidFill>
                  <a:schemeClr val="tx1"/>
                </a:solidFill>
                <a:latin typeface="Segoe UI"/>
                <a:ea typeface="Segoe UI"/>
                <a:cs typeface="Segoe UI"/>
              </a:rPr>
              <a:t>,</a:t>
            </a:r>
            <a:r>
              <a:rPr lang="en-US" sz="1800" b="0" i="0" u="none" strike="noStrike" cap="none" spc="0">
                <a:solidFill>
                  <a:schemeClr val="tx1"/>
                </a:solidFill>
                <a:latin typeface="Consolas"/>
                <a:ea typeface="Consolas"/>
                <a:cs typeface="Consolas"/>
              </a:rPr>
              <a:t> piechart</a:t>
            </a:r>
            <a:r>
              <a:rPr lang="en-US" sz="1800" b="0" i="0" u="none" strike="noStrike" cap="none" spc="0">
                <a:solidFill>
                  <a:schemeClr val="tx1"/>
                </a:solidFill>
                <a:latin typeface="Segoe UI"/>
                <a:ea typeface="Segoe UI"/>
                <a:cs typeface="Segoe UI"/>
              </a:rPr>
              <a:t> for different chart types</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Font typeface="Arial"/>
              <a:buChar char="•"/>
              <a:defRPr/>
            </a:pPr>
            <a:r>
              <a:rPr lang="en-US" sz="1800" b="0" i="0" u="none" strike="noStrike" cap="none" spc="0">
                <a:solidFill>
                  <a:schemeClr val="tx1"/>
                </a:solidFill>
                <a:latin typeface="Segoe UI"/>
                <a:ea typeface="Segoe UI"/>
                <a:cs typeface="Segoe UI"/>
              </a:rPr>
              <a:t>Including </a:t>
            </a:r>
            <a:r>
              <a:rPr lang="en-US" sz="1800" b="0" i="0" u="none" strike="noStrike" cap="none" spc="0">
                <a:solidFill>
                  <a:schemeClr val="tx1"/>
                </a:solidFill>
                <a:latin typeface="Consolas"/>
                <a:ea typeface="Consolas"/>
                <a:cs typeface="Consolas"/>
              </a:rPr>
              <a:t>render</a:t>
            </a:r>
            <a:r>
              <a:rPr lang="en-US" sz="1800" b="0" i="0" u="none" strike="noStrike" cap="none" spc="0">
                <a:solidFill>
                  <a:schemeClr val="tx1"/>
                </a:solidFill>
                <a:latin typeface="Segoe UI"/>
                <a:ea typeface="Segoe UI"/>
                <a:cs typeface="Segoe UI"/>
              </a:rPr>
              <a:t> preserves the visualization when pinned</a:t>
            </a:r>
            <a:endParaRPr sz="2600"/>
          </a:p>
        </p:txBody>
      </p:sp>
      <p:sp>
        <p:nvSpPr>
          <p:cNvPr id="1365489708" name=" 2085122525"/>
          <p:cNvSpPr/>
          <p:nvPr/>
        </p:nvSpPr>
        <p:spPr bwMode="auto">
          <a:xfrm>
            <a:off x="6068504" y="1510564"/>
            <a:ext cx="4850931" cy="179867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8000"/>
                </a:solidFill>
                <a:effectLst/>
                <a:uLnTx/>
                <a:uFillTx/>
                <a:latin typeface="Consolas"/>
                <a:ea typeface="Consolas"/>
                <a:cs typeface="Consolas"/>
              </a:rPr>
              <a:t>// Aggregate requests by hour and service</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requests</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where</a:t>
            </a:r>
            <a:r>
              <a:rPr kumimoji="0" sz="1600" b="0" i="0" u="none" strike="noStrike" kern="0" cap="none" spc="0" normalizeH="0" baseline="0" noProof="0">
                <a:ln>
                  <a:noFill/>
                </a:ln>
                <a:solidFill>
                  <a:srgbClr val="000000"/>
                </a:solidFill>
                <a:effectLst/>
                <a:uLnTx/>
                <a:uFillTx/>
                <a:latin typeface="Consolas"/>
                <a:ea typeface="Consolas"/>
                <a:cs typeface="Consolas"/>
              </a:rPr>
              <a:t> timestamp &gt; ago(</a:t>
            </a:r>
            <a:r>
              <a:rPr kumimoji="0" sz="1600" b="0" i="0" u="none" strike="noStrike" kern="0" cap="none" spc="0" normalizeH="0" baseline="0" noProof="0">
                <a:ln>
                  <a:noFill/>
                </a:ln>
                <a:solidFill>
                  <a:srgbClr val="098658"/>
                </a:solidFill>
                <a:effectLst/>
                <a:uLnTx/>
                <a:uFillTx/>
                <a:latin typeface="Consolas"/>
                <a:ea typeface="Consolas"/>
                <a:cs typeface="Consolas"/>
              </a:rPr>
              <a:t>24h</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summarize</a:t>
            </a:r>
            <a:r>
              <a:rPr kumimoji="0" sz="1600" b="0" i="0" u="none" strike="noStrike" kern="0" cap="none" spc="0" normalizeH="0" baseline="0" noProof="0">
                <a:ln>
                  <a:noFill/>
                </a:ln>
                <a:solidFill>
                  <a:srgbClr val="000000"/>
                </a:solidFill>
                <a:effectLst/>
                <a:uLnTx/>
                <a:uFillTx/>
                <a:latin typeface="Consolas"/>
                <a:ea typeface="Consolas"/>
                <a:cs typeface="Consolas"/>
              </a:rPr>
              <a:t> requestCount = count(),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avgDuration = avg(duration)</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by</a:t>
            </a:r>
            <a:r>
              <a:rPr kumimoji="0" sz="1600" b="0" i="0" u="none" strike="noStrike" kern="0" cap="none" spc="0" normalizeH="0" baseline="0" noProof="0">
                <a:ln>
                  <a:noFill/>
                </a:ln>
                <a:solidFill>
                  <a:srgbClr val="000000"/>
                </a:solidFill>
                <a:effectLst/>
                <a:uLnTx/>
                <a:uFillTx/>
                <a:latin typeface="Consolas"/>
                <a:ea typeface="Consolas"/>
                <a:cs typeface="Consolas"/>
              </a:rPr>
              <a:t> bin(timestamp, </a:t>
            </a:r>
            <a:r>
              <a:rPr kumimoji="0" sz="1600" b="0" i="0" u="none" strike="noStrike" kern="0" cap="none" spc="0" normalizeH="0" baseline="0" noProof="0">
                <a:ln>
                  <a:noFill/>
                </a:ln>
                <a:solidFill>
                  <a:srgbClr val="098658"/>
                </a:solidFill>
                <a:effectLst/>
                <a:uLnTx/>
                <a:uFillTx/>
                <a:latin typeface="Consolas"/>
                <a:ea typeface="Consolas"/>
                <a:cs typeface="Consolas"/>
              </a:rPr>
              <a:t>1h</a:t>
            </a:r>
            <a:r>
              <a:rPr kumimoji="0" sz="1600" b="0" i="0" u="none" strike="noStrike" kern="0" cap="none" spc="0" normalizeH="0" baseline="0" noProof="0">
                <a:ln>
                  <a:noFill/>
                </a:ln>
                <a:solidFill>
                  <a:srgbClr val="000000"/>
                </a:solidFill>
                <a:effectLst/>
                <a:uLnTx/>
                <a:uFillTx/>
                <a:latin typeface="Consolas"/>
                <a:ea typeface="Consolas"/>
                <a:cs typeface="Consolas"/>
              </a:rPr>
              <a:t>), cloud_RoleName</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render</a:t>
            </a:r>
            <a:r>
              <a:rPr kumimoji="0" sz="1600" b="0" i="0" u="none" strike="noStrike" kern="0" cap="none" spc="0" normalizeH="0" baseline="0" noProof="0">
                <a:ln>
                  <a:noFill/>
                </a:ln>
                <a:solidFill>
                  <a:srgbClr val="000000"/>
                </a:solidFill>
                <a:effectLst/>
                <a:uLnTx/>
                <a:uFillTx/>
                <a:latin typeface="Consolas"/>
                <a:ea typeface="Consolas"/>
                <a:cs typeface="Consolas"/>
              </a:rPr>
              <a:t> timechart</a:t>
            </a:r>
            <a:endParaRPr kumimoji="0" sz="2200" b="0" i="0" u="none" strike="noStrike" kern="0" cap="none" spc="0" normalizeH="0" baseline="0" noProof="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46136591"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Explore logs for errors and performance (1 of 2)</a:t>
            </a:r>
            <a:endParaRPr/>
          </a:p>
        </p:txBody>
      </p:sp>
      <p:sp>
        <p:nvSpPr>
          <p:cNvPr id="537290200" name="Content Placeholder 3"/>
          <p:cNvSpPr>
            <a:spLocks noGrp="1"/>
          </p:cNvSpPr>
          <p:nvPr>
            <p:ph sz="quarter" idx="10"/>
          </p:nvPr>
        </p:nvSpPr>
        <p:spPr bwMode="auto">
          <a:xfrm>
            <a:off x="457197" y="1358775"/>
            <a:ext cx="5019178" cy="4816472"/>
          </a:xfrm>
        </p:spPr>
        <p:txBody>
          <a:bodyPr vertOverflow="overflow" horzOverflow="overflow" vert="horz" wrap="square" lIns="0" tIns="0" rIns="0" bIns="0" numCol="1" spcCol="0" rtlCol="0" fromWordArt="0" anchor="t" anchorCtr="0" forceAA="0" compatLnSpc="0">
            <a:noAutofit/>
          </a:bodyPr>
          <a:lstStyle/>
          <a:p>
            <a:pPr marL="0" indent="0">
              <a:spcAft>
                <a:spcPts val="359"/>
              </a:spcAft>
              <a:buFont typeface="Arial"/>
              <a:buNone/>
              <a:defRPr/>
            </a:pPr>
            <a:r>
              <a:rPr lang="en-US" sz="2000" b="0" i="0" u="none" strike="noStrike" cap="none" spc="0">
                <a:solidFill>
                  <a:schemeClr val="tx1"/>
                </a:solidFill>
                <a:latin typeface="Segoe UI Semibold"/>
                <a:ea typeface="Segoe UI Semibold"/>
                <a:cs typeface="Segoe UI Semibold"/>
              </a:rPr>
              <a:t>Investigate errors:</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Font typeface="Arial"/>
              <a:buChar char="•"/>
              <a:defRPr/>
            </a:pPr>
            <a:r>
              <a:rPr lang="en-US" sz="1800" b="0" i="0" u="none" strike="noStrike" cap="none" spc="0">
                <a:solidFill>
                  <a:schemeClr val="tx1"/>
                </a:solidFill>
                <a:latin typeface="Segoe UI"/>
                <a:ea typeface="Segoe UI"/>
                <a:cs typeface="Segoe UI"/>
              </a:rPr>
              <a:t>Use </a:t>
            </a:r>
            <a:r>
              <a:rPr lang="en-US" sz="1800" b="0" i="0" u="none" strike="noStrike" cap="none" spc="0">
                <a:solidFill>
                  <a:schemeClr val="tx1"/>
                </a:solidFill>
                <a:latin typeface="Consolas"/>
                <a:ea typeface="Consolas"/>
                <a:cs typeface="Consolas"/>
              </a:rPr>
              <a:t>sum(itemCount)</a:t>
            </a:r>
            <a:r>
              <a:rPr lang="en-US" sz="1800" b="0" i="0" u="none" strike="noStrike" cap="none" spc="0">
                <a:solidFill>
                  <a:schemeClr val="tx1"/>
                </a:solidFill>
                <a:latin typeface="Segoe UI"/>
                <a:ea typeface="Segoe UI"/>
                <a:cs typeface="Segoe UI"/>
              </a:rPr>
              <a:t> instead of </a:t>
            </a:r>
            <a:r>
              <a:rPr lang="en-US" sz="1800" b="0" i="0" u="none" strike="noStrike" cap="none" spc="0">
                <a:solidFill>
                  <a:schemeClr val="tx1"/>
                </a:solidFill>
                <a:latin typeface="Consolas"/>
                <a:ea typeface="Consolas"/>
                <a:cs typeface="Consolas"/>
              </a:rPr>
              <a:t>count()</a:t>
            </a:r>
            <a:r>
              <a:rPr lang="en-US" sz="1800" b="0" i="0" u="none" strike="noStrike" cap="none" spc="0">
                <a:solidFill>
                  <a:schemeClr val="tx1"/>
                </a:solidFill>
                <a:latin typeface="Segoe UI"/>
                <a:ea typeface="Segoe UI"/>
                <a:cs typeface="Segoe UI"/>
              </a:rPr>
              <a:t> for accurate totals with sampling</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Group by exception type and operation to pinpoint problem areas</a:t>
            </a:r>
            <a:endParaRPr lang="en-US" sz="1800" b="0" i="0" u="none" strike="noStrike" cap="none" spc="0">
              <a:solidFill>
                <a:schemeClr val="tx1"/>
              </a:solidFill>
              <a:latin typeface="Segoe UI"/>
              <a:cs typeface="Segoe UI"/>
            </a:endParaRPr>
          </a:p>
          <a:p>
            <a:pPr marL="0" marR="0" indent="0" algn="l">
              <a:lnSpc>
                <a:spcPct val="100000"/>
              </a:lnSpc>
              <a:spcBef>
                <a:spcPts val="719"/>
              </a:spcBef>
              <a:spcAft>
                <a:spcPts val="359"/>
              </a:spcAft>
              <a:buFont typeface="Arial"/>
              <a:buNone/>
              <a:defRPr/>
            </a:pPr>
            <a:r>
              <a:rPr lang="en-US" sz="2000" b="0" i="0" u="none" strike="noStrike" cap="none" spc="0">
                <a:solidFill>
                  <a:schemeClr val="tx1"/>
                </a:solidFill>
                <a:latin typeface="Segoe UI Semibold"/>
                <a:ea typeface="Segoe UI Semibold"/>
                <a:cs typeface="Segoe UI Semibold"/>
              </a:rPr>
              <a:t>Correlate across services:</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Font typeface="Arial"/>
              <a:buChar char="•"/>
              <a:defRPr/>
            </a:pPr>
            <a:r>
              <a:rPr lang="en-US" sz="1800" b="0" i="0" u="none" strike="noStrike" cap="none" spc="0">
                <a:solidFill>
                  <a:schemeClr val="tx1"/>
                </a:solidFill>
                <a:latin typeface="Segoe UI"/>
                <a:ea typeface="Segoe UI"/>
                <a:cs typeface="Segoe UI"/>
              </a:rPr>
              <a:t>Join tables on </a:t>
            </a:r>
            <a:r>
              <a:rPr lang="en-US" sz="1800" b="0" i="0" u="none" strike="noStrike" cap="none" spc="0">
                <a:solidFill>
                  <a:schemeClr val="tx1"/>
                </a:solidFill>
                <a:latin typeface="Consolas"/>
                <a:ea typeface="Consolas"/>
                <a:cs typeface="Consolas"/>
              </a:rPr>
              <a:t>operation_Id</a:t>
            </a:r>
            <a:r>
              <a:rPr lang="en-US" sz="1800" b="0" i="0" u="none" strike="noStrike" cap="none" spc="0">
                <a:solidFill>
                  <a:schemeClr val="tx1"/>
                </a:solidFill>
                <a:latin typeface="Segoe UI"/>
                <a:ea typeface="Segoe UI"/>
                <a:cs typeface="Segoe UI"/>
              </a:rPr>
              <a:t> to trace the full request chain</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Rename columns in subqueries to avoid ambiguous join output</a:t>
            </a:r>
            <a:endParaRPr sz="1800"/>
          </a:p>
        </p:txBody>
      </p:sp>
      <p:sp>
        <p:nvSpPr>
          <p:cNvPr id="851008138" name=" 743562914"/>
          <p:cNvSpPr/>
          <p:nvPr/>
        </p:nvSpPr>
        <p:spPr bwMode="auto">
          <a:xfrm>
            <a:off x="6009446" y="1358774"/>
            <a:ext cx="5022785" cy="1554840"/>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8000"/>
                </a:solidFill>
                <a:effectLst/>
                <a:uLnTx/>
                <a:uFillTx/>
                <a:latin typeface="Consolas"/>
                <a:ea typeface="Consolas"/>
                <a:cs typeface="Consolas"/>
              </a:rPr>
              <a:t>// Sampling-aware exception counting</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exceptions</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where</a:t>
            </a:r>
            <a:r>
              <a:rPr kumimoji="0" sz="1600" b="0" i="0" u="none" strike="noStrike" kern="0" cap="none" spc="0" normalizeH="0" baseline="0" noProof="0">
                <a:ln>
                  <a:noFill/>
                </a:ln>
                <a:solidFill>
                  <a:srgbClr val="000000"/>
                </a:solidFill>
                <a:effectLst/>
                <a:uLnTx/>
                <a:uFillTx/>
                <a:latin typeface="Consolas"/>
                <a:ea typeface="Consolas"/>
                <a:cs typeface="Consolas"/>
              </a:rPr>
              <a:t> timestamp &gt; ago(</a:t>
            </a:r>
            <a:r>
              <a:rPr kumimoji="0" sz="1600" b="0" i="0" u="none" strike="noStrike" kern="0" cap="none" spc="0" normalizeH="0" baseline="0" noProof="0">
                <a:ln>
                  <a:noFill/>
                </a:ln>
                <a:solidFill>
                  <a:srgbClr val="098658"/>
                </a:solidFill>
                <a:effectLst/>
                <a:uLnTx/>
                <a:uFillTx/>
                <a:latin typeface="Consolas"/>
                <a:ea typeface="Consolas"/>
                <a:cs typeface="Consolas"/>
              </a:rPr>
              <a:t>24h</a:t>
            </a:r>
            <a:r>
              <a:rPr kumimoji="0" sz="1600" b="0" i="0" u="none" strike="noStrike" kern="0" cap="none" spc="0" normalizeH="0" baseline="0" noProof="0">
                <a:ln>
                  <a:noFill/>
                </a:ln>
                <a:solidFill>
                  <a:srgbClr val="000000"/>
                </a:solidFill>
                <a:effectLst/>
                <a:uLnTx/>
                <a:uFillTx/>
                <a:latin typeface="Consolas"/>
                <a:ea typeface="Consolas"/>
                <a:cs typeface="Consolas"/>
              </a:rPr>
              <a: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summarize</a:t>
            </a:r>
            <a:r>
              <a:rPr kumimoji="0" sz="1600" b="0" i="0" u="none" strike="noStrike" kern="0" cap="none" spc="0" normalizeH="0" baseline="0" noProof="0">
                <a:ln>
                  <a:noFill/>
                </a:ln>
                <a:solidFill>
                  <a:srgbClr val="000000"/>
                </a:solidFill>
                <a:effectLst/>
                <a:uLnTx/>
                <a:uFillTx/>
                <a:latin typeface="Consolas"/>
                <a:ea typeface="Consolas"/>
                <a:cs typeface="Consolas"/>
              </a:rPr>
              <a:t> exceptionCount = sum(itemCount)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by</a:t>
            </a:r>
            <a:r>
              <a:rPr kumimoji="0" sz="1600" b="0" i="0" u="none" strike="noStrike" kern="0" cap="none" spc="0" normalizeH="0" baseline="0" noProof="0">
                <a:ln>
                  <a:noFill/>
                </a:ln>
                <a:solidFill>
                  <a:srgbClr val="000000"/>
                </a:solidFill>
                <a:effectLst/>
                <a:uLnTx/>
                <a:uFillTx/>
                <a:latin typeface="Consolas"/>
                <a:ea typeface="Consolas"/>
                <a:cs typeface="Consolas"/>
              </a:rPr>
              <a:t> bin(timestamp, </a:t>
            </a:r>
            <a:r>
              <a:rPr kumimoji="0" sz="1600" b="0" i="0" u="none" strike="noStrike" kern="0" cap="none" spc="0" normalizeH="0" baseline="0" noProof="0">
                <a:ln>
                  <a:noFill/>
                </a:ln>
                <a:solidFill>
                  <a:srgbClr val="098658"/>
                </a:solidFill>
                <a:effectLst/>
                <a:uLnTx/>
                <a:uFillTx/>
                <a:latin typeface="Consolas"/>
                <a:ea typeface="Consolas"/>
                <a:cs typeface="Consolas"/>
              </a:rPr>
              <a:t>1h</a:t>
            </a:r>
            <a:r>
              <a:rPr kumimoji="0" sz="1600" b="0" i="0" u="none" strike="noStrike" kern="0" cap="none" spc="0" normalizeH="0" baseline="0" noProof="0">
                <a:ln>
                  <a:noFill/>
                </a:ln>
                <a:solidFill>
                  <a:srgbClr val="000000"/>
                </a:solidFill>
                <a:effectLst/>
                <a:uLnTx/>
                <a:uFillTx/>
                <a:latin typeface="Consolas"/>
                <a:ea typeface="Consolas"/>
                <a:cs typeface="Consolas"/>
              </a:rPr>
              <a:t>), type</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render</a:t>
            </a:r>
            <a:r>
              <a:rPr kumimoji="0" sz="1600" b="0" i="0" u="none" strike="noStrike" kern="0" cap="none" spc="0" normalizeH="0" baseline="0" noProof="0">
                <a:ln>
                  <a:noFill/>
                </a:ln>
                <a:solidFill>
                  <a:srgbClr val="000000"/>
                </a:solidFill>
                <a:effectLst/>
                <a:uLnTx/>
                <a:uFillTx/>
                <a:latin typeface="Consolas"/>
                <a:ea typeface="Consolas"/>
                <a:cs typeface="Consolas"/>
              </a:rPr>
              <a:t> timechart</a:t>
            </a:r>
            <a:endParaRPr kumimoji="0" sz="2200" b="0" i="0" u="none" strike="noStrike" kern="0" cap="none" spc="0" normalizeH="0" baseline="0" noProof="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95976336"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Segoe UI Semibold"/>
                <a:cs typeface="Segoe UI Semibold"/>
              </a:rPr>
              <a:t>Explore logs for errors and performance (2 of 2)</a:t>
            </a:r>
            <a:endParaRPr/>
          </a:p>
        </p:txBody>
      </p:sp>
      <p:sp>
        <p:nvSpPr>
          <p:cNvPr id="718922017" name="Content Placeholder 3"/>
          <p:cNvSpPr>
            <a:spLocks noGrp="1"/>
          </p:cNvSpPr>
          <p:nvPr>
            <p:ph sz="quarter" idx="10"/>
          </p:nvPr>
        </p:nvSpPr>
        <p:spPr bwMode="auto">
          <a:xfrm>
            <a:off x="457197" y="1358775"/>
            <a:ext cx="10448984" cy="4816472"/>
          </a:xfrm>
        </p:spPr>
        <p:txBody>
          <a:bodyPr vertOverflow="overflow" horzOverflow="overflow" vert="horz" wrap="square" lIns="0" tIns="0" rIns="0" bIns="0" numCol="1" spcCol="0" rtlCol="0" fromWordArt="0" anchor="t" anchorCtr="0" forceAA="0" compatLnSpc="0">
            <a:noAutofit/>
          </a:bodyPr>
          <a:lstStyle/>
          <a:p>
            <a:pPr marL="0" indent="0">
              <a:spcAft>
                <a:spcPts val="359"/>
              </a:spcAft>
              <a:buFont typeface="Arial"/>
              <a:buNone/>
              <a:defRPr/>
            </a:pPr>
            <a:r>
              <a:rPr lang="en-US" sz="2000" b="0" i="0" u="none" strike="noStrike" cap="none" spc="0">
                <a:solidFill>
                  <a:schemeClr val="tx1"/>
                </a:solidFill>
                <a:latin typeface="Segoe UI Semibold"/>
                <a:ea typeface="Segoe UI Semibold"/>
                <a:cs typeface="Segoe UI Semibold"/>
              </a:rPr>
              <a:t>Analyze dependency latency and failures:</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The </a:t>
            </a:r>
            <a:r>
              <a:rPr lang="en-US" sz="1800" b="0" i="0" u="none" strike="noStrike" cap="none" spc="0">
                <a:solidFill>
                  <a:schemeClr val="tx1"/>
                </a:solidFill>
                <a:latin typeface="Consolas"/>
                <a:ea typeface="Consolas"/>
                <a:cs typeface="Consolas"/>
              </a:rPr>
              <a:t>dependencies</a:t>
            </a:r>
            <a:r>
              <a:rPr lang="en-US" sz="1800" b="0" i="0" u="none" strike="noStrike" cap="none" spc="0">
                <a:solidFill>
                  <a:schemeClr val="tx1"/>
                </a:solidFill>
                <a:latin typeface="Segoe UI"/>
                <a:ea typeface="Segoe UI"/>
                <a:cs typeface="Segoe UI"/>
              </a:rPr>
              <a:t> table captures all outgoing calls from instrumented services</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Percentile calculations reveal latency outliers hidden by averages</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Failed dependencies grouped by target, result code, and service identify the bottleneck</a:t>
            </a:r>
            <a:endParaRPr lang="en-US" sz="1800" b="0" i="0" u="none" strike="noStrike" cap="none" spc="0">
              <a:solidFill>
                <a:schemeClr val="tx1"/>
              </a:solidFill>
              <a:latin typeface="Segoe UI"/>
              <a:cs typeface="Segoe UI"/>
            </a:endParaRPr>
          </a:p>
          <a:p>
            <a:pPr marL="0" marR="0" indent="0" algn="l">
              <a:lnSpc>
                <a:spcPct val="100000"/>
              </a:lnSpc>
              <a:spcBef>
                <a:spcPts val="1511"/>
              </a:spcBef>
              <a:spcAft>
                <a:spcPts val="359"/>
              </a:spcAft>
              <a:buFont typeface="Arial"/>
              <a:buNone/>
              <a:defRPr/>
            </a:pPr>
            <a:r>
              <a:rPr lang="en-US" sz="2000" b="0" i="0" u="none" strike="noStrike" cap="none" spc="0">
                <a:solidFill>
                  <a:schemeClr val="tx1"/>
                </a:solidFill>
                <a:latin typeface="Segoe UI Semibold"/>
                <a:ea typeface="Segoe UI Semibold"/>
                <a:cs typeface="Segoe UI Semibold"/>
              </a:rPr>
              <a:t>Interpret result codes:</a:t>
            </a:r>
            <a:endParaRPr lang="en-US" sz="1800" b="0" i="0" u="none" strike="noStrike" cap="none" spc="0">
              <a:solidFill>
                <a:schemeClr val="tx1"/>
              </a:solidFill>
              <a:latin typeface="Segoe UI"/>
              <a:cs typeface="Segoe UI"/>
            </a:endParaRPr>
          </a:p>
          <a:p>
            <a:pPr>
              <a:spcAft>
                <a:spcPts val="0"/>
              </a:spcAft>
              <a:defRPr/>
            </a:pPr>
            <a:r>
              <a:rPr lang="en-US" sz="1800" b="0" i="0" u="none" strike="noStrike" cap="none" spc="0">
                <a:solidFill>
                  <a:schemeClr val="tx1"/>
                </a:solidFill>
                <a:latin typeface="Segoe UI"/>
                <a:ea typeface="Segoe UI"/>
                <a:cs typeface="Segoe UI"/>
              </a:rPr>
              <a:t>HTTP 429: rate limiting. Adjust throughput or implement retry policies.</a:t>
            </a:r>
            <a:endParaRPr lang="en-US" sz="1800" b="0" i="0" u="none" strike="noStrike" cap="none" spc="0">
              <a:solidFill>
                <a:schemeClr val="tx1"/>
              </a:solidFill>
              <a:latin typeface="Segoe UI"/>
              <a:cs typeface="Segoe UI"/>
            </a:endParaRPr>
          </a:p>
          <a:p>
            <a:pPr>
              <a:spcAft>
                <a:spcPts val="0"/>
              </a:spcAft>
              <a:defRPr/>
            </a:pPr>
            <a:r>
              <a:rPr lang="en-US" sz="1800" b="0" i="0" u="none" strike="noStrike" cap="none" spc="0">
                <a:solidFill>
                  <a:schemeClr val="tx1"/>
                </a:solidFill>
                <a:latin typeface="Segoe UI"/>
                <a:ea typeface="Segoe UI"/>
                <a:cs typeface="Segoe UI"/>
              </a:rPr>
              <a:t>HTTP 500: server-side failure in the dependency itself</a:t>
            </a:r>
            <a:endParaRPr lang="en-US" sz="1800" b="0" i="0" u="none" strike="noStrike" cap="none" spc="0">
              <a:solidFill>
                <a:schemeClr val="tx1"/>
              </a:solidFill>
              <a:latin typeface="Segoe UI"/>
              <a:cs typeface="Segoe UI"/>
            </a:endParaRPr>
          </a:p>
          <a:p>
            <a:pPr>
              <a:spcAft>
                <a:spcPts val="0"/>
              </a:spcAft>
              <a:defRPr/>
            </a:pPr>
            <a:r>
              <a:rPr lang="en-US" sz="1800" b="0" i="0" u="none" strike="noStrike" cap="none" spc="0">
                <a:solidFill>
                  <a:schemeClr val="tx1"/>
                </a:solidFill>
                <a:latin typeface="Segoe UI"/>
                <a:ea typeface="Segoe UI"/>
                <a:cs typeface="Segoe UI"/>
              </a:rPr>
              <a:t>Timeout with no result code: network issues or overloaded service</a:t>
            </a:r>
            <a:endParaRPr sz="180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24534260" name="Title 1"/>
          <p:cNvSpPr>
            <a:spLocks noGrp="1"/>
          </p:cNvSpPr>
          <p:nvPr>
            <p:ph type="title"/>
          </p:nvPr>
        </p:nvSpPr>
        <p:spPr bwMode="auto"/>
        <p:txBody>
          <a:bodyPr/>
          <a:lstStyle/>
          <a:p>
            <a:pPr>
              <a:defRPr/>
            </a:pPr>
            <a:r>
              <a:rPr lang="en-US" sz="3200" b="0" i="0" u="none" strike="noStrike" cap="none" spc="0">
                <a:solidFill>
                  <a:schemeClr val="tx1"/>
                </a:solidFill>
                <a:latin typeface="Segoe UI Semibold"/>
                <a:ea typeface="+mj-ea"/>
                <a:cs typeface="Segoe UI Semibold"/>
              </a:rPr>
              <a:t>Build dashboards for app telemetry</a:t>
            </a:r>
            <a:endParaRPr/>
          </a:p>
        </p:txBody>
      </p:sp>
      <p:sp>
        <p:nvSpPr>
          <p:cNvPr id="1206000672" name="Content Placeholder 3"/>
          <p:cNvSpPr>
            <a:spLocks noGrp="1"/>
          </p:cNvSpPr>
          <p:nvPr>
            <p:ph sz="quarter" idx="10"/>
          </p:nvPr>
        </p:nvSpPr>
        <p:spPr bwMode="auto">
          <a:xfrm>
            <a:off x="457197" y="1358775"/>
            <a:ext cx="10448984" cy="4816472"/>
          </a:xfrm>
        </p:spPr>
        <p:txBody>
          <a:bodyPr vertOverflow="overflow" horzOverflow="overflow" vert="horz" wrap="square" lIns="0" tIns="0" rIns="0" bIns="0" numCol="1" spcCol="0" rtlCol="0" fromWordArt="0" anchor="t" anchorCtr="0" forceAA="0" compatLnSpc="0">
            <a:noAutofit/>
          </a:bodyPr>
          <a:lstStyle/>
          <a:p>
            <a:pPr marL="0" indent="0">
              <a:spcAft>
                <a:spcPts val="359"/>
              </a:spcAft>
              <a:buFont typeface="Arial"/>
              <a:buNone/>
              <a:defRPr/>
            </a:pPr>
            <a:r>
              <a:rPr lang="en-US" sz="2000" b="0" i="0" u="none" strike="noStrike" cap="none" spc="0">
                <a:solidFill>
                  <a:schemeClr val="tx1"/>
                </a:solidFill>
                <a:latin typeface="Segoe UI Semibold"/>
                <a:ea typeface="Segoe UI Semibold"/>
                <a:cs typeface="Segoe UI Semibold"/>
              </a:rPr>
              <a:t>Azure dashboards for monitoring:</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Customizable portal surfaces combining tiles from multiple Azure resources</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Optimized for at-a-glance visibility with auto-refreshing tiles</a:t>
            </a:r>
            <a:endParaRPr lang="en-US"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Can span multiple subscriptions and resource groups on a single dashboard</a:t>
            </a:r>
            <a:endParaRPr lang="en-US" sz="1800" b="0" i="0" u="none" strike="noStrike" cap="none" spc="0">
              <a:solidFill>
                <a:schemeClr val="tx1"/>
              </a:solidFill>
              <a:latin typeface="Segoe UI"/>
              <a:cs typeface="Segoe UI"/>
            </a:endParaRPr>
          </a:p>
          <a:p>
            <a:pPr marL="0" marR="0" indent="0" algn="l">
              <a:lnSpc>
                <a:spcPct val="100000"/>
              </a:lnSpc>
              <a:spcBef>
                <a:spcPts val="1799"/>
              </a:spcBef>
              <a:spcAft>
                <a:spcPts val="359"/>
              </a:spcAft>
              <a:buFont typeface="Arial"/>
              <a:buNone/>
              <a:defRPr/>
            </a:pPr>
            <a:r>
              <a:rPr lang="en-US" sz="2000" b="0" i="0" u="none" strike="noStrike" cap="none" spc="0">
                <a:solidFill>
                  <a:schemeClr val="tx1"/>
                </a:solidFill>
                <a:latin typeface="Segoe UI Semibold"/>
                <a:ea typeface="Segoe UI Semibold"/>
                <a:cs typeface="Segoe UI Semibold"/>
              </a:rPr>
              <a:t>Pin metrics charts:</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Navigate to Application Insights Metrics pane, select a metric, apply filters and splitting</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Common metrics: server response time, failed requests, dependency failures, request rate</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Aggregation type matters: average for typical behavior, sum for total events, max for worst-case</a:t>
            </a:r>
            <a:endParaRPr sz="180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22456211" name="Title 1"/>
          <p:cNvSpPr>
            <a:spLocks noGrp="1"/>
          </p:cNvSpPr>
          <p:nvPr>
            <p:ph type="title"/>
          </p:nvPr>
        </p:nvSpPr>
        <p:spPr bwMode="auto"/>
        <p:txBody>
          <a:bodyPr/>
          <a:lstStyle/>
          <a:p>
            <a:pPr>
              <a:defRPr/>
            </a:pPr>
            <a:r>
              <a:rPr lang="en-US" sz="2800" b="0" i="0" u="none" strike="noStrike" cap="none" spc="0">
                <a:solidFill>
                  <a:schemeClr val="tx1"/>
                </a:solidFill>
                <a:latin typeface="Segoe UI Semibold"/>
                <a:ea typeface="Segoe UI Semibold"/>
                <a:cs typeface="Segoe UI Semibold"/>
              </a:rPr>
              <a:t>Set alerts for app failures and anomalies (1 of 2)</a:t>
            </a:r>
            <a:endParaRPr sz="2800"/>
          </a:p>
        </p:txBody>
      </p:sp>
      <p:sp>
        <p:nvSpPr>
          <p:cNvPr id="1882358914" name="Content Placeholder 3"/>
          <p:cNvSpPr>
            <a:spLocks noGrp="1"/>
          </p:cNvSpPr>
          <p:nvPr>
            <p:ph sz="quarter" idx="10"/>
          </p:nvPr>
        </p:nvSpPr>
        <p:spPr bwMode="auto">
          <a:xfrm>
            <a:off x="457200" y="1234438"/>
            <a:ext cx="5037669" cy="4816473"/>
          </a:xfrm>
        </p:spPr>
        <p:txBody>
          <a:bodyPr vertOverflow="overflow" horzOverflow="overflow" vert="horz" wrap="square" lIns="0" tIns="0" rIns="0" bIns="0" numCol="1" spcCol="0" rtlCol="0" fromWordArt="0" anchor="t" anchorCtr="0" forceAA="0" compatLnSpc="0">
            <a:noAutofit/>
          </a:bodyPr>
          <a:lstStyle/>
          <a:p>
            <a:pPr marL="0" indent="0">
              <a:spcAft>
                <a:spcPts val="359"/>
              </a:spcAft>
              <a:buFont typeface="Arial"/>
              <a:buNone/>
              <a:defRPr/>
            </a:pPr>
            <a:r>
              <a:rPr lang="en-US" sz="2000" b="0" i="0" u="none" strike="noStrike" cap="none" spc="0">
                <a:solidFill>
                  <a:schemeClr val="tx1"/>
                </a:solidFill>
                <a:latin typeface="Segoe UI Semibold"/>
                <a:ea typeface="Segoe UI Semibold"/>
                <a:cs typeface="Segoe UI Semibold"/>
              </a:rPr>
              <a:t>Alert rule components:</a:t>
            </a:r>
            <a:endParaRPr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Scope and condition: Resource monitored and signal/threshold logic</a:t>
            </a:r>
            <a:endParaRPr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Action group and severity: Notifications, actions, urgency level (0-4)</a:t>
            </a:r>
            <a:endParaRPr sz="1800" b="0" i="0" u="none" strike="noStrike" cap="none" spc="0">
              <a:solidFill>
                <a:schemeClr val="tx1"/>
              </a:solidFill>
              <a:latin typeface="Segoe UI"/>
              <a:cs typeface="Segoe UI"/>
            </a:endParaRPr>
          </a:p>
          <a:p>
            <a:pPr marL="0" marR="0" indent="0" algn="l">
              <a:lnSpc>
                <a:spcPct val="100000"/>
              </a:lnSpc>
              <a:spcBef>
                <a:spcPts val="719"/>
              </a:spcBef>
              <a:spcAft>
                <a:spcPts val="359"/>
              </a:spcAft>
              <a:buFont typeface="Arial"/>
              <a:buNone/>
              <a:defRPr/>
            </a:pPr>
            <a:r>
              <a:rPr lang="en-US" sz="2000" b="0" i="0" u="none" strike="noStrike" cap="none" spc="0">
                <a:solidFill>
                  <a:schemeClr val="tx1"/>
                </a:solidFill>
                <a:latin typeface="Segoe UI Semibold"/>
                <a:ea typeface="Segoe UI Semibold"/>
                <a:cs typeface="Segoe UI Semibold"/>
              </a:rPr>
              <a:t>Alert types:</a:t>
            </a:r>
            <a:endParaRPr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Metric alerts: Evaluate resource metrics at regular intervals</a:t>
            </a:r>
            <a:endParaRPr lang="en-US" sz="1800" b="0" i="0" u="none" strike="noStrike" cap="none" spc="0">
              <a:solidFill>
                <a:schemeClr val="tx1"/>
              </a:solidFill>
              <a:latin typeface="Segoe UI"/>
              <a:cs typeface="Segoe UI"/>
            </a:endParaRPr>
          </a:p>
          <a:p>
            <a:pPr marL="228600" marR="0" lvl="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Log search alerts: Run KQL queries for complex detection logic</a:t>
            </a:r>
            <a:endParaRPr lang="en-US" sz="2200" b="0" i="0" u="none" strike="noStrike" cap="none" spc="0">
              <a:latin typeface="Consolas"/>
              <a:cs typeface="Times New Roman"/>
            </a:endParaRPr>
          </a:p>
        </p:txBody>
      </p:sp>
      <p:sp>
        <p:nvSpPr>
          <p:cNvPr id="394044132" name=" 1721473431"/>
          <p:cNvSpPr/>
          <p:nvPr/>
        </p:nvSpPr>
        <p:spPr bwMode="auto">
          <a:xfrm>
            <a:off x="6096179" y="1313748"/>
            <a:ext cx="4798191" cy="1554840"/>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8000"/>
                </a:solidFill>
                <a:effectLst/>
                <a:uLnTx/>
                <a:uFillTx/>
                <a:latin typeface="Consolas"/>
                <a:ea typeface="Consolas"/>
                <a:cs typeface="Consolas"/>
              </a:rPr>
              <a:t>// Alert query: detect high failure rate</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requests</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where</a:t>
            </a:r>
            <a:r>
              <a:rPr kumimoji="0" sz="1600" b="0" i="0" u="none" strike="noStrike" kern="0" cap="none" spc="0" normalizeH="0" baseline="0" noProof="0">
                <a:ln>
                  <a:noFill/>
                </a:ln>
                <a:solidFill>
                  <a:srgbClr val="000000"/>
                </a:solidFill>
                <a:effectLst/>
                <a:uLnTx/>
                <a:uFillTx/>
                <a:latin typeface="Consolas"/>
                <a:ea typeface="Consolas"/>
                <a:cs typeface="Consolas"/>
              </a:rPr>
              <a:t> success == </a:t>
            </a:r>
            <a:r>
              <a:rPr kumimoji="0" sz="1600" b="0" i="0" u="none" strike="noStrike" kern="0" cap="none" spc="0" normalizeH="0" baseline="0" noProof="0">
                <a:ln>
                  <a:noFill/>
                </a:ln>
                <a:solidFill>
                  <a:srgbClr val="0000FF"/>
                </a:solidFill>
                <a:effectLst/>
                <a:uLnTx/>
                <a:uFillTx/>
                <a:latin typeface="Consolas"/>
                <a:ea typeface="Consolas"/>
                <a:cs typeface="Consolas"/>
              </a:rPr>
              <a:t>false</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summarize</a:t>
            </a:r>
            <a:r>
              <a:rPr kumimoji="0" sz="1600" b="0" i="0" u="none" strike="noStrike" kern="0" cap="none" spc="0" normalizeH="0" baseline="0" noProof="0">
                <a:ln>
                  <a:noFill/>
                </a:ln>
                <a:solidFill>
                  <a:srgbClr val="000000"/>
                </a:solidFill>
                <a:effectLst/>
                <a:uLnTx/>
                <a:uFillTx/>
                <a:latin typeface="Consolas"/>
                <a:ea typeface="Consolas"/>
                <a:cs typeface="Consolas"/>
              </a:rPr>
              <a:t> failedCount = count()</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by</a:t>
            </a:r>
            <a:r>
              <a:rPr kumimoji="0" sz="1600" b="0" i="0" u="none" strike="noStrike" kern="0" cap="none" spc="0" normalizeH="0" baseline="0" noProof="0">
                <a:ln>
                  <a:noFill/>
                </a:ln>
                <a:solidFill>
                  <a:srgbClr val="000000"/>
                </a:solidFill>
                <a:effectLst/>
                <a:uLnTx/>
                <a:uFillTx/>
                <a:latin typeface="Consolas"/>
                <a:ea typeface="Consolas"/>
                <a:cs typeface="Consolas"/>
              </a:rPr>
              <a:t> cloud_RoleName</a:t>
            </a:r>
            <a:endParaRPr kumimoji="0" sz="2200" b="0" i="0" u="none" strike="noStrike" kern="0" cap="none" spc="0" normalizeH="0" baseline="0" noProof="0">
              <a:ln>
                <a:noFill/>
              </a:ln>
              <a:solidFill>
                <a:prstClr val="black"/>
              </a:solidFill>
              <a:effectLst/>
              <a:uLnTx/>
              <a:uFillTx/>
              <a:latin typeface="Segoe UI"/>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000000"/>
                </a:solidFill>
                <a:effectLst/>
                <a:uLnTx/>
                <a:uFillTx/>
                <a:latin typeface="Consolas"/>
                <a:ea typeface="Consolas"/>
                <a:cs typeface="Consolas"/>
              </a:rPr>
              <a:t>| </a:t>
            </a:r>
            <a:r>
              <a:rPr kumimoji="0" sz="1600" b="0" i="0" u="none" strike="noStrike" kern="0" cap="none" spc="0" normalizeH="0" baseline="0" noProof="0">
                <a:ln>
                  <a:noFill/>
                </a:ln>
                <a:solidFill>
                  <a:srgbClr val="0000FF"/>
                </a:solidFill>
                <a:effectLst/>
                <a:uLnTx/>
                <a:uFillTx/>
                <a:latin typeface="Consolas"/>
                <a:ea typeface="Consolas"/>
                <a:cs typeface="Consolas"/>
              </a:rPr>
              <a:t>where</a:t>
            </a:r>
            <a:r>
              <a:rPr kumimoji="0" sz="1600" b="0" i="0" u="none" strike="noStrike" kern="0" cap="none" spc="0" normalizeH="0" baseline="0" noProof="0">
                <a:ln>
                  <a:noFill/>
                </a:ln>
                <a:solidFill>
                  <a:srgbClr val="000000"/>
                </a:solidFill>
                <a:effectLst/>
                <a:uLnTx/>
                <a:uFillTx/>
                <a:latin typeface="Consolas"/>
                <a:ea typeface="Consolas"/>
                <a:cs typeface="Consolas"/>
              </a:rPr>
              <a:t> failedCount &gt; </a:t>
            </a:r>
            <a:r>
              <a:rPr kumimoji="0" sz="1600" b="0" i="0" u="none" strike="noStrike" kern="0" cap="none" spc="0" normalizeH="0" baseline="0" noProof="0">
                <a:ln>
                  <a:noFill/>
                </a:ln>
                <a:solidFill>
                  <a:srgbClr val="098658"/>
                </a:solidFill>
                <a:effectLst/>
                <a:uLnTx/>
                <a:uFillTx/>
                <a:latin typeface="Consolas"/>
                <a:ea typeface="Consolas"/>
                <a:cs typeface="Consolas"/>
              </a:rPr>
              <a:t>10</a:t>
            </a:r>
            <a:endParaRPr kumimoji="0" sz="2200" b="0" i="0" u="none" strike="noStrike" kern="0" cap="none" spc="0" normalizeH="0" baseline="0" noProof="0">
              <a:ln>
                <a:noFill/>
              </a:ln>
              <a:solidFill>
                <a:prstClr val="black"/>
              </a:solidFill>
              <a:effectLst/>
              <a:uLnTx/>
              <a:uFillTx/>
              <a:latin typeface="Segoe UI"/>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03673613" name="Title 1"/>
          <p:cNvSpPr>
            <a:spLocks noGrp="1"/>
          </p:cNvSpPr>
          <p:nvPr>
            <p:ph type="title"/>
          </p:nvPr>
        </p:nvSpPr>
        <p:spPr bwMode="auto"/>
        <p:txBody>
          <a:bodyPr/>
          <a:lstStyle/>
          <a:p>
            <a:pPr>
              <a:defRPr/>
            </a:pPr>
            <a:r>
              <a:rPr lang="en-US" sz="2800" b="0" i="0" u="none" strike="noStrike" cap="none" spc="0">
                <a:solidFill>
                  <a:schemeClr val="tx1"/>
                </a:solidFill>
                <a:latin typeface="Segoe UI Semibold"/>
                <a:ea typeface="Segoe UI Semibold"/>
                <a:cs typeface="Segoe UI Semibold"/>
              </a:rPr>
              <a:t>Set alerts for app failures and anomalies (2 of 2)</a:t>
            </a:r>
            <a:endParaRPr sz="2800"/>
          </a:p>
        </p:txBody>
      </p:sp>
      <p:sp>
        <p:nvSpPr>
          <p:cNvPr id="1653411131" name="Content Placeholder 3"/>
          <p:cNvSpPr>
            <a:spLocks noGrp="1"/>
          </p:cNvSpPr>
          <p:nvPr>
            <p:ph sz="quarter" idx="10"/>
          </p:nvPr>
        </p:nvSpPr>
        <p:spPr bwMode="auto">
          <a:xfrm>
            <a:off x="457199" y="1234437"/>
            <a:ext cx="10662043" cy="4816472"/>
          </a:xfrm>
        </p:spPr>
        <p:txBody>
          <a:bodyPr vertOverflow="overflow" horzOverflow="overflow" vert="horz" wrap="square" lIns="0" tIns="0" rIns="0" bIns="0" numCol="1" spcCol="0" rtlCol="0" fromWordArt="0" anchor="t" anchorCtr="0" forceAA="0" compatLnSpc="0">
            <a:noAutofit/>
          </a:bodyPr>
          <a:lstStyle/>
          <a:p>
            <a:pPr marL="0" indent="0">
              <a:spcAft>
                <a:spcPts val="359"/>
              </a:spcAft>
              <a:buFont typeface="Arial"/>
              <a:buNone/>
              <a:defRPr/>
            </a:pPr>
            <a:r>
              <a:rPr lang="en-US" sz="2000" b="0" i="0" u="none" strike="noStrike" cap="none" spc="0">
                <a:solidFill>
                  <a:schemeClr val="tx1"/>
                </a:solidFill>
                <a:latin typeface="Segoe UI Semibold"/>
                <a:ea typeface="Segoe UI Semibold"/>
                <a:cs typeface="Segoe UI Semibold"/>
              </a:rPr>
              <a:t>Action groups for notifications:</a:t>
            </a:r>
            <a:endParaRPr sz="20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Reusable across multiple alert rules (up to five groups per rule)</a:t>
            </a:r>
            <a:endParaRPr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Email, SMS, Azure mobile app push, voice call notifications</a:t>
            </a:r>
            <a:endParaRPr sz="1800" b="0" i="0" u="none" strike="noStrike" cap="none" spc="0">
              <a:solidFill>
                <a:schemeClr val="tx1"/>
              </a:solidFill>
              <a:latin typeface="Segoe UI"/>
              <a:cs typeface="Segoe UI"/>
            </a:endParaRPr>
          </a:p>
          <a:p>
            <a:pPr>
              <a:spcAft>
                <a:spcPts val="359"/>
              </a:spcAft>
              <a:defRPr/>
            </a:pPr>
            <a:r>
              <a:rPr lang="en-US" sz="1800" b="0" i="0" u="none" strike="noStrike" cap="none" spc="0">
                <a:solidFill>
                  <a:schemeClr val="tx1"/>
                </a:solidFill>
                <a:latin typeface="Segoe UI"/>
                <a:ea typeface="Segoe UI"/>
                <a:cs typeface="Segoe UI"/>
              </a:rPr>
              <a:t>Automated actions: Azure Function, Logic App, webhook, Automation Runbook, Event Hub</a:t>
            </a:r>
            <a:endParaRPr sz="2000" b="0" i="0" u="none" strike="noStrike" cap="none" spc="0">
              <a:solidFill>
                <a:schemeClr val="tx1"/>
              </a:solidFill>
              <a:latin typeface="Segoe UI"/>
              <a:cs typeface="Segoe UI"/>
            </a:endParaRPr>
          </a:p>
          <a:p>
            <a:pPr marL="0" marR="0" indent="0" algn="l">
              <a:lnSpc>
                <a:spcPct val="100000"/>
              </a:lnSpc>
              <a:spcBef>
                <a:spcPts val="1799"/>
              </a:spcBef>
              <a:spcAft>
                <a:spcPts val="359"/>
              </a:spcAft>
              <a:buFont typeface="Arial"/>
              <a:buNone/>
              <a:defRPr/>
            </a:pPr>
            <a:r>
              <a:rPr lang="en-US" sz="2000" b="0" i="0" u="none" strike="noStrike" cap="none" spc="0">
                <a:solidFill>
                  <a:schemeClr val="tx1"/>
                </a:solidFill>
                <a:latin typeface="Segoe UI Semibold"/>
                <a:ea typeface="Segoe UI Semibold"/>
                <a:cs typeface="Segoe UI Semibold"/>
              </a:rPr>
              <a:t>Smart detection for anomaly identification:</a:t>
            </a:r>
            <a:endParaRPr sz="20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Machine learning identifies unusual patterns without manual threshold configuration</a:t>
            </a:r>
            <a:endParaRPr lang="en-US" sz="1800" b="0" i="0" u="none" strike="noStrike" cap="none" spc="0">
              <a:solidFill>
                <a:schemeClr val="tx1"/>
              </a:solidFill>
              <a:latin typeface="Segoe UI"/>
              <a:cs typeface="Segoe UI"/>
            </a:endParaRPr>
          </a:p>
          <a:p>
            <a:pPr marL="228600" marR="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Failure anomaly detection compares current failure rate to historical baseline</a:t>
            </a:r>
            <a:endParaRPr lang="en-US" sz="1800" b="0" i="0" u="none" strike="noStrike" cap="none" spc="0">
              <a:solidFill>
                <a:schemeClr val="tx1"/>
              </a:solidFill>
              <a:latin typeface="Segoe UI"/>
              <a:cs typeface="Segoe UI"/>
            </a:endParaRPr>
          </a:p>
          <a:p>
            <a:pPr marL="228600" marR="0" lvl="0" indent="-228600" algn="l">
              <a:lnSpc>
                <a:spcPct val="100000"/>
              </a:lnSpc>
              <a:spcBef>
                <a:spcPts val="0"/>
              </a:spcBef>
              <a:spcAft>
                <a:spcPts val="359"/>
              </a:spcAft>
              <a:buChar char="•"/>
              <a:defRPr/>
            </a:pPr>
            <a:r>
              <a:rPr lang="en-US" sz="1800" b="0" i="0" u="none" strike="noStrike" cap="none" spc="0">
                <a:solidFill>
                  <a:schemeClr val="tx1"/>
                </a:solidFill>
                <a:latin typeface="Segoe UI"/>
                <a:ea typeface="Segoe UI"/>
                <a:cs typeface="Segoe UI"/>
              </a:rPr>
              <a:t>Performance anomaly detection catches gradual degradation. Best used alongside manual alert rules.</a:t>
            </a:r>
            <a:endParaRPr lang="en-US" sz="2200" b="0" i="0" u="none" strike="noStrike" cap="none" spc="0">
              <a:latin typeface="Consolas"/>
              <a:cs typeface="Times New Roman"/>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04401176" name="Title 1"/>
          <p:cNvSpPr>
            <a:spLocks noGrp="1"/>
          </p:cNvSpPr>
          <p:nvPr>
            <p:ph type="title"/>
          </p:nvPr>
        </p:nvSpPr>
        <p:spPr bwMode="auto">
          <a:xfrm>
            <a:off x="588261" y="585216"/>
            <a:ext cx="5653640" cy="427079"/>
          </a:xfrm>
        </p:spPr>
        <p:txBody>
          <a:bodyPr/>
          <a:lstStyle/>
          <a:p>
            <a:pPr>
              <a:defRPr/>
            </a:pPr>
            <a:r>
              <a:rPr lang="en-US" sz="2800"/>
              <a:t>Exercise</a:t>
            </a:r>
            <a:endParaRPr sz="2800"/>
          </a:p>
        </p:txBody>
      </p:sp>
      <p:pic>
        <p:nvPicPr>
          <p:cNvPr id="1308051165" name="Picture Placeholder 6"/>
          <p:cNvPicPr>
            <a:picLocks noGrp="1" noChangeAspect="1"/>
          </p:cNvPicPr>
          <p:nvPr>
            <p:ph type="pic" sz="quarter" idx="20"/>
          </p:nvPr>
        </p:nvPicPr>
        <p:blipFill rotWithShape="1">
          <a:blip r:embed="rId3"/>
          <a:srcRect l="118" r="117"/>
          <a:stretch/>
        </p:blipFill>
        <p:spPr bwMode="ltGray">
          <a:xfrm>
            <a:off x="7724774" y="2043464"/>
            <a:ext cx="4467225" cy="3307646"/>
          </a:xfrm>
          <a:prstGeom prst="rect">
            <a:avLst/>
          </a:prstGeom>
          <a:solidFill>
            <a:srgbClr val="F4F4F7"/>
          </a:solidFill>
          <a:ln>
            <a:noFill/>
          </a:ln>
        </p:spPr>
      </p:pic>
      <p:sp>
        <p:nvSpPr>
          <p:cNvPr id="411545574" name="Text Placeholder 4"/>
          <p:cNvSpPr>
            <a:spLocks noGrp="1"/>
          </p:cNvSpPr>
          <p:nvPr>
            <p:ph type="body" sz="quarter" idx="16"/>
          </p:nvPr>
        </p:nvSpPr>
        <p:spPr bwMode="auto">
          <a:xfrm>
            <a:off x="584199" y="1594149"/>
            <a:ext cx="5656726" cy="244199"/>
          </a:xfrm>
        </p:spPr>
        <p:txBody>
          <a:bodyPr/>
          <a:lstStyle/>
          <a:p>
            <a:pPr>
              <a:defRPr/>
            </a:pPr>
            <a:r>
              <a:rPr lang="en-US" sz="1600" b="0" i="0" u="none" strike="noStrike" cap="none" spc="0">
                <a:solidFill>
                  <a:schemeClr val="tx1"/>
                </a:solidFill>
                <a:latin typeface="Segoe UI Semibold"/>
                <a:ea typeface="Segoe UI Semibold"/>
                <a:cs typeface="Segoe UI Semibold"/>
              </a:rPr>
              <a:t>Query logs with KQL</a:t>
            </a:r>
            <a:endParaRPr lang="en-US"/>
          </a:p>
        </p:txBody>
      </p:sp>
      <p:sp>
        <p:nvSpPr>
          <p:cNvPr id="246415412" name="Text Placeholder 61"/>
          <p:cNvSpPr>
            <a:spLocks noGrp="1"/>
          </p:cNvSpPr>
          <p:nvPr>
            <p:ph type="body" sz="quarter" idx="15"/>
          </p:nvPr>
        </p:nvSpPr>
        <p:spPr bwMode="auto">
          <a:xfrm>
            <a:off x="585783" y="2447262"/>
            <a:ext cx="5658121" cy="2682599"/>
          </a:xfrm>
        </p:spPr>
        <p:txBody>
          <a:bodyPr vert="horz" wrap="square" lIns="0" tIns="0" rIns="0" bIns="0" rtlCol="0" anchor="t">
            <a:spAutoFit/>
          </a:bodyPr>
          <a:lstStyle/>
          <a:p>
            <a:pPr marL="0" indent="0">
              <a:buNone/>
              <a:defRPr/>
            </a:pPr>
            <a:r>
              <a:rPr lang="en-US" sz="1600" b="0" i="0" u="none" strike="noStrike" cap="none" spc="0">
                <a:solidFill>
                  <a:srgbClr val="000000"/>
                </a:solidFill>
                <a:latin typeface="Segoe UI"/>
                <a:ea typeface="Segoe UI"/>
                <a:cs typeface="Segoe UI"/>
              </a:rPr>
              <a:t>In this exercise, you deploy an Application Insights resource, run a Python script that generates sample request, dependency, and exception telemetry using OpenTelemetry, then write KQL queries in the Azure portal Logs blade to investigate application health.</a:t>
            </a:r>
            <a:endParaRPr/>
          </a:p>
          <a:p>
            <a:pPr marL="0" indent="0">
              <a:buNone/>
              <a:defRPr/>
            </a:pPr>
            <a:endParaRPr lang="en-US">
              <a:cs typeface="Segoe UI"/>
            </a:endParaRPr>
          </a:p>
          <a:p>
            <a:pPr marL="0" indent="0">
              <a:buNone/>
              <a:defRPr/>
            </a:pPr>
            <a:r>
              <a:rPr lang="en-US">
                <a:latin typeface="Segoe UI Semibold"/>
                <a:cs typeface="Segoe UI Semibold"/>
              </a:rPr>
              <a:t>Estimated time:</a:t>
            </a:r>
            <a:r>
              <a:rPr lang="en-US">
                <a:cs typeface="Segoe UI"/>
              </a:rPr>
              <a:t> 30 minutes</a:t>
            </a:r>
            <a:endParaRPr/>
          </a:p>
          <a:p>
            <a:pPr>
              <a:defRPr/>
            </a:pPr>
            <a:endParaRPr lang="en-US">
              <a:cs typeface="Segoe UI"/>
            </a:endParaRPr>
          </a:p>
          <a:p>
            <a:pPr marL="0" indent="0">
              <a:buNone/>
              <a:defRPr/>
            </a:pPr>
            <a:r>
              <a:rPr lang="en-US">
                <a:cs typeface="Segoe UI"/>
              </a:rPr>
              <a:t>Start the exercise at:</a:t>
            </a:r>
            <a:endParaRPr lang="en-US"/>
          </a:p>
          <a:p>
            <a:pPr marL="0" indent="0">
              <a:buNone/>
              <a:defRPr/>
            </a:pPr>
            <a:r>
              <a:rPr lang="en-US" u="sng">
                <a:solidFill>
                  <a:schemeClr val="hlink"/>
                </a:solidFill>
                <a:latin typeface="Segoe UI"/>
                <a:cs typeface="Segoe UI"/>
                <a:hlinkClick r:id="rId4"/>
              </a:rPr>
              <a:t>https://go.microsoft.com/fwlink/?linkid=2353415</a:t>
            </a:r>
            <a:endParaRPr/>
          </a:p>
          <a:p>
            <a:pPr marL="0" indent="0">
              <a:buNone/>
              <a:defRPr/>
            </a:pPr>
            <a:endParaRPr lang="en-US"/>
          </a:p>
        </p:txBody>
      </p:sp>
      <p:sp>
        <p:nvSpPr>
          <p:cNvPr id="1576705842" name="Footer Placeholder 4"/>
          <p:cNvSpPr>
            <a:spLocks noGrp="1"/>
          </p:cNvSpPr>
          <p:nvPr>
            <p:ph type="ftr" sz="quarter" idx="3"/>
          </p:nvPr>
        </p:nvSpPr>
        <p:spPr bwMode="auto">
          <a:xfrm>
            <a:off x="579438" y="6421083"/>
            <a:ext cx="4151312" cy="197976"/>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UI"/>
                <a:cs typeface="Arial"/>
              </a:rPr>
              <a:t>© Copyright Microsoft Corporation. All rights reserved.</a:t>
            </a:r>
          </a:p>
        </p:txBody>
      </p:sp>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1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01059366" name="Freeform: Shape 101"/>
          <p:cNvSpPr/>
          <p:nvPr/>
        </p:nvSpPr>
        <p:spPr bwMode="auto">
          <a:xfrm>
            <a:off x="0" y="6054840"/>
            <a:ext cx="12191760" cy="456840"/>
          </a:xfrm>
          <a:custGeom>
            <a:avLst/>
            <a:gdLst>
              <a:gd name="textAreaLeft" fmla="*/ 0 w 12191760"/>
              <a:gd name="textAreaRight" fmla="*/ 12192120 w 12191760"/>
              <a:gd name="textAreaTop" fmla="*/ 0 h 456840"/>
              <a:gd name="textAreaBottom" fmla="*/ 457200 h 456840"/>
              <a:gd name="GluePoint1X" fmla="*/ 0 w 12192000"/>
              <a:gd name="GluePoint1Y" fmla="*/ 0 h 914400"/>
              <a:gd name="GluePoint2X" fmla="*/ 12192000 w 12192000"/>
              <a:gd name="GluePoint2Y" fmla="*/ 0 h 914400"/>
              <a:gd name="GluePoint3X" fmla="*/ 12192000 w 12192000"/>
              <a:gd name="GluePoint3Y" fmla="*/ 914400 h 914400"/>
              <a:gd name="GluePoint4X" fmla="*/ 0 w 12192000"/>
              <a:gd name="GluePoint4Y" fmla="*/ 914400 h 9144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192000" h="914400" extrusionOk="0">
                <a:moveTo>
                  <a:pt x="0" y="0"/>
                </a:moveTo>
                <a:lnTo>
                  <a:pt x="12192000" y="0"/>
                </a:lnTo>
                <a:lnTo>
                  <a:pt x="12192000" y="914400"/>
                </a:lnTo>
                <a:lnTo>
                  <a:pt x="0" y="914400"/>
                </a:lnTo>
                <a:close/>
              </a:path>
            </a:pathLst>
          </a:custGeom>
          <a:solidFill>
            <a:schemeClr val="bg1"/>
          </a:solidFill>
          <a:ln>
            <a:noFill/>
          </a:ln>
        </p:spPr>
        <p:style>
          <a:lnRef idx="1">
            <a:schemeClr val="accent2"/>
          </a:lnRef>
          <a:fillRef idx="3">
            <a:schemeClr val="accent2"/>
          </a:fillRef>
          <a:effectRef idx="2">
            <a:schemeClr val="accent2"/>
          </a:effectRef>
          <a:fontRef idx="minor"/>
        </p:style>
        <p:txBody>
          <a:bodyPr horzOverflow="overflow" lIns="182880" tIns="146160" rIns="182880" bIns="146160" numCol="1" spcCol="0" anchor="t">
            <a:noAutofit/>
          </a:bodyPr>
          <a:lstStyle/>
          <a:p>
            <a:pPr>
              <a:defRPr/>
            </a:pPr>
            <a:endParaRPr lang="en-IN" sz="2400" b="0" u="none" strike="noStrike">
              <a:solidFill>
                <a:srgbClr val="FFFFFF"/>
              </a:solidFill>
              <a:latin typeface="Segoe UI"/>
            </a:endParaRPr>
          </a:p>
        </p:txBody>
      </p:sp>
      <p:pic>
        <p:nvPicPr>
          <p:cNvPr id="1362333772" name="Picture 13">
            <a:extLst>
              <a:ext uri="{C183D7F6-B498-43B3-948B-1728B52AA6E4}">
                <adec:decorative xmlns:adec="http://schemas.microsoft.com/office/drawing/2017/decorative" val="1"/>
              </a:ext>
            </a:extLst>
          </p:cNvPr>
          <p:cNvPicPr/>
          <p:nvPr/>
        </p:nvPicPr>
        <p:blipFill rotWithShape="1">
          <a:blip r:embed="rId3"/>
          <a:stretch/>
        </p:blipFill>
        <p:spPr bwMode="auto">
          <a:xfrm>
            <a:off x="5727600" y="2050200"/>
            <a:ext cx="723600" cy="723600"/>
          </a:xfrm>
          <a:prstGeom prst="rect">
            <a:avLst/>
          </a:prstGeom>
          <a:noFill/>
          <a:ln w="0">
            <a:noFill/>
          </a:ln>
          <a:effectLst>
            <a:outerShdw blurRad="50800" dist="38100" dir="2700000" algn="tl" rotWithShape="0">
              <a:prstClr val="black">
                <a:alpha val="36000"/>
              </a:prstClr>
            </a:outerShdw>
          </a:effectLst>
        </p:spPr>
      </p:pic>
      <p:pic>
        <p:nvPicPr>
          <p:cNvPr id="1310821020" name="Picture 21">
            <a:extLst>
              <a:ext uri="{C183D7F6-B498-43B3-948B-1728B52AA6E4}">
                <adec:decorative xmlns:adec="http://schemas.microsoft.com/office/drawing/2017/decorative" val="1"/>
              </a:ext>
            </a:extLst>
          </p:cNvPr>
          <p:cNvPicPr/>
          <p:nvPr/>
        </p:nvPicPr>
        <p:blipFill rotWithShape="1">
          <a:blip r:embed="rId4"/>
          <a:stretch/>
        </p:blipFill>
        <p:spPr bwMode="auto">
          <a:xfrm>
            <a:off x="9481320" y="2072520"/>
            <a:ext cx="678960" cy="678960"/>
          </a:xfrm>
          <a:prstGeom prst="rect">
            <a:avLst/>
          </a:prstGeom>
          <a:noFill/>
          <a:ln w="0">
            <a:noFill/>
          </a:ln>
          <a:effectLst>
            <a:outerShdw blurRad="50800" dist="38100" dir="2700000" algn="tl" rotWithShape="0">
              <a:prstClr val="black">
                <a:alpha val="36000"/>
              </a:prstClr>
            </a:outerShdw>
          </a:effectLst>
        </p:spPr>
      </p:pic>
      <p:sp>
        <p:nvSpPr>
          <p:cNvPr id="2116756403" name="Rectangle: Rounded Corners 76"/>
          <p:cNvSpPr/>
          <p:nvPr/>
        </p:nvSpPr>
        <p:spPr bwMode="auto">
          <a:xfrm>
            <a:off x="584280" y="2952000"/>
            <a:ext cx="3548160" cy="2661120"/>
          </a:xfrm>
          <a:prstGeom prst="roundRect">
            <a:avLst>
              <a:gd name="adj" fmla="val 5467"/>
            </a:avLst>
          </a:prstGeom>
          <a:solidFill>
            <a:schemeClr val="bg1"/>
          </a:solidFill>
          <a:ln w="12700">
            <a:solidFill>
              <a:schemeClr val="tx1">
                <a:lumMod val="75000"/>
                <a:lumOff val="25000"/>
              </a:schemeClr>
            </a:solidFill>
            <a:round/>
          </a:ln>
        </p:spPr>
        <p:style>
          <a:lnRef idx="1">
            <a:schemeClr val="accent2"/>
          </a:lnRef>
          <a:fillRef idx="3">
            <a:schemeClr val="accent2"/>
          </a:fillRef>
          <a:effectRef idx="2">
            <a:schemeClr val="accent2"/>
          </a:effectRef>
          <a:fontRef idx="minor"/>
        </p:style>
        <p:txBody>
          <a:bodyPr horzOverflow="overflow" lIns="182880" tIns="146160" rIns="182880" bIns="146160" numCol="1" spcCol="0" anchor="t">
            <a:noAutofit/>
          </a:bodyPr>
          <a:lstStyle/>
          <a:p>
            <a:pPr>
              <a:defRPr/>
            </a:pPr>
            <a:endParaRPr lang="en-IN" sz="2400" b="0" u="none" strike="noStrike">
              <a:solidFill>
                <a:srgbClr val="FFFFFF"/>
              </a:solidFill>
              <a:latin typeface="Segoe UI"/>
            </a:endParaRPr>
          </a:p>
        </p:txBody>
      </p:sp>
      <p:sp>
        <p:nvSpPr>
          <p:cNvPr id="364486942" name="Rectangle: Rounded Corners 77"/>
          <p:cNvSpPr/>
          <p:nvPr/>
        </p:nvSpPr>
        <p:spPr bwMode="auto">
          <a:xfrm>
            <a:off x="4315320" y="2952000"/>
            <a:ext cx="3548160" cy="2661120"/>
          </a:xfrm>
          <a:prstGeom prst="roundRect">
            <a:avLst>
              <a:gd name="adj" fmla="val 5467"/>
            </a:avLst>
          </a:prstGeom>
          <a:solidFill>
            <a:schemeClr val="bg1"/>
          </a:solidFill>
          <a:ln w="12700">
            <a:solidFill>
              <a:schemeClr val="tx1">
                <a:lumMod val="75000"/>
                <a:lumOff val="25000"/>
              </a:schemeClr>
            </a:solidFill>
            <a:round/>
          </a:ln>
        </p:spPr>
        <p:style>
          <a:lnRef idx="1">
            <a:schemeClr val="accent2"/>
          </a:lnRef>
          <a:fillRef idx="3">
            <a:schemeClr val="accent2"/>
          </a:fillRef>
          <a:effectRef idx="2">
            <a:schemeClr val="accent2"/>
          </a:effectRef>
          <a:fontRef idx="minor"/>
        </p:style>
        <p:txBody>
          <a:bodyPr horzOverflow="overflow" lIns="182880" tIns="146160" rIns="182880" bIns="146160" numCol="1" spcCol="0" anchor="t">
            <a:noAutofit/>
          </a:bodyPr>
          <a:lstStyle/>
          <a:p>
            <a:pPr>
              <a:defRPr/>
            </a:pPr>
            <a:endParaRPr lang="en-IN" sz="2400" b="0" u="none" strike="noStrike">
              <a:solidFill>
                <a:srgbClr val="FFFFFF"/>
              </a:solidFill>
              <a:latin typeface="Segoe UI"/>
            </a:endParaRPr>
          </a:p>
        </p:txBody>
      </p:sp>
      <p:sp>
        <p:nvSpPr>
          <p:cNvPr id="1914223007" name="Rectangle: Rounded Corners 78"/>
          <p:cNvSpPr/>
          <p:nvPr/>
        </p:nvSpPr>
        <p:spPr bwMode="auto">
          <a:xfrm>
            <a:off x="8046720" y="2952000"/>
            <a:ext cx="3548160" cy="2661120"/>
          </a:xfrm>
          <a:prstGeom prst="roundRect">
            <a:avLst>
              <a:gd name="adj" fmla="val 5467"/>
            </a:avLst>
          </a:prstGeom>
          <a:solidFill>
            <a:schemeClr val="bg1"/>
          </a:solidFill>
          <a:ln w="12700">
            <a:solidFill>
              <a:schemeClr val="tx1">
                <a:lumMod val="75000"/>
                <a:lumOff val="25000"/>
              </a:schemeClr>
            </a:solidFill>
            <a:round/>
          </a:ln>
        </p:spPr>
        <p:style>
          <a:lnRef idx="1">
            <a:schemeClr val="accent2"/>
          </a:lnRef>
          <a:fillRef idx="3">
            <a:schemeClr val="accent2"/>
          </a:fillRef>
          <a:effectRef idx="2">
            <a:schemeClr val="accent2"/>
          </a:effectRef>
          <a:fontRef idx="minor"/>
        </p:style>
        <p:txBody>
          <a:bodyPr horzOverflow="overflow" lIns="182880" tIns="146160" rIns="182880" bIns="146160" numCol="1" spcCol="0" anchor="t">
            <a:noAutofit/>
          </a:bodyPr>
          <a:lstStyle/>
          <a:p>
            <a:pPr>
              <a:defRPr/>
            </a:pPr>
            <a:endParaRPr lang="en-IN" sz="2400" b="0" u="none" strike="noStrike">
              <a:solidFill>
                <a:srgbClr val="FFFFFF"/>
              </a:solidFill>
              <a:latin typeface="Segoe UI"/>
            </a:endParaRPr>
          </a:p>
        </p:txBody>
      </p:sp>
      <p:sp>
        <p:nvSpPr>
          <p:cNvPr id="399069587" name="TextBox 2"/>
          <p:cNvSpPr/>
          <p:nvPr/>
        </p:nvSpPr>
        <p:spPr bwMode="auto">
          <a:xfrm>
            <a:off x="584280" y="6150960"/>
            <a:ext cx="251280" cy="2764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defRPr/>
            </a:pPr>
            <a:r>
              <a:rPr lang="en-US" sz="1800" b="0" u="none" strike="noStrike">
                <a:solidFill>
                  <a:schemeClr val="accent3"/>
                </a:solidFill>
                <a:latin typeface="Segoe UI Symbol"/>
                <a:ea typeface="Segoe UI Symbol"/>
              </a:rPr>
              <a:t></a:t>
            </a:r>
            <a:endParaRPr lang="en-US" sz="1800" b="0" u="none" strike="noStrike">
              <a:solidFill>
                <a:srgbClr val="000000"/>
              </a:solidFill>
              <a:latin typeface="Arial"/>
            </a:endParaRPr>
          </a:p>
        </p:txBody>
      </p:sp>
      <p:pic>
        <p:nvPicPr>
          <p:cNvPr id="25020569" name="Picture 29">
            <a:extLst>
              <a:ext uri="{C183D7F6-B498-43B3-948B-1728B52AA6E4}">
                <adec:decorative xmlns:adec="http://schemas.microsoft.com/office/drawing/2017/decorative" val="1"/>
              </a:ext>
            </a:extLst>
          </p:cNvPr>
          <p:cNvPicPr/>
          <p:nvPr/>
        </p:nvPicPr>
        <p:blipFill rotWithShape="1">
          <a:blip r:embed="rId5"/>
          <a:stretch/>
        </p:blipFill>
        <p:spPr bwMode="auto">
          <a:xfrm>
            <a:off x="1966680" y="2020680"/>
            <a:ext cx="783000" cy="783000"/>
          </a:xfrm>
          <a:prstGeom prst="rect">
            <a:avLst/>
          </a:prstGeom>
          <a:noFill/>
          <a:ln w="0">
            <a:noFill/>
          </a:ln>
          <a:effectLst>
            <a:outerShdw blurRad="50800" dist="38100" dir="2700000" algn="tl" rotWithShape="0">
              <a:prstClr val="black">
                <a:alpha val="36000"/>
              </a:prstClr>
            </a:outerShdw>
          </a:effectLst>
        </p:spPr>
      </p:pic>
      <p:sp>
        <p:nvSpPr>
          <p:cNvPr id="192151385" name="PlaceHolder 1"/>
          <p:cNvSpPr>
            <a:spLocks noGrp="1"/>
          </p:cNvSpPr>
          <p:nvPr>
            <p:ph type="title"/>
          </p:nvPr>
        </p:nvSpPr>
        <p:spPr bwMode="auto">
          <a:xfrm>
            <a:off x="588960" y="585720"/>
            <a:ext cx="11010600" cy="429840"/>
          </a:xfrm>
          <a:prstGeom prst="rect">
            <a:avLst/>
          </a:prstGeom>
          <a:noFill/>
          <a:ln w="0">
            <a:noFill/>
          </a:ln>
        </p:spPr>
        <p:txBody>
          <a:bodyPr lIns="0" tIns="0" rIns="0" bIns="0" anchor="t">
            <a:noAutofit/>
          </a:bodyPr>
          <a:lstStyle/>
          <a:p>
            <a:pPr indent="0" algn="l" defTabSz="932760">
              <a:lnSpc>
                <a:spcPct val="100000"/>
              </a:lnSpc>
              <a:buNone/>
              <a:defRPr/>
            </a:pPr>
            <a:r>
              <a:rPr lang="en-US" sz="2800" b="0" u="none" strike="noStrike">
                <a:solidFill>
                  <a:schemeClr val="dk1"/>
                </a:solidFill>
                <a:latin typeface="Segoe UI Semibold"/>
              </a:rPr>
              <a:t>Thank you for attending this course</a:t>
            </a:r>
          </a:p>
        </p:txBody>
      </p:sp>
      <p:sp>
        <p:nvSpPr>
          <p:cNvPr id="1887201491" name="PlaceHolder 2"/>
          <p:cNvSpPr>
            <a:spLocks noGrp="1"/>
          </p:cNvSpPr>
          <p:nvPr>
            <p:ph hasCustomPrompt="1"/>
          </p:nvPr>
        </p:nvSpPr>
        <p:spPr bwMode="auto">
          <a:xfrm>
            <a:off x="579599" y="1169640"/>
            <a:ext cx="11011320" cy="432708"/>
          </a:xfrm>
          <a:prstGeom prst="rect">
            <a:avLst/>
          </a:prstGeom>
          <a:noFill/>
          <a:ln w="0">
            <a:noFill/>
          </a:ln>
        </p:spPr>
        <p:txBody>
          <a:bodyPr lIns="0" tIns="0" rIns="0" bIns="0" anchor="t">
            <a:noAutofit/>
          </a:bodyPr>
          <a:lstStyle/>
          <a:p>
            <a:pPr marL="0" marR="0" lvl="0" indent="0" algn="l" defTabSz="914366" rtl="0">
              <a:lnSpc>
                <a:spcPct val="100000"/>
              </a:lnSpc>
              <a:spcBef>
                <a:spcPts val="0"/>
              </a:spcBef>
              <a:spcAft>
                <a:spcPts val="0"/>
              </a:spcAft>
              <a:defRPr lang="en-US" sz="1750" b="0" i="0" u="none" strike="noStrike" cap="none" spc="0">
                <a:solidFill>
                  <a:srgbClr val="000000"/>
                </a:solidFill>
                <a:latin typeface="Segoe UI"/>
                <a:ea typeface="Arial"/>
                <a:cs typeface="Arial"/>
              </a:defRPr>
            </a:pPr>
            <a:r>
              <a:rPr lang="en-US" sz="2000" b="0" i="0" u="none" strike="noStrike" cap="none" spc="0" dirty="0">
                <a:solidFill>
                  <a:srgbClr val="BF3AC4"/>
                </a:solidFill>
                <a:latin typeface="Segoe UI Semibold"/>
                <a:ea typeface="Segoe UI Semibold"/>
                <a:cs typeface="Segoe UI Semibold"/>
              </a:rPr>
              <a:t>Here are some reminders</a:t>
            </a:r>
            <a:endParaRPr dirty="0"/>
          </a:p>
          <a:p>
            <a:pPr>
              <a:defRPr/>
            </a:pPr>
            <a:endParaRPr dirty="0"/>
          </a:p>
        </p:txBody>
      </p:sp>
      <p:sp>
        <p:nvSpPr>
          <p:cNvPr id="1915510496" name="TextBox 85"/>
          <p:cNvSpPr/>
          <p:nvPr/>
        </p:nvSpPr>
        <p:spPr bwMode="auto">
          <a:xfrm>
            <a:off x="783360" y="3158640"/>
            <a:ext cx="3149640" cy="61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32760">
              <a:lnSpc>
                <a:spcPct val="100000"/>
              </a:lnSpc>
              <a:spcAft>
                <a:spcPts val="601"/>
              </a:spcAft>
              <a:tabLst>
                <a:tab pos="0" algn="l"/>
              </a:tabLst>
              <a:defRPr/>
            </a:pPr>
            <a:r>
              <a:rPr lang="en-US" sz="2000" b="0" u="none" strike="noStrike">
                <a:solidFill>
                  <a:schemeClr val="accent3"/>
                </a:solidFill>
                <a:latin typeface="Segoe UI Semibold"/>
              </a:rPr>
              <a:t>Celebrate your </a:t>
            </a:r>
            <a:br>
              <a:rPr sz="2000"/>
            </a:br>
            <a:r>
              <a:rPr lang="en-US" sz="2000" b="0" u="none" strike="noStrike">
                <a:solidFill>
                  <a:schemeClr val="accent3"/>
                </a:solidFill>
                <a:latin typeface="Segoe UI Semibold"/>
              </a:rPr>
              <a:t>new skills</a:t>
            </a:r>
            <a:endParaRPr lang="en-US" sz="2000" b="0" u="none" strike="noStrike">
              <a:solidFill>
                <a:srgbClr val="000000"/>
              </a:solidFill>
              <a:latin typeface="Arial"/>
            </a:endParaRPr>
          </a:p>
        </p:txBody>
      </p:sp>
      <p:sp>
        <p:nvSpPr>
          <p:cNvPr id="1773192160" name="Rectangle: Rounded Corners 81"/>
          <p:cNvSpPr/>
          <p:nvPr/>
        </p:nvSpPr>
        <p:spPr bwMode="auto">
          <a:xfrm>
            <a:off x="675720" y="4069440"/>
            <a:ext cx="3364560" cy="1451160"/>
          </a:xfrm>
          <a:prstGeom prst="roundRect">
            <a:avLst>
              <a:gd name="adj" fmla="val 5467"/>
            </a:avLst>
          </a:prstGeom>
          <a:solidFill>
            <a:schemeClr val="accent3">
              <a:lumMod val="20000"/>
              <a:lumOff val="80000"/>
              <a:alpha val="40000"/>
            </a:schemeClr>
          </a:solidFill>
          <a:ln>
            <a:noFill/>
          </a:ln>
        </p:spPr>
        <p:style>
          <a:lnRef idx="1">
            <a:schemeClr val="accent2"/>
          </a:lnRef>
          <a:fillRef idx="3">
            <a:schemeClr val="accent2"/>
          </a:fillRef>
          <a:effectRef idx="2">
            <a:schemeClr val="accent2"/>
          </a:effectRef>
          <a:fontRef idx="minor"/>
        </p:style>
        <p:txBody>
          <a:bodyPr horzOverflow="overflow" lIns="137160" tIns="91440" rIns="137160" bIns="91440" numCol="1" spcCol="0" anchor="t">
            <a:noAutofit/>
          </a:bodyPr>
          <a:lstStyle/>
          <a:p>
            <a:pPr marL="307800" lvl="1" indent="-307800" defTabSz="914400">
              <a:lnSpc>
                <a:spcPct val="100000"/>
              </a:lnSpc>
              <a:spcBef>
                <a:spcPts val="1199"/>
              </a:spcBef>
              <a:buSzPct val="100112"/>
              <a:buBlip>
                <a:blip r:embed="rId6"/>
              </a:buBlip>
              <a:tabLst>
                <a:tab pos="457200" algn="l"/>
              </a:tabLst>
              <a:defRPr/>
            </a:pPr>
            <a:r>
              <a:rPr lang="en-US" sz="1800" b="0" u="none" strike="noStrike">
                <a:solidFill>
                  <a:schemeClr val="dk1"/>
                </a:solidFill>
                <a:latin typeface="Segoe UI"/>
              </a:rPr>
              <a:t>Redeem your achievement</a:t>
            </a:r>
            <a:endParaRPr lang="en-US" sz="1800" b="0" u="none" strike="noStrike">
              <a:solidFill>
                <a:srgbClr val="000000"/>
              </a:solidFill>
              <a:latin typeface="Arial"/>
            </a:endParaRPr>
          </a:p>
          <a:p>
            <a:pPr marL="307800" lvl="1" indent="-307800" defTabSz="914400">
              <a:lnSpc>
                <a:spcPct val="100000"/>
              </a:lnSpc>
              <a:spcBef>
                <a:spcPts val="1199"/>
              </a:spcBef>
              <a:buSzPct val="100112"/>
              <a:buBlip>
                <a:blip r:embed="rId6"/>
              </a:buBlip>
              <a:tabLst>
                <a:tab pos="457200" algn="l"/>
              </a:tabLst>
              <a:defRPr/>
            </a:pPr>
            <a:r>
              <a:rPr lang="en-US" sz="1800" b="0" u="none" strike="noStrike">
                <a:solidFill>
                  <a:schemeClr val="dk1"/>
                </a:solidFill>
                <a:latin typeface="Segoe UI"/>
              </a:rPr>
              <a:t>Share with us and your network</a:t>
            </a:r>
            <a:endParaRPr lang="en-US" sz="1800" b="0" u="none" strike="noStrike">
              <a:solidFill>
                <a:srgbClr val="000000"/>
              </a:solidFill>
              <a:latin typeface="Arial"/>
            </a:endParaRPr>
          </a:p>
        </p:txBody>
      </p:sp>
      <p:sp>
        <p:nvSpPr>
          <p:cNvPr id="702118673" name="TextBox 86"/>
          <p:cNvSpPr/>
          <p:nvPr/>
        </p:nvSpPr>
        <p:spPr bwMode="auto">
          <a:xfrm>
            <a:off x="4514760" y="3158640"/>
            <a:ext cx="3149640" cy="61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32760">
              <a:lnSpc>
                <a:spcPct val="100000"/>
              </a:lnSpc>
              <a:spcAft>
                <a:spcPts val="601"/>
              </a:spcAft>
              <a:tabLst>
                <a:tab pos="0" algn="l"/>
              </a:tabLst>
              <a:defRPr/>
            </a:pPr>
            <a:r>
              <a:rPr lang="en-US" sz="2000" b="0" u="none" strike="noStrike">
                <a:solidFill>
                  <a:schemeClr val="accent3"/>
                </a:solidFill>
                <a:latin typeface="Segoe UI Semibold"/>
              </a:rPr>
              <a:t>Let us know </a:t>
            </a:r>
            <a:br>
              <a:rPr sz="2000"/>
            </a:br>
            <a:r>
              <a:rPr lang="en-US" sz="2000" b="0" u="none" strike="noStrike">
                <a:solidFill>
                  <a:schemeClr val="accent3"/>
                </a:solidFill>
                <a:latin typeface="Segoe UI Semibold"/>
              </a:rPr>
              <a:t>how we did</a:t>
            </a:r>
            <a:endParaRPr lang="en-US" sz="2000" b="0" u="none" strike="noStrike">
              <a:solidFill>
                <a:srgbClr val="000000"/>
              </a:solidFill>
              <a:latin typeface="Arial"/>
            </a:endParaRPr>
          </a:p>
        </p:txBody>
      </p:sp>
      <p:sp>
        <p:nvSpPr>
          <p:cNvPr id="1398440104" name="Rectangle: Rounded Corners 82"/>
          <p:cNvSpPr/>
          <p:nvPr/>
        </p:nvSpPr>
        <p:spPr bwMode="auto">
          <a:xfrm>
            <a:off x="4407120" y="4069440"/>
            <a:ext cx="3364560" cy="1451160"/>
          </a:xfrm>
          <a:prstGeom prst="roundRect">
            <a:avLst>
              <a:gd name="adj" fmla="val 5467"/>
            </a:avLst>
          </a:prstGeom>
          <a:solidFill>
            <a:schemeClr val="accent3">
              <a:lumMod val="20000"/>
              <a:lumOff val="80000"/>
              <a:alpha val="40000"/>
            </a:schemeClr>
          </a:solidFill>
          <a:ln>
            <a:noFill/>
          </a:ln>
        </p:spPr>
        <p:style>
          <a:lnRef idx="1">
            <a:schemeClr val="accent2"/>
          </a:lnRef>
          <a:fillRef idx="3">
            <a:schemeClr val="accent2"/>
          </a:fillRef>
          <a:effectRef idx="2">
            <a:schemeClr val="accent2"/>
          </a:effectRef>
          <a:fontRef idx="minor"/>
        </p:style>
        <p:txBody>
          <a:bodyPr horzOverflow="overflow" lIns="137160" tIns="91440" rIns="137160" bIns="91440" numCol="1" spcCol="0" anchor="t">
            <a:noAutofit/>
          </a:bodyPr>
          <a:lstStyle/>
          <a:p>
            <a:pPr marL="307800" lvl="1" indent="-307800" defTabSz="914400">
              <a:lnSpc>
                <a:spcPct val="100000"/>
              </a:lnSpc>
              <a:spcBef>
                <a:spcPts val="1199"/>
              </a:spcBef>
              <a:buSzPct val="100112"/>
              <a:buBlip>
                <a:blip r:embed="rId6"/>
              </a:buBlip>
              <a:tabLst>
                <a:tab pos="457200" algn="l"/>
              </a:tabLst>
              <a:defRPr/>
            </a:pPr>
            <a:r>
              <a:rPr lang="en-US" sz="1800" b="0" u="none" strike="noStrike">
                <a:solidFill>
                  <a:schemeClr val="dk1"/>
                </a:solidFill>
                <a:latin typeface="Segoe UI"/>
              </a:rPr>
              <a:t>Give us your feedback</a:t>
            </a:r>
            <a:endParaRPr lang="en-US" sz="1800" b="0" u="none" strike="noStrike">
              <a:solidFill>
                <a:srgbClr val="000000"/>
              </a:solidFill>
              <a:latin typeface="Arial"/>
            </a:endParaRPr>
          </a:p>
          <a:p>
            <a:pPr marL="307800" lvl="1" indent="-307800" defTabSz="914400">
              <a:lnSpc>
                <a:spcPct val="100000"/>
              </a:lnSpc>
              <a:spcBef>
                <a:spcPts val="1199"/>
              </a:spcBef>
              <a:buSzPct val="100112"/>
              <a:buBlip>
                <a:blip r:embed="rId6"/>
              </a:buBlip>
              <a:tabLst>
                <a:tab pos="457200" algn="l"/>
              </a:tabLst>
              <a:defRPr/>
            </a:pPr>
            <a:r>
              <a:rPr lang="en-US" sz="1800" b="0" u="none" strike="noStrike">
                <a:solidFill>
                  <a:schemeClr val="dk1"/>
                </a:solidFill>
                <a:latin typeface="Segoe UI"/>
              </a:rPr>
              <a:t>Survey will be sent via email</a:t>
            </a:r>
            <a:endParaRPr lang="en-US" sz="1800" b="0" u="none" strike="noStrike">
              <a:solidFill>
                <a:srgbClr val="000000"/>
              </a:solidFill>
              <a:latin typeface="Arial"/>
            </a:endParaRPr>
          </a:p>
        </p:txBody>
      </p:sp>
      <p:sp>
        <p:nvSpPr>
          <p:cNvPr id="1865861183" name="TextBox 87"/>
          <p:cNvSpPr/>
          <p:nvPr/>
        </p:nvSpPr>
        <p:spPr bwMode="auto">
          <a:xfrm>
            <a:off x="8245800" y="3158640"/>
            <a:ext cx="3149640" cy="61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32760">
              <a:lnSpc>
                <a:spcPct val="100000"/>
              </a:lnSpc>
              <a:spcAft>
                <a:spcPts val="601"/>
              </a:spcAft>
              <a:tabLst>
                <a:tab pos="0" algn="l"/>
              </a:tabLst>
              <a:defRPr/>
            </a:pPr>
            <a:r>
              <a:rPr lang="en-US" sz="2000" b="0" u="none" strike="noStrike">
                <a:solidFill>
                  <a:schemeClr val="accent3"/>
                </a:solidFill>
                <a:latin typeface="Segoe UI Semibold"/>
              </a:rPr>
              <a:t>Accelerate your success with Microsoft Credentials</a:t>
            </a:r>
            <a:endParaRPr lang="en-US" sz="2000" b="0" u="none" strike="noStrike">
              <a:solidFill>
                <a:srgbClr val="000000"/>
              </a:solidFill>
              <a:latin typeface="Arial"/>
            </a:endParaRPr>
          </a:p>
        </p:txBody>
      </p:sp>
      <p:sp>
        <p:nvSpPr>
          <p:cNvPr id="79996643" name="Rectangle: Rounded Corners 83"/>
          <p:cNvSpPr/>
          <p:nvPr/>
        </p:nvSpPr>
        <p:spPr bwMode="auto">
          <a:xfrm>
            <a:off x="8138520" y="4069440"/>
            <a:ext cx="3364560" cy="1451160"/>
          </a:xfrm>
          <a:prstGeom prst="roundRect">
            <a:avLst>
              <a:gd name="adj" fmla="val 5467"/>
            </a:avLst>
          </a:prstGeom>
          <a:solidFill>
            <a:schemeClr val="accent3">
              <a:lumMod val="20000"/>
              <a:lumOff val="80000"/>
              <a:alpha val="40000"/>
            </a:schemeClr>
          </a:solidFill>
          <a:ln>
            <a:noFill/>
          </a:ln>
        </p:spPr>
        <p:style>
          <a:lnRef idx="1">
            <a:schemeClr val="accent2"/>
          </a:lnRef>
          <a:fillRef idx="3">
            <a:schemeClr val="accent2"/>
          </a:fillRef>
          <a:effectRef idx="2">
            <a:schemeClr val="accent2"/>
          </a:effectRef>
          <a:fontRef idx="minor"/>
        </p:style>
        <p:txBody>
          <a:bodyPr horzOverflow="overflow" lIns="137160" tIns="91440" rIns="137160" bIns="91440" numCol="1" spcCol="0" anchor="t">
            <a:noAutofit/>
          </a:bodyPr>
          <a:lstStyle/>
          <a:p>
            <a:pPr marL="307800" lvl="1" indent="-307800" defTabSz="914400">
              <a:lnSpc>
                <a:spcPct val="100000"/>
              </a:lnSpc>
              <a:spcBef>
                <a:spcPts val="1199"/>
              </a:spcBef>
              <a:buSzPct val="100112"/>
              <a:buBlip>
                <a:blip r:embed="rId6"/>
              </a:buBlip>
              <a:tabLst>
                <a:tab pos="457200" algn="l"/>
              </a:tabLst>
              <a:defRPr/>
            </a:pPr>
            <a:r>
              <a:rPr lang="en-US" sz="1800" b="0" u="none" strike="noStrike">
                <a:solidFill>
                  <a:schemeClr val="dk1"/>
                </a:solidFill>
                <a:latin typeface="Segoe UI"/>
              </a:rPr>
              <a:t>Explore additional resources to help prepare</a:t>
            </a:r>
            <a:endParaRPr lang="en-US" sz="1800" b="0" u="none" strike="noStrike">
              <a:solidFill>
                <a:srgbClr val="000000"/>
              </a:solidFill>
              <a:latin typeface="Arial"/>
            </a:endParaRPr>
          </a:p>
          <a:p>
            <a:pPr marL="307800" lvl="1" indent="-307800" defTabSz="914400">
              <a:lnSpc>
                <a:spcPct val="100000"/>
              </a:lnSpc>
              <a:spcBef>
                <a:spcPts val="1199"/>
              </a:spcBef>
              <a:buSzPct val="100112"/>
              <a:buBlip>
                <a:blip r:embed="rId6"/>
              </a:buBlip>
              <a:tabLst>
                <a:tab pos="457200" algn="l"/>
              </a:tabLst>
              <a:defRPr/>
            </a:pPr>
            <a:r>
              <a:rPr lang="en-US" sz="1800" b="0" u="none" strike="noStrike">
                <a:solidFill>
                  <a:schemeClr val="dk1"/>
                </a:solidFill>
                <a:latin typeface="Segoe UI"/>
              </a:rPr>
              <a:t>Schedule your credential</a:t>
            </a:r>
            <a:endParaRPr lang="en-US" sz="1800" b="0" u="none" strike="noStrike">
              <a:solidFill>
                <a:srgbClr val="000000"/>
              </a:solidFill>
              <a:latin typeface="Arial"/>
            </a:endParaRPr>
          </a:p>
        </p:txBody>
      </p:sp>
      <p:sp>
        <p:nvSpPr>
          <p:cNvPr id="1327662054" name="TextBox 80"/>
          <p:cNvSpPr/>
          <p:nvPr/>
        </p:nvSpPr>
        <p:spPr bwMode="auto">
          <a:xfrm>
            <a:off x="942120" y="6175440"/>
            <a:ext cx="3027600" cy="214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799"/>
              </a:spcAft>
              <a:defRPr/>
            </a:pPr>
            <a:r>
              <a:rPr lang="en-US" sz="1400" b="0" u="none" strike="noStrike">
                <a:solidFill>
                  <a:schemeClr val="dk1"/>
                </a:solidFill>
                <a:latin typeface="Segoe UI"/>
                <a:ea typeface="Calibri"/>
              </a:rPr>
              <a:t>Tag us social: </a:t>
            </a:r>
            <a:r>
              <a:rPr lang="en-US" sz="1400" b="0" u="none" strike="noStrike">
                <a:solidFill>
                  <a:schemeClr val="accent4"/>
                </a:solidFill>
                <a:latin typeface="Segoe UI Semibold"/>
                <a:ea typeface="Calibri"/>
              </a:rPr>
              <a:t>#AlwaysLearning</a:t>
            </a:r>
            <a:endParaRPr lang="en-US" sz="1400" b="0" u="none" strike="noStrike">
              <a:solidFill>
                <a:srgbClr val="000000"/>
              </a:solidFill>
              <a:latin typeface="Arial"/>
            </a:endParaRPr>
          </a:p>
        </p:txBody>
      </p:sp>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1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27952217" name="Freeform: Shape 36"/>
          <p:cNvSpPr/>
          <p:nvPr/>
        </p:nvSpPr>
        <p:spPr bwMode="auto">
          <a:xfrm>
            <a:off x="0" y="6054840"/>
            <a:ext cx="12191760" cy="456840"/>
          </a:xfrm>
          <a:custGeom>
            <a:avLst/>
            <a:gdLst>
              <a:gd name="textAreaLeft" fmla="*/ 0 w 12191760"/>
              <a:gd name="textAreaRight" fmla="*/ 12192120 w 12191760"/>
              <a:gd name="textAreaTop" fmla="*/ 0 h 456840"/>
              <a:gd name="textAreaBottom" fmla="*/ 457200 h 456840"/>
              <a:gd name="GluePoint1X" fmla="*/ 0 w 12192000"/>
              <a:gd name="GluePoint1Y" fmla="*/ 0 h 914400"/>
              <a:gd name="GluePoint2X" fmla="*/ 12192000 w 12192000"/>
              <a:gd name="GluePoint2Y" fmla="*/ 0 h 914400"/>
              <a:gd name="GluePoint3X" fmla="*/ 12192000 w 12192000"/>
              <a:gd name="GluePoint3Y" fmla="*/ 914400 h 914400"/>
              <a:gd name="GluePoint4X" fmla="*/ 0 w 12192000"/>
              <a:gd name="GluePoint4Y" fmla="*/ 914400 h 9144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192000" h="914400" extrusionOk="0">
                <a:moveTo>
                  <a:pt x="0" y="0"/>
                </a:moveTo>
                <a:lnTo>
                  <a:pt x="12192000" y="0"/>
                </a:lnTo>
                <a:lnTo>
                  <a:pt x="12192000" y="914400"/>
                </a:lnTo>
                <a:lnTo>
                  <a:pt x="0" y="914400"/>
                </a:lnTo>
                <a:close/>
              </a:path>
            </a:pathLst>
          </a:custGeom>
          <a:solidFill>
            <a:schemeClr val="bg1"/>
          </a:solidFill>
          <a:ln>
            <a:noFill/>
          </a:ln>
        </p:spPr>
        <p:style>
          <a:lnRef idx="1">
            <a:schemeClr val="accent2"/>
          </a:lnRef>
          <a:fillRef idx="3">
            <a:schemeClr val="accent2"/>
          </a:fillRef>
          <a:effectRef idx="2">
            <a:schemeClr val="accent2"/>
          </a:effectRef>
          <a:fontRef idx="minor"/>
        </p:style>
        <p:txBody>
          <a:bodyPr horzOverflow="overflow" lIns="182880" tIns="146160" rIns="182880" bIns="146160" numCol="1" spcCol="0" anchor="t">
            <a:noAutofit/>
          </a:bodyPr>
          <a:lstStyle/>
          <a:p>
            <a:pPr>
              <a:defRPr/>
            </a:pPr>
            <a:endParaRPr lang="en-IN" sz="2400" b="0" u="none" strike="noStrike">
              <a:solidFill>
                <a:srgbClr val="FFFFFF"/>
              </a:solidFill>
              <a:latin typeface="Segoe UI"/>
            </a:endParaRPr>
          </a:p>
        </p:txBody>
      </p:sp>
      <p:sp>
        <p:nvSpPr>
          <p:cNvPr id="360762724" name="TextBox 32"/>
          <p:cNvSpPr/>
          <p:nvPr/>
        </p:nvSpPr>
        <p:spPr bwMode="auto">
          <a:xfrm>
            <a:off x="584280" y="6150960"/>
            <a:ext cx="257760" cy="283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defRPr/>
            </a:pPr>
            <a:r>
              <a:rPr lang="en-US" sz="1850" b="0" u="none" strike="noStrike">
                <a:solidFill>
                  <a:schemeClr val="accent3"/>
                </a:solidFill>
                <a:latin typeface="Segoe UI Symbol"/>
                <a:ea typeface="Segoe UI Symbol"/>
              </a:rPr>
              <a:t></a:t>
            </a:r>
            <a:endParaRPr lang="en-US" sz="1850" b="0" u="none" strike="noStrike">
              <a:solidFill>
                <a:srgbClr val="000000"/>
              </a:solidFill>
              <a:latin typeface="Arial"/>
            </a:endParaRPr>
          </a:p>
        </p:txBody>
      </p:sp>
      <p:sp>
        <p:nvSpPr>
          <p:cNvPr id="29333785" name="PlaceHolder 1"/>
          <p:cNvSpPr>
            <a:spLocks noGrp="1"/>
          </p:cNvSpPr>
          <p:nvPr>
            <p:ph type="title"/>
          </p:nvPr>
        </p:nvSpPr>
        <p:spPr bwMode="auto">
          <a:xfrm>
            <a:off x="588240" y="585360"/>
            <a:ext cx="11011320" cy="430560"/>
          </a:xfrm>
          <a:prstGeom prst="rect">
            <a:avLst/>
          </a:prstGeom>
          <a:noFill/>
          <a:ln w="0">
            <a:noFill/>
          </a:ln>
        </p:spPr>
        <p:txBody>
          <a:bodyPr lIns="0" tIns="0" rIns="0" bIns="0" anchor="t">
            <a:noAutofit/>
          </a:bodyPr>
          <a:lstStyle/>
          <a:p>
            <a:pPr indent="0" algn="l" defTabSz="932760">
              <a:lnSpc>
                <a:spcPct val="100000"/>
              </a:lnSpc>
              <a:buNone/>
              <a:defRPr/>
            </a:pPr>
            <a:r>
              <a:rPr lang="en-US" sz="2800" b="0" u="none" strike="noStrike">
                <a:solidFill>
                  <a:schemeClr val="dk1"/>
                </a:solidFill>
                <a:latin typeface="Segoe UI Semibold"/>
              </a:rPr>
              <a:t>What is next on your learning journey?</a:t>
            </a:r>
          </a:p>
        </p:txBody>
      </p:sp>
      <p:sp>
        <p:nvSpPr>
          <p:cNvPr id="465315779" name="PlaceHolder 2"/>
          <p:cNvSpPr>
            <a:spLocks noGrp="1"/>
          </p:cNvSpPr>
          <p:nvPr>
            <p:ph hasCustomPrompt="1"/>
          </p:nvPr>
        </p:nvSpPr>
        <p:spPr bwMode="auto">
          <a:xfrm>
            <a:off x="579600" y="1170000"/>
            <a:ext cx="11010600" cy="495000"/>
          </a:xfrm>
          <a:prstGeom prst="rect">
            <a:avLst/>
          </a:prstGeom>
          <a:noFill/>
          <a:ln w="0">
            <a:noFill/>
          </a:ln>
        </p:spPr>
        <p:txBody>
          <a:bodyPr lIns="0" tIns="0" rIns="0" bIns="0" anchor="t">
            <a:noAutofit/>
          </a:bodyPr>
          <a:lstStyle/>
          <a:p>
            <a:pPr marL="0" marR="0" lvl="0" indent="0" algn="l" defTabSz="914366" rtl="0">
              <a:lnSpc>
                <a:spcPct val="100000"/>
              </a:lnSpc>
              <a:spcBef>
                <a:spcPts val="0"/>
              </a:spcBef>
              <a:spcAft>
                <a:spcPts val="0"/>
              </a:spcAft>
              <a:defRPr lang="en-US" sz="1750" b="0" i="0" u="none" strike="noStrike" cap="none" spc="0">
                <a:solidFill>
                  <a:srgbClr val="000000"/>
                </a:solidFill>
                <a:latin typeface="Segoe UI"/>
                <a:ea typeface="Arial"/>
                <a:cs typeface="Arial"/>
              </a:defRPr>
            </a:pPr>
            <a:r>
              <a:rPr lang="en-US" sz="1800" b="0" i="0" u="none" strike="noStrike" cap="none" spc="0">
                <a:solidFill>
                  <a:schemeClr val="accent3"/>
                </a:solidFill>
                <a:latin typeface="Segoe UI Semibold"/>
                <a:ea typeface="Segoe UI Semibold"/>
                <a:cs typeface="Segoe UI Semibold"/>
              </a:rPr>
              <a:t>AI-300: Operationalize Machine Learning and Generative AI Solutions</a:t>
            </a:r>
            <a:endParaRPr>
              <a:solidFill>
                <a:schemeClr val="accent3"/>
              </a:solidFill>
            </a:endParaRPr>
          </a:p>
          <a:p>
            <a:pPr>
              <a:defRPr/>
            </a:pPr>
            <a:endParaRPr/>
          </a:p>
        </p:txBody>
      </p:sp>
      <p:sp>
        <p:nvSpPr>
          <p:cNvPr id="622531269" name="TextBox 43"/>
          <p:cNvSpPr/>
          <p:nvPr/>
        </p:nvSpPr>
        <p:spPr bwMode="auto">
          <a:xfrm>
            <a:off x="584280" y="2229840"/>
            <a:ext cx="5413680" cy="27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799"/>
              </a:spcAft>
              <a:defRPr/>
            </a:pPr>
            <a:r>
              <a:rPr lang="en-US" sz="1800" b="0" u="none" strike="noStrike">
                <a:solidFill>
                  <a:schemeClr val="accent3">
                    <a:lumMod val="75000"/>
                  </a:schemeClr>
                </a:solidFill>
                <a:latin typeface="Segoe UI Semibold"/>
                <a:ea typeface="Calibri"/>
              </a:rPr>
              <a:t>Description</a:t>
            </a:r>
            <a:endParaRPr lang="en-US" sz="1800" b="0" u="none" strike="noStrike">
              <a:solidFill>
                <a:srgbClr val="000000"/>
              </a:solidFill>
              <a:latin typeface="Arial"/>
            </a:endParaRPr>
          </a:p>
        </p:txBody>
      </p:sp>
      <p:sp>
        <p:nvSpPr>
          <p:cNvPr id="1418534215" name="Rectangle: Rounded Corners 41"/>
          <p:cNvSpPr/>
          <p:nvPr/>
        </p:nvSpPr>
        <p:spPr bwMode="auto">
          <a:xfrm>
            <a:off x="584280" y="2620080"/>
            <a:ext cx="5413680" cy="3141720"/>
          </a:xfrm>
          <a:prstGeom prst="roundRect">
            <a:avLst>
              <a:gd name="adj" fmla="val 4196"/>
            </a:avLst>
          </a:prstGeom>
          <a:solidFill>
            <a:schemeClr val="bg1"/>
          </a:solidFill>
          <a:ln w="12700">
            <a:solidFill>
              <a:schemeClr val="tx1">
                <a:lumMod val="75000"/>
                <a:lumOff val="25000"/>
              </a:schemeClr>
            </a:solidFill>
            <a:round/>
          </a:ln>
        </p:spPr>
        <p:style>
          <a:lnRef idx="1">
            <a:schemeClr val="accent2"/>
          </a:lnRef>
          <a:fillRef idx="3">
            <a:schemeClr val="accent2"/>
          </a:fillRef>
          <a:effectRef idx="2">
            <a:schemeClr val="accent2"/>
          </a:effectRef>
          <a:fontRef idx="minor"/>
        </p:style>
        <p:txBody>
          <a:bodyPr horzOverflow="overflow" tIns="91440" bIns="91440" numCol="1" spcCol="0" anchor="t">
            <a:noAutofit/>
          </a:bodyPr>
          <a:lstStyle/>
          <a:p>
            <a:pPr defTabSz="932760">
              <a:lnSpc>
                <a:spcPct val="100000"/>
              </a:lnSpc>
              <a:spcBef>
                <a:spcPts val="1800"/>
              </a:spcBef>
              <a:defRPr/>
            </a:pPr>
            <a:r>
              <a:rPr lang="en-US" sz="1400" b="0" i="0" u="none" strike="noStrike" cap="none" spc="0" dirty="0">
                <a:solidFill>
                  <a:schemeClr val="dk1"/>
                </a:solidFill>
                <a:latin typeface="Segoe UI"/>
                <a:ea typeface="Segoe UI"/>
                <a:cs typeface="Segoe UI"/>
              </a:rPr>
              <a:t>As a candidate for this Microsoft Certification, you should have subject matter expertise in setting up infrastructure for machine learning operations (</a:t>
            </a:r>
            <a:r>
              <a:rPr lang="en-US" sz="1400" b="0" i="0" u="none" strike="noStrike" cap="none" spc="0" dirty="0" err="1">
                <a:solidFill>
                  <a:schemeClr val="dk1"/>
                </a:solidFill>
                <a:latin typeface="Segoe UI"/>
                <a:ea typeface="Segoe UI"/>
                <a:cs typeface="Segoe UI"/>
              </a:rPr>
              <a:t>MLOps</a:t>
            </a:r>
            <a:r>
              <a:rPr lang="en-US" sz="1400" b="0" i="0" u="none" strike="noStrike" cap="none" spc="0" dirty="0">
                <a:solidFill>
                  <a:schemeClr val="dk1"/>
                </a:solidFill>
                <a:latin typeface="Segoe UI"/>
                <a:ea typeface="Segoe UI"/>
                <a:cs typeface="Segoe UI"/>
              </a:rPr>
              <a:t>) and generative AI operations (</a:t>
            </a:r>
            <a:r>
              <a:rPr lang="en-US" sz="1400" b="0" i="0" u="none" strike="noStrike" cap="none" spc="0" dirty="0" err="1">
                <a:solidFill>
                  <a:schemeClr val="dk1"/>
                </a:solidFill>
                <a:latin typeface="Segoe UI"/>
                <a:ea typeface="Segoe UI"/>
                <a:cs typeface="Segoe UI"/>
              </a:rPr>
              <a:t>GenAIOps</a:t>
            </a:r>
            <a:r>
              <a:rPr lang="en-US" sz="1400" b="0" i="0" u="none" strike="noStrike" cap="none" spc="0" dirty="0">
                <a:solidFill>
                  <a:schemeClr val="dk1"/>
                </a:solidFill>
                <a:latin typeface="Segoe UI"/>
                <a:ea typeface="Segoe UI"/>
                <a:cs typeface="Segoe UI"/>
              </a:rPr>
              <a:t>) solutions on Azure, together referred to as AI operations (AIOps).</a:t>
            </a:r>
          </a:p>
          <a:p>
            <a:pPr defTabSz="932760">
              <a:lnSpc>
                <a:spcPct val="100000"/>
              </a:lnSpc>
              <a:spcBef>
                <a:spcPts val="1799"/>
              </a:spcBef>
              <a:defRPr/>
            </a:pPr>
            <a:r>
              <a:rPr lang="en-US" sz="1400" b="0" i="0" u="none" strike="noStrike" cap="none" spc="0" dirty="0">
                <a:solidFill>
                  <a:schemeClr val="dk1"/>
                </a:solidFill>
                <a:latin typeface="Segoe UI"/>
                <a:ea typeface="Segoe UI"/>
                <a:cs typeface="Segoe UI"/>
              </a:rPr>
              <a:t>You need experience training, optimizing, deploying, and maintaining traditional machine learning models by using Azure Machine Learning, in addition to experience deploying, evaluating, monitoring, and optimizing generative AI applications and agents by using Microsoft Foundry</a:t>
            </a:r>
            <a:endParaRPr lang="en-US" sz="1400" b="0" u="none" strike="noStrike" dirty="0">
              <a:solidFill>
                <a:srgbClr val="000000"/>
              </a:solidFill>
              <a:latin typeface="Arial"/>
            </a:endParaRPr>
          </a:p>
        </p:txBody>
      </p:sp>
      <p:sp>
        <p:nvSpPr>
          <p:cNvPr id="1159817769" name="TextBox 45"/>
          <p:cNvSpPr/>
          <p:nvPr/>
        </p:nvSpPr>
        <p:spPr bwMode="auto">
          <a:xfrm>
            <a:off x="6181200" y="2229840"/>
            <a:ext cx="5413680" cy="27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799"/>
              </a:spcAft>
              <a:defRPr/>
            </a:pPr>
            <a:r>
              <a:rPr lang="en-US" sz="1800" b="0" u="none" strike="noStrike">
                <a:solidFill>
                  <a:schemeClr val="accent3">
                    <a:lumMod val="75000"/>
                  </a:schemeClr>
                </a:solidFill>
                <a:latin typeface="Segoe UI Semibold"/>
                <a:ea typeface="Calibri"/>
              </a:rPr>
              <a:t>Topics covered</a:t>
            </a:r>
            <a:endParaRPr lang="en-US" sz="1800" b="0" u="none" strike="noStrike">
              <a:solidFill>
                <a:srgbClr val="000000"/>
              </a:solidFill>
              <a:latin typeface="Arial"/>
            </a:endParaRPr>
          </a:p>
        </p:txBody>
      </p:sp>
      <p:sp>
        <p:nvSpPr>
          <p:cNvPr id="1647387190" name="Rectangle: Rounded Corners 46"/>
          <p:cNvSpPr/>
          <p:nvPr/>
        </p:nvSpPr>
        <p:spPr bwMode="auto">
          <a:xfrm>
            <a:off x="6181200" y="2620080"/>
            <a:ext cx="5413680" cy="3141720"/>
          </a:xfrm>
          <a:prstGeom prst="roundRect">
            <a:avLst>
              <a:gd name="adj" fmla="val 4196"/>
            </a:avLst>
          </a:prstGeom>
          <a:solidFill>
            <a:schemeClr val="bg1"/>
          </a:solidFill>
          <a:ln w="12700">
            <a:solidFill>
              <a:schemeClr val="tx1">
                <a:lumMod val="75000"/>
                <a:lumOff val="25000"/>
              </a:schemeClr>
            </a:solidFill>
            <a:round/>
          </a:ln>
        </p:spPr>
        <p:style>
          <a:lnRef idx="1">
            <a:schemeClr val="accent2"/>
          </a:lnRef>
          <a:fillRef idx="3">
            <a:schemeClr val="accent2"/>
          </a:fillRef>
          <a:effectRef idx="2">
            <a:schemeClr val="accent2"/>
          </a:effectRef>
          <a:fontRef idx="minor"/>
        </p:style>
        <p:txBody>
          <a:bodyPr horzOverflow="overflow" tIns="91440" bIns="91440" numCol="1" spcCol="0" anchor="t">
            <a:noAutofit/>
          </a:bodyPr>
          <a:lstStyle/>
          <a:p>
            <a:pPr defTabSz="932760">
              <a:lnSpc>
                <a:spcPct val="100000"/>
              </a:lnSpc>
              <a:spcBef>
                <a:spcPts val="1800"/>
              </a:spcBef>
              <a:defRPr/>
            </a:pPr>
            <a:r>
              <a:rPr lang="en-US" sz="1400" b="0" u="none" strike="noStrike">
                <a:solidFill>
                  <a:schemeClr val="dk1"/>
                </a:solidFill>
                <a:latin typeface="Segoe UI Semibold"/>
              </a:rPr>
              <a:t>EXAMPLE</a:t>
            </a:r>
            <a:endParaRPr lang="en-US" sz="1400" b="0" u="none" strike="noStrike">
              <a:solidFill>
                <a:srgbClr val="000000"/>
              </a:solidFill>
              <a:latin typeface="Arial"/>
            </a:endParaRPr>
          </a:p>
          <a:p>
            <a:pPr marL="228600" lvl="1" indent="-228600" defTabSz="914400">
              <a:lnSpc>
                <a:spcPct val="100000"/>
              </a:lnSpc>
              <a:spcBef>
                <a:spcPts val="799"/>
              </a:spcBef>
              <a:buSzPct val="100000"/>
              <a:buBlip>
                <a:blip r:embed="rId3"/>
              </a:buBlip>
              <a:tabLst>
                <a:tab pos="457200" algn="l"/>
              </a:tabLst>
              <a:defRPr/>
            </a:pPr>
            <a:r>
              <a:rPr lang="en-US" sz="1200" b="0" i="0" u="none" strike="noStrike" cap="none" spc="0">
                <a:solidFill>
                  <a:schemeClr val="dk1"/>
                </a:solidFill>
                <a:latin typeface="Segoe UI"/>
                <a:ea typeface="Segoe UI"/>
                <a:cs typeface="Segoe UI"/>
              </a:rPr>
              <a:t>Design and implement an MLOps infrastructure</a:t>
            </a:r>
            <a:endParaRPr lang="en-US" sz="1200" b="0" u="none" strike="noStrike">
              <a:solidFill>
                <a:srgbClr val="000000"/>
              </a:solidFill>
              <a:latin typeface="Arial"/>
            </a:endParaRPr>
          </a:p>
          <a:p>
            <a:pPr marL="228600" lvl="1" indent="-228600" defTabSz="914400">
              <a:lnSpc>
                <a:spcPct val="100000"/>
              </a:lnSpc>
              <a:spcBef>
                <a:spcPts val="799"/>
              </a:spcBef>
              <a:buSzPct val="100000"/>
              <a:buBlip>
                <a:blip r:embed="rId3"/>
              </a:buBlip>
              <a:tabLst>
                <a:tab pos="457200" algn="l"/>
              </a:tabLst>
              <a:defRPr/>
            </a:pPr>
            <a:r>
              <a:rPr lang="en-US" sz="1200" b="0" i="0" u="none" strike="noStrike" cap="none" spc="0">
                <a:solidFill>
                  <a:schemeClr val="dk1"/>
                </a:solidFill>
                <a:latin typeface="Segoe UI"/>
                <a:ea typeface="Segoe UI"/>
                <a:cs typeface="Segoe UI"/>
              </a:rPr>
              <a:t>Implement machine learning model lifecycle and operations</a:t>
            </a:r>
            <a:endParaRPr lang="en-US" sz="1200" b="0" u="none" strike="noStrike">
              <a:solidFill>
                <a:schemeClr val="dk1"/>
              </a:solidFill>
              <a:latin typeface="Segoe UI"/>
            </a:endParaRPr>
          </a:p>
          <a:p>
            <a:pPr marL="228600" lvl="1" indent="-228600" defTabSz="914400">
              <a:lnSpc>
                <a:spcPct val="100000"/>
              </a:lnSpc>
              <a:spcBef>
                <a:spcPts val="798"/>
              </a:spcBef>
              <a:buSzPct val="100000"/>
              <a:buBlip>
                <a:blip r:embed="rId3"/>
              </a:buBlip>
              <a:tabLst>
                <a:tab pos="457200" algn="l"/>
              </a:tabLst>
              <a:defRPr/>
            </a:pPr>
            <a:r>
              <a:rPr lang="en-US" sz="1200" b="0" i="0" u="none" strike="noStrike" cap="none" spc="0">
                <a:solidFill>
                  <a:schemeClr val="dk1"/>
                </a:solidFill>
                <a:latin typeface="Segoe UI"/>
                <a:ea typeface="Segoe UI"/>
                <a:cs typeface="Segoe UI"/>
              </a:rPr>
              <a:t>Design and implement a GenAIOps infrastructure</a:t>
            </a:r>
            <a:endParaRPr lang="en-US" sz="1200" b="0" u="none" strike="noStrike">
              <a:solidFill>
                <a:srgbClr val="000000"/>
              </a:solidFill>
              <a:latin typeface="Arial"/>
            </a:endParaRPr>
          </a:p>
          <a:p>
            <a:pPr marL="228600" lvl="1" indent="-228600" defTabSz="914400">
              <a:lnSpc>
                <a:spcPct val="100000"/>
              </a:lnSpc>
              <a:spcBef>
                <a:spcPts val="799"/>
              </a:spcBef>
              <a:buSzPct val="100000"/>
              <a:buBlip>
                <a:blip r:embed="rId3"/>
              </a:buBlip>
              <a:tabLst>
                <a:tab pos="457200" algn="l"/>
              </a:tabLst>
              <a:defRPr/>
            </a:pPr>
            <a:r>
              <a:rPr lang="en-US" sz="1200" b="0" i="0" u="none" strike="noStrike" cap="none" spc="0">
                <a:solidFill>
                  <a:schemeClr val="dk1"/>
                </a:solidFill>
                <a:latin typeface="Segoe UI"/>
                <a:ea typeface="Segoe UI"/>
                <a:cs typeface="Segoe UI"/>
              </a:rPr>
              <a:t>Implement generative AI quality assurance and observability</a:t>
            </a:r>
            <a:endParaRPr lang="en-US" sz="1200" b="0" u="none" strike="noStrike">
              <a:solidFill>
                <a:srgbClr val="000000"/>
              </a:solidFill>
              <a:latin typeface="Arial"/>
            </a:endParaRPr>
          </a:p>
          <a:p>
            <a:pPr marL="228600" lvl="1" indent="-228600" defTabSz="914400">
              <a:lnSpc>
                <a:spcPct val="100000"/>
              </a:lnSpc>
              <a:spcBef>
                <a:spcPts val="799"/>
              </a:spcBef>
              <a:buSzPct val="100000"/>
              <a:buBlip>
                <a:blip r:embed="rId3"/>
              </a:buBlip>
              <a:tabLst>
                <a:tab pos="457200" algn="l"/>
              </a:tabLst>
              <a:defRPr/>
            </a:pPr>
            <a:r>
              <a:rPr lang="en-US" sz="1200" b="0" i="0" u="none" strike="noStrike" cap="none" spc="0">
                <a:solidFill>
                  <a:schemeClr val="dk1"/>
                </a:solidFill>
                <a:latin typeface="Segoe UI"/>
                <a:ea typeface="Segoe UI"/>
                <a:cs typeface="Segoe UI"/>
              </a:rPr>
              <a:t>Optimize generative AI systems and model performance</a:t>
            </a:r>
            <a:endParaRPr lang="en-US" sz="1200" b="0" u="none" strike="noStrike">
              <a:solidFill>
                <a:srgbClr val="000000"/>
              </a:solidFill>
              <a:latin typeface="Arial"/>
            </a:endParaRPr>
          </a:p>
        </p:txBody>
      </p:sp>
      <p:sp>
        <p:nvSpPr>
          <p:cNvPr id="433270703" name="TextBox 33"/>
          <p:cNvSpPr/>
          <p:nvPr/>
        </p:nvSpPr>
        <p:spPr bwMode="auto">
          <a:xfrm>
            <a:off x="942120" y="6175440"/>
            <a:ext cx="7882200" cy="214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spcAft>
                <a:spcPts val="799"/>
              </a:spcAft>
              <a:defRPr/>
            </a:pPr>
            <a:r>
              <a:rPr lang="en-US" sz="1400" b="0" u="none" strike="noStrike">
                <a:solidFill>
                  <a:schemeClr val="dk1"/>
                </a:solidFill>
                <a:latin typeface="Segoe UI"/>
                <a:ea typeface="Calibri"/>
              </a:rPr>
              <a:t>Find more information about this course at: </a:t>
            </a:r>
            <a:r>
              <a:rPr lang="en-US" sz="1400" b="0" u="sng" strike="noStrike">
                <a:solidFill>
                  <a:schemeClr val="accent3"/>
                </a:solidFill>
                <a:latin typeface="Segoe UI Semibold"/>
                <a:ea typeface="Calibri"/>
                <a:hlinkClick r:id="rId4"/>
              </a:rPr>
              <a:t>learn.microsoft.com/training/courses/browse</a:t>
            </a:r>
            <a:endParaRPr lang="en-US" sz="1400" b="0" u="none" strike="noStrike">
              <a:solidFill>
                <a:srgbClr val="000000"/>
              </a:solidFill>
              <a:latin typeface="Arial"/>
            </a:endParaRPr>
          </a:p>
        </p:txBody>
      </p:sp>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1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05080477" name="Title 4"/>
          <p:cNvSpPr>
            <a:spLocks noGrp="1"/>
          </p:cNvSpPr>
          <p:nvPr>
            <p:ph type="title"/>
          </p:nvPr>
        </p:nvSpPr>
        <p:spPr bwMode="auto">
          <a:xfrm>
            <a:off x="3269280" y="2866220"/>
            <a:ext cx="5653440" cy="1125560"/>
          </a:xfrm>
        </p:spPr>
        <p:txBody>
          <a:bodyPr/>
          <a:lstStyle/>
          <a:p>
            <a:pPr algn="ctr">
              <a:defRPr/>
            </a:pPr>
            <a:r>
              <a:rPr lang="en-US" sz="4400" dirty="0"/>
              <a:t>Thank You</a:t>
            </a:r>
            <a:endParaRPr sz="4400" dirty="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theme/theme1.xml><?xml version="1.0" encoding="utf-8"?>
<a:theme xmlns:a="http://schemas.openxmlformats.org/drawingml/2006/main" name="1_LIGHT MODE">
  <a:themeElements>
    <a:clrScheme name="ILT Template">
      <a:dk1>
        <a:srgbClr val="000000"/>
      </a:dk1>
      <a:lt1>
        <a:srgbClr val="FFFFFF"/>
      </a:lt1>
      <a:dk2>
        <a:srgbClr val="091F2E"/>
      </a:dk2>
      <a:lt2>
        <a:srgbClr val="FFF8F3"/>
      </a:lt2>
      <a:accent1>
        <a:srgbClr val="8661C5"/>
      </a:accent1>
      <a:accent2>
        <a:srgbClr val="389A91"/>
      </a:accent2>
      <a:accent3>
        <a:srgbClr val="0078D4"/>
      </a:accent3>
      <a:accent4>
        <a:srgbClr val="BF3AC4"/>
      </a:accent4>
      <a:accent5>
        <a:srgbClr val="49C5B1"/>
      </a:accent5>
      <a:accent6>
        <a:srgbClr val="C5B4E3"/>
      </a:accent6>
      <a:hlink>
        <a:srgbClr val="0078D4"/>
      </a:hlink>
      <a:folHlink>
        <a:srgbClr val="0078D4"/>
      </a:folHlink>
    </a:clrScheme>
    <a:fontScheme name="Custom 3">
      <a:majorFont>
        <a:latin typeface="Segoe UI Semibold"/>
        <a:ea typeface="Arial"/>
        <a:cs typeface="Arial"/>
      </a:majorFont>
      <a:minorFont>
        <a:latin typeface="Segoe UI"/>
        <a:ea typeface="Arial"/>
        <a:cs typeface="Arial"/>
      </a:minorFont>
    </a:fontScheme>
    <a:fmtScheme>
      <a:fillStyleLst>
        <a:solidFill>
          <a:schemeClr val="phClr"/>
        </a:solidFill>
        <a:solidFill>
          <a:schemeClr val="phClr">
            <a:tint val="65000"/>
          </a:schemeClr>
        </a:solidFill>
        <a:solidFill>
          <a:schemeClr val="phClr">
            <a:shade val="80000"/>
          </a:schemeClr>
        </a:solidFill>
      </a:fillStyleLst>
      <a:lnStyleLst>
        <a:ln w="9525" cap="flat" cmpd="sng" algn="ctr">
          <a:prstDash val="solid"/>
        </a:ln>
        <a:ln w="10795" cap="flat" cmpd="sng" algn="ctr">
          <a:prstDash val="solid"/>
        </a:ln>
        <a:ln w="1714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gradFill>
        <a:gradFill>
          <a:gsLst>
            <a:gs pos="0">
              <a:schemeClr val="phClr">
                <a:tint val="80000"/>
              </a:schemeClr>
            </a:gs>
            <a:gs pos="100000">
              <a:schemeClr val="phClr">
                <a:shade val="30000"/>
              </a:schemeClr>
            </a:gs>
          </a:gsLst>
          <a:path path="circle"/>
        </a:gradFill>
      </a:bgFillStyleLst>
    </a:fmtScheme>
  </a:themeElements>
  <a:objectDefaults/>
  <a:extraClrSchemeLst/>
</a:theme>
</file>

<file path=ppt/theme/theme2.xml><?xml version="1.0" encoding="utf-8"?>
<a:theme xmlns:a="http://schemas.openxmlformats.org/drawingml/2006/main" name="1_LIGHT MODE">
  <a:themeElements>
    <a:clrScheme name="ILT Template">
      <a:dk1>
        <a:srgbClr val="000000"/>
      </a:dk1>
      <a:lt1>
        <a:srgbClr val="FFFFFF"/>
      </a:lt1>
      <a:dk2>
        <a:srgbClr val="091F2E"/>
      </a:dk2>
      <a:lt2>
        <a:srgbClr val="FFF8F3"/>
      </a:lt2>
      <a:accent1>
        <a:srgbClr val="8661C5"/>
      </a:accent1>
      <a:accent2>
        <a:srgbClr val="389A91"/>
      </a:accent2>
      <a:accent3>
        <a:srgbClr val="0078D4"/>
      </a:accent3>
      <a:accent4>
        <a:srgbClr val="BF3AC4"/>
      </a:accent4>
      <a:accent5>
        <a:srgbClr val="49C5B1"/>
      </a:accent5>
      <a:accent6>
        <a:srgbClr val="C5B4E3"/>
      </a:accent6>
      <a:hlink>
        <a:srgbClr val="0078D4"/>
      </a:hlink>
      <a:folHlink>
        <a:srgbClr val="0078D4"/>
      </a:folHlink>
    </a:clrScheme>
    <a:fontScheme name="Custom 3">
      <a:majorFont>
        <a:latin typeface="Segoe UI Semibold"/>
        <a:ea typeface="Arial"/>
        <a:cs typeface="Arial"/>
      </a:majorFont>
      <a:minorFont>
        <a:latin typeface="Segoe UI"/>
        <a:ea typeface="Arial"/>
        <a:cs typeface="Arial"/>
      </a:minorFont>
    </a:fontScheme>
    <a:fmtScheme>
      <a:fillStyleLst>
        <a:solidFill>
          <a:schemeClr val="phClr"/>
        </a:solidFill>
        <a:solidFill>
          <a:schemeClr val="phClr">
            <a:tint val="65000"/>
          </a:schemeClr>
        </a:solidFill>
        <a:solidFill>
          <a:schemeClr val="phClr">
            <a:shade val="80000"/>
          </a:schemeClr>
        </a:solidFill>
      </a:fillStyleLst>
      <a:lnStyleLst>
        <a:ln w="9525" cap="flat" cmpd="sng" algn="ctr">
          <a:prstDash val="solid"/>
        </a:ln>
        <a:ln w="10795" cap="flat" cmpd="sng" algn="ctr">
          <a:prstDash val="solid"/>
        </a:ln>
        <a:ln w="1714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gradFill>
        <a:gradFill>
          <a:gsLst>
            <a:gs pos="0">
              <a:schemeClr val="phClr">
                <a:tint val="80000"/>
              </a:schemeClr>
            </a:gs>
            <a:gs pos="100000">
              <a:schemeClr val="phClr">
                <a:shade val="30000"/>
              </a:schemeClr>
            </a:gs>
          </a:gsLst>
          <a:path path="circle"/>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ILT Template">
      <a:majorFont>
        <a:latin typeface="Segoe UI Semibold"/>
        <a:ea typeface="Arial"/>
        <a:cs typeface="Arial"/>
      </a:majorFont>
      <a:minorFont>
        <a:latin typeface="Segoe U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Arial"/>
        <a:cs typeface="Arial"/>
      </a:majorFont>
      <a:minorFont>
        <a:latin typeface="Segoe UI"/>
        <a:ea typeface="Arial"/>
        <a:cs typeface="Arial"/>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satMod val="150000"/>
              <a:alpha val="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prstGeom prst="rect">
          <a:avLst/>
        </a:prstGeom>
        <a:solidFill>
          <a:schemeClr val="accent1"/>
        </a:solidFill>
        <a:ln>
          <a:noFill/>
          <a:headEnd type="none" w="med" len="med"/>
          <a:tailEnd type="none" w="med" len="med"/>
        </a:ln>
        <a:effectLst/>
      </a:spPr>
      <a:bodyPr/>
      <a:lstStyle/>
      <a:style>
        <a:lnRef idx="1">
          <a:schemeClr val="accent2"/>
        </a:lnRef>
        <a:fillRef idx="3">
          <a:schemeClr val="accent2"/>
        </a:fillRef>
        <a:effectRef idx="2">
          <a:schemeClr val="accent2"/>
        </a:effectRef>
        <a:fontRef idx="minor">
          <a:schemeClr val="lt1"/>
        </a:fontRef>
      </a:style>
    </a:spDef>
    <a:lnDef>
      <a:spPr bwMode="auto">
        <a:prstGeom prst="rect">
          <a:avLst/>
        </a:prstGeom>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bwMode="auto">
        <a:prstGeom prst="rect">
          <a:avLst/>
        </a:prstGeom>
        <a:noFill/>
      </a:spPr>
      <a:bodyPr/>
      <a:lstStyle/>
    </a:txDef>
  </a:objectDefaults>
  <a:extraClrSchemeLst/>
</a:theme>
</file>

<file path=ppt/theme/theme5.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ILT Template">
      <a:majorFont>
        <a:latin typeface="Segoe UI Semibold"/>
        <a:ea typeface="Arial"/>
        <a:cs typeface="Arial"/>
      </a:majorFont>
      <a:minorFont>
        <a:latin typeface="Segoe U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2_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Arial"/>
        <a:cs typeface="Arial"/>
      </a:majorFont>
      <a:minorFont>
        <a:latin typeface="Segoe UI"/>
        <a:ea typeface="Arial"/>
        <a:cs typeface="Arial"/>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satMod val="150000"/>
              <a:alpha val="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prstGeom prst="rect">
          <a:avLst/>
        </a:prstGeom>
        <a:solidFill>
          <a:schemeClr val="accent1"/>
        </a:solidFill>
        <a:ln>
          <a:noFill/>
          <a:headEnd type="none" w="med" len="med"/>
          <a:tailEnd type="none" w="med" len="med"/>
        </a:ln>
        <a:effectLst/>
      </a:spPr>
      <a:bodyPr/>
      <a:lstStyle/>
      <a:style>
        <a:lnRef idx="1">
          <a:schemeClr val="accent2"/>
        </a:lnRef>
        <a:fillRef idx="3">
          <a:schemeClr val="accent2"/>
        </a:fillRef>
        <a:effectRef idx="2">
          <a:schemeClr val="accent2"/>
        </a:effectRef>
        <a:fontRef idx="minor">
          <a:schemeClr val="lt1"/>
        </a:fontRef>
      </a:style>
    </a:spDef>
    <a:lnDef>
      <a:spPr bwMode="auto">
        <a:prstGeom prst="rect">
          <a:avLst/>
        </a:prstGeom>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bwMode="auto">
        <a:prstGeom prst="rect">
          <a:avLst/>
        </a:prstGeom>
        <a:noFill/>
      </a:spPr>
      <a:bodyPr/>
      <a:lstStyle/>
    </a:txDef>
  </a:objectDefaults>
  <a:extraClrSchemeLst/>
</a:theme>
</file>

<file path=ppt/theme/theme7.xml><?xml version="1.0" encoding="utf-8"?>
<a:theme xmlns:a="http://schemas.openxmlformats.org/drawingml/2006/main" name="2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ILT Template">
      <a:majorFont>
        <a:latin typeface="Segoe UI Semibold"/>
        <a:ea typeface="Arial"/>
        <a:cs typeface="Arial"/>
      </a:majorFont>
      <a:minorFont>
        <a:latin typeface="Segoe U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8.xml><?xml version="1.0" encoding="utf-8"?>
<a:theme xmlns:a="http://schemas.openxmlformats.org/drawingml/2006/main" name="3_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Arial"/>
        <a:cs typeface="Arial"/>
      </a:majorFont>
      <a:minorFont>
        <a:latin typeface="Segoe UI"/>
        <a:ea typeface="Arial"/>
        <a:cs typeface="Arial"/>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satMod val="150000"/>
              <a:alpha val="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prstGeom prst="rect">
          <a:avLst/>
        </a:prstGeom>
        <a:solidFill>
          <a:schemeClr val="accent1"/>
        </a:solidFill>
        <a:ln>
          <a:noFill/>
          <a:headEnd type="none" w="med" len="med"/>
          <a:tailEnd type="none" w="med" len="med"/>
        </a:ln>
        <a:effectLst/>
      </a:spPr>
      <a:bodyPr/>
      <a:lstStyle/>
      <a:style>
        <a:lnRef idx="1">
          <a:schemeClr val="accent2"/>
        </a:lnRef>
        <a:fillRef idx="3">
          <a:schemeClr val="accent2"/>
        </a:fillRef>
        <a:effectRef idx="2">
          <a:schemeClr val="accent2"/>
        </a:effectRef>
        <a:fontRef idx="minor">
          <a:schemeClr val="lt1"/>
        </a:fontRef>
      </a:style>
    </a:spDef>
    <a:lnDef>
      <a:spPr bwMode="auto">
        <a:prstGeom prst="rect">
          <a:avLst/>
        </a:prstGeom>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bwMode="auto">
        <a:prstGeom prst="rect">
          <a:avLst/>
        </a:prstGeom>
        <a:noFill/>
      </a:spPr>
      <a:bodyPr/>
      <a:lstStyle/>
    </a:txDef>
  </a:objectDefaults>
  <a:extraClrSchemeLst/>
</a:theme>
</file>

<file path=ppt/theme/theme9.xml><?xml version="1.0" encoding="utf-8"?>
<a:theme xmlns:a="http://schemas.openxmlformats.org/drawingml/2006/main" name="3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ILT Template">
      <a:majorFont>
        <a:latin typeface="Segoe UI Semibold"/>
        <a:ea typeface="Arial"/>
        <a:cs typeface="Arial"/>
      </a:majorFont>
      <a:minorFont>
        <a:latin typeface="Segoe U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0.xml><?xml version="1.0" encoding="utf-8"?>
<a:theme xmlns:a="http://schemas.openxmlformats.org/drawingml/2006/main" name="4_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Arial"/>
        <a:cs typeface="Arial"/>
      </a:majorFont>
      <a:minorFont>
        <a:latin typeface="Segoe UI"/>
        <a:ea typeface="Arial"/>
        <a:cs typeface="Arial"/>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satMod val="150000"/>
              <a:alpha val="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prstGeom prst="rect">
          <a:avLst/>
        </a:prstGeom>
        <a:solidFill>
          <a:schemeClr val="accent1"/>
        </a:solidFill>
        <a:ln>
          <a:noFill/>
          <a:headEnd type="none" w="med" len="med"/>
          <a:tailEnd type="none" w="med" len="med"/>
        </a:ln>
        <a:effectLst/>
      </a:spPr>
      <a:bodyPr/>
      <a:lstStyle/>
      <a:style>
        <a:lnRef idx="1">
          <a:schemeClr val="accent2"/>
        </a:lnRef>
        <a:fillRef idx="3">
          <a:schemeClr val="accent2"/>
        </a:fillRef>
        <a:effectRef idx="2">
          <a:schemeClr val="accent2"/>
        </a:effectRef>
        <a:fontRef idx="minor">
          <a:schemeClr val="lt1"/>
        </a:fontRef>
      </a:style>
    </a:spDef>
    <a:lnDef>
      <a:spPr bwMode="auto">
        <a:prstGeom prst="rect">
          <a:avLst/>
        </a:prstGeom>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bwMode="auto">
        <a:prstGeom prst="rect">
          <a:avLst/>
        </a:prstGeom>
        <a:noFill/>
      </a:spPr>
      <a:bodyPr/>
      <a:lstStyle/>
    </a:txDef>
  </a:objectDefaults>
  <a:extraClrSchemeLst/>
</a:theme>
</file>

<file path=ppt/theme/theme11.xml><?xml version="1.0" encoding="utf-8"?>
<a:theme xmlns:a="http://schemas.openxmlformats.org/drawingml/2006/main" name="4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ILT Template">
      <a:majorFont>
        <a:latin typeface="Segoe UI Semibold"/>
        <a:ea typeface="Arial"/>
        <a:cs typeface="Arial"/>
      </a:majorFont>
      <a:minorFont>
        <a:latin typeface="Segoe U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2.xml><?xml version="1.0" encoding="utf-8"?>
<a:theme xmlns:a="http://schemas.openxmlformats.org/drawingml/2006/main" name="5_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Arial"/>
        <a:cs typeface="Arial"/>
      </a:majorFont>
      <a:minorFont>
        <a:latin typeface="Segoe UI"/>
        <a:ea typeface="Arial"/>
        <a:cs typeface="Arial"/>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satMod val="150000"/>
              <a:alpha val="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prstGeom prst="rect">
          <a:avLst/>
        </a:prstGeom>
        <a:solidFill>
          <a:schemeClr val="accent1"/>
        </a:solidFill>
        <a:ln>
          <a:noFill/>
          <a:headEnd type="none" w="med" len="med"/>
          <a:tailEnd type="none" w="med" len="med"/>
        </a:ln>
        <a:effectLst/>
      </a:spPr>
      <a:bodyPr/>
      <a:lstStyle/>
      <a:style>
        <a:lnRef idx="1">
          <a:schemeClr val="accent2"/>
        </a:lnRef>
        <a:fillRef idx="3">
          <a:schemeClr val="accent2"/>
        </a:fillRef>
        <a:effectRef idx="2">
          <a:schemeClr val="accent2"/>
        </a:effectRef>
        <a:fontRef idx="minor">
          <a:schemeClr val="lt1"/>
        </a:fontRef>
      </a:style>
    </a:spDef>
    <a:lnDef>
      <a:spPr bwMode="auto">
        <a:prstGeom prst="rect">
          <a:avLst/>
        </a:prstGeom>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bwMode="auto">
        <a:prstGeom prst="rect">
          <a:avLst/>
        </a:prstGeom>
        <a:noFill/>
      </a:spPr>
      <a:bodyPr/>
      <a:lstStyle/>
    </a:txDef>
  </a:objectDefaults>
  <a:extraClrSchemeLst/>
</a:theme>
</file>

<file path=ppt/theme/theme13.xml><?xml version="1.0" encoding="utf-8"?>
<a:theme xmlns:a="http://schemas.openxmlformats.org/drawingml/2006/main" name="5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ILT Template">
      <a:majorFont>
        <a:latin typeface="Segoe UI Semibold"/>
        <a:ea typeface="Arial"/>
        <a:cs typeface="Arial"/>
      </a:majorFont>
      <a:minorFont>
        <a:latin typeface="Segoe U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4.xml><?xml version="1.0" encoding="utf-8"?>
<a:theme xmlns:a="http://schemas.openxmlformats.org/drawingml/2006/main" name="6_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Arial"/>
        <a:cs typeface="Arial"/>
      </a:majorFont>
      <a:minorFont>
        <a:latin typeface="Segoe UI"/>
        <a:ea typeface="Arial"/>
        <a:cs typeface="Arial"/>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satMod val="150000"/>
              <a:alpha val="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prstGeom prst="rect">
          <a:avLst/>
        </a:prstGeom>
        <a:solidFill>
          <a:schemeClr val="accent1"/>
        </a:solidFill>
        <a:ln>
          <a:noFill/>
          <a:headEnd type="none" w="med" len="med"/>
          <a:tailEnd type="none" w="med" len="med"/>
        </a:ln>
        <a:effectLst/>
      </a:spPr>
      <a:bodyPr/>
      <a:lstStyle/>
      <a:style>
        <a:lnRef idx="1">
          <a:schemeClr val="accent2"/>
        </a:lnRef>
        <a:fillRef idx="3">
          <a:schemeClr val="accent2"/>
        </a:fillRef>
        <a:effectRef idx="2">
          <a:schemeClr val="accent2"/>
        </a:effectRef>
        <a:fontRef idx="minor">
          <a:schemeClr val="lt1"/>
        </a:fontRef>
      </a:style>
    </a:spDef>
    <a:lnDef>
      <a:spPr bwMode="auto">
        <a:prstGeom prst="rect">
          <a:avLst/>
        </a:prstGeom>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bwMode="auto">
        <a:prstGeom prst="rect">
          <a:avLst/>
        </a:prstGeom>
        <a:noFill/>
      </a:spPr>
      <a:bodyPr/>
      <a:lstStyle/>
    </a:txDef>
  </a:objectDefaults>
  <a:extraClrSchemeLst/>
</a:theme>
</file>

<file path=ppt/theme/theme15.xml><?xml version="1.0" encoding="utf-8"?>
<a:theme xmlns:a="http://schemas.openxmlformats.org/drawingml/2006/main" name="6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ILT Template">
      <a:majorFont>
        <a:latin typeface="Segoe UI Semibold"/>
        <a:ea typeface="Arial"/>
        <a:cs typeface="Arial"/>
      </a:majorFont>
      <a:minorFont>
        <a:latin typeface="Segoe U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6.xml><?xml version="1.0" encoding="utf-8"?>
<a:theme xmlns:a="http://schemas.openxmlformats.org/drawingml/2006/main" name="7_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Arial"/>
        <a:cs typeface="Arial"/>
      </a:majorFont>
      <a:minorFont>
        <a:latin typeface="Segoe UI"/>
        <a:ea typeface="Arial"/>
        <a:cs typeface="Arial"/>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satMod val="150000"/>
              <a:alpha val="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prstGeom prst="rect">
          <a:avLst/>
        </a:prstGeom>
        <a:solidFill>
          <a:schemeClr val="accent1"/>
        </a:solidFill>
        <a:ln>
          <a:noFill/>
          <a:headEnd type="none" w="med" len="med"/>
          <a:tailEnd type="none" w="med" len="med"/>
        </a:ln>
        <a:effectLst/>
      </a:spPr>
      <a:bodyPr/>
      <a:lstStyle/>
      <a:style>
        <a:lnRef idx="1">
          <a:schemeClr val="accent2"/>
        </a:lnRef>
        <a:fillRef idx="3">
          <a:schemeClr val="accent2"/>
        </a:fillRef>
        <a:effectRef idx="2">
          <a:schemeClr val="accent2"/>
        </a:effectRef>
        <a:fontRef idx="minor">
          <a:schemeClr val="lt1"/>
        </a:fontRef>
      </a:style>
    </a:spDef>
    <a:lnDef>
      <a:spPr bwMode="auto">
        <a:prstGeom prst="rect">
          <a:avLst/>
        </a:prstGeom>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bwMode="auto">
        <a:prstGeom prst="rect">
          <a:avLst/>
        </a:prstGeom>
        <a:noFill/>
      </a:spPr>
      <a:bodyPr/>
      <a:lstStyle/>
    </a:txDef>
  </a:objectDefaults>
  <a:extraClrSchemeLst/>
</a:theme>
</file>

<file path=ppt/theme/theme17.xml><?xml version="1.0" encoding="utf-8"?>
<a:theme xmlns:a="http://schemas.openxmlformats.org/drawingml/2006/main" name="7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ILT Template">
      <a:majorFont>
        <a:latin typeface="Segoe UI Semibold"/>
        <a:ea typeface="Arial"/>
        <a:cs typeface="Arial"/>
      </a:majorFont>
      <a:minorFont>
        <a:latin typeface="Segoe U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8.xml><?xml version="1.0" encoding="utf-8"?>
<a:theme xmlns:a="http://schemas.openxmlformats.org/drawingml/2006/main" name="8_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Arial"/>
        <a:cs typeface="Arial"/>
      </a:majorFont>
      <a:minorFont>
        <a:latin typeface="Segoe UI"/>
        <a:ea typeface="Arial"/>
        <a:cs typeface="Arial"/>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satMod val="150000"/>
              <a:alpha val="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prstGeom prst="rect">
          <a:avLst/>
        </a:prstGeom>
        <a:solidFill>
          <a:schemeClr val="accent1"/>
        </a:solidFill>
        <a:ln>
          <a:noFill/>
          <a:headEnd type="none" w="med" len="med"/>
          <a:tailEnd type="none" w="med" len="med"/>
        </a:ln>
        <a:effectLst/>
      </a:spPr>
      <a:bodyPr/>
      <a:lstStyle/>
      <a:style>
        <a:lnRef idx="1">
          <a:schemeClr val="accent2"/>
        </a:lnRef>
        <a:fillRef idx="3">
          <a:schemeClr val="accent2"/>
        </a:fillRef>
        <a:effectRef idx="2">
          <a:schemeClr val="accent2"/>
        </a:effectRef>
        <a:fontRef idx="minor">
          <a:schemeClr val="lt1"/>
        </a:fontRef>
      </a:style>
    </a:spDef>
    <a:lnDef>
      <a:spPr bwMode="auto">
        <a:prstGeom prst="rect">
          <a:avLst/>
        </a:prstGeom>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bwMode="auto">
        <a:prstGeom prst="rect">
          <a:avLst/>
        </a:prstGeom>
        <a:noFill/>
      </a:spPr>
      <a:bodyPr/>
      <a:lstStyle/>
    </a:txDef>
  </a:objectDefaults>
  <a:extraClrSchemeLst/>
</a:theme>
</file>

<file path=ppt/theme/theme19.xml><?xml version="1.0" encoding="utf-8"?>
<a:theme xmlns:a="http://schemas.openxmlformats.org/drawingml/2006/main" name="8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ILT Template">
      <a:majorFont>
        <a:latin typeface="Segoe UI Semibold"/>
        <a:ea typeface="Arial"/>
        <a:cs typeface="Arial"/>
      </a:majorFont>
      <a:minorFont>
        <a:latin typeface="Segoe U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0.xml><?xml version="1.0" encoding="utf-8"?>
<a:theme xmlns:a="http://schemas.openxmlformats.org/drawingml/2006/main" name="9_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Arial"/>
        <a:cs typeface="Arial"/>
      </a:majorFont>
      <a:minorFont>
        <a:latin typeface="Segoe UI"/>
        <a:ea typeface="Arial"/>
        <a:cs typeface="Arial"/>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satMod val="150000"/>
              <a:alpha val="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prstGeom prst="rect">
          <a:avLst/>
        </a:prstGeom>
        <a:solidFill>
          <a:schemeClr val="accent1"/>
        </a:solidFill>
        <a:ln>
          <a:noFill/>
          <a:headEnd type="none" w="med" len="med"/>
          <a:tailEnd type="none" w="med" len="med"/>
        </a:ln>
        <a:effectLst/>
      </a:spPr>
      <a:bodyPr/>
      <a:lstStyle/>
      <a:style>
        <a:lnRef idx="1">
          <a:schemeClr val="accent2"/>
        </a:lnRef>
        <a:fillRef idx="3">
          <a:schemeClr val="accent2"/>
        </a:fillRef>
        <a:effectRef idx="2">
          <a:schemeClr val="accent2"/>
        </a:effectRef>
        <a:fontRef idx="minor">
          <a:schemeClr val="lt1"/>
        </a:fontRef>
      </a:style>
    </a:spDef>
    <a:lnDef>
      <a:spPr bwMode="auto">
        <a:prstGeom prst="rect">
          <a:avLst/>
        </a:prstGeom>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bwMode="auto">
        <a:prstGeom prst="rect">
          <a:avLst/>
        </a:prstGeom>
        <a:noFill/>
      </a:spPr>
      <a:bodyPr/>
      <a:lstStyle/>
    </a:txDef>
  </a:objectDefaults>
  <a:extraClrSchemeLst/>
</a:theme>
</file>

<file path=ppt/theme/theme21.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1361</TotalTime>
  <Words>39935</Words>
  <Application>Microsoft Office PowerPoint</Application>
  <PresentationFormat>Widescreen</PresentationFormat>
  <Paragraphs>4474</Paragraphs>
  <Slides>180</Slides>
  <Notes>180</Notes>
  <HiddenSlides>0</HiddenSlides>
  <MMClips>0</MMClips>
  <ScaleCrop>false</ScaleCrop>
  <HeadingPairs>
    <vt:vector size="8" baseType="variant">
      <vt:variant>
        <vt:lpstr>Fonts Used</vt:lpstr>
      </vt:variant>
      <vt:variant>
        <vt:i4>12</vt:i4>
      </vt:variant>
      <vt:variant>
        <vt:lpstr>Theme</vt:lpstr>
      </vt:variant>
      <vt:variant>
        <vt:i4>20</vt:i4>
      </vt:variant>
      <vt:variant>
        <vt:lpstr>Embedded OLE Servers</vt:lpstr>
      </vt:variant>
      <vt:variant>
        <vt:i4>1</vt:i4>
      </vt:variant>
      <vt:variant>
        <vt:lpstr>Slide Titles</vt:lpstr>
      </vt:variant>
      <vt:variant>
        <vt:i4>180</vt:i4>
      </vt:variant>
    </vt:vector>
  </HeadingPairs>
  <TitlesOfParts>
    <vt:vector size="213" baseType="lpstr">
      <vt:lpstr>Aptos</vt:lpstr>
      <vt:lpstr>Arial</vt:lpstr>
      <vt:lpstr>Calibri</vt:lpstr>
      <vt:lpstr>Cascadia Code Light</vt:lpstr>
      <vt:lpstr>Cascadia Code SemiLight</vt:lpstr>
      <vt:lpstr>Consolas</vt:lpstr>
      <vt:lpstr>Segoe UI</vt:lpstr>
      <vt:lpstr>Segoe UI Semibold</vt:lpstr>
      <vt:lpstr>Segoe UI Symbol</vt:lpstr>
      <vt:lpstr>Symbol</vt:lpstr>
      <vt:lpstr>Times New Roman</vt:lpstr>
      <vt:lpstr>Wingdings</vt:lpstr>
      <vt:lpstr>1_LIGHT MODE</vt:lpstr>
      <vt:lpstr>1_LIGHT MODE</vt:lpstr>
      <vt:lpstr>Office Theme</vt:lpstr>
      <vt:lpstr>LIGHT MODE</vt:lpstr>
      <vt:lpstr>1_Office Theme</vt:lpstr>
      <vt:lpstr>2_LIGHT MODE</vt:lpstr>
      <vt:lpstr>2_Office Theme</vt:lpstr>
      <vt:lpstr>3_LIGHT MODE</vt:lpstr>
      <vt:lpstr>3_Office Theme</vt:lpstr>
      <vt:lpstr>4_LIGHT MODE</vt:lpstr>
      <vt:lpstr>4_Office Theme</vt:lpstr>
      <vt:lpstr>5_LIGHT MODE</vt:lpstr>
      <vt:lpstr>5_Office Theme</vt:lpstr>
      <vt:lpstr>6_LIGHT MODE</vt:lpstr>
      <vt:lpstr>6_Office Theme</vt:lpstr>
      <vt:lpstr>7_LIGHT MODE</vt:lpstr>
      <vt:lpstr>7_Office Theme</vt:lpstr>
      <vt:lpstr>8_LIGHT MODE</vt:lpstr>
      <vt:lpstr>8_Office Theme</vt:lpstr>
      <vt:lpstr>9_LIGHT MODE</vt:lpstr>
      <vt:lpstr>Bitmap Image</vt:lpstr>
      <vt:lpstr>Develop AI cloud solutions on Azure [AI-200]</vt:lpstr>
      <vt:lpstr>Let’s have a great time together-</vt:lpstr>
      <vt:lpstr>About this course</vt:lpstr>
      <vt:lpstr>Course schedule</vt:lpstr>
      <vt:lpstr>Get the most out of your  Microsoft Learn profile</vt:lpstr>
      <vt:lpstr>Access your course material</vt:lpstr>
      <vt:lpstr>Celebrate your accomplishments and feel empowered</vt:lpstr>
      <vt:lpstr>Become Microsoft Certified</vt:lpstr>
      <vt:lpstr>Get ready for your Microsoft Credential</vt:lpstr>
      <vt:lpstr>Implement container application hosting on Azure</vt:lpstr>
      <vt:lpstr>Module 1: Store and manage containers in Azure Container Registry</vt:lpstr>
      <vt:lpstr>Containers</vt:lpstr>
      <vt:lpstr>Registries, repositories, and artifacts</vt:lpstr>
      <vt:lpstr>Build and run images with ACR Tasks</vt:lpstr>
      <vt:lpstr>Tag and version images</vt:lpstr>
      <vt:lpstr>Exercise</vt:lpstr>
      <vt:lpstr>Module 2: Deploy containers to Azure App Service</vt:lpstr>
      <vt:lpstr>Azure App Service Concept</vt:lpstr>
      <vt:lpstr>Deploy containers to Azure App Service</vt:lpstr>
      <vt:lpstr>Configure container runtime behavior</vt:lpstr>
      <vt:lpstr>Configure application settings</vt:lpstr>
      <vt:lpstr>Observe and troubleshoot containerized apps</vt:lpstr>
      <vt:lpstr>Exercise</vt:lpstr>
      <vt:lpstr>Deploy and manage apps on Azure Container Apps</vt:lpstr>
      <vt:lpstr>ACR , Azure App Service vs Azure Container App</vt:lpstr>
      <vt:lpstr>Module 1: Deploy containers to Azure Container Apps</vt:lpstr>
      <vt:lpstr>Explore Container Apps environments</vt:lpstr>
      <vt:lpstr>Deploy a container app using the Azure CLI and YAML</vt:lpstr>
      <vt:lpstr>Configure runtime settings with environment variables and secrets</vt:lpstr>
      <vt:lpstr>Configure image pull authentication for private registries</vt:lpstr>
      <vt:lpstr>Verify deployments with logs and status</vt:lpstr>
      <vt:lpstr>Exercise</vt:lpstr>
      <vt:lpstr>Module 2: Manage containers in Azure Container Apps</vt:lpstr>
      <vt:lpstr>Introduction</vt:lpstr>
      <vt:lpstr>Update images and manage revisions safely</vt:lpstr>
      <vt:lpstr>Manage the container app lifecycle</vt:lpstr>
      <vt:lpstr>Monitor logs and troubleshoot issues </vt:lpstr>
      <vt:lpstr>Configure health probes and troubleshoot failures</vt:lpstr>
      <vt:lpstr>Optimize container resources and scaling</vt:lpstr>
      <vt:lpstr>Exercise</vt:lpstr>
      <vt:lpstr>Module 3: Scale containers in Azure Container Apps</vt:lpstr>
      <vt:lpstr>Configure scale rules</vt:lpstr>
      <vt:lpstr>Implement event-driven scaling with KEDA</vt:lpstr>
      <vt:lpstr>Apply KEDA scalers for custom workloads</vt:lpstr>
      <vt:lpstr>Select compute resources for performance and cost</vt:lpstr>
      <vt:lpstr>Choose and apply revision modes</vt:lpstr>
      <vt:lpstr>Exercise</vt:lpstr>
      <vt:lpstr>Deploy and monitor applications on Azure Kubernetes Service</vt:lpstr>
      <vt:lpstr>Module 1: Deploy applications to Azure Kubernetes Service</vt:lpstr>
      <vt:lpstr>Create Kubernetes deployment manifests</vt:lpstr>
      <vt:lpstr>Expose applications in Azure Kubernetes Services</vt:lpstr>
      <vt:lpstr>Deploy applications to Azure Kubernetes Services</vt:lpstr>
      <vt:lpstr>Exercise</vt:lpstr>
      <vt:lpstr>Module 2: Configure applications on Azure Kubernetes Service</vt:lpstr>
      <vt:lpstr>Define ConfigMaps for application settings</vt:lpstr>
      <vt:lpstr>Implement secrets for sensitive data</vt:lpstr>
      <vt:lpstr>Attach persistent storage to an app</vt:lpstr>
      <vt:lpstr>Exercise</vt:lpstr>
      <vt:lpstr>Module 3: Monitor and troubleshoot applications on Azure Kubernetes Service</vt:lpstr>
      <vt:lpstr>Monitor application logs and metrics</vt:lpstr>
      <vt:lpstr>Troubleshoot pods and services</vt:lpstr>
      <vt:lpstr>Verify service connectivity and endpoints</vt:lpstr>
      <vt:lpstr>Exercise</vt:lpstr>
      <vt:lpstr>Develop AI solutions with Azure Cosmos DB for NoSQL</vt:lpstr>
      <vt:lpstr>Module 1: Build queries for Azure Cosmos DB for NoSQL</vt:lpstr>
      <vt:lpstr>Explore Azure Cosmos DB for NoSQL</vt:lpstr>
      <vt:lpstr>Implement the Azure Cosmos DB for NoSQL SDK</vt:lpstr>
      <vt:lpstr>Query Azure Cosmos DB for NoSQL (1 of 2)</vt:lpstr>
      <vt:lpstr>Query Azure Cosmos DB for NoSQL (2 of 2)</vt:lpstr>
      <vt:lpstr>Exercise</vt:lpstr>
      <vt:lpstr>Module 2: Implement vector search on Azure Cosmos DB for NoSQL</vt:lpstr>
      <vt:lpstr>Store and retrieve embeddings in Azure Cosmos DB</vt:lpstr>
      <vt:lpstr>Execute vector similarity queries for semantic search</vt:lpstr>
      <vt:lpstr>Combine vector similarity results with metadata filtering</vt:lpstr>
      <vt:lpstr>Use the change feed to trigger embedding refresh</vt:lpstr>
      <vt:lpstr>Exercise</vt:lpstr>
      <vt:lpstr>Module 3: Optimize query performance for Azure Cosmos DB for NoSQL</vt:lpstr>
      <vt:lpstr>Understand indexes in Azure Cosmos DB</vt:lpstr>
      <vt:lpstr>Configure range and composite indexes</vt:lpstr>
      <vt:lpstr>Tune vector indexes for embedding workloads</vt:lpstr>
      <vt:lpstr>Reduce RU costs with strategic indexing</vt:lpstr>
      <vt:lpstr>Choose consistency levels for optimal performance</vt:lpstr>
      <vt:lpstr>Exercise</vt:lpstr>
      <vt:lpstr>Develop AI solutions with Azure Database for PostgreSQL</vt:lpstr>
      <vt:lpstr>Module 1: Build and query with Azure Database for PostgreSQL</vt:lpstr>
      <vt:lpstr>Explore Azure Database for PostgreSQL</vt:lpstr>
      <vt:lpstr>Connect to PostgreSQL</vt:lpstr>
      <vt:lpstr>Create and manage schemas</vt:lpstr>
      <vt:lpstr>Query data</vt:lpstr>
      <vt:lpstr>Integrate SDKs and applications</vt:lpstr>
      <vt:lpstr>Exercise</vt:lpstr>
      <vt:lpstr>Module 2: Implement vector search with Azure Database for PostgreSQL</vt:lpstr>
      <vt:lpstr>Store and query embeddings with pgvector</vt:lpstr>
      <vt:lpstr>Perform fast vector similarity search</vt:lpstr>
      <vt:lpstr>Manage index lifecycle and embedding updates</vt:lpstr>
      <vt:lpstr>Run vector similarity search for semantic retrieval</vt:lpstr>
      <vt:lpstr>Implement retrieval patterns for RAG pipelines</vt:lpstr>
      <vt:lpstr>Exercise</vt:lpstr>
      <vt:lpstr>Module 3: Optimize vector search in Azure Database for PostgreSQL</vt:lpstr>
      <vt:lpstr>Introduction</vt:lpstr>
      <vt:lpstr>Tune PostgreSQL for pgvector</vt:lpstr>
      <vt:lpstr>Choose and configure vector indexes</vt:lpstr>
      <vt:lpstr>Optimize data layout</vt:lpstr>
      <vt:lpstr>Scale for high-volume workloads</vt:lpstr>
      <vt:lpstr>Connection optimization</vt:lpstr>
      <vt:lpstr>Exercise</vt:lpstr>
      <vt:lpstr>Enhance AI solutions with Azure Managed Redis</vt:lpstr>
      <vt:lpstr>Module 1: Implement data operations in Azure Managed Redis</vt:lpstr>
      <vt:lpstr>Explore Azure Managed Redis</vt:lpstr>
      <vt:lpstr>Client libraries and development best practices</vt:lpstr>
      <vt:lpstr>Implement data operations (1 of 2)</vt:lpstr>
      <vt:lpstr>Implement data operations (2 of 2)</vt:lpstr>
      <vt:lpstr>Exercise</vt:lpstr>
      <vt:lpstr>Module 2: Implement event messaging with Azure Managed Redis</vt:lpstr>
      <vt:lpstr>Introduction</vt:lpstr>
      <vt:lpstr>Publish and subscribe to events with Redis pub/sub</vt:lpstr>
      <vt:lpstr>Implement task queues with Redis Streams</vt:lpstr>
      <vt:lpstr>Choose between broadcast and coordinated distribution</vt:lpstr>
      <vt:lpstr>Exercise</vt:lpstr>
      <vt:lpstr>Module 3: Implement vector storage in Azure Managed Redis</vt:lpstr>
      <vt:lpstr>Index and query vector data (1 of 2)</vt:lpstr>
      <vt:lpstr>Index and query vector data (2 of 2)</vt:lpstr>
      <vt:lpstr>Optimize Redis data structures for vector storage</vt:lpstr>
      <vt:lpstr>Exercise</vt:lpstr>
      <vt:lpstr>Integrate Backend Services for AI Solutions</vt:lpstr>
      <vt:lpstr>Module 1: Queue and process AI operations with Azure Service Bus</vt:lpstr>
      <vt:lpstr>Explore Azure Service Bus concepts and messaging in AI architectures</vt:lpstr>
      <vt:lpstr>Choose between queues and topics with subscriptions</vt:lpstr>
      <vt:lpstr>Structure messages for AI workloads (1 of 2)</vt:lpstr>
      <vt:lpstr>Structure messages for AI workloads (2 of 2)</vt:lpstr>
      <vt:lpstr>Process messages reliably (1 of 2)</vt:lpstr>
      <vt:lpstr>Process messages reliably (2 of 2)</vt:lpstr>
      <vt:lpstr>Exercise</vt:lpstr>
      <vt:lpstr>Module 2: Develop event-driven AI workflows with Azure Event Grid</vt:lpstr>
      <vt:lpstr>Understand Azure Event Grid concepts and event-driven patterns for AI solutions</vt:lpstr>
      <vt:lpstr>Work with event schemas and properties</vt:lpstr>
      <vt:lpstr>Configure delivery and retry policies for reliable event processing</vt:lpstr>
      <vt:lpstr>Publish custom events from AI applications</vt:lpstr>
      <vt:lpstr>Exercise</vt:lpstr>
      <vt:lpstr>Module 3: Build serverless AI backends with Azure Functions</vt:lpstr>
      <vt:lpstr>Understand Azure Functions hosting and scaling for AI workloads</vt:lpstr>
      <vt:lpstr>Set up the local development environment for Functions</vt:lpstr>
      <vt:lpstr>Create triggers and bindings for AI integration patterns (1 of 2)</vt:lpstr>
      <vt:lpstr>Create triggers and bindings for AI integration patterns (2 of 2)</vt:lpstr>
      <vt:lpstr>Manage secrets and configuration in Functions</vt:lpstr>
      <vt:lpstr>Configure identity and access for Functions</vt:lpstr>
      <vt:lpstr>Exercise</vt:lpstr>
      <vt:lpstr>Manage application secrets and configuration for AI solutions</vt:lpstr>
      <vt:lpstr>Module 1: Manage application secrets with Azure Key Vault</vt:lpstr>
      <vt:lpstr>Store and organize secrets, keys, and certificates</vt:lpstr>
      <vt:lpstr>Retrieve secrets using Azure SDK client libraries</vt:lpstr>
      <vt:lpstr>Handle secret versioning and rotation</vt:lpstr>
      <vt:lpstr>Implement caching strategies to reduce Key Vault calls</vt:lpstr>
      <vt:lpstr>Exercise</vt:lpstr>
      <vt:lpstr>Module 2: Manage application settings with Azure App Configuration</vt:lpstr>
      <vt:lpstr>Connect to App Configuration from application code</vt:lpstr>
      <vt:lpstr>Organize settings with labels and feature flags</vt:lpstr>
      <vt:lpstr>Reference Key Vault secrets from App Configuration</vt:lpstr>
      <vt:lpstr>Decide what to store in App Configuration vs Key Vault</vt:lpstr>
      <vt:lpstr>Exercise</vt:lpstr>
      <vt:lpstr>Observe and troubleshoot apps on Azure</vt:lpstr>
      <vt:lpstr>Module 1: Instrument an app with OpenTelemetry</vt:lpstr>
      <vt:lpstr>Explore OpenTelemetry and its role in observability</vt:lpstr>
      <vt:lpstr>Add the OpenTelemetry SDK to an application</vt:lpstr>
      <vt:lpstr>Configure spans and traces</vt:lpstr>
      <vt:lpstr>Export telemetry to Azure Monitor</vt:lpstr>
      <vt:lpstr>Debug distributed flows with trace data</vt:lpstr>
      <vt:lpstr>Exercise</vt:lpstr>
      <vt:lpstr>Module 2: Analyze app telemetry with logs and metrics</vt:lpstr>
      <vt:lpstr>Write basic KQL queries (1 of 2)</vt:lpstr>
      <vt:lpstr>Write basic KQL queries (2 of 2)</vt:lpstr>
      <vt:lpstr>Explore logs for errors and performance (1 of 2)</vt:lpstr>
      <vt:lpstr>Explore logs for errors and performance (2 of 2)</vt:lpstr>
      <vt:lpstr>Build dashboards for app telemetry</vt:lpstr>
      <vt:lpstr>Set alerts for app failures and anomalies (1 of 2)</vt:lpstr>
      <vt:lpstr>Set alerts for app failures and anomalies (2 of 2)</vt:lpstr>
      <vt:lpstr>Exercise</vt:lpstr>
      <vt:lpstr>Thank you for attending this course</vt:lpstr>
      <vt:lpstr>What is next on your learning journey?</vt:lpstr>
      <vt:lpstr>Thank You</vt:lpstr>
    </vt:vector>
  </TitlesOfParts>
  <Manager>&lt;Comms manager name here&gt;</Manager>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Learn ILT course  master template</dc:title>
  <dc:subject>&lt;Event name&gt;</dc:subject>
  <dc:creator>admin</dc:creator>
  <dc:description/>
  <cp:lastModifiedBy>Tissana</cp:lastModifiedBy>
  <cp:revision>189</cp:revision>
  <dcterms:created xsi:type="dcterms:W3CDTF">2026-07-20T09:54:00Z</dcterms:created>
  <dcterms:modified xsi:type="dcterms:W3CDTF">2026-10-27T07:00:48Z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724E7821-5458-49B7-A2E1-694F66B14BA3</vt:lpwstr>
  </property>
  <property fmtid="{D5CDD505-2E9C-101B-9397-08002B2CF9AE}" pid="3" name="ArticulatePath">
    <vt:lpwstr>ILT-Introduction-Template-edit-JB</vt:lpwstr>
  </property>
  <property fmtid="{D5CDD505-2E9C-101B-9397-08002B2CF9AE}" pid="4" name="Audience">
    <vt:lpwstr/>
  </property>
  <property fmtid="{D5CDD505-2E9C-101B-9397-08002B2CF9AE}" pid="5" name="Campaign">
    <vt:lpwstr/>
  </property>
  <property fmtid="{D5CDD505-2E9C-101B-9397-08002B2CF9AE}" pid="6" name="ComplianceAssetId">
    <vt:lpwstr/>
  </property>
  <property fmtid="{D5CDD505-2E9C-101B-9397-08002B2CF9AE}" pid="7" name="ContentTypeId">
    <vt:lpwstr>0x010100350248D7AF17F84681BA835FA5F94E40</vt:lpwstr>
  </property>
  <property fmtid="{D5CDD505-2E9C-101B-9397-08002B2CF9AE}" pid="8" name="Event Location">
    <vt:lpwstr/>
  </property>
  <property fmtid="{D5CDD505-2E9C-101B-9397-08002B2CF9AE}" pid="9" name="Event Venue">
    <vt:lpwstr/>
  </property>
  <property fmtid="{D5CDD505-2E9C-101B-9397-08002B2CF9AE}" pid="10" name="Event1">
    <vt:lpwstr>622;#Unassigned|2c8af875-f38a-40b8-a0a9-056aed3fc8c0</vt:lpwstr>
  </property>
  <property fmtid="{D5CDD505-2E9C-101B-9397-08002B2CF9AE}" pid="11" name="HiddenSlides">
    <vt:i4>7</vt:i4>
  </property>
  <property fmtid="{D5CDD505-2E9C-101B-9397-08002B2CF9AE}" pid="12" name="IsMyDocuments">
    <vt:bool>true</vt:bool>
  </property>
  <property fmtid="{D5CDD505-2E9C-101B-9397-08002B2CF9AE}" pid="13" name="ItemRetentionFormula">
    <vt:lpwstr>&lt;formula id="Microsoft.Office.RecordsManagement.PolicyFeatures.Expiration.Formula.BuiltIn"&gt;&lt;number&gt;30&lt;/number&gt;&lt;property&gt;Modified&lt;/property&gt;&lt;propertyId&gt;28cf69c5-fa48-462a-b5cd-27b6f9d2bd5f&lt;/propertyId&gt;&lt;period&gt;days&lt;/period&gt;&lt;/formula&gt;</vt:lpwstr>
  </property>
  <property fmtid="{D5CDD505-2E9C-101B-9397-08002B2CF9AE}" pid="14" name="MSIP_Label_01ca5186-e6f0-4b42-9168-a198d3dd86b1_ActionId">
    <vt:lpwstr>0d6ec75b-007d-48bb-afe8-46bc5bc396df</vt:lpwstr>
  </property>
  <property fmtid="{D5CDD505-2E9C-101B-9397-08002B2CF9AE}" pid="15" name="MSIP_Label_01ca5186-e6f0-4b42-9168-a198d3dd86b1_ContentBits">
    <vt:lpwstr>0</vt:lpwstr>
  </property>
  <property fmtid="{D5CDD505-2E9C-101B-9397-08002B2CF9AE}" pid="16" name="MSIP_Label_01ca5186-e6f0-4b42-9168-a198d3dd86b1_Enabled">
    <vt:lpwstr>true</vt:lpwstr>
  </property>
  <property fmtid="{D5CDD505-2E9C-101B-9397-08002B2CF9AE}" pid="17" name="MSIP_Label_01ca5186-e6f0-4b42-9168-a198d3dd86b1_Method">
    <vt:lpwstr>Standard</vt:lpwstr>
  </property>
  <property fmtid="{D5CDD505-2E9C-101B-9397-08002B2CF9AE}" pid="18" name="MSIP_Label_01ca5186-e6f0-4b42-9168-a198d3dd86b1_Name">
    <vt:lpwstr>General</vt:lpwstr>
  </property>
  <property fmtid="{D5CDD505-2E9C-101B-9397-08002B2CF9AE}" pid="19" name="MSIP_Label_01ca5186-e6f0-4b42-9168-a198d3dd86b1_SetDate">
    <vt:lpwstr>2026-06-10T15:55:37Z</vt:lpwstr>
  </property>
  <property fmtid="{D5CDD505-2E9C-101B-9397-08002B2CF9AE}" pid="20" name="MSIP_Label_01ca5186-e6f0-4b42-9168-a198d3dd86b1_SiteId">
    <vt:lpwstr>726b3645-62ce-4199-83d6-613c80fd88c0</vt:lpwstr>
  </property>
  <property fmtid="{D5CDD505-2E9C-101B-9397-08002B2CF9AE}" pid="21" name="MSIP_Label_01ca5186-e6f0-4b42-9168-a198d3dd86b1_Tag">
    <vt:lpwstr>10, 3, 0, 1</vt:lpwstr>
  </property>
  <property fmtid="{D5CDD505-2E9C-101B-9397-08002B2CF9AE}" pid="22" name="MSIP_Label_f42aa342-8706-4288-bd11-ebb85995028c_Application">
    <vt:lpwstr>Microsoft Azure Information Protection</vt:lpwstr>
  </property>
  <property fmtid="{D5CDD505-2E9C-101B-9397-08002B2CF9AE}" pid="23" name="MSIP_Label_f42aa342-8706-4288-bd11-ebb85995028c_Enabled">
    <vt:lpwstr>True</vt:lpwstr>
  </property>
  <property fmtid="{D5CDD505-2E9C-101B-9397-08002B2CF9AE}" pid="24" name="MSIP_Label_f42aa342-8706-4288-bd11-ebb85995028c_Extended_MSFT_Method">
    <vt:lpwstr>Automatic</vt:lpwstr>
  </property>
  <property fmtid="{D5CDD505-2E9C-101B-9397-08002B2CF9AE}" pid="25" name="MSIP_Label_f42aa342-8706-4288-bd11-ebb85995028c_Name">
    <vt:lpwstr>General</vt:lpwstr>
  </property>
  <property fmtid="{D5CDD505-2E9C-101B-9397-08002B2CF9AE}" pid="26" name="MSIP_Label_f42aa342-8706-4288-bd11-ebb85995028c_Owner">
    <vt:lpwstr>maryfj@microsoft.com</vt:lpwstr>
  </property>
  <property fmtid="{D5CDD505-2E9C-101B-9397-08002B2CF9AE}" pid="27" name="MSIP_Label_f42aa342-8706-4288-bd11-ebb85995028c_Ref">
    <vt:lpwstr>https://api.informationprotection.azure.com/api/72f988bf-86f1-41af-91ab-2d7cd011db47</vt:lpwstr>
  </property>
  <property fmtid="{D5CDD505-2E9C-101B-9397-08002B2CF9AE}" pid="28" name="MSIP_Label_f42aa342-8706-4288-bd11-ebb85995028c_SetDate">
    <vt:lpwstr>2017-08-29T14:27:20.8568347-07:00</vt:lpwstr>
  </property>
  <property fmtid="{D5CDD505-2E9C-101B-9397-08002B2CF9AE}" pid="29" name="MSIP_Label_f42aa342-8706-4288-bd11-ebb85995028c_SiteId">
    <vt:lpwstr>72f988bf-86f1-41af-91ab-2d7cd011db47</vt:lpwstr>
  </property>
  <property fmtid="{D5CDD505-2E9C-101B-9397-08002B2CF9AE}" pid="30" name="MediaServiceImageTags">
    <vt:lpwstr/>
  </property>
  <property fmtid="{D5CDD505-2E9C-101B-9397-08002B2CF9AE}" pid="31" name="Notes">
    <vt:i4>6</vt:i4>
  </property>
  <property fmtid="{D5CDD505-2E9C-101B-9397-08002B2CF9AE}" pid="32" name="Order">
    <vt:r8>61700</vt:r8>
  </property>
  <property fmtid="{D5CDD505-2E9C-101B-9397-08002B2CF9AE}" pid="33" name="PresentationFormat">
    <vt:lpwstr>Widescreen</vt:lpwstr>
  </property>
  <property fmtid="{D5CDD505-2E9C-101B-9397-08002B2CF9AE}" pid="34" name="Product">
    <vt:lpwstr/>
  </property>
  <property fmtid="{D5CDD505-2E9C-101B-9397-08002B2CF9AE}" pid="35" name="SharedWithUsers">
    <vt:lpwstr>283;#Randy Stearman;#154;#Lara Sorgaard;#464;#Ashlee Lyman (ALLYIS INC);#623;#Ronald Cascante Salazar (ALLYIS INC);#145;#Hakim Martin;#28;#Bre'Ana Deen;#247;#Anika Shakir;#239;#Brian Moring;#31;#Tarek Saleh Eldin</vt:lpwstr>
  </property>
  <property fmtid="{D5CDD505-2E9C-101B-9397-08002B2CF9AE}" pid="36" name="Slides">
    <vt:i4>19</vt:i4>
  </property>
  <property fmtid="{D5CDD505-2E9C-101B-9397-08002B2CF9AE}" pid="37" name="TemplateUrl">
    <vt:lpwstr/>
  </property>
  <property fmtid="{D5CDD505-2E9C-101B-9397-08002B2CF9AE}" pid="38" name="Track">
    <vt:lpwstr/>
  </property>
  <property fmtid="{D5CDD505-2E9C-101B-9397-08002B2CF9AE}" pid="39" name="TriggerFlowInfo">
    <vt:lpwstr/>
  </property>
  <property fmtid="{D5CDD505-2E9C-101B-9397-08002B2CF9AE}" pid="40" name="_ExtendedDescription">
    <vt:lpwstr/>
  </property>
  <property fmtid="{D5CDD505-2E9C-101B-9397-08002B2CF9AE}" pid="41" name="_dlc_policyId">
    <vt:lpwstr>0x01010070AB3889E58DB141A6E1281B02136174|-369733750</vt:lpwstr>
  </property>
  <property fmtid="{D5CDD505-2E9C-101B-9397-08002B2CF9AE}" pid="42" name="xd_ProgID">
    <vt:lpwstr/>
  </property>
  <property fmtid="{D5CDD505-2E9C-101B-9397-08002B2CF9AE}" pid="43" name="xd_Signature">
    <vt:bool>false</vt:bool>
  </property>
</Properties>
</file>